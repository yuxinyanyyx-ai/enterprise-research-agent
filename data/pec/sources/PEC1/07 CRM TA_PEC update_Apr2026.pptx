
<file path=[Content_Types].xml><?xml version="1.0" encoding="utf-8"?>
<Types xmlns="http://schemas.openxmlformats.org/package/2006/content-types">
  <Default Extension="bin" ContentType="application/vnd.openxmlformats-officedocument.oleObject"/>
  <Default Extension="docx" ContentType="application/vnd.openxmlformats-officedocument.wordprocessingml.document"/>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2.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3.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theme/theme4.xml" ContentType="application/vnd.openxmlformats-officedocument.theme+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5.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7.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8.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9.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theme/theme10.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11.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theme/theme12.xml" ContentType="application/vnd.openxmlformats-officedocument.theme+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theme/theme13.xml" ContentType="application/vnd.openxmlformats-officedocument.theme+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theme/theme14.xml" ContentType="application/vnd.openxmlformats-officedocument.theme+xml"/>
  <Override PartName="/ppt/tags/tag3.xml" ContentType="application/vnd.openxmlformats-officedocument.presentationml.tags+xml"/>
  <Override PartName="/ppt/tags/tag4.xml" ContentType="application/vnd.openxmlformats-officedocument.presentationml.tags+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theme/theme15.xml" ContentType="application/vnd.openxmlformats-officedocument.theme+xml"/>
  <Override PartName="/ppt/theme/theme1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notesSlides/notesSlide9.xml" ContentType="application/vnd.openxmlformats-officedocument.presentationml.notesSlide+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notesSlides/notesSlide10.xml" ContentType="application/vnd.openxmlformats-officedocument.presentationml.notesSlide+xml"/>
  <Override PartName="/ppt/comments/modernComment_111_1DCC199F.xml" ContentType="application/vnd.ms-powerpoint.comment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6.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8.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notesSlides/notesSlide19.xml" ContentType="application/vnd.openxmlformats-officedocument.presentationml.notesSlide+xml"/>
  <Override PartName="/ppt/comments/modernComment_10F_1C39E9A9.xml" ContentType="application/vnd.ms-powerpoint.comment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22.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23.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24.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notesSlides/notesSlide25.xml" ContentType="application/vnd.openxmlformats-officedocument.presentationml.notesSlide+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tags/tag85.xml" ContentType="application/vnd.openxmlformats-officedocument.presentationml.tags+xml"/>
  <Override PartName="/ppt/notesSlides/notesSlide35.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xml" ContentType="application/vnd.openxmlformats-officedocument.themeOverr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theme/themeOverride2.xml" ContentType="application/vnd.openxmlformats-officedocument.themeOverride+xml"/>
  <Override PartName="/ppt/notesSlides/notesSlide38.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3.xml" ContentType="application/vnd.openxmlformats-officedocument.themeOverr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notesSlides/notesSlide42.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4.xml" ContentType="application/vnd.openxmlformats-officedocument.themeOverr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5.xml" ContentType="application/vnd.openxmlformats-officedocument.themeOverride+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notesSlides/notesSlide45.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notesSlides/notesSlide46.xml" ContentType="application/vnd.openxmlformats-officedocument.presentationml.notesSlide+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notesSlides/notesSlide47.xml" ContentType="application/vnd.openxmlformats-officedocument.presentationml.notesSlide+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omments/modernComment_7FFFDE5A_C886D304.xml" ContentType="application/vnd.ms-powerpoint.comment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comments/modernComment_10A_CE0F6E29.xml" ContentType="application/vnd.ms-powerpoint.comments+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119" r:id="rId4"/>
    <p:sldMasterId id="2147483695" r:id="rId5"/>
    <p:sldMasterId id="2147483857" r:id="rId6"/>
    <p:sldMasterId id="2147483939" r:id="rId7"/>
    <p:sldMasterId id="2147484082" r:id="rId8"/>
    <p:sldMasterId id="2147484354" r:id="rId9"/>
    <p:sldMasterId id="2147484367" r:id="rId10"/>
    <p:sldMasterId id="2147484404" r:id="rId11"/>
    <p:sldMasterId id="2147484438" r:id="rId12"/>
    <p:sldMasterId id="2147484474" r:id="rId13"/>
    <p:sldMasterId id="2147484525" r:id="rId14"/>
    <p:sldMasterId id="2147484561" r:id="rId15"/>
    <p:sldMasterId id="2147484596" r:id="rId16"/>
    <p:sldMasterId id="2147484635" r:id="rId17"/>
    <p:sldMasterId id="2147484677" r:id="rId18"/>
  </p:sldMasterIdLst>
  <p:notesMasterIdLst>
    <p:notesMasterId r:id="rId118"/>
  </p:notesMasterIdLst>
  <p:sldIdLst>
    <p:sldId id="9849" r:id="rId19"/>
    <p:sldId id="258" r:id="rId20"/>
    <p:sldId id="9852" r:id="rId21"/>
    <p:sldId id="291" r:id="rId22"/>
    <p:sldId id="262" r:id="rId23"/>
    <p:sldId id="295" r:id="rId24"/>
    <p:sldId id="309" r:id="rId25"/>
    <p:sldId id="2147480155" r:id="rId26"/>
    <p:sldId id="304" r:id="rId27"/>
    <p:sldId id="2147483410" r:id="rId28"/>
    <p:sldId id="2147483647" r:id="rId29"/>
    <p:sldId id="257" r:id="rId30"/>
    <p:sldId id="273" r:id="rId31"/>
    <p:sldId id="276" r:id="rId32"/>
    <p:sldId id="2147483620" r:id="rId33"/>
    <p:sldId id="281" r:id="rId34"/>
    <p:sldId id="2145705930" r:id="rId35"/>
    <p:sldId id="2145705934" r:id="rId36"/>
    <p:sldId id="2145705931" r:id="rId37"/>
    <p:sldId id="259" r:id="rId38"/>
    <p:sldId id="333" r:id="rId39"/>
    <p:sldId id="290" r:id="rId40"/>
    <p:sldId id="261" r:id="rId41"/>
    <p:sldId id="268" r:id="rId42"/>
    <p:sldId id="293" r:id="rId43"/>
    <p:sldId id="271" r:id="rId44"/>
    <p:sldId id="315" r:id="rId45"/>
    <p:sldId id="292" r:id="rId46"/>
    <p:sldId id="263" r:id="rId47"/>
    <p:sldId id="269" r:id="rId48"/>
    <p:sldId id="272" r:id="rId49"/>
    <p:sldId id="321" r:id="rId50"/>
    <p:sldId id="294" r:id="rId51"/>
    <p:sldId id="2147483411" r:id="rId52"/>
    <p:sldId id="297" r:id="rId53"/>
    <p:sldId id="299" r:id="rId54"/>
    <p:sldId id="302" r:id="rId55"/>
    <p:sldId id="312" r:id="rId56"/>
    <p:sldId id="2145705981" r:id="rId57"/>
    <p:sldId id="2147481701" r:id="rId58"/>
    <p:sldId id="2147479725" r:id="rId59"/>
    <p:sldId id="311" r:id="rId60"/>
    <p:sldId id="2147474464" r:id="rId61"/>
    <p:sldId id="2147472150" r:id="rId62"/>
    <p:sldId id="278" r:id="rId63"/>
    <p:sldId id="9825" r:id="rId64"/>
    <p:sldId id="285" r:id="rId65"/>
    <p:sldId id="2147474463" r:id="rId66"/>
    <p:sldId id="2147480638" r:id="rId67"/>
    <p:sldId id="339" r:id="rId68"/>
    <p:sldId id="287" r:id="rId69"/>
    <p:sldId id="289" r:id="rId70"/>
    <p:sldId id="296" r:id="rId71"/>
    <p:sldId id="298" r:id="rId72"/>
    <p:sldId id="282" r:id="rId73"/>
    <p:sldId id="288" r:id="rId74"/>
    <p:sldId id="2147483634" r:id="rId75"/>
    <p:sldId id="274" r:id="rId76"/>
    <p:sldId id="2147480251" r:id="rId77"/>
    <p:sldId id="2147480250" r:id="rId78"/>
    <p:sldId id="2147483627" r:id="rId79"/>
    <p:sldId id="300" r:id="rId80"/>
    <p:sldId id="2147483626" r:id="rId81"/>
    <p:sldId id="301" r:id="rId82"/>
    <p:sldId id="270" r:id="rId83"/>
    <p:sldId id="275" r:id="rId84"/>
    <p:sldId id="2147471570" r:id="rId85"/>
    <p:sldId id="277" r:id="rId86"/>
    <p:sldId id="279" r:id="rId87"/>
    <p:sldId id="305" r:id="rId88"/>
    <p:sldId id="2147483412" r:id="rId89"/>
    <p:sldId id="264" r:id="rId90"/>
    <p:sldId id="280" r:id="rId91"/>
    <p:sldId id="283" r:id="rId92"/>
    <p:sldId id="2147475034" r:id="rId93"/>
    <p:sldId id="318" r:id="rId94"/>
    <p:sldId id="284" r:id="rId95"/>
    <p:sldId id="286" r:id="rId96"/>
    <p:sldId id="2147475033" r:id="rId97"/>
    <p:sldId id="2147475020" r:id="rId98"/>
    <p:sldId id="2147475031" r:id="rId99"/>
    <p:sldId id="2147475023" r:id="rId100"/>
    <p:sldId id="2147475032" r:id="rId101"/>
    <p:sldId id="2147475021" r:id="rId102"/>
    <p:sldId id="2147475025" r:id="rId103"/>
    <p:sldId id="2147475026" r:id="rId104"/>
    <p:sldId id="2147475027" r:id="rId105"/>
    <p:sldId id="2147475028" r:id="rId106"/>
    <p:sldId id="2147475017" r:id="rId107"/>
    <p:sldId id="2147475018" r:id="rId108"/>
    <p:sldId id="2147475024" r:id="rId109"/>
    <p:sldId id="2147475016" r:id="rId110"/>
    <p:sldId id="265" r:id="rId111"/>
    <p:sldId id="344" r:id="rId112"/>
    <p:sldId id="267" r:id="rId113"/>
    <p:sldId id="260" r:id="rId114"/>
    <p:sldId id="266" r:id="rId115"/>
    <p:sldId id="256" r:id="rId116"/>
    <p:sldId id="2147483059" r:id="rId11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83" userDrawn="1">
          <p15:clr>
            <a:srgbClr val="A4A3A4"/>
          </p15:clr>
        </p15:guide>
        <p15:guide id="2" pos="3840"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06D250D-F810-DD8F-5381-4361D275D9F9}" name="Zhu,Julia (HP Medicine) BII-CN-S" initials="ZB" userId="S::julia_2.zhu@boehringer-ingelheim.com::03b5dd03-9d84-43b3-85a3-94d8f7e7e050" providerId="AD"/>
  <p188:author id="{7DB8801B-B554-4454-A792-E10DDD87C243}" name="Wang,Yanling (DEV CMC) BII-CN-S" initials="YW" userId="S::yanling.wang@boehringer-ingelheim.com::d9010881-f349-42be-a396-c6208d9b3f9d" providerId="AD"/>
  <p188:author id="{496E202B-72C0-70E2-E62D-6BDF130C6502}" name="Zhang,Yuling (HP Medicine) BII-CN-S" initials="YZ" userId="S::yuling.zhang@boehringer-ingelheim.com::24db68a3-72fd-4402-9c50-85d9827d4146" providerId="AD"/>
  <p188:author id="{CFE2A834-4284-1DBF-7270-027E5C1C5407}" name="Yang,Dr.,Carol (HP Medicine) BI-TW-T" initials="" userId="S::carol.yang@boehringer-ingelheim.com::9eafcaf7-887b-4a47-8ef0-7c92764b40b0" providerId="AD"/>
  <p188:author id="{2DC6FD5D-49C5-25E2-DD02-50C6315DB7D7}" name="Yang,Jenny (HP Medicine) BII-CN-S" initials="" userId="S::jenny.yang@boehringer-ingelheim.com::6fa335b3-fbc2-4269-8869-363e1d41dcf7" providerId="AD"/>
  <p188:author id="{372AFA8F-FA8E-70E0-F70E-ABD811FB2AFA}" name="Wang,Joyce (MED CDO) BII-CN-S" initials="XW" userId="S::joyce.wang@boehringer-ingelheim.com::5b304c88-3d04-4dc7-b734-5b37762bae94" providerId="AD"/>
  <p188:author id="{481B8B92-1A57-FB01-3839-721862816E9A}" name="Lu,Dr.,Jiaqi (HP Medicine) BII-CN-S" initials="JL" userId="S::jiaqi.lu@boehringer-ingelheim.com::8b183601-9cff-443d-8730-90ebdb48edb2" providerId="AD"/>
  <p188:author id="{695777B2-4F16-2D47-A4E8-65B5F6596FCA}" name="Du,Zhaoxia (MED BDS) BII-CN-S" initials="ZD" userId="S::zhaoxia.du@boehringer-ingelheim.com::691607b6-ca5c-4112-8458-0d74bdb9c14d" providerId="AD"/>
  <p188:author id="{D02E7CB4-282E-A6E2-4F34-22B5D2DCEC89}" name="Liu,Dr.,Meiruo (HP Medicine) BII-CN-S" initials="ML" userId="S::meiruo.liu@boehringer-ingelheim.com::ece9aa16-5bba-4d2f-b200-019c8e2ba0a0" providerId="AD"/>
  <p188:author id="{2EE7FEEA-9406-DBE3-7835-0153BE9F1859}" name="Xiao,Angela (MED CDO) BII-CN-S" initials="YX" userId="S::angela.xiao@boehringer-ingelheim.com::98c22960-5edc-44dd-a92e-046c4666f5cb" providerId="AD"/>
  <p188:author id="{A39E47F3-11AF-0696-E385-1A6283C62951}" name="Che,Junxiu (MED CDO) BII-CN-S" initials="JC" userId="S::junxiu.che@boehringer-ingelheim.com::365441f5-0e5d-4ddf-ba37-69fcdec99510"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Zhu,Yinan (HP Medicine) BII-CN-S" initials="YZ" lastIdx="3" clrIdx="0">
    <p:extLst>
      <p:ext uri="{19B8F6BF-5375-455C-9EA6-DF929625EA0E}">
        <p15:presenceInfo xmlns:p15="http://schemas.microsoft.com/office/powerpoint/2012/main" userId="S::yinan.zhu@boehringer-ingelheim.com::84fd82bc-0f33-4231-bc26-e12433039e09" providerId="AD"/>
      </p:ext>
    </p:extLst>
  </p:cmAuthor>
  <p:cmAuthor id="2" name="Zhu,Julia (HP Medicine) BII-CN-S" initials="ZB" lastIdx="1" clrIdx="1">
    <p:extLst>
      <p:ext uri="{19B8F6BF-5375-455C-9EA6-DF929625EA0E}">
        <p15:presenceInfo xmlns:p15="http://schemas.microsoft.com/office/powerpoint/2012/main" userId="S::julia_2.zhu@boehringer-ingelheim.com::03b5dd03-9d84-43b3-85a3-94d8f7e7e050" providerId="AD"/>
      </p:ext>
    </p:extLst>
  </p:cmAuthor>
  <p:cmAuthor id="3" name="Xiao,Angela (MED CD&amp;O) BII-CN-S" initials="XB" lastIdx="2" clrIdx="2">
    <p:extLst>
      <p:ext uri="{19B8F6BF-5375-455C-9EA6-DF929625EA0E}">
        <p15:presenceInfo xmlns:p15="http://schemas.microsoft.com/office/powerpoint/2012/main" userId="S::angela.xiao@boehringer-ingelheim.com::98c22960-5edc-44dd-a92e-046c4666f5cb"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06251F"/>
    <a:srgbClr val="00E47C"/>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88" d="100"/>
          <a:sy n="88" d="100"/>
        </p:scale>
        <p:origin x="115" y="610"/>
      </p:cViewPr>
      <p:guideLst>
        <p:guide orient="horz" pos="2183"/>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8.xml"/><Relationship Id="rId117" Type="http://schemas.openxmlformats.org/officeDocument/2006/relationships/slide" Target="slides/slide99.xml"/><Relationship Id="rId21" Type="http://schemas.openxmlformats.org/officeDocument/2006/relationships/slide" Target="slides/slide3.xml"/><Relationship Id="rId42" Type="http://schemas.openxmlformats.org/officeDocument/2006/relationships/slide" Target="slides/slide24.xml"/><Relationship Id="rId47" Type="http://schemas.openxmlformats.org/officeDocument/2006/relationships/slide" Target="slides/slide29.xml"/><Relationship Id="rId63" Type="http://schemas.openxmlformats.org/officeDocument/2006/relationships/slide" Target="slides/slide45.xml"/><Relationship Id="rId68" Type="http://schemas.openxmlformats.org/officeDocument/2006/relationships/slide" Target="slides/slide50.xml"/><Relationship Id="rId84" Type="http://schemas.openxmlformats.org/officeDocument/2006/relationships/slide" Target="slides/slide66.xml"/><Relationship Id="rId89" Type="http://schemas.openxmlformats.org/officeDocument/2006/relationships/slide" Target="slides/slide71.xml"/><Relationship Id="rId112" Type="http://schemas.openxmlformats.org/officeDocument/2006/relationships/slide" Target="slides/slide94.xml"/><Relationship Id="rId16" Type="http://schemas.openxmlformats.org/officeDocument/2006/relationships/slideMaster" Target="slideMasters/slideMaster13.xml"/><Relationship Id="rId107" Type="http://schemas.openxmlformats.org/officeDocument/2006/relationships/slide" Target="slides/slide89.xml"/><Relationship Id="rId11" Type="http://schemas.openxmlformats.org/officeDocument/2006/relationships/slideMaster" Target="slideMasters/slideMaster8.xml"/><Relationship Id="rId32" Type="http://schemas.openxmlformats.org/officeDocument/2006/relationships/slide" Target="slides/slide14.xml"/><Relationship Id="rId37" Type="http://schemas.openxmlformats.org/officeDocument/2006/relationships/slide" Target="slides/slide19.xml"/><Relationship Id="rId53" Type="http://schemas.openxmlformats.org/officeDocument/2006/relationships/slide" Target="slides/slide35.xml"/><Relationship Id="rId58" Type="http://schemas.openxmlformats.org/officeDocument/2006/relationships/slide" Target="slides/slide40.xml"/><Relationship Id="rId74" Type="http://schemas.openxmlformats.org/officeDocument/2006/relationships/slide" Target="slides/slide56.xml"/><Relationship Id="rId79" Type="http://schemas.openxmlformats.org/officeDocument/2006/relationships/slide" Target="slides/slide61.xml"/><Relationship Id="rId102" Type="http://schemas.openxmlformats.org/officeDocument/2006/relationships/slide" Target="slides/slide84.xml"/><Relationship Id="rId123"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43.xml"/><Relationship Id="rId82" Type="http://schemas.openxmlformats.org/officeDocument/2006/relationships/slide" Target="slides/slide64.xml"/><Relationship Id="rId90" Type="http://schemas.openxmlformats.org/officeDocument/2006/relationships/slide" Target="slides/slide72.xml"/><Relationship Id="rId95" Type="http://schemas.openxmlformats.org/officeDocument/2006/relationships/slide" Target="slides/slide77.xml"/><Relationship Id="rId19" Type="http://schemas.openxmlformats.org/officeDocument/2006/relationships/slide" Target="slides/slide1.xml"/><Relationship Id="rId14" Type="http://schemas.openxmlformats.org/officeDocument/2006/relationships/slideMaster" Target="slideMasters/slideMaster11.xml"/><Relationship Id="rId22" Type="http://schemas.openxmlformats.org/officeDocument/2006/relationships/slide" Target="slides/slide4.xml"/><Relationship Id="rId27" Type="http://schemas.openxmlformats.org/officeDocument/2006/relationships/slide" Target="slides/slide9.xml"/><Relationship Id="rId30" Type="http://schemas.openxmlformats.org/officeDocument/2006/relationships/slide" Target="slides/slide12.xml"/><Relationship Id="rId35" Type="http://schemas.openxmlformats.org/officeDocument/2006/relationships/slide" Target="slides/slide17.xml"/><Relationship Id="rId43" Type="http://schemas.openxmlformats.org/officeDocument/2006/relationships/slide" Target="slides/slide25.xml"/><Relationship Id="rId48" Type="http://schemas.openxmlformats.org/officeDocument/2006/relationships/slide" Target="slides/slide30.xml"/><Relationship Id="rId56" Type="http://schemas.openxmlformats.org/officeDocument/2006/relationships/slide" Target="slides/slide38.xml"/><Relationship Id="rId64" Type="http://schemas.openxmlformats.org/officeDocument/2006/relationships/slide" Target="slides/slide46.xml"/><Relationship Id="rId69" Type="http://schemas.openxmlformats.org/officeDocument/2006/relationships/slide" Target="slides/slide51.xml"/><Relationship Id="rId77" Type="http://schemas.openxmlformats.org/officeDocument/2006/relationships/slide" Target="slides/slide59.xml"/><Relationship Id="rId100" Type="http://schemas.openxmlformats.org/officeDocument/2006/relationships/slide" Target="slides/slide82.xml"/><Relationship Id="rId105" Type="http://schemas.openxmlformats.org/officeDocument/2006/relationships/slide" Target="slides/slide87.xml"/><Relationship Id="rId113" Type="http://schemas.openxmlformats.org/officeDocument/2006/relationships/slide" Target="slides/slide95.xml"/><Relationship Id="rId118" Type="http://schemas.openxmlformats.org/officeDocument/2006/relationships/notesMaster" Target="notesMasters/notesMaster1.xml"/><Relationship Id="rId8" Type="http://schemas.openxmlformats.org/officeDocument/2006/relationships/slideMaster" Target="slideMasters/slideMaster5.xml"/><Relationship Id="rId51" Type="http://schemas.openxmlformats.org/officeDocument/2006/relationships/slide" Target="slides/slide33.xml"/><Relationship Id="rId72" Type="http://schemas.openxmlformats.org/officeDocument/2006/relationships/slide" Target="slides/slide54.xml"/><Relationship Id="rId80" Type="http://schemas.openxmlformats.org/officeDocument/2006/relationships/slide" Target="slides/slide62.xml"/><Relationship Id="rId85" Type="http://schemas.openxmlformats.org/officeDocument/2006/relationships/slide" Target="slides/slide67.xml"/><Relationship Id="rId93" Type="http://schemas.openxmlformats.org/officeDocument/2006/relationships/slide" Target="slides/slide75.xml"/><Relationship Id="rId98" Type="http://schemas.openxmlformats.org/officeDocument/2006/relationships/slide" Target="slides/slide80.xml"/><Relationship Id="rId121" Type="http://schemas.openxmlformats.org/officeDocument/2006/relationships/viewProps" Target="viewProps.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Master" Target="slideMasters/slideMaster14.xml"/><Relationship Id="rId25" Type="http://schemas.openxmlformats.org/officeDocument/2006/relationships/slide" Target="slides/slide7.xml"/><Relationship Id="rId33" Type="http://schemas.openxmlformats.org/officeDocument/2006/relationships/slide" Target="slides/slide15.xml"/><Relationship Id="rId38" Type="http://schemas.openxmlformats.org/officeDocument/2006/relationships/slide" Target="slides/slide20.xml"/><Relationship Id="rId46" Type="http://schemas.openxmlformats.org/officeDocument/2006/relationships/slide" Target="slides/slide28.xml"/><Relationship Id="rId59" Type="http://schemas.openxmlformats.org/officeDocument/2006/relationships/slide" Target="slides/slide41.xml"/><Relationship Id="rId67" Type="http://schemas.openxmlformats.org/officeDocument/2006/relationships/slide" Target="slides/slide49.xml"/><Relationship Id="rId103" Type="http://schemas.openxmlformats.org/officeDocument/2006/relationships/slide" Target="slides/slide85.xml"/><Relationship Id="rId108" Type="http://schemas.openxmlformats.org/officeDocument/2006/relationships/slide" Target="slides/slide90.xml"/><Relationship Id="rId116" Type="http://schemas.openxmlformats.org/officeDocument/2006/relationships/slide" Target="slides/slide98.xml"/><Relationship Id="rId124" Type="http://schemas.microsoft.com/office/2016/11/relationships/changesInfo" Target="changesInfos/changesInfo1.xml"/><Relationship Id="rId20" Type="http://schemas.openxmlformats.org/officeDocument/2006/relationships/slide" Target="slides/slide2.xml"/><Relationship Id="rId41" Type="http://schemas.openxmlformats.org/officeDocument/2006/relationships/slide" Target="slides/slide23.xml"/><Relationship Id="rId54" Type="http://schemas.openxmlformats.org/officeDocument/2006/relationships/slide" Target="slides/slide36.xml"/><Relationship Id="rId62" Type="http://schemas.openxmlformats.org/officeDocument/2006/relationships/slide" Target="slides/slide44.xml"/><Relationship Id="rId70" Type="http://schemas.openxmlformats.org/officeDocument/2006/relationships/slide" Target="slides/slide52.xml"/><Relationship Id="rId75" Type="http://schemas.openxmlformats.org/officeDocument/2006/relationships/slide" Target="slides/slide57.xml"/><Relationship Id="rId83" Type="http://schemas.openxmlformats.org/officeDocument/2006/relationships/slide" Target="slides/slide65.xml"/><Relationship Id="rId88" Type="http://schemas.openxmlformats.org/officeDocument/2006/relationships/slide" Target="slides/slide70.xml"/><Relationship Id="rId91" Type="http://schemas.openxmlformats.org/officeDocument/2006/relationships/slide" Target="slides/slide73.xml"/><Relationship Id="rId96" Type="http://schemas.openxmlformats.org/officeDocument/2006/relationships/slide" Target="slides/slide78.xml"/><Relationship Id="rId111" Type="http://schemas.openxmlformats.org/officeDocument/2006/relationships/slide" Target="slides/slide93.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 Target="slides/slide5.xml"/><Relationship Id="rId28" Type="http://schemas.openxmlformats.org/officeDocument/2006/relationships/slide" Target="slides/slide10.xml"/><Relationship Id="rId36" Type="http://schemas.openxmlformats.org/officeDocument/2006/relationships/slide" Target="slides/slide18.xml"/><Relationship Id="rId49" Type="http://schemas.openxmlformats.org/officeDocument/2006/relationships/slide" Target="slides/slide31.xml"/><Relationship Id="rId57" Type="http://schemas.openxmlformats.org/officeDocument/2006/relationships/slide" Target="slides/slide39.xml"/><Relationship Id="rId106" Type="http://schemas.openxmlformats.org/officeDocument/2006/relationships/slide" Target="slides/slide88.xml"/><Relationship Id="rId114" Type="http://schemas.openxmlformats.org/officeDocument/2006/relationships/slide" Target="slides/slide96.xml"/><Relationship Id="rId119" Type="http://schemas.openxmlformats.org/officeDocument/2006/relationships/commentAuthors" Target="commentAuthors.xml"/><Relationship Id="rId10" Type="http://schemas.openxmlformats.org/officeDocument/2006/relationships/slideMaster" Target="slideMasters/slideMaster7.xml"/><Relationship Id="rId31" Type="http://schemas.openxmlformats.org/officeDocument/2006/relationships/slide" Target="slides/slide13.xml"/><Relationship Id="rId44" Type="http://schemas.openxmlformats.org/officeDocument/2006/relationships/slide" Target="slides/slide26.xml"/><Relationship Id="rId52" Type="http://schemas.openxmlformats.org/officeDocument/2006/relationships/slide" Target="slides/slide34.xml"/><Relationship Id="rId60" Type="http://schemas.openxmlformats.org/officeDocument/2006/relationships/slide" Target="slides/slide42.xml"/><Relationship Id="rId65" Type="http://schemas.openxmlformats.org/officeDocument/2006/relationships/slide" Target="slides/slide47.xml"/><Relationship Id="rId73" Type="http://schemas.openxmlformats.org/officeDocument/2006/relationships/slide" Target="slides/slide55.xml"/><Relationship Id="rId78" Type="http://schemas.openxmlformats.org/officeDocument/2006/relationships/slide" Target="slides/slide60.xml"/><Relationship Id="rId81" Type="http://schemas.openxmlformats.org/officeDocument/2006/relationships/slide" Target="slides/slide63.xml"/><Relationship Id="rId86" Type="http://schemas.openxmlformats.org/officeDocument/2006/relationships/slide" Target="slides/slide68.xml"/><Relationship Id="rId94" Type="http://schemas.openxmlformats.org/officeDocument/2006/relationships/slide" Target="slides/slide76.xml"/><Relationship Id="rId99" Type="http://schemas.openxmlformats.org/officeDocument/2006/relationships/slide" Target="slides/slide81.xml"/><Relationship Id="rId101" Type="http://schemas.openxmlformats.org/officeDocument/2006/relationships/slide" Target="slides/slide83.xml"/><Relationship Id="rId122"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21.xml"/><Relationship Id="rId109" Type="http://schemas.openxmlformats.org/officeDocument/2006/relationships/slide" Target="slides/slide91.xml"/><Relationship Id="rId34" Type="http://schemas.openxmlformats.org/officeDocument/2006/relationships/slide" Target="slides/slide16.xml"/><Relationship Id="rId50" Type="http://schemas.openxmlformats.org/officeDocument/2006/relationships/slide" Target="slides/slide32.xml"/><Relationship Id="rId55" Type="http://schemas.openxmlformats.org/officeDocument/2006/relationships/slide" Target="slides/slide37.xml"/><Relationship Id="rId76" Type="http://schemas.openxmlformats.org/officeDocument/2006/relationships/slide" Target="slides/slide58.xml"/><Relationship Id="rId97" Type="http://schemas.openxmlformats.org/officeDocument/2006/relationships/slide" Target="slides/slide79.xml"/><Relationship Id="rId104" Type="http://schemas.openxmlformats.org/officeDocument/2006/relationships/slide" Target="slides/slide86.xml"/><Relationship Id="rId120" Type="http://schemas.openxmlformats.org/officeDocument/2006/relationships/presProps" Target="presProps.xml"/><Relationship Id="rId125" Type="http://schemas.microsoft.com/office/2018/10/relationships/authors" Target="authors.xml"/><Relationship Id="rId7" Type="http://schemas.openxmlformats.org/officeDocument/2006/relationships/slideMaster" Target="slideMasters/slideMaster4.xml"/><Relationship Id="rId71" Type="http://schemas.openxmlformats.org/officeDocument/2006/relationships/slide" Target="slides/slide53.xml"/><Relationship Id="rId92" Type="http://schemas.openxmlformats.org/officeDocument/2006/relationships/slide" Target="slides/slide74.xml"/><Relationship Id="rId2" Type="http://schemas.openxmlformats.org/officeDocument/2006/relationships/customXml" Target="../customXml/item2.xml"/><Relationship Id="rId29" Type="http://schemas.openxmlformats.org/officeDocument/2006/relationships/slide" Target="slides/slide11.xml"/><Relationship Id="rId24" Type="http://schemas.openxmlformats.org/officeDocument/2006/relationships/slide" Target="slides/slide6.xml"/><Relationship Id="rId40" Type="http://schemas.openxmlformats.org/officeDocument/2006/relationships/slide" Target="slides/slide22.xml"/><Relationship Id="rId45" Type="http://schemas.openxmlformats.org/officeDocument/2006/relationships/slide" Target="slides/slide27.xml"/><Relationship Id="rId66" Type="http://schemas.openxmlformats.org/officeDocument/2006/relationships/slide" Target="slides/slide48.xml"/><Relationship Id="rId87" Type="http://schemas.openxmlformats.org/officeDocument/2006/relationships/slide" Target="slides/slide69.xml"/><Relationship Id="rId110" Type="http://schemas.openxmlformats.org/officeDocument/2006/relationships/slide" Target="slides/slide92.xml"/><Relationship Id="rId115" Type="http://schemas.openxmlformats.org/officeDocument/2006/relationships/slide" Target="slides/slide9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Zheng,Dr.,Lian (HP Medicine) BII-CN-S" userId="767e6303-f142-4891-9997-ed32fd588418" providerId="ADAL" clId="{D57DB265-9494-42DA-BD17-A3E74FACD507}"/>
    <pc:docChg chg="undo custSel addSld delSld modSld">
      <pc:chgData name="Zheng,Dr.,Lian (HP Medicine) BII-CN-S" userId="767e6303-f142-4891-9997-ed32fd588418" providerId="ADAL" clId="{D57DB265-9494-42DA-BD17-A3E74FACD507}" dt="2026-04-23T02:12:08.955" v="1965" actId="20577"/>
      <pc:docMkLst>
        <pc:docMk/>
      </pc:docMkLst>
      <pc:sldChg chg="modSp add mod">
        <pc:chgData name="Zheng,Dr.,Lian (HP Medicine) BII-CN-S" userId="767e6303-f142-4891-9997-ed32fd588418" providerId="ADAL" clId="{D57DB265-9494-42DA-BD17-A3E74FACD507}" dt="2026-04-21T01:25:10.624" v="1820" actId="113"/>
        <pc:sldMkLst>
          <pc:docMk/>
          <pc:sldMk cId="454082133" sldId="278"/>
        </pc:sldMkLst>
        <pc:spChg chg="mod">
          <ac:chgData name="Zheng,Dr.,Lian (HP Medicine) BII-CN-S" userId="767e6303-f142-4891-9997-ed32fd588418" providerId="ADAL" clId="{D57DB265-9494-42DA-BD17-A3E74FACD507}" dt="2026-04-21T01:25:10.624" v="1820" actId="113"/>
          <ac:spMkLst>
            <pc:docMk/>
            <pc:sldMk cId="454082133" sldId="278"/>
            <ac:spMk id="10" creationId="{96F4B5D5-6328-10CA-71FF-C67A70D96D2E}"/>
          </ac:spMkLst>
        </pc:spChg>
        <pc:spChg chg="mod">
          <ac:chgData name="Zheng,Dr.,Lian (HP Medicine) BII-CN-S" userId="767e6303-f142-4891-9997-ed32fd588418" providerId="ADAL" clId="{D57DB265-9494-42DA-BD17-A3E74FACD507}" dt="2026-04-20T06:58:00.339" v="752" actId="404"/>
          <ac:spMkLst>
            <pc:docMk/>
            <pc:sldMk cId="454082133" sldId="278"/>
            <ac:spMk id="17" creationId="{8263A67C-D293-C822-E051-0737B3DD40FF}"/>
          </ac:spMkLst>
        </pc:spChg>
      </pc:sldChg>
      <pc:sldChg chg="addSp modSp add mod">
        <pc:chgData name="Zheng,Dr.,Lian (HP Medicine) BII-CN-S" userId="767e6303-f142-4891-9997-ed32fd588418" providerId="ADAL" clId="{D57DB265-9494-42DA-BD17-A3E74FACD507}" dt="2026-04-21T01:27:50.649" v="1894" actId="1076"/>
        <pc:sldMkLst>
          <pc:docMk/>
          <pc:sldMk cId="4181382082" sldId="285"/>
        </pc:sldMkLst>
        <pc:spChg chg="mod">
          <ac:chgData name="Zheng,Dr.,Lian (HP Medicine) BII-CN-S" userId="767e6303-f142-4891-9997-ed32fd588418" providerId="ADAL" clId="{D57DB265-9494-42DA-BD17-A3E74FACD507}" dt="2026-04-21T01:27:42.774" v="1891" actId="404"/>
          <ac:spMkLst>
            <pc:docMk/>
            <pc:sldMk cId="4181382082" sldId="285"/>
            <ac:spMk id="3" creationId="{FA9443BF-8E74-AA06-D9B7-ADBA0EE167E3}"/>
          </ac:spMkLst>
        </pc:spChg>
        <pc:graphicFrameChg chg="add mod modGraphic">
          <ac:chgData name="Zheng,Dr.,Lian (HP Medicine) BII-CN-S" userId="767e6303-f142-4891-9997-ed32fd588418" providerId="ADAL" clId="{D57DB265-9494-42DA-BD17-A3E74FACD507}" dt="2026-04-21T01:27:50.649" v="1894" actId="1076"/>
          <ac:graphicFrameMkLst>
            <pc:docMk/>
            <pc:sldMk cId="4181382082" sldId="285"/>
            <ac:graphicFrameMk id="7" creationId="{A063E6AB-D7D6-B48B-4A8F-744743873A06}"/>
          </ac:graphicFrameMkLst>
        </pc:graphicFrameChg>
      </pc:sldChg>
      <pc:sldChg chg="modSp add mod">
        <pc:chgData name="Zheng,Dr.,Lian (HP Medicine) BII-CN-S" userId="767e6303-f142-4891-9997-ed32fd588418" providerId="ADAL" clId="{D57DB265-9494-42DA-BD17-A3E74FACD507}" dt="2026-04-23T01:59:36.320" v="1953" actId="313"/>
        <pc:sldMkLst>
          <pc:docMk/>
          <pc:sldMk cId="3343144797" sldId="297"/>
        </pc:sldMkLst>
        <pc:spChg chg="mod">
          <ac:chgData name="Zheng,Dr.,Lian (HP Medicine) BII-CN-S" userId="767e6303-f142-4891-9997-ed32fd588418" providerId="ADAL" clId="{D57DB265-9494-42DA-BD17-A3E74FACD507}" dt="2026-04-23T01:59:36.320" v="1953" actId="313"/>
          <ac:spMkLst>
            <pc:docMk/>
            <pc:sldMk cId="3343144797" sldId="297"/>
            <ac:spMk id="23" creationId="{FB04D855-0DD1-0CCF-D43C-597E8FFBF400}"/>
          </ac:spMkLst>
        </pc:spChg>
      </pc:sldChg>
      <pc:sldChg chg="modSp add mod">
        <pc:chgData name="Zheng,Dr.,Lian (HP Medicine) BII-CN-S" userId="767e6303-f142-4891-9997-ed32fd588418" providerId="ADAL" clId="{D57DB265-9494-42DA-BD17-A3E74FACD507}" dt="2026-04-21T01:30:37.607" v="1912" actId="1038"/>
        <pc:sldMkLst>
          <pc:docMk/>
          <pc:sldMk cId="3848616271" sldId="299"/>
        </pc:sldMkLst>
        <pc:cxnChg chg="mod">
          <ac:chgData name="Zheng,Dr.,Lian (HP Medicine) BII-CN-S" userId="767e6303-f142-4891-9997-ed32fd588418" providerId="ADAL" clId="{D57DB265-9494-42DA-BD17-A3E74FACD507}" dt="2026-04-21T01:30:37.607" v="1912" actId="1038"/>
          <ac:cxnSpMkLst>
            <pc:docMk/>
            <pc:sldMk cId="3848616271" sldId="299"/>
            <ac:cxnSpMk id="28" creationId="{0979E2EF-C3F0-EEB4-1863-4B826CA57518}"/>
          </ac:cxnSpMkLst>
        </pc:cxnChg>
      </pc:sldChg>
      <pc:sldChg chg="modSp add mod">
        <pc:chgData name="Zheng,Dr.,Lian (HP Medicine) BII-CN-S" userId="767e6303-f142-4891-9997-ed32fd588418" providerId="ADAL" clId="{D57DB265-9494-42DA-BD17-A3E74FACD507}" dt="2026-04-21T01:30:50.430" v="1940" actId="1038"/>
        <pc:sldMkLst>
          <pc:docMk/>
          <pc:sldMk cId="3555081660" sldId="302"/>
        </pc:sldMkLst>
        <pc:cxnChg chg="mod">
          <ac:chgData name="Zheng,Dr.,Lian (HP Medicine) BII-CN-S" userId="767e6303-f142-4891-9997-ed32fd588418" providerId="ADAL" clId="{D57DB265-9494-42DA-BD17-A3E74FACD507}" dt="2026-04-21T01:30:50.430" v="1940" actId="1038"/>
          <ac:cxnSpMkLst>
            <pc:docMk/>
            <pc:sldMk cId="3555081660" sldId="302"/>
            <ac:cxnSpMk id="5" creationId="{87F0533D-5E1B-D539-1F31-64475A8DBF9A}"/>
          </ac:cxnSpMkLst>
        </pc:cxnChg>
      </pc:sldChg>
      <pc:sldChg chg="delSp modSp add mod modShow">
        <pc:chgData name="Zheng,Dr.,Lian (HP Medicine) BII-CN-S" userId="767e6303-f142-4891-9997-ed32fd588418" providerId="ADAL" clId="{D57DB265-9494-42DA-BD17-A3E74FACD507}" dt="2026-04-23T02:12:08.955" v="1965" actId="20577"/>
        <pc:sldMkLst>
          <pc:docMk/>
          <pc:sldMk cId="2055406439" sldId="311"/>
        </pc:sldMkLst>
        <pc:spChg chg="mod">
          <ac:chgData name="Zheng,Dr.,Lian (HP Medicine) BII-CN-S" userId="767e6303-f142-4891-9997-ed32fd588418" providerId="ADAL" clId="{D57DB265-9494-42DA-BD17-A3E74FACD507}" dt="2026-04-20T06:40:36.799" v="278" actId="20577"/>
          <ac:spMkLst>
            <pc:docMk/>
            <pc:sldMk cId="2055406439" sldId="311"/>
            <ac:spMk id="2" creationId="{DBA9D1CA-9F64-FA76-C878-FF7220734666}"/>
          </ac:spMkLst>
        </pc:spChg>
        <pc:spChg chg="mod">
          <ac:chgData name="Zheng,Dr.,Lian (HP Medicine) BII-CN-S" userId="767e6303-f142-4891-9997-ed32fd588418" providerId="ADAL" clId="{D57DB265-9494-42DA-BD17-A3E74FACD507}" dt="2026-04-23T02:12:08.955" v="1965" actId="20577"/>
          <ac:spMkLst>
            <pc:docMk/>
            <pc:sldMk cId="2055406439" sldId="311"/>
            <ac:spMk id="10" creationId="{40AE7C95-EF91-5CF8-6BF9-9D6CBEF1EC5B}"/>
          </ac:spMkLst>
        </pc:spChg>
      </pc:sldChg>
      <pc:sldChg chg="modSp add mod">
        <pc:chgData name="Zheng,Dr.,Lian (HP Medicine) BII-CN-S" userId="767e6303-f142-4891-9997-ed32fd588418" providerId="ADAL" clId="{D57DB265-9494-42DA-BD17-A3E74FACD507}" dt="2026-04-23T02:02:09.013" v="1957" actId="207"/>
        <pc:sldMkLst>
          <pc:docMk/>
          <pc:sldMk cId="1634462157" sldId="312"/>
        </pc:sldMkLst>
        <pc:spChg chg="mod">
          <ac:chgData name="Zheng,Dr.,Lian (HP Medicine) BII-CN-S" userId="767e6303-f142-4891-9997-ed32fd588418" providerId="ADAL" clId="{D57DB265-9494-42DA-BD17-A3E74FACD507}" dt="2026-04-21T01:26:04.335" v="1889" actId="404"/>
          <ac:spMkLst>
            <pc:docMk/>
            <pc:sldMk cId="1634462157" sldId="312"/>
            <ac:spMk id="5" creationId="{DE8D2502-7841-B992-19D0-719B129DCA34}"/>
          </ac:spMkLst>
        </pc:spChg>
        <pc:graphicFrameChg chg="mod modGraphic">
          <ac:chgData name="Zheng,Dr.,Lian (HP Medicine) BII-CN-S" userId="767e6303-f142-4891-9997-ed32fd588418" providerId="ADAL" clId="{D57DB265-9494-42DA-BD17-A3E74FACD507}" dt="2026-04-23T02:02:09.013" v="1957" actId="207"/>
          <ac:graphicFrameMkLst>
            <pc:docMk/>
            <pc:sldMk cId="1634462157" sldId="312"/>
            <ac:graphicFrameMk id="4" creationId="{AC714C31-3AF5-F133-AAE0-30EF05C034C5}"/>
          </ac:graphicFrameMkLst>
        </pc:graphicFrameChg>
      </pc:sldChg>
      <pc:sldChg chg="add del">
        <pc:chgData name="Zheng,Dr.,Lian (HP Medicine) BII-CN-S" userId="767e6303-f142-4891-9997-ed32fd588418" providerId="ADAL" clId="{D57DB265-9494-42DA-BD17-A3E74FACD507}" dt="2026-04-20T06:14:25.602" v="2"/>
        <pc:sldMkLst>
          <pc:docMk/>
          <pc:sldMk cId="2574084451" sldId="333"/>
        </pc:sldMkLst>
      </pc:sldChg>
      <pc:sldChg chg="add">
        <pc:chgData name="Zheng,Dr.,Lian (HP Medicine) BII-CN-S" userId="767e6303-f142-4891-9997-ed32fd588418" providerId="ADAL" clId="{D57DB265-9494-42DA-BD17-A3E74FACD507}" dt="2026-04-20T06:14:59.732" v="3"/>
        <pc:sldMkLst>
          <pc:docMk/>
          <pc:sldMk cId="2931605576" sldId="339"/>
        </pc:sldMkLst>
      </pc:sldChg>
      <pc:sldChg chg="add del">
        <pc:chgData name="Zheng,Dr.,Lian (HP Medicine) BII-CN-S" userId="767e6303-f142-4891-9997-ed32fd588418" providerId="ADAL" clId="{D57DB265-9494-42DA-BD17-A3E74FACD507}" dt="2026-04-20T06:14:59.732" v="3"/>
        <pc:sldMkLst>
          <pc:docMk/>
          <pc:sldMk cId="559794040" sldId="9825"/>
        </pc:sldMkLst>
      </pc:sldChg>
      <pc:sldChg chg="add del">
        <pc:chgData name="Zheng,Dr.,Lian (HP Medicine) BII-CN-S" userId="767e6303-f142-4891-9997-ed32fd588418" providerId="ADAL" clId="{D57DB265-9494-42DA-BD17-A3E74FACD507}" dt="2026-04-20T06:14:25.602" v="2"/>
        <pc:sldMkLst>
          <pc:docMk/>
          <pc:sldMk cId="3213457479" sldId="2145705930"/>
        </pc:sldMkLst>
      </pc:sldChg>
      <pc:sldChg chg="add del">
        <pc:chgData name="Zheng,Dr.,Lian (HP Medicine) BII-CN-S" userId="767e6303-f142-4891-9997-ed32fd588418" providerId="ADAL" clId="{D57DB265-9494-42DA-BD17-A3E74FACD507}" dt="2026-04-20T06:14:25.602" v="2"/>
        <pc:sldMkLst>
          <pc:docMk/>
          <pc:sldMk cId="1189962898" sldId="2145705934"/>
        </pc:sldMkLst>
      </pc:sldChg>
      <pc:sldChg chg="add del">
        <pc:chgData name="Zheng,Dr.,Lian (HP Medicine) BII-CN-S" userId="767e6303-f142-4891-9997-ed32fd588418" providerId="ADAL" clId="{D57DB265-9494-42DA-BD17-A3E74FACD507}" dt="2026-04-20T06:56:18.354" v="743" actId="47"/>
        <pc:sldMkLst>
          <pc:docMk/>
          <pc:sldMk cId="1990870049" sldId="2145705981"/>
        </pc:sldMkLst>
      </pc:sldChg>
      <pc:sldChg chg="modSp add del mod">
        <pc:chgData name="Zheng,Dr.,Lian (HP Medicine) BII-CN-S" userId="767e6303-f142-4891-9997-ed32fd588418" providerId="ADAL" clId="{D57DB265-9494-42DA-BD17-A3E74FACD507}" dt="2026-04-20T06:56:16.946" v="742" actId="207"/>
        <pc:sldMkLst>
          <pc:docMk/>
          <pc:sldMk cId="4208303450" sldId="2147472150"/>
        </pc:sldMkLst>
        <pc:spChg chg="mod">
          <ac:chgData name="Zheng,Dr.,Lian (HP Medicine) BII-CN-S" userId="767e6303-f142-4891-9997-ed32fd588418" providerId="ADAL" clId="{D57DB265-9494-42DA-BD17-A3E74FACD507}" dt="2026-04-20T06:56:16.946" v="742" actId="207"/>
          <ac:spMkLst>
            <pc:docMk/>
            <pc:sldMk cId="4208303450" sldId="2147472150"/>
            <ac:spMk id="2" creationId="{F376F17F-EE0C-2A1A-F09C-AD14EEBAF0BF}"/>
          </ac:spMkLst>
        </pc:spChg>
      </pc:sldChg>
      <pc:sldChg chg="add del">
        <pc:chgData name="Zheng,Dr.,Lian (HP Medicine) BII-CN-S" userId="767e6303-f142-4891-9997-ed32fd588418" providerId="ADAL" clId="{D57DB265-9494-42DA-BD17-A3E74FACD507}" dt="2026-04-20T06:14:59.732" v="3"/>
        <pc:sldMkLst>
          <pc:docMk/>
          <pc:sldMk cId="1812811107" sldId="2147474463"/>
        </pc:sldMkLst>
      </pc:sldChg>
      <pc:sldChg chg="add del">
        <pc:chgData name="Zheng,Dr.,Lian (HP Medicine) BII-CN-S" userId="767e6303-f142-4891-9997-ed32fd588418" providerId="ADAL" clId="{D57DB265-9494-42DA-BD17-A3E74FACD507}" dt="2026-04-20T06:14:59.732" v="3"/>
        <pc:sldMkLst>
          <pc:docMk/>
          <pc:sldMk cId="871274860" sldId="2147474464"/>
        </pc:sldMkLst>
      </pc:sldChg>
      <pc:sldChg chg="addSp delSp modSp add del mod">
        <pc:chgData name="Zheng,Dr.,Lian (HP Medicine) BII-CN-S" userId="767e6303-f142-4891-9997-ed32fd588418" providerId="ADAL" clId="{D57DB265-9494-42DA-BD17-A3E74FACD507}" dt="2026-04-20T06:54:49.334" v="733" actId="1076"/>
        <pc:sldMkLst>
          <pc:docMk/>
          <pc:sldMk cId="155758470" sldId="2147479725"/>
        </pc:sldMkLst>
        <pc:spChg chg="add mod">
          <ac:chgData name="Zheng,Dr.,Lian (HP Medicine) BII-CN-S" userId="767e6303-f142-4891-9997-ed32fd588418" providerId="ADAL" clId="{D57DB265-9494-42DA-BD17-A3E74FACD507}" dt="2026-04-20T06:53:17.010" v="659" actId="1076"/>
          <ac:spMkLst>
            <pc:docMk/>
            <pc:sldMk cId="155758470" sldId="2147479725"/>
            <ac:spMk id="2" creationId="{5523EC99-A541-0A27-DFC1-11CB8CFA0B40}"/>
          </ac:spMkLst>
        </pc:spChg>
        <pc:spChg chg="mod">
          <ac:chgData name="Zheng,Dr.,Lian (HP Medicine) BII-CN-S" userId="767e6303-f142-4891-9997-ed32fd588418" providerId="ADAL" clId="{D57DB265-9494-42DA-BD17-A3E74FACD507}" dt="2026-04-20T06:54:20.355" v="723" actId="20577"/>
          <ac:spMkLst>
            <pc:docMk/>
            <pc:sldMk cId="155758470" sldId="2147479725"/>
            <ac:spMk id="8" creationId="{9C9D1DA2-6148-DEE8-E38F-DDF78704E346}"/>
          </ac:spMkLst>
        </pc:spChg>
        <pc:spChg chg="mod">
          <ac:chgData name="Zheng,Dr.,Lian (HP Medicine) BII-CN-S" userId="767e6303-f142-4891-9997-ed32fd588418" providerId="ADAL" clId="{D57DB265-9494-42DA-BD17-A3E74FACD507}" dt="2026-04-20T06:54:26.728" v="724" actId="1076"/>
          <ac:spMkLst>
            <pc:docMk/>
            <pc:sldMk cId="155758470" sldId="2147479725"/>
            <ac:spMk id="13" creationId="{A80E0F5F-2694-2CC0-3B91-2FB16273C58E}"/>
          </ac:spMkLst>
        </pc:spChg>
        <pc:graphicFrameChg chg="mod modGraphic">
          <ac:chgData name="Zheng,Dr.,Lian (HP Medicine) BII-CN-S" userId="767e6303-f142-4891-9997-ed32fd588418" providerId="ADAL" clId="{D57DB265-9494-42DA-BD17-A3E74FACD507}" dt="2026-04-20T06:54:49.334" v="733" actId="1076"/>
          <ac:graphicFrameMkLst>
            <pc:docMk/>
            <pc:sldMk cId="155758470" sldId="2147479725"/>
            <ac:graphicFrameMk id="12" creationId="{2DA062AA-EAA4-4D0F-4E12-368C35EF03E3}"/>
          </ac:graphicFrameMkLst>
        </pc:graphicFrameChg>
        <pc:picChg chg="add mod">
          <ac:chgData name="Zheng,Dr.,Lian (HP Medicine) BII-CN-S" userId="767e6303-f142-4891-9997-ed32fd588418" providerId="ADAL" clId="{D57DB265-9494-42DA-BD17-A3E74FACD507}" dt="2026-04-20T06:54:32.544" v="726" actId="1076"/>
          <ac:picMkLst>
            <pc:docMk/>
            <pc:sldMk cId="155758470" sldId="2147479725"/>
            <ac:picMk id="4" creationId="{C658741E-21C9-667C-A85F-AA725834A69C}"/>
          </ac:picMkLst>
        </pc:picChg>
        <pc:picChg chg="mod">
          <ac:chgData name="Zheng,Dr.,Lian (HP Medicine) BII-CN-S" userId="767e6303-f142-4891-9997-ed32fd588418" providerId="ADAL" clId="{D57DB265-9494-42DA-BD17-A3E74FACD507}" dt="2026-04-20T06:54:44.491" v="732" actId="1076"/>
          <ac:picMkLst>
            <pc:docMk/>
            <pc:sldMk cId="155758470" sldId="2147479725"/>
            <ac:picMk id="7" creationId="{230EF88D-1D10-9562-E8C8-5257CF51378C}"/>
          </ac:picMkLst>
        </pc:picChg>
      </pc:sldChg>
      <pc:sldChg chg="add del">
        <pc:chgData name="Zheng,Dr.,Lian (HP Medicine) BII-CN-S" userId="767e6303-f142-4891-9997-ed32fd588418" providerId="ADAL" clId="{D57DB265-9494-42DA-BD17-A3E74FACD507}" dt="2026-04-20T06:14:59.732" v="3"/>
        <pc:sldMkLst>
          <pc:docMk/>
          <pc:sldMk cId="4220045170" sldId="2147480638"/>
        </pc:sldMkLst>
      </pc:sldChg>
      <pc:sldChg chg="modSp add del mod modNotesTx">
        <pc:chgData name="Zheng,Dr.,Lian (HP Medicine) BII-CN-S" userId="767e6303-f142-4891-9997-ed32fd588418" providerId="ADAL" clId="{D57DB265-9494-42DA-BD17-A3E74FACD507}" dt="2026-04-23T02:10:01.618" v="1960" actId="20577"/>
        <pc:sldMkLst>
          <pc:docMk/>
          <pc:sldMk cId="1215803843" sldId="2147481701"/>
        </pc:sldMkLst>
        <pc:spChg chg="mod">
          <ac:chgData name="Zheng,Dr.,Lian (HP Medicine) BII-CN-S" userId="767e6303-f142-4891-9997-ed32fd588418" providerId="ADAL" clId="{D57DB265-9494-42DA-BD17-A3E74FACD507}" dt="2026-04-20T06:56:20.337" v="745" actId="1076"/>
          <ac:spMkLst>
            <pc:docMk/>
            <pc:sldMk cId="1215803843" sldId="2147481701"/>
            <ac:spMk id="7" creationId="{F8C6D8FA-1750-B4D6-D1C7-2E05EA91F280}"/>
          </ac:spMkLst>
        </pc:spChg>
      </pc:sldChg>
      <pc:sldMasterChg chg="delSldLayout">
        <pc:chgData name="Zheng,Dr.,Lian (HP Medicine) BII-CN-S" userId="767e6303-f142-4891-9997-ed32fd588418" providerId="ADAL" clId="{D57DB265-9494-42DA-BD17-A3E74FACD507}" dt="2026-04-20T07:12:51.789" v="859" actId="47"/>
        <pc:sldMasterMkLst>
          <pc:docMk/>
          <pc:sldMasterMk cId="4087005753" sldId="2147483857"/>
        </pc:sldMasterMkLst>
      </pc:sldMasterChg>
    </pc:docChg>
  </pc:docChgLst>
  <pc:docChgLst>
    <pc:chgData name="Zhang,Yuling (HP Medicine) BII-CN-S" userId="24db68a3-72fd-4402-9c50-85d9827d4146" providerId="ADAL" clId="{24007F79-EFFB-40E9-A502-F2AAB8CE1891}"/>
    <pc:docChg chg="undo custSel addSld delSld modSld">
      <pc:chgData name="Zhang,Yuling (HP Medicine) BII-CN-S" userId="24db68a3-72fd-4402-9c50-85d9827d4146" providerId="ADAL" clId="{24007F79-EFFB-40E9-A502-F2AAB8CE1891}" dt="2026-05-09T07:29:43.498" v="234" actId="20577"/>
      <pc:docMkLst>
        <pc:docMk/>
      </pc:docMkLst>
      <pc:sldChg chg="modSp mod">
        <pc:chgData name="Zhang,Yuling (HP Medicine) BII-CN-S" userId="24db68a3-72fd-4402-9c50-85d9827d4146" providerId="ADAL" clId="{24007F79-EFFB-40E9-A502-F2AAB8CE1891}" dt="2026-04-21T05:33:30.666" v="23" actId="27636"/>
        <pc:sldMkLst>
          <pc:docMk/>
          <pc:sldMk cId="305812049" sldId="272"/>
        </pc:sldMkLst>
        <pc:spChg chg="mod">
          <ac:chgData name="Zhang,Yuling (HP Medicine) BII-CN-S" userId="24db68a3-72fd-4402-9c50-85d9827d4146" providerId="ADAL" clId="{24007F79-EFFB-40E9-A502-F2AAB8CE1891}" dt="2026-04-21T05:33:30.666" v="23" actId="27636"/>
          <ac:spMkLst>
            <pc:docMk/>
            <pc:sldMk cId="305812049" sldId="272"/>
            <ac:spMk id="23" creationId="{31B1F1FF-7A02-49DF-5657-8865134D23F1}"/>
          </ac:spMkLst>
        </pc:spChg>
      </pc:sldChg>
      <pc:sldChg chg="addSp modSp add mod">
        <pc:chgData name="Zhang,Yuling (HP Medicine) BII-CN-S" userId="24db68a3-72fd-4402-9c50-85d9827d4146" providerId="ADAL" clId="{24007F79-EFFB-40E9-A502-F2AAB8CE1891}" dt="2026-05-09T07:16:57.194" v="94" actId="20577"/>
        <pc:sldMkLst>
          <pc:docMk/>
          <pc:sldMk cId="3134434047" sldId="274"/>
        </pc:sldMkLst>
        <pc:spChg chg="mod">
          <ac:chgData name="Zhang,Yuling (HP Medicine) BII-CN-S" userId="24db68a3-72fd-4402-9c50-85d9827d4146" providerId="ADAL" clId="{24007F79-EFFB-40E9-A502-F2AAB8CE1891}" dt="2026-05-09T07:15:00.480" v="54" actId="6549"/>
          <ac:spMkLst>
            <pc:docMk/>
            <pc:sldMk cId="3134434047" sldId="274"/>
            <ac:spMk id="22" creationId="{ACE8C80C-21E9-ED63-6B3C-B40ACF34756E}"/>
          </ac:spMkLst>
        </pc:spChg>
        <pc:spChg chg="mod">
          <ac:chgData name="Zhang,Yuling (HP Medicine) BII-CN-S" userId="24db68a3-72fd-4402-9c50-85d9827d4146" providerId="ADAL" clId="{24007F79-EFFB-40E9-A502-F2AAB8CE1891}" dt="2026-05-09T07:16:57.194" v="94" actId="20577"/>
          <ac:spMkLst>
            <pc:docMk/>
            <pc:sldMk cId="3134434047" sldId="274"/>
            <ac:spMk id="32" creationId="{D31FB0E7-D01D-A3CE-9823-80953DB65128}"/>
          </ac:spMkLst>
        </pc:spChg>
        <pc:spChg chg="mod">
          <ac:chgData name="Zhang,Yuling (HP Medicine) BII-CN-S" userId="24db68a3-72fd-4402-9c50-85d9827d4146" providerId="ADAL" clId="{24007F79-EFFB-40E9-A502-F2AAB8CE1891}" dt="2026-05-09T07:15:28.817" v="60" actId="1076"/>
          <ac:spMkLst>
            <pc:docMk/>
            <pc:sldMk cId="3134434047" sldId="274"/>
            <ac:spMk id="73" creationId="{E3BBDABB-1864-5E1C-0F44-0E53DC37DA8A}"/>
          </ac:spMkLst>
        </pc:spChg>
        <pc:cxnChg chg="mod">
          <ac:chgData name="Zhang,Yuling (HP Medicine) BII-CN-S" userId="24db68a3-72fd-4402-9c50-85d9827d4146" providerId="ADAL" clId="{24007F79-EFFB-40E9-A502-F2AAB8CE1891}" dt="2026-05-09T07:15:23.461" v="59" actId="1076"/>
          <ac:cxnSpMkLst>
            <pc:docMk/>
            <pc:sldMk cId="3134434047" sldId="274"/>
            <ac:cxnSpMk id="74" creationId="{85FF3DF9-0E1A-FCD1-F56D-BA290224D925}"/>
          </ac:cxnSpMkLst>
        </pc:cxnChg>
      </pc:sldChg>
      <pc:sldChg chg="modSp mod">
        <pc:chgData name="Zhang,Yuling (HP Medicine) BII-CN-S" userId="24db68a3-72fd-4402-9c50-85d9827d4146" providerId="ADAL" clId="{24007F79-EFFB-40E9-A502-F2AAB8CE1891}" dt="2026-04-21T07:00:53.082" v="39" actId="1076"/>
        <pc:sldMkLst>
          <pc:docMk/>
          <pc:sldMk cId="945578080" sldId="277"/>
        </pc:sldMkLst>
        <pc:spChg chg="mod">
          <ac:chgData name="Zhang,Yuling (HP Medicine) BII-CN-S" userId="24db68a3-72fd-4402-9c50-85d9827d4146" providerId="ADAL" clId="{24007F79-EFFB-40E9-A502-F2AAB8CE1891}" dt="2026-04-21T07:00:53.082" v="39" actId="1076"/>
          <ac:spMkLst>
            <pc:docMk/>
            <pc:sldMk cId="945578080" sldId="277"/>
            <ac:spMk id="153" creationId="{9773809D-7E5D-9CF7-BE0A-7758E9DC35B7}"/>
          </ac:spMkLst>
        </pc:spChg>
      </pc:sldChg>
      <pc:sldChg chg="modSp mod">
        <pc:chgData name="Zhang,Yuling (HP Medicine) BII-CN-S" userId="24db68a3-72fd-4402-9c50-85d9827d4146" providerId="ADAL" clId="{24007F79-EFFB-40E9-A502-F2AAB8CE1891}" dt="2026-05-09T07:29:43.498" v="234" actId="20577"/>
        <pc:sldMkLst>
          <pc:docMk/>
          <pc:sldMk cId="3912750787" sldId="301"/>
        </pc:sldMkLst>
        <pc:spChg chg="mod">
          <ac:chgData name="Zhang,Yuling (HP Medicine) BII-CN-S" userId="24db68a3-72fd-4402-9c50-85d9827d4146" providerId="ADAL" clId="{24007F79-EFFB-40E9-A502-F2AAB8CE1891}" dt="2026-05-09T07:27:07.201" v="140" actId="15"/>
          <ac:spMkLst>
            <pc:docMk/>
            <pc:sldMk cId="3912750787" sldId="301"/>
            <ac:spMk id="25" creationId="{F847E5B9-0786-465C-9568-B5DCE6138E83}"/>
          </ac:spMkLst>
        </pc:spChg>
        <pc:spChg chg="mod">
          <ac:chgData name="Zhang,Yuling (HP Medicine) BII-CN-S" userId="24db68a3-72fd-4402-9c50-85d9827d4146" providerId="ADAL" clId="{24007F79-EFFB-40E9-A502-F2AAB8CE1891}" dt="2026-05-09T07:29:43.498" v="234" actId="20577"/>
          <ac:spMkLst>
            <pc:docMk/>
            <pc:sldMk cId="3912750787" sldId="301"/>
            <ac:spMk id="27" creationId="{C678964F-7BF3-A96F-2700-0C7744E0977D}"/>
          </ac:spMkLst>
        </pc:spChg>
      </pc:sldChg>
      <pc:sldChg chg="add">
        <pc:chgData name="Zhang,Yuling (HP Medicine) BII-CN-S" userId="24db68a3-72fd-4402-9c50-85d9827d4146" providerId="ADAL" clId="{24007F79-EFFB-40E9-A502-F2AAB8CE1891}" dt="2026-05-09T07:13:31.055" v="42"/>
        <pc:sldMkLst>
          <pc:docMk/>
          <pc:sldMk cId="3074162737" sldId="2147480250"/>
        </pc:sldMkLst>
      </pc:sldChg>
      <pc:sldChg chg="add">
        <pc:chgData name="Zhang,Yuling (HP Medicine) BII-CN-S" userId="24db68a3-72fd-4402-9c50-85d9827d4146" providerId="ADAL" clId="{24007F79-EFFB-40E9-A502-F2AAB8CE1891}" dt="2026-05-09T07:13:31.055" v="42"/>
        <pc:sldMkLst>
          <pc:docMk/>
          <pc:sldMk cId="1512495399" sldId="2147480251"/>
        </pc:sldMkLst>
      </pc:sldChg>
      <pc:sldChg chg="modSp mod">
        <pc:chgData name="Zhang,Yuling (HP Medicine) BII-CN-S" userId="24db68a3-72fd-4402-9c50-85d9827d4146" providerId="ADAL" clId="{24007F79-EFFB-40E9-A502-F2AAB8CE1891}" dt="2026-05-09T07:29:27.067" v="224" actId="20577"/>
        <pc:sldMkLst>
          <pc:docMk/>
          <pc:sldMk cId="847896270" sldId="2147483626"/>
        </pc:sldMkLst>
        <pc:graphicFrameChg chg="modGraphic">
          <ac:chgData name="Zhang,Yuling (HP Medicine) BII-CN-S" userId="24db68a3-72fd-4402-9c50-85d9827d4146" providerId="ADAL" clId="{24007F79-EFFB-40E9-A502-F2AAB8CE1891}" dt="2026-05-09T07:29:27.067" v="224" actId="20577"/>
          <ac:graphicFrameMkLst>
            <pc:docMk/>
            <pc:sldMk cId="847896270" sldId="2147483626"/>
            <ac:graphicFrameMk id="6" creationId="{05EE0AB7-7E6D-6397-8308-3E0E94A19550}"/>
          </ac:graphicFrameMkLst>
        </pc:graphicFrameChg>
      </pc:sldChg>
      <pc:sldChg chg="addSp modSp mod">
        <pc:chgData name="Zhang,Yuling (HP Medicine) BII-CN-S" userId="24db68a3-72fd-4402-9c50-85d9827d4146" providerId="ADAL" clId="{24007F79-EFFB-40E9-A502-F2AAB8CE1891}" dt="2026-05-09T07:18:34.428" v="112" actId="20577"/>
        <pc:sldMkLst>
          <pc:docMk/>
          <pc:sldMk cId="2380203595" sldId="2147483627"/>
        </pc:sldMkLst>
        <pc:spChg chg="mod">
          <ac:chgData name="Zhang,Yuling (HP Medicine) BII-CN-S" userId="24db68a3-72fd-4402-9c50-85d9827d4146" providerId="ADAL" clId="{24007F79-EFFB-40E9-A502-F2AAB8CE1891}" dt="2026-05-09T07:17:10.426" v="96" actId="207"/>
          <ac:spMkLst>
            <pc:docMk/>
            <pc:sldMk cId="2380203595" sldId="2147483627"/>
            <ac:spMk id="2" creationId="{AB803966-96BA-0B0A-8DB9-F5CBDFB11F1E}"/>
          </ac:spMkLst>
        </pc:spChg>
        <pc:spChg chg="mod">
          <ac:chgData name="Zhang,Yuling (HP Medicine) BII-CN-S" userId="24db68a3-72fd-4402-9c50-85d9827d4146" providerId="ADAL" clId="{24007F79-EFFB-40E9-A502-F2AAB8CE1891}" dt="2026-05-09T07:17:31.437" v="98" actId="1076"/>
          <ac:spMkLst>
            <pc:docMk/>
            <pc:sldMk cId="2380203595" sldId="2147483627"/>
            <ac:spMk id="9" creationId="{D450BBC6-345D-6713-9108-B6D804807848}"/>
          </ac:spMkLst>
        </pc:spChg>
        <pc:spChg chg="add mod">
          <ac:chgData name="Zhang,Yuling (HP Medicine) BII-CN-S" userId="24db68a3-72fd-4402-9c50-85d9827d4146" providerId="ADAL" clId="{24007F79-EFFB-40E9-A502-F2AAB8CE1891}" dt="2026-05-09T07:18:34.428" v="112" actId="20577"/>
          <ac:spMkLst>
            <pc:docMk/>
            <pc:sldMk cId="2380203595" sldId="2147483627"/>
            <ac:spMk id="16" creationId="{55058981-5110-F822-E5AD-CB234303C168}"/>
          </ac:spMkLst>
        </pc:spChg>
        <pc:spChg chg="mod">
          <ac:chgData name="Zhang,Yuling (HP Medicine) BII-CN-S" userId="24db68a3-72fd-4402-9c50-85d9827d4146" providerId="ADAL" clId="{24007F79-EFFB-40E9-A502-F2AAB8CE1891}" dt="2026-05-09T07:17:15.205" v="97" actId="207"/>
          <ac:spMkLst>
            <pc:docMk/>
            <pc:sldMk cId="2380203595" sldId="2147483627"/>
            <ac:spMk id="74" creationId="{38EEA998-012B-B9FC-278A-8FBB6528E7F0}"/>
          </ac:spMkLst>
        </pc:spChg>
        <pc:spChg chg="mod">
          <ac:chgData name="Zhang,Yuling (HP Medicine) BII-CN-S" userId="24db68a3-72fd-4402-9c50-85d9827d4146" providerId="ADAL" clId="{24007F79-EFFB-40E9-A502-F2AAB8CE1891}" dt="2026-05-09T07:17:45.564" v="103" actId="1076"/>
          <ac:spMkLst>
            <pc:docMk/>
            <pc:sldMk cId="2380203595" sldId="2147483627"/>
            <ac:spMk id="102" creationId="{727B159D-81AC-895E-B6E6-13EC55FD5E00}"/>
          </ac:spMkLst>
        </pc:spChg>
        <pc:cxnChg chg="mod">
          <ac:chgData name="Zhang,Yuling (HP Medicine) BII-CN-S" userId="24db68a3-72fd-4402-9c50-85d9827d4146" providerId="ADAL" clId="{24007F79-EFFB-40E9-A502-F2AAB8CE1891}" dt="2026-05-09T07:17:31.437" v="98" actId="1076"/>
          <ac:cxnSpMkLst>
            <pc:docMk/>
            <pc:sldMk cId="2380203595" sldId="2147483627"/>
            <ac:cxnSpMk id="4" creationId="{D9F7C575-8C3D-0153-A6B9-A3CF86AA26E1}"/>
          </ac:cxnSpMkLst>
        </pc:cxnChg>
      </pc:sldChg>
      <pc:sldChg chg="modSp mod">
        <pc:chgData name="Zhang,Yuling (HP Medicine) BII-CN-S" userId="24db68a3-72fd-4402-9c50-85d9827d4146" providerId="ADAL" clId="{24007F79-EFFB-40E9-A502-F2AAB8CE1891}" dt="2026-05-09T07:16:51.561" v="92" actId="20577"/>
        <pc:sldMkLst>
          <pc:docMk/>
          <pc:sldMk cId="1017766530" sldId="2147483634"/>
        </pc:sldMkLst>
        <pc:graphicFrameChg chg="mod modGraphic">
          <ac:chgData name="Zhang,Yuling (HP Medicine) BII-CN-S" userId="24db68a3-72fd-4402-9c50-85d9827d4146" providerId="ADAL" clId="{24007F79-EFFB-40E9-A502-F2AAB8CE1891}" dt="2026-05-09T07:16:51.561" v="92" actId="20577"/>
          <ac:graphicFrameMkLst>
            <pc:docMk/>
            <pc:sldMk cId="1017766530" sldId="2147483634"/>
            <ac:graphicFrameMk id="6" creationId="{1E9C4B09-0C49-7A7F-B933-8C7D4EA6E656}"/>
          </ac:graphicFrameMkLst>
        </pc:graphicFrameChg>
      </pc:sldChg>
    </pc:docChg>
  </pc:docChgLst>
  <pc:docChgLst>
    <pc:chgData name="Yang,Dr.,Carol (HP Medicine) BI-TW-T" userId="S::carol.yang@boehringer-ingelheim.com::9eafcaf7-887b-4a47-8ef0-7c92764b40b0" providerId="AD" clId="Web-{636E8A1B-6923-3CF5-3455-60BA964A5EF9}"/>
    <pc:docChg chg="modSld">
      <pc:chgData name="Yang,Dr.,Carol (HP Medicine) BI-TW-T" userId="S::carol.yang@boehringer-ingelheim.com::9eafcaf7-887b-4a47-8ef0-7c92764b40b0" providerId="AD" clId="Web-{636E8A1B-6923-3CF5-3455-60BA964A5EF9}" dt="2026-04-23T08:39:40.053" v="8" actId="20577"/>
      <pc:docMkLst>
        <pc:docMk/>
      </pc:docMkLst>
      <pc:sldChg chg="modSp">
        <pc:chgData name="Yang,Dr.,Carol (HP Medicine) BI-TW-T" userId="S::carol.yang@boehringer-ingelheim.com::9eafcaf7-887b-4a47-8ef0-7c92764b40b0" providerId="AD" clId="Web-{636E8A1B-6923-3CF5-3455-60BA964A5EF9}" dt="2026-04-23T08:39:40.053" v="8" actId="20577"/>
        <pc:sldMkLst>
          <pc:docMk/>
          <pc:sldMk cId="2771390996" sldId="2147471570"/>
        </pc:sldMkLst>
        <pc:spChg chg="mod">
          <ac:chgData name="Yang,Dr.,Carol (HP Medicine) BI-TW-T" userId="S::carol.yang@boehringer-ingelheim.com::9eafcaf7-887b-4a47-8ef0-7c92764b40b0" providerId="AD" clId="Web-{636E8A1B-6923-3CF5-3455-60BA964A5EF9}" dt="2026-04-23T08:39:40.053" v="8" actId="20577"/>
          <ac:spMkLst>
            <pc:docMk/>
            <pc:sldMk cId="2771390996" sldId="2147471570"/>
            <ac:spMk id="23" creationId="{DC8307BC-05F0-709F-16D0-1F45994EB364}"/>
          </ac:spMkLst>
        </pc:spChg>
      </pc:sldChg>
    </pc:docChg>
  </pc:docChgLst>
  <pc:docChgLst>
    <pc:chgData name="Xiao,Angela (MED CDO) BII-CN-S" userId="S::angela.xiao@boehringer-ingelheim.com::98c22960-5edc-44dd-a92e-046c4666f5cb" providerId="AD" clId="Web-{2BFCE2BB-D141-F793-8C29-44DF4C46DF8E}"/>
    <pc:docChg chg="modSld">
      <pc:chgData name="Xiao,Angela (MED CDO) BII-CN-S" userId="S::angela.xiao@boehringer-ingelheim.com::98c22960-5edc-44dd-a92e-046c4666f5cb" providerId="AD" clId="Web-{2BFCE2BB-D141-F793-8C29-44DF4C46DF8E}" dt="2026-04-23T02:13:33.243" v="9"/>
      <pc:docMkLst>
        <pc:docMk/>
      </pc:docMkLst>
      <pc:sldChg chg="addSp delSp modSp mod modTransition modClrScheme chgLayout">
        <pc:chgData name="Xiao,Angela (MED CDO) BII-CN-S" userId="S::angela.xiao@boehringer-ingelheim.com::98c22960-5edc-44dd-a92e-046c4666f5cb" providerId="AD" clId="Web-{2BFCE2BB-D141-F793-8C29-44DF4C46DF8E}" dt="2026-04-23T02:13:33.243" v="9"/>
        <pc:sldMkLst>
          <pc:docMk/>
          <pc:sldMk cId="3156251157" sldId="270"/>
        </pc:sldMkLst>
        <pc:spChg chg="add del">
          <ac:chgData name="Xiao,Angela (MED CDO) BII-CN-S" userId="S::angela.xiao@boehringer-ingelheim.com::98c22960-5edc-44dd-a92e-046c4666f5cb" providerId="AD" clId="Web-{2BFCE2BB-D141-F793-8C29-44DF4C46DF8E}" dt="2026-04-23T02:13:33.243" v="9"/>
          <ac:spMkLst>
            <pc:docMk/>
            <pc:sldMk cId="3156251157" sldId="270"/>
            <ac:spMk id="3" creationId="{2758E5A1-0043-4F53-7AA7-F57F7B4CE4AB}"/>
          </ac:spMkLst>
        </pc:spChg>
        <pc:spChg chg="mod ord">
          <ac:chgData name="Xiao,Angela (MED CDO) BII-CN-S" userId="S::angela.xiao@boehringer-ingelheim.com::98c22960-5edc-44dd-a92e-046c4666f5cb" providerId="AD" clId="Web-{2BFCE2BB-D141-F793-8C29-44DF4C46DF8E}" dt="2026-04-23T02:13:33.243" v="9"/>
          <ac:spMkLst>
            <pc:docMk/>
            <pc:sldMk cId="3156251157" sldId="270"/>
            <ac:spMk id="4" creationId="{337A0B95-981F-B9A8-A203-FAB37FFA4E8F}"/>
          </ac:spMkLst>
        </pc:spChg>
        <pc:spChg chg="mod ord modVis">
          <ac:chgData name="Xiao,Angela (MED CDO) BII-CN-S" userId="S::angela.xiao@boehringer-ingelheim.com::98c22960-5edc-44dd-a92e-046c4666f5cb" providerId="AD" clId="Web-{2BFCE2BB-D141-F793-8C29-44DF4C46DF8E}" dt="2026-04-23T02:13:33.243" v="9"/>
          <ac:spMkLst>
            <pc:docMk/>
            <pc:sldMk cId="3156251157" sldId="270"/>
            <ac:spMk id="5" creationId="{DC342671-2F7F-1B42-370C-6596DA746F65}"/>
          </ac:spMkLst>
        </pc:spChg>
        <pc:spChg chg="mod ord">
          <ac:chgData name="Xiao,Angela (MED CDO) BII-CN-S" userId="S::angela.xiao@boehringer-ingelheim.com::98c22960-5edc-44dd-a92e-046c4666f5cb" providerId="AD" clId="Web-{2BFCE2BB-D141-F793-8C29-44DF4C46DF8E}" dt="2026-04-23T02:13:33.243" v="9"/>
          <ac:spMkLst>
            <pc:docMk/>
            <pc:sldMk cId="3156251157" sldId="270"/>
            <ac:spMk id="6" creationId="{C619B020-B942-0BA8-F9FB-B5EAFA48F0C6}"/>
          </ac:spMkLst>
        </pc:spChg>
        <pc:picChg chg="add mod ord">
          <ac:chgData name="Xiao,Angela (MED CDO) BII-CN-S" userId="S::angela.xiao@boehringer-ingelheim.com::98c22960-5edc-44dd-a92e-046c4666f5cb" providerId="AD" clId="Web-{2BFCE2BB-D141-F793-8C29-44DF4C46DF8E}" dt="2026-04-23T02:13:33.243" v="9"/>
          <ac:picMkLst>
            <pc:docMk/>
            <pc:sldMk cId="3156251157" sldId="270"/>
            <ac:picMk id="7" creationId="{8B547E89-A135-1D8F-DE87-1428C80A8EFB}"/>
          </ac:picMkLst>
        </pc:picChg>
      </pc:sldChg>
      <pc:sldChg chg="modSp">
        <pc:chgData name="Xiao,Angela (MED CDO) BII-CN-S" userId="S::angela.xiao@boehringer-ingelheim.com::98c22960-5edc-44dd-a92e-046c4666f5cb" providerId="AD" clId="Web-{2BFCE2BB-D141-F793-8C29-44DF4C46DF8E}" dt="2026-04-23T02:13:32.368" v="8" actId="14100"/>
        <pc:sldMkLst>
          <pc:docMk/>
          <pc:sldMk cId="3643118654" sldId="275"/>
        </pc:sldMkLst>
        <pc:picChg chg="mod">
          <ac:chgData name="Xiao,Angela (MED CDO) BII-CN-S" userId="S::angela.xiao@boehringer-ingelheim.com::98c22960-5edc-44dd-a92e-046c4666f5cb" providerId="AD" clId="Web-{2BFCE2BB-D141-F793-8C29-44DF4C46DF8E}" dt="2026-04-23T02:13:32.368" v="8" actId="14100"/>
          <ac:picMkLst>
            <pc:docMk/>
            <pc:sldMk cId="3643118654" sldId="275"/>
            <ac:picMk id="8" creationId="{0ACF6EDC-F794-5CB5-7093-0097D5941513}"/>
          </ac:picMkLst>
        </pc:picChg>
      </pc:sldChg>
    </pc:docChg>
  </pc:docChgLst>
  <pc:docChgLst>
    <pc:chgData name="Wang,Yanling (DEV CMC) BII-CN-S" userId="S::yanling.wang@boehringer-ingelheim.com::d9010881-f349-42be-a396-c6208d9b3f9d" providerId="AD" clId="Web-{75DF2581-5EA0-C81E-FFE6-E12D3D03043D}"/>
    <pc:docChg chg="modSld">
      <pc:chgData name="Wang,Yanling (DEV CMC) BII-CN-S" userId="S::yanling.wang@boehringer-ingelheim.com::d9010881-f349-42be-a396-c6208d9b3f9d" providerId="AD" clId="Web-{75DF2581-5EA0-C81E-FFE6-E12D3D03043D}" dt="2026-04-23T08:17:28.216" v="7"/>
      <pc:docMkLst>
        <pc:docMk/>
      </pc:docMkLst>
      <pc:sldChg chg="modSp">
        <pc:chgData name="Wang,Yanling (DEV CMC) BII-CN-S" userId="S::yanling.wang@boehringer-ingelheim.com::d9010881-f349-42be-a396-c6208d9b3f9d" providerId="AD" clId="Web-{75DF2581-5EA0-C81E-FFE6-E12D3D03043D}" dt="2026-04-23T08:17:28.216" v="7"/>
        <pc:sldMkLst>
          <pc:docMk/>
          <pc:sldMk cId="1634462157" sldId="312"/>
        </pc:sldMkLst>
        <pc:graphicFrameChg chg="mod modGraphic">
          <ac:chgData name="Wang,Yanling (DEV CMC) BII-CN-S" userId="S::yanling.wang@boehringer-ingelheim.com::d9010881-f349-42be-a396-c6208d9b3f9d" providerId="AD" clId="Web-{75DF2581-5EA0-C81E-FFE6-E12D3D03043D}" dt="2026-04-23T08:17:28.216" v="7"/>
          <ac:graphicFrameMkLst>
            <pc:docMk/>
            <pc:sldMk cId="1634462157" sldId="312"/>
            <ac:graphicFrameMk id="4" creationId="{AC714C31-3AF5-F133-AAE0-30EF05C034C5}"/>
          </ac:graphicFrameMkLst>
        </pc:graphicFrameChg>
      </pc:sldChg>
    </pc:docChg>
  </pc:docChgLst>
  <pc:docChgLst>
    <pc:chgData name="Xiao,Angela (MED CDO) BII-CN-S" userId="S::angela.xiao@boehringer-ingelheim.com::98c22960-5edc-44dd-a92e-046c4666f5cb" providerId="AD" clId="Web-{AF8AE8C7-B3B3-2755-A60B-68D2AB6B1D56}"/>
    <pc:docChg chg="addSld delSld modSld">
      <pc:chgData name="Xiao,Angela (MED CDO) BII-CN-S" userId="S::angela.xiao@boehringer-ingelheim.com::98c22960-5edc-44dd-a92e-046c4666f5cb" providerId="AD" clId="Web-{AF8AE8C7-B3B3-2755-A60B-68D2AB6B1D56}" dt="2026-04-23T06:34:27.975" v="38" actId="20577"/>
      <pc:docMkLst>
        <pc:docMk/>
      </pc:docMkLst>
      <pc:sldChg chg="add">
        <pc:chgData name="Xiao,Angela (MED CDO) BII-CN-S" userId="S::angela.xiao@boehringer-ingelheim.com::98c22960-5edc-44dd-a92e-046c4666f5cb" providerId="AD" clId="Web-{AF8AE8C7-B3B3-2755-A60B-68D2AB6B1D56}" dt="2026-04-23T06:32:50.552" v="19"/>
        <pc:sldMkLst>
          <pc:docMk/>
          <pc:sldMk cId="1330478074" sldId="287"/>
        </pc:sldMkLst>
      </pc:sldChg>
      <pc:sldChg chg="modSp add">
        <pc:chgData name="Xiao,Angela (MED CDO) BII-CN-S" userId="S::angela.xiao@boehringer-ingelheim.com::98c22960-5edc-44dd-a92e-046c4666f5cb" providerId="AD" clId="Web-{AF8AE8C7-B3B3-2755-A60B-68D2AB6B1D56}" dt="2026-04-23T06:34:27.975" v="38" actId="20577"/>
        <pc:sldMkLst>
          <pc:docMk/>
          <pc:sldMk cId="4089609377" sldId="289"/>
        </pc:sldMkLst>
        <pc:spChg chg="mod">
          <ac:chgData name="Xiao,Angela (MED CDO) BII-CN-S" userId="S::angela.xiao@boehringer-ingelheim.com::98c22960-5edc-44dd-a92e-046c4666f5cb" providerId="AD" clId="Web-{AF8AE8C7-B3B3-2755-A60B-68D2AB6B1D56}" dt="2026-04-23T06:34:27.975" v="38" actId="20577"/>
          <ac:spMkLst>
            <pc:docMk/>
            <pc:sldMk cId="4089609377" sldId="289"/>
            <ac:spMk id="23" creationId="{4DAF5B0E-3B92-E7BD-E23A-61898C2A62C2}"/>
          </ac:spMkLst>
        </pc:spChg>
        <pc:graphicFrameChg chg="mod modGraphic">
          <ac:chgData name="Xiao,Angela (MED CDO) BII-CN-S" userId="S::angela.xiao@boehringer-ingelheim.com::98c22960-5edc-44dd-a92e-046c4666f5cb" providerId="AD" clId="Web-{AF8AE8C7-B3B3-2755-A60B-68D2AB6B1D56}" dt="2026-04-23T06:34:24.959" v="37"/>
          <ac:graphicFrameMkLst>
            <pc:docMk/>
            <pc:sldMk cId="4089609377" sldId="289"/>
            <ac:graphicFrameMk id="2" creationId="{EA5C28A8-3824-5F7F-ABEB-6D6736D65E4A}"/>
          </ac:graphicFrameMkLst>
        </pc:graphicFrameChg>
      </pc:sldChg>
      <pc:sldChg chg="addSp delSp add mod modShow">
        <pc:chgData name="Xiao,Angela (MED CDO) BII-CN-S" userId="S::angela.xiao@boehringer-ingelheim.com::98c22960-5edc-44dd-a92e-046c4666f5cb" providerId="AD" clId="Web-{AF8AE8C7-B3B3-2755-A60B-68D2AB6B1D56}" dt="2026-04-23T06:33:14.318" v="21"/>
        <pc:sldMkLst>
          <pc:docMk/>
          <pc:sldMk cId="4020295276" sldId="296"/>
        </pc:sldMkLst>
        <pc:spChg chg="add del">
          <ac:chgData name="Xiao,Angela (MED CDO) BII-CN-S" userId="S::angela.xiao@boehringer-ingelheim.com::98c22960-5edc-44dd-a92e-046c4666f5cb" providerId="AD" clId="Web-{AF8AE8C7-B3B3-2755-A60B-68D2AB6B1D56}" dt="2026-04-23T06:31:28.662" v="16"/>
          <ac:spMkLst>
            <pc:docMk/>
            <pc:sldMk cId="4020295276" sldId="296"/>
            <ac:spMk id="4" creationId="{C516B75B-58AC-7C96-F364-6003E2522BAC}"/>
          </ac:spMkLst>
        </pc:spChg>
      </pc:sldChg>
      <pc:sldChg chg="modSp add mod modShow">
        <pc:chgData name="Xiao,Angela (MED CDO) BII-CN-S" userId="S::angela.xiao@boehringer-ingelheim.com::98c22960-5edc-44dd-a92e-046c4666f5cb" providerId="AD" clId="Web-{AF8AE8C7-B3B3-2755-A60B-68D2AB6B1D56}" dt="2026-04-23T06:33:31.459" v="24"/>
        <pc:sldMkLst>
          <pc:docMk/>
          <pc:sldMk cId="4238443317" sldId="298"/>
        </pc:sldMkLst>
        <pc:spChg chg="mod">
          <ac:chgData name="Xiao,Angela (MED CDO) BII-CN-S" userId="S::angela.xiao@boehringer-ingelheim.com::98c22960-5edc-44dd-a92e-046c4666f5cb" providerId="AD" clId="Web-{AF8AE8C7-B3B3-2755-A60B-68D2AB6B1D56}" dt="2026-04-23T06:33:28.521" v="23" actId="20577"/>
          <ac:spMkLst>
            <pc:docMk/>
            <pc:sldMk cId="4238443317" sldId="298"/>
            <ac:spMk id="8" creationId="{00000000-0000-0000-0000-000000000000}"/>
          </ac:spMkLst>
        </pc:spChg>
      </pc:sldChg>
    </pc:docChg>
  </pc:docChgLst>
  <pc:docChgLst>
    <pc:chgData name="Xiao,Angela (MED CDO) BII-CN-S" userId="98c22960-5edc-44dd-a92e-046c4666f5cb" providerId="ADAL" clId="{D4DEA07F-2FB9-4256-8EC2-8C53CE892071}"/>
    <pc:docChg chg="undo custSel addSld delSld modSld">
      <pc:chgData name="Xiao,Angela (MED CDO) BII-CN-S" userId="98c22960-5edc-44dd-a92e-046c4666f5cb" providerId="ADAL" clId="{D4DEA07F-2FB9-4256-8EC2-8C53CE892071}" dt="2026-04-21T09:28:57.176" v="983" actId="2696"/>
      <pc:docMkLst>
        <pc:docMk/>
      </pc:docMkLst>
      <pc:sldChg chg="modSp mod">
        <pc:chgData name="Xiao,Angela (MED CDO) BII-CN-S" userId="98c22960-5edc-44dd-a92e-046c4666f5cb" providerId="ADAL" clId="{D4DEA07F-2FB9-4256-8EC2-8C53CE892071}" dt="2026-04-21T05:00:05.273" v="159" actId="20577"/>
        <pc:sldMkLst>
          <pc:docMk/>
          <pc:sldMk cId="3848616271" sldId="299"/>
        </pc:sldMkLst>
        <pc:spChg chg="mod">
          <ac:chgData name="Xiao,Angela (MED CDO) BII-CN-S" userId="98c22960-5edc-44dd-a92e-046c4666f5cb" providerId="ADAL" clId="{D4DEA07F-2FB9-4256-8EC2-8C53CE892071}" dt="2026-04-21T05:00:05.273" v="159" actId="20577"/>
          <ac:spMkLst>
            <pc:docMk/>
            <pc:sldMk cId="3848616271" sldId="299"/>
            <ac:spMk id="30" creationId="{169F3BDC-BF84-FB5F-44E1-5F26519A7433}"/>
          </ac:spMkLst>
        </pc:spChg>
      </pc:sldChg>
      <pc:sldChg chg="modSp add mod">
        <pc:chgData name="Xiao,Angela (MED CDO) BII-CN-S" userId="98c22960-5edc-44dd-a92e-046c4666f5cb" providerId="ADAL" clId="{D4DEA07F-2FB9-4256-8EC2-8C53CE892071}" dt="2026-04-21T05:29:16.370" v="242" actId="20577"/>
        <pc:sldMkLst>
          <pc:docMk/>
          <pc:sldMk cId="2771390996" sldId="2147471570"/>
        </pc:sldMkLst>
        <pc:spChg chg="mod">
          <ac:chgData name="Xiao,Angela (MED CDO) BII-CN-S" userId="98c22960-5edc-44dd-a92e-046c4666f5cb" providerId="ADAL" clId="{D4DEA07F-2FB9-4256-8EC2-8C53CE892071}" dt="2026-04-21T05:29:16.370" v="242" actId="20577"/>
          <ac:spMkLst>
            <pc:docMk/>
            <pc:sldMk cId="2771390996" sldId="2147471570"/>
            <ac:spMk id="23" creationId="{DC8307BC-05F0-709F-16D0-1F45994EB364}"/>
          </ac:spMkLst>
        </pc:spChg>
      </pc:sldChg>
      <pc:sldChg chg="modSp mod">
        <pc:chgData name="Xiao,Angela (MED CDO) BII-CN-S" userId="98c22960-5edc-44dd-a92e-046c4666f5cb" providerId="ADAL" clId="{D4DEA07F-2FB9-4256-8EC2-8C53CE892071}" dt="2026-04-21T05:27:38.577" v="237" actId="20577"/>
        <pc:sldMkLst>
          <pc:docMk/>
          <pc:sldMk cId="847896270" sldId="2147483626"/>
        </pc:sldMkLst>
        <pc:graphicFrameChg chg="mod modGraphic">
          <ac:chgData name="Xiao,Angela (MED CDO) BII-CN-S" userId="98c22960-5edc-44dd-a92e-046c4666f5cb" providerId="ADAL" clId="{D4DEA07F-2FB9-4256-8EC2-8C53CE892071}" dt="2026-04-21T05:27:38.577" v="237" actId="20577"/>
          <ac:graphicFrameMkLst>
            <pc:docMk/>
            <pc:sldMk cId="847896270" sldId="2147483626"/>
            <ac:graphicFrameMk id="6" creationId="{05EE0AB7-7E6D-6397-8308-3E0E94A19550}"/>
          </ac:graphicFrameMkLst>
        </pc:graphicFrameChg>
      </pc:sldChg>
    </pc:docChg>
  </pc:docChgLst>
  <pc:docChgLst>
    <pc:chgData name="Tian,Liqun (HP Medicine) BII-CN-S" userId="5424a580-e195-4277-8a43-0a39a25c1936" providerId="ADAL" clId="{537BF928-B50C-474D-B9FF-4406546E8881}"/>
    <pc:docChg chg="undo custSel addSld delSld modSld sldOrd">
      <pc:chgData name="Tian,Liqun (HP Medicine) BII-CN-S" userId="5424a580-e195-4277-8a43-0a39a25c1936" providerId="ADAL" clId="{537BF928-B50C-474D-B9FF-4406546E8881}" dt="2026-04-20T02:54:07.608" v="240"/>
      <pc:docMkLst>
        <pc:docMk/>
      </pc:docMkLst>
      <pc:sldChg chg="addSp delSp modSp add mod">
        <pc:chgData name="Tian,Liqun (HP Medicine) BII-CN-S" userId="5424a580-e195-4277-8a43-0a39a25c1936" providerId="ADAL" clId="{537BF928-B50C-474D-B9FF-4406546E8881}" dt="2026-04-20T02:53:03.576" v="236" actId="108"/>
        <pc:sldMkLst>
          <pc:docMk/>
          <pc:sldMk cId="0" sldId="262"/>
        </pc:sldMkLst>
        <pc:spChg chg="mod">
          <ac:chgData name="Tian,Liqun (HP Medicine) BII-CN-S" userId="5424a580-e195-4277-8a43-0a39a25c1936" providerId="ADAL" clId="{537BF928-B50C-474D-B9FF-4406546E8881}" dt="2026-04-20T02:31:34.155" v="132" actId="164"/>
          <ac:spMkLst>
            <pc:docMk/>
            <pc:sldMk cId="0" sldId="262"/>
            <ac:spMk id="5" creationId="{A361A68E-4E05-0132-1340-1AB7CC8059E8}"/>
          </ac:spMkLst>
        </pc:spChg>
        <pc:spChg chg="add mod">
          <ac:chgData name="Tian,Liqun (HP Medicine) BII-CN-S" userId="5424a580-e195-4277-8a43-0a39a25c1936" providerId="ADAL" clId="{537BF928-B50C-474D-B9FF-4406546E8881}" dt="2026-04-20T02:32:30.628" v="144"/>
          <ac:spMkLst>
            <pc:docMk/>
            <pc:sldMk cId="0" sldId="262"/>
            <ac:spMk id="6" creationId="{2EFFAA14-C74C-EA35-24C7-560118C84D34}"/>
          </ac:spMkLst>
        </pc:spChg>
        <pc:spChg chg="mod">
          <ac:chgData name="Tian,Liqun (HP Medicine) BII-CN-S" userId="5424a580-e195-4277-8a43-0a39a25c1936" providerId="ADAL" clId="{537BF928-B50C-474D-B9FF-4406546E8881}" dt="2026-04-20T02:31:34.155" v="132" actId="164"/>
          <ac:spMkLst>
            <pc:docMk/>
            <pc:sldMk cId="0" sldId="262"/>
            <ac:spMk id="8" creationId="{B6D37926-CB09-FFC3-A363-007693B8636D}"/>
          </ac:spMkLst>
        </pc:spChg>
        <pc:spChg chg="mod">
          <ac:chgData name="Tian,Liqun (HP Medicine) BII-CN-S" userId="5424a580-e195-4277-8a43-0a39a25c1936" providerId="ADAL" clId="{537BF928-B50C-474D-B9FF-4406546E8881}" dt="2026-04-20T02:31:34.155" v="132" actId="164"/>
          <ac:spMkLst>
            <pc:docMk/>
            <pc:sldMk cId="0" sldId="262"/>
            <ac:spMk id="9" creationId="{318639FB-64D7-9FB8-949B-AC47E7A21ABF}"/>
          </ac:spMkLst>
        </pc:spChg>
        <pc:spChg chg="mod">
          <ac:chgData name="Tian,Liqun (HP Medicine) BII-CN-S" userId="5424a580-e195-4277-8a43-0a39a25c1936" providerId="ADAL" clId="{537BF928-B50C-474D-B9FF-4406546E8881}" dt="2026-04-20T02:31:34.155" v="132" actId="164"/>
          <ac:spMkLst>
            <pc:docMk/>
            <pc:sldMk cId="0" sldId="262"/>
            <ac:spMk id="10" creationId="{039AC276-233D-F40D-8A27-2EEC08D843A3}"/>
          </ac:spMkLst>
        </pc:spChg>
        <pc:spChg chg="mod">
          <ac:chgData name="Tian,Liqun (HP Medicine) BII-CN-S" userId="5424a580-e195-4277-8a43-0a39a25c1936" providerId="ADAL" clId="{537BF928-B50C-474D-B9FF-4406546E8881}" dt="2026-04-20T02:31:34.155" v="132" actId="164"/>
          <ac:spMkLst>
            <pc:docMk/>
            <pc:sldMk cId="0" sldId="262"/>
            <ac:spMk id="12" creationId="{F548B8E5-A3F6-9F5C-8370-7CDF4592058F}"/>
          </ac:spMkLst>
        </pc:spChg>
        <pc:spChg chg="mod">
          <ac:chgData name="Tian,Liqun (HP Medicine) BII-CN-S" userId="5424a580-e195-4277-8a43-0a39a25c1936" providerId="ADAL" clId="{537BF928-B50C-474D-B9FF-4406546E8881}" dt="2026-04-20T02:31:34.155" v="132" actId="164"/>
          <ac:spMkLst>
            <pc:docMk/>
            <pc:sldMk cId="0" sldId="262"/>
            <ac:spMk id="14" creationId="{03E6C49B-398E-B1BD-E1B4-8E71E6FED5C5}"/>
          </ac:spMkLst>
        </pc:spChg>
        <pc:spChg chg="mod">
          <ac:chgData name="Tian,Liqun (HP Medicine) BII-CN-S" userId="5424a580-e195-4277-8a43-0a39a25c1936" providerId="ADAL" clId="{537BF928-B50C-474D-B9FF-4406546E8881}" dt="2026-04-20T02:31:34.155" v="132" actId="164"/>
          <ac:spMkLst>
            <pc:docMk/>
            <pc:sldMk cId="0" sldId="262"/>
            <ac:spMk id="15" creationId="{2C79ED8E-4120-A4DC-6389-C9E392EE287F}"/>
          </ac:spMkLst>
        </pc:spChg>
        <pc:spChg chg="mod">
          <ac:chgData name="Tian,Liqun (HP Medicine) BII-CN-S" userId="5424a580-e195-4277-8a43-0a39a25c1936" providerId="ADAL" clId="{537BF928-B50C-474D-B9FF-4406546E8881}" dt="2026-04-20T02:31:34.155" v="132" actId="164"/>
          <ac:spMkLst>
            <pc:docMk/>
            <pc:sldMk cId="0" sldId="262"/>
            <ac:spMk id="16" creationId="{1BF9C1C0-034B-4B91-EED2-1C716733333C}"/>
          </ac:spMkLst>
        </pc:spChg>
        <pc:spChg chg="mod">
          <ac:chgData name="Tian,Liqun (HP Medicine) BII-CN-S" userId="5424a580-e195-4277-8a43-0a39a25c1936" providerId="ADAL" clId="{537BF928-B50C-474D-B9FF-4406546E8881}" dt="2026-04-20T02:31:34.155" v="132" actId="164"/>
          <ac:spMkLst>
            <pc:docMk/>
            <pc:sldMk cId="0" sldId="262"/>
            <ac:spMk id="17" creationId="{121A511B-95A6-7B04-1C91-FBAA7754AFC9}"/>
          </ac:spMkLst>
        </pc:spChg>
        <pc:spChg chg="mod">
          <ac:chgData name="Tian,Liqun (HP Medicine) BII-CN-S" userId="5424a580-e195-4277-8a43-0a39a25c1936" providerId="ADAL" clId="{537BF928-B50C-474D-B9FF-4406546E8881}" dt="2026-04-20T02:31:34.155" v="132" actId="164"/>
          <ac:spMkLst>
            <pc:docMk/>
            <pc:sldMk cId="0" sldId="262"/>
            <ac:spMk id="18" creationId="{17174333-D781-CAE5-3415-B05CA84E51F2}"/>
          </ac:spMkLst>
        </pc:spChg>
        <pc:spChg chg="add mod">
          <ac:chgData name="Tian,Liqun (HP Medicine) BII-CN-S" userId="5424a580-e195-4277-8a43-0a39a25c1936" providerId="ADAL" clId="{537BF928-B50C-474D-B9FF-4406546E8881}" dt="2026-04-20T02:45:33.635" v="155" actId="164"/>
          <ac:spMkLst>
            <pc:docMk/>
            <pc:sldMk cId="0" sldId="262"/>
            <ac:spMk id="19" creationId="{8CB83D79-0802-202A-184D-F9CB31978270}"/>
          </ac:spMkLst>
        </pc:spChg>
        <pc:spChg chg="add mod">
          <ac:chgData name="Tian,Liqun (HP Medicine) BII-CN-S" userId="5424a580-e195-4277-8a43-0a39a25c1936" providerId="ADAL" clId="{537BF928-B50C-474D-B9FF-4406546E8881}" dt="2026-04-20T02:53:03.576" v="236" actId="108"/>
          <ac:spMkLst>
            <pc:docMk/>
            <pc:sldMk cId="0" sldId="262"/>
            <ac:spMk id="24" creationId="{BA798706-C12C-2924-BCBD-9B5D329500A3}"/>
          </ac:spMkLst>
        </pc:spChg>
        <pc:grpChg chg="mod">
          <ac:chgData name="Tian,Liqun (HP Medicine) BII-CN-S" userId="5424a580-e195-4277-8a43-0a39a25c1936" providerId="ADAL" clId="{537BF928-B50C-474D-B9FF-4406546E8881}" dt="2026-04-20T02:45:33.635" v="155" actId="164"/>
          <ac:grpSpMkLst>
            <pc:docMk/>
            <pc:sldMk cId="0" sldId="262"/>
            <ac:grpSpMk id="2" creationId="{AF5174B1-1410-51CF-A377-256C6E2465D9}"/>
          </ac:grpSpMkLst>
        </pc:grpChg>
        <pc:grpChg chg="add mod">
          <ac:chgData name="Tian,Liqun (HP Medicine) BII-CN-S" userId="5424a580-e195-4277-8a43-0a39a25c1936" providerId="ADAL" clId="{537BF928-B50C-474D-B9FF-4406546E8881}" dt="2026-04-20T02:45:38.140" v="156" actId="14100"/>
          <ac:grpSpMkLst>
            <pc:docMk/>
            <pc:sldMk cId="0" sldId="262"/>
            <ac:grpSpMk id="20" creationId="{379F1904-C519-2B29-FEBD-048C00AF711C}"/>
          </ac:grpSpMkLst>
        </pc:grpChg>
        <pc:picChg chg="mod">
          <ac:chgData name="Tian,Liqun (HP Medicine) BII-CN-S" userId="5424a580-e195-4277-8a43-0a39a25c1936" providerId="ADAL" clId="{537BF928-B50C-474D-B9FF-4406546E8881}" dt="2026-04-20T02:31:17.973" v="131" actId="14100"/>
          <ac:picMkLst>
            <pc:docMk/>
            <pc:sldMk cId="0" sldId="262"/>
            <ac:picMk id="3" creationId="{00000000-0000-0000-0000-000000000000}"/>
          </ac:picMkLst>
        </pc:picChg>
      </pc:sldChg>
      <pc:sldChg chg="add">
        <pc:chgData name="Tian,Liqun (HP Medicine) BII-CN-S" userId="5424a580-e195-4277-8a43-0a39a25c1936" providerId="ADAL" clId="{537BF928-B50C-474D-B9FF-4406546E8881}" dt="2026-04-20T02:43:15.529" v="149"/>
        <pc:sldMkLst>
          <pc:docMk/>
          <pc:sldMk cId="783535893" sldId="295"/>
        </pc:sldMkLst>
      </pc:sldChg>
      <pc:sldChg chg="add">
        <pc:chgData name="Tian,Liqun (HP Medicine) BII-CN-S" userId="5424a580-e195-4277-8a43-0a39a25c1936" providerId="ADAL" clId="{537BF928-B50C-474D-B9FF-4406546E8881}" dt="2026-04-20T02:52:43.983" v="233"/>
        <pc:sldMkLst>
          <pc:docMk/>
          <pc:sldMk cId="1538480477" sldId="304"/>
        </pc:sldMkLst>
      </pc:sldChg>
      <pc:sldChg chg="add">
        <pc:chgData name="Tian,Liqun (HP Medicine) BII-CN-S" userId="5424a580-e195-4277-8a43-0a39a25c1936" providerId="ADAL" clId="{537BF928-B50C-474D-B9FF-4406546E8881}" dt="2026-04-20T02:53:36.565" v="237"/>
        <pc:sldMkLst>
          <pc:docMk/>
          <pc:sldMk cId="838965978" sldId="309"/>
        </pc:sldMkLst>
      </pc:sldChg>
      <pc:sldChg chg="add del">
        <pc:chgData name="Tian,Liqun (HP Medicine) BII-CN-S" userId="5424a580-e195-4277-8a43-0a39a25c1936" providerId="ADAL" clId="{537BF928-B50C-474D-B9FF-4406546E8881}" dt="2026-04-20T02:54:07.608" v="240"/>
        <pc:sldMkLst>
          <pc:docMk/>
          <pc:sldMk cId="600153764" sldId="2147480155"/>
        </pc:sldMkLst>
      </pc:sldChg>
    </pc:docChg>
  </pc:docChgLst>
  <pc:docChgLst>
    <pc:chgData name="Zhang,Yuling (HP Medicine) BII-CN-S" userId="S::yuling.zhang@boehringer-ingelheim.com::24db68a3-72fd-4402-9c50-85d9827d4146" providerId="AD" clId="Web-{6DE0D441-8002-2ABD-6C60-E540CADFA428}"/>
    <pc:docChg chg="addSld delSld modSld">
      <pc:chgData name="Zhang,Yuling (HP Medicine) BII-CN-S" userId="S::yuling.zhang@boehringer-ingelheim.com::24db68a3-72fd-4402-9c50-85d9827d4146" providerId="AD" clId="Web-{6DE0D441-8002-2ABD-6C60-E540CADFA428}" dt="2026-04-21T05:19:35.026" v="36"/>
      <pc:docMkLst>
        <pc:docMk/>
      </pc:docMkLst>
      <pc:sldChg chg="add">
        <pc:chgData name="Zhang,Yuling (HP Medicine) BII-CN-S" userId="S::yuling.zhang@boehringer-ingelheim.com::24db68a3-72fd-4402-9c50-85d9827d4146" providerId="AD" clId="Web-{6DE0D441-8002-2ABD-6C60-E540CADFA428}" dt="2026-04-21T05:12:53.063" v="9"/>
        <pc:sldMkLst>
          <pc:docMk/>
          <pc:sldMk cId="3156251157" sldId="270"/>
        </pc:sldMkLst>
      </pc:sldChg>
      <pc:sldChg chg="delSp add">
        <pc:chgData name="Zhang,Yuling (HP Medicine) BII-CN-S" userId="S::yuling.zhang@boehringer-ingelheim.com::24db68a3-72fd-4402-9c50-85d9827d4146" providerId="AD" clId="Web-{6DE0D441-8002-2ABD-6C60-E540CADFA428}" dt="2026-04-21T05:19:35.026" v="36"/>
        <pc:sldMkLst>
          <pc:docMk/>
          <pc:sldMk cId="3643118654" sldId="275"/>
        </pc:sldMkLst>
      </pc:sldChg>
      <pc:sldChg chg="add">
        <pc:chgData name="Zhang,Yuling (HP Medicine) BII-CN-S" userId="S::yuling.zhang@boehringer-ingelheim.com::24db68a3-72fd-4402-9c50-85d9827d4146" providerId="AD" clId="Web-{6DE0D441-8002-2ABD-6C60-E540CADFA428}" dt="2026-04-21T05:12:53.579" v="11"/>
        <pc:sldMkLst>
          <pc:docMk/>
          <pc:sldMk cId="945578080" sldId="277"/>
        </pc:sldMkLst>
      </pc:sldChg>
      <pc:sldChg chg="add">
        <pc:chgData name="Zhang,Yuling (HP Medicine) BII-CN-S" userId="S::yuling.zhang@boehringer-ingelheim.com::24db68a3-72fd-4402-9c50-85d9827d4146" providerId="AD" clId="Web-{6DE0D441-8002-2ABD-6C60-E540CADFA428}" dt="2026-04-21T05:12:53.875" v="12"/>
        <pc:sldMkLst>
          <pc:docMk/>
          <pc:sldMk cId="3080250188" sldId="279"/>
        </pc:sldMkLst>
      </pc:sldChg>
      <pc:sldChg chg="add">
        <pc:chgData name="Zhang,Yuling (HP Medicine) BII-CN-S" userId="S::yuling.zhang@boehringer-ingelheim.com::24db68a3-72fd-4402-9c50-85d9827d4146" providerId="AD" clId="Web-{6DE0D441-8002-2ABD-6C60-E540CADFA428}" dt="2026-04-21T05:12:52.735" v="8"/>
        <pc:sldMkLst>
          <pc:docMk/>
          <pc:sldMk cId="3912750787" sldId="301"/>
        </pc:sldMkLst>
      </pc:sldChg>
      <pc:sldChg chg="add">
        <pc:chgData name="Zhang,Yuling (HP Medicine) BII-CN-S" userId="S::yuling.zhang@boehringer-ingelheim.com::24db68a3-72fd-4402-9c50-85d9827d4146" providerId="AD" clId="Web-{6DE0D441-8002-2ABD-6C60-E540CADFA428}" dt="2026-04-21T05:12:54.032" v="13"/>
        <pc:sldMkLst>
          <pc:docMk/>
          <pc:sldMk cId="19153445" sldId="305"/>
        </pc:sldMkLst>
      </pc:sldChg>
      <pc:sldChg chg="modSp add del">
        <pc:chgData name="Zhang,Yuling (HP Medicine) BII-CN-S" userId="S::yuling.zhang@boehringer-ingelheim.com::24db68a3-72fd-4402-9c50-85d9827d4146" providerId="AD" clId="Web-{6DE0D441-8002-2ABD-6C60-E540CADFA428}" dt="2026-04-21T05:18:58.728" v="35"/>
        <pc:sldMkLst>
          <pc:docMk/>
          <pc:sldMk cId="847896270" sldId="2147483626"/>
        </pc:sldMkLst>
        <pc:graphicFrameChg chg="mod modGraphic">
          <ac:chgData name="Zhang,Yuling (HP Medicine) BII-CN-S" userId="S::yuling.zhang@boehringer-ingelheim.com::24db68a3-72fd-4402-9c50-85d9827d4146" providerId="AD" clId="Web-{6DE0D441-8002-2ABD-6C60-E540CADFA428}" dt="2026-04-21T05:18:58.728" v="35"/>
          <ac:graphicFrameMkLst>
            <pc:docMk/>
            <pc:sldMk cId="847896270" sldId="2147483626"/>
            <ac:graphicFrameMk id="6" creationId="{05EE0AB7-7E6D-6397-8308-3E0E94A19550}"/>
          </ac:graphicFrameMkLst>
        </pc:graphicFrameChg>
      </pc:sldChg>
      <pc:sldChg chg="add">
        <pc:chgData name="Zhang,Yuling (HP Medicine) BII-CN-S" userId="S::yuling.zhang@boehringer-ingelheim.com::24db68a3-72fd-4402-9c50-85d9827d4146" providerId="AD" clId="Web-{6DE0D441-8002-2ABD-6C60-E540CADFA428}" dt="2026-04-21T05:15:51.662" v="28"/>
        <pc:sldMkLst>
          <pc:docMk/>
          <pc:sldMk cId="2380203595" sldId="2147483627"/>
        </pc:sldMkLst>
      </pc:sldChg>
      <pc:sldChg chg="modSp add">
        <pc:chgData name="Zhang,Yuling (HP Medicine) BII-CN-S" userId="S::yuling.zhang@boehringer-ingelheim.com::24db68a3-72fd-4402-9c50-85d9827d4146" providerId="AD" clId="Web-{6DE0D441-8002-2ABD-6C60-E540CADFA428}" dt="2026-04-21T05:16:41.553" v="33"/>
        <pc:sldMkLst>
          <pc:docMk/>
          <pc:sldMk cId="1017766530" sldId="2147483634"/>
        </pc:sldMkLst>
        <pc:graphicFrameChg chg="mod modGraphic">
          <ac:chgData name="Zhang,Yuling (HP Medicine) BII-CN-S" userId="S::yuling.zhang@boehringer-ingelheim.com::24db68a3-72fd-4402-9c50-85d9827d4146" providerId="AD" clId="Web-{6DE0D441-8002-2ABD-6C60-E540CADFA428}" dt="2026-04-21T05:16:41.553" v="33"/>
          <ac:graphicFrameMkLst>
            <pc:docMk/>
            <pc:sldMk cId="1017766530" sldId="2147483634"/>
            <ac:graphicFrameMk id="6" creationId="{1E9C4B09-0C49-7A7F-B933-8C7D4EA6E656}"/>
          </ac:graphicFrameMkLst>
        </pc:graphicFrameChg>
      </pc:sldChg>
    </pc:docChg>
  </pc:docChgLst>
  <pc:docChgLst>
    <pc:chgData name="Li,Yuting (HP Medicine) BII-CN-S" userId="ce8fbb54-122c-426d-b8da-fdcc5e1b5022" providerId="ADAL" clId="{8A9581F2-25E5-4790-9FBF-270AA6305938}"/>
    <pc:docChg chg="modSld">
      <pc:chgData name="Li,Yuting (HP Medicine) BII-CN-S" userId="ce8fbb54-122c-426d-b8da-fdcc5e1b5022" providerId="ADAL" clId="{8A9581F2-25E5-4790-9FBF-270AA6305938}" dt="2026-04-28T06:09:07.189" v="1"/>
      <pc:docMkLst>
        <pc:docMk/>
      </pc:docMkLst>
      <pc:sldChg chg="delSp modSp">
        <pc:chgData name="Li,Yuting (HP Medicine) BII-CN-S" userId="ce8fbb54-122c-426d-b8da-fdcc5e1b5022" providerId="ADAL" clId="{8A9581F2-25E5-4790-9FBF-270AA6305938}" dt="2026-04-28T06:09:07.189" v="1"/>
        <pc:sldMkLst>
          <pc:docMk/>
          <pc:sldMk cId="1865635847" sldId="284"/>
        </pc:sldMkLst>
        <pc:spChg chg="mod topLvl">
          <ac:chgData name="Li,Yuting (HP Medicine) BII-CN-S" userId="ce8fbb54-122c-426d-b8da-fdcc5e1b5022" providerId="ADAL" clId="{8A9581F2-25E5-4790-9FBF-270AA6305938}" dt="2026-04-28T06:09:07.189" v="1"/>
          <ac:spMkLst>
            <pc:docMk/>
            <pc:sldMk cId="1865635847" sldId="284"/>
            <ac:spMk id="45" creationId="{2E17150E-FD40-1C5B-DF55-EA727DE76195}"/>
          </ac:spMkLst>
        </pc:spChg>
        <pc:spChg chg="mod topLvl">
          <ac:chgData name="Li,Yuting (HP Medicine) BII-CN-S" userId="ce8fbb54-122c-426d-b8da-fdcc5e1b5022" providerId="ADAL" clId="{8A9581F2-25E5-4790-9FBF-270AA6305938}" dt="2026-04-28T06:09:07.189" v="1"/>
          <ac:spMkLst>
            <pc:docMk/>
            <pc:sldMk cId="1865635847" sldId="284"/>
            <ac:spMk id="66" creationId="{B0C7CB1E-D2E6-9C2F-FF99-15988B95A94D}"/>
          </ac:spMkLst>
        </pc:spChg>
        <pc:spChg chg="mod topLvl">
          <ac:chgData name="Li,Yuting (HP Medicine) BII-CN-S" userId="ce8fbb54-122c-426d-b8da-fdcc5e1b5022" providerId="ADAL" clId="{8A9581F2-25E5-4790-9FBF-270AA6305938}" dt="2026-04-28T06:09:07.189" v="0"/>
          <ac:spMkLst>
            <pc:docMk/>
            <pc:sldMk cId="1865635847" sldId="284"/>
            <ac:spMk id="71" creationId="{A01609F9-23C8-5C6F-8DB6-98C9FFF5179A}"/>
          </ac:spMkLst>
        </pc:spChg>
        <pc:spChg chg="mod topLvl">
          <ac:chgData name="Li,Yuting (HP Medicine) BII-CN-S" userId="ce8fbb54-122c-426d-b8da-fdcc5e1b5022" providerId="ADAL" clId="{8A9581F2-25E5-4790-9FBF-270AA6305938}" dt="2026-04-28T06:09:07.189" v="0"/>
          <ac:spMkLst>
            <pc:docMk/>
            <pc:sldMk cId="1865635847" sldId="284"/>
            <ac:spMk id="72" creationId="{D90FB1D0-820E-AA46-F552-7B7EA8A48857}"/>
          </ac:spMkLst>
        </pc:spChg>
        <pc:spChg chg="mod topLvl">
          <ac:chgData name="Li,Yuting (HP Medicine) BII-CN-S" userId="ce8fbb54-122c-426d-b8da-fdcc5e1b5022" providerId="ADAL" clId="{8A9581F2-25E5-4790-9FBF-270AA6305938}" dt="2026-04-28T06:09:07.189" v="0"/>
          <ac:spMkLst>
            <pc:docMk/>
            <pc:sldMk cId="1865635847" sldId="284"/>
            <ac:spMk id="73" creationId="{F310D7A9-EDC4-4B48-B4F1-BBA068EEDE11}"/>
          </ac:spMkLst>
        </pc:spChg>
      </pc:sldChg>
    </pc:docChg>
  </pc:docChgLst>
  <pc:docChgLst>
    <pc:chgData name="Yang,Dr.,Carol (HP Medicine) BI-TW-T" userId="S::carol.yang@boehringer-ingelheim.com::9eafcaf7-887b-4a47-8ef0-7c92764b40b0" providerId="AD" clId="Web-{44CD6E3A-8EB5-3170-E6AC-63989CDF1CC7}"/>
    <pc:docChg chg="modSld">
      <pc:chgData name="Yang,Dr.,Carol (HP Medicine) BI-TW-T" userId="S::carol.yang@boehringer-ingelheim.com::9eafcaf7-887b-4a47-8ef0-7c92764b40b0" providerId="AD" clId="Web-{44CD6E3A-8EB5-3170-E6AC-63989CDF1CC7}" dt="2026-04-23T07:58:05.420" v="7"/>
      <pc:docMkLst>
        <pc:docMk/>
      </pc:docMkLst>
      <pc:sldChg chg="modSp">
        <pc:chgData name="Yang,Dr.,Carol (HP Medicine) BI-TW-T" userId="S::carol.yang@boehringer-ingelheim.com::9eafcaf7-887b-4a47-8ef0-7c92764b40b0" providerId="AD" clId="Web-{44CD6E3A-8EB5-3170-E6AC-63989CDF1CC7}" dt="2026-04-23T07:58:05.420" v="7"/>
        <pc:sldMkLst>
          <pc:docMk/>
          <pc:sldMk cId="309689338" sldId="268"/>
        </pc:sldMkLst>
        <pc:graphicFrameChg chg="mod modGraphic">
          <ac:chgData name="Yang,Dr.,Carol (HP Medicine) BI-TW-T" userId="S::carol.yang@boehringer-ingelheim.com::9eafcaf7-887b-4a47-8ef0-7c92764b40b0" providerId="AD" clId="Web-{44CD6E3A-8EB5-3170-E6AC-63989CDF1CC7}" dt="2026-04-23T07:58:05.420" v="7"/>
          <ac:graphicFrameMkLst>
            <pc:docMk/>
            <pc:sldMk cId="309689338" sldId="268"/>
            <ac:graphicFrameMk id="10" creationId="{9202E624-85F9-8BA2-A9B3-E8BA64169AC3}"/>
          </ac:graphicFrameMkLst>
        </pc:graphicFrameChg>
      </pc:sldChg>
      <pc:sldChg chg="modSp">
        <pc:chgData name="Yang,Dr.,Carol (HP Medicine) BI-TW-T" userId="S::carol.yang@boehringer-ingelheim.com::9eafcaf7-887b-4a47-8ef0-7c92764b40b0" providerId="AD" clId="Web-{44CD6E3A-8EB5-3170-E6AC-63989CDF1CC7}" dt="2026-04-23T07:45:14.002" v="3" actId="20577"/>
        <pc:sldMkLst>
          <pc:docMk/>
          <pc:sldMk cId="3985646748" sldId="294"/>
        </pc:sldMkLst>
        <pc:spChg chg="mod">
          <ac:chgData name="Yang,Dr.,Carol (HP Medicine) BI-TW-T" userId="S::carol.yang@boehringer-ingelheim.com::9eafcaf7-887b-4a47-8ef0-7c92764b40b0" providerId="AD" clId="Web-{44CD6E3A-8EB5-3170-E6AC-63989CDF1CC7}" dt="2026-04-23T07:45:14.002" v="3" actId="20577"/>
          <ac:spMkLst>
            <pc:docMk/>
            <pc:sldMk cId="3985646748" sldId="294"/>
            <ac:spMk id="2" creationId="{AC53A283-0150-0406-E861-B4E454C911A3}"/>
          </ac:spMkLst>
        </pc:spChg>
      </pc:sldChg>
    </pc:docChg>
  </pc:docChgLst>
  <pc:docChgLst>
    <pc:chgData name="Xiao,Angela (MED CDO) BII-CN-S" userId="S::angela.xiao@boehringer-ingelheim.com::98c22960-5edc-44dd-a92e-046c4666f5cb" providerId="AD" clId="Web-{BF1FB159-7CBB-E749-22BE-874581C37EE0}"/>
    <pc:docChg chg="addSld delSld">
      <pc:chgData name="Xiao,Angela (MED CDO) BII-CN-S" userId="S::angela.xiao@boehringer-ingelheim.com::98c22960-5edc-44dd-a92e-046c4666f5cb" providerId="AD" clId="Web-{BF1FB159-7CBB-E749-22BE-874581C37EE0}" dt="2026-04-23T02:05:31.260" v="20"/>
      <pc:docMkLst>
        <pc:docMk/>
      </pc:docMkLst>
      <pc:sldChg chg="add">
        <pc:chgData name="Xiao,Angela (MED CDO) BII-CN-S" userId="S::angela.xiao@boehringer-ingelheim.com::98c22960-5edc-44dd-a92e-046c4666f5cb" providerId="AD" clId="Web-{BF1FB159-7CBB-E749-22BE-874581C37EE0}" dt="2026-04-23T02:00:25.006" v="0"/>
        <pc:sldMkLst>
          <pc:docMk/>
          <pc:sldMk cId="2174520189" sldId="282"/>
        </pc:sldMkLst>
      </pc:sldChg>
      <pc:sldChg chg="add">
        <pc:chgData name="Xiao,Angela (MED CDO) BII-CN-S" userId="S::angela.xiao@boehringer-ingelheim.com::98c22960-5edc-44dd-a92e-046c4666f5cb" providerId="AD" clId="Web-{BF1FB159-7CBB-E749-22BE-874581C37EE0}" dt="2026-04-23T02:05:27.135" v="2"/>
        <pc:sldMkLst>
          <pc:docMk/>
          <pc:sldMk cId="2812317252" sldId="283"/>
        </pc:sldMkLst>
      </pc:sldChg>
      <pc:sldChg chg="add">
        <pc:chgData name="Xiao,Angela (MED CDO) BII-CN-S" userId="S::angela.xiao@boehringer-ingelheim.com::98c22960-5edc-44dd-a92e-046c4666f5cb" providerId="AD" clId="Web-{BF1FB159-7CBB-E749-22BE-874581C37EE0}" dt="2026-04-23T02:05:27.886" v="5"/>
        <pc:sldMkLst>
          <pc:docMk/>
          <pc:sldMk cId="1865635847" sldId="284"/>
        </pc:sldMkLst>
      </pc:sldChg>
      <pc:sldChg chg="add">
        <pc:chgData name="Xiao,Angela (MED CDO) BII-CN-S" userId="S::angela.xiao@boehringer-ingelheim.com::98c22960-5edc-44dd-a92e-046c4666f5cb" providerId="AD" clId="Web-{BF1FB159-7CBB-E749-22BE-874581C37EE0}" dt="2026-04-23T02:05:28.026" v="6"/>
        <pc:sldMkLst>
          <pc:docMk/>
          <pc:sldMk cId="3500668325" sldId="286"/>
        </pc:sldMkLst>
      </pc:sldChg>
      <pc:sldChg chg="add">
        <pc:chgData name="Xiao,Angela (MED CDO) BII-CN-S" userId="S::angela.xiao@boehringer-ingelheim.com::98c22960-5edc-44dd-a92e-046c4666f5cb" providerId="AD" clId="Web-{BF1FB159-7CBB-E749-22BE-874581C37EE0}" dt="2026-04-23T02:05:27.479" v="4"/>
        <pc:sldMkLst>
          <pc:docMk/>
          <pc:sldMk cId="900754894" sldId="318"/>
        </pc:sldMkLst>
      </pc:sldChg>
      <pc:sldChg chg="add">
        <pc:chgData name="Xiao,Angela (MED CDO) BII-CN-S" userId="S::angela.xiao@boehringer-ingelheim.com::98c22960-5edc-44dd-a92e-046c4666f5cb" providerId="AD" clId="Web-{BF1FB159-7CBB-E749-22BE-874581C37EE0}" dt="2026-04-23T02:05:31.260" v="20"/>
        <pc:sldMkLst>
          <pc:docMk/>
          <pc:sldMk cId="2775007674" sldId="2147475016"/>
        </pc:sldMkLst>
      </pc:sldChg>
      <pc:sldChg chg="add">
        <pc:chgData name="Xiao,Angela (MED CDO) BII-CN-S" userId="S::angela.xiao@boehringer-ingelheim.com::98c22960-5edc-44dd-a92e-046c4666f5cb" providerId="AD" clId="Web-{BF1FB159-7CBB-E749-22BE-874581C37EE0}" dt="2026-04-23T02:05:30.760" v="17"/>
        <pc:sldMkLst>
          <pc:docMk/>
          <pc:sldMk cId="426668673" sldId="2147475017"/>
        </pc:sldMkLst>
      </pc:sldChg>
      <pc:sldChg chg="add">
        <pc:chgData name="Xiao,Angela (MED CDO) BII-CN-S" userId="S::angela.xiao@boehringer-ingelheim.com::98c22960-5edc-44dd-a92e-046c4666f5cb" providerId="AD" clId="Web-{BF1FB159-7CBB-E749-22BE-874581C37EE0}" dt="2026-04-23T02:05:30.932" v="18"/>
        <pc:sldMkLst>
          <pc:docMk/>
          <pc:sldMk cId="38927089" sldId="2147475018"/>
        </pc:sldMkLst>
      </pc:sldChg>
      <pc:sldChg chg="add">
        <pc:chgData name="Xiao,Angela (MED CDO) BII-CN-S" userId="S::angela.xiao@boehringer-ingelheim.com::98c22960-5edc-44dd-a92e-046c4666f5cb" providerId="AD" clId="Web-{BF1FB159-7CBB-E749-22BE-874581C37EE0}" dt="2026-04-23T02:05:28.526" v="8"/>
        <pc:sldMkLst>
          <pc:docMk/>
          <pc:sldMk cId="742706869" sldId="2147475020"/>
        </pc:sldMkLst>
      </pc:sldChg>
      <pc:sldChg chg="add">
        <pc:chgData name="Xiao,Angela (MED CDO) BII-CN-S" userId="S::angela.xiao@boehringer-ingelheim.com::98c22960-5edc-44dd-a92e-046c4666f5cb" providerId="AD" clId="Web-{BF1FB159-7CBB-E749-22BE-874581C37EE0}" dt="2026-04-23T02:05:29.791" v="12"/>
        <pc:sldMkLst>
          <pc:docMk/>
          <pc:sldMk cId="1953486811" sldId="2147475021"/>
        </pc:sldMkLst>
      </pc:sldChg>
      <pc:sldChg chg="add">
        <pc:chgData name="Xiao,Angela (MED CDO) BII-CN-S" userId="S::angela.xiao@boehringer-ingelheim.com::98c22960-5edc-44dd-a92e-046c4666f5cb" providerId="AD" clId="Web-{BF1FB159-7CBB-E749-22BE-874581C37EE0}" dt="2026-04-23T02:05:29.323" v="10"/>
        <pc:sldMkLst>
          <pc:docMk/>
          <pc:sldMk cId="338584180" sldId="2147475023"/>
        </pc:sldMkLst>
      </pc:sldChg>
      <pc:sldChg chg="add">
        <pc:chgData name="Xiao,Angela (MED CDO) BII-CN-S" userId="S::angela.xiao@boehringer-ingelheim.com::98c22960-5edc-44dd-a92e-046c4666f5cb" providerId="AD" clId="Web-{BF1FB159-7CBB-E749-22BE-874581C37EE0}" dt="2026-04-23T02:05:31.088" v="19"/>
        <pc:sldMkLst>
          <pc:docMk/>
          <pc:sldMk cId="1077777164" sldId="2147475024"/>
        </pc:sldMkLst>
      </pc:sldChg>
      <pc:sldChg chg="add">
        <pc:chgData name="Xiao,Angela (MED CDO) BII-CN-S" userId="S::angela.xiao@boehringer-ingelheim.com::98c22960-5edc-44dd-a92e-046c4666f5cb" providerId="AD" clId="Web-{BF1FB159-7CBB-E749-22BE-874581C37EE0}" dt="2026-04-23T02:05:29.854" v="13"/>
        <pc:sldMkLst>
          <pc:docMk/>
          <pc:sldMk cId="67034615" sldId="2147475025"/>
        </pc:sldMkLst>
      </pc:sldChg>
      <pc:sldChg chg="add">
        <pc:chgData name="Xiao,Angela (MED CDO) BII-CN-S" userId="S::angela.xiao@boehringer-ingelheim.com::98c22960-5edc-44dd-a92e-046c4666f5cb" providerId="AD" clId="Web-{BF1FB159-7CBB-E749-22BE-874581C37EE0}" dt="2026-04-23T02:05:30.229" v="14"/>
        <pc:sldMkLst>
          <pc:docMk/>
          <pc:sldMk cId="3294842730" sldId="2147475026"/>
        </pc:sldMkLst>
      </pc:sldChg>
      <pc:sldChg chg="add">
        <pc:chgData name="Xiao,Angela (MED CDO) BII-CN-S" userId="S::angela.xiao@boehringer-ingelheim.com::98c22960-5edc-44dd-a92e-046c4666f5cb" providerId="AD" clId="Web-{BF1FB159-7CBB-E749-22BE-874581C37EE0}" dt="2026-04-23T02:05:30.416" v="15"/>
        <pc:sldMkLst>
          <pc:docMk/>
          <pc:sldMk cId="1466542679" sldId="2147475027"/>
        </pc:sldMkLst>
      </pc:sldChg>
      <pc:sldChg chg="add">
        <pc:chgData name="Xiao,Angela (MED CDO) BII-CN-S" userId="S::angela.xiao@boehringer-ingelheim.com::98c22960-5edc-44dd-a92e-046c4666f5cb" providerId="AD" clId="Web-{BF1FB159-7CBB-E749-22BE-874581C37EE0}" dt="2026-04-23T02:05:30.588" v="16"/>
        <pc:sldMkLst>
          <pc:docMk/>
          <pc:sldMk cId="1262491612" sldId="2147475028"/>
        </pc:sldMkLst>
      </pc:sldChg>
      <pc:sldChg chg="add">
        <pc:chgData name="Xiao,Angela (MED CDO) BII-CN-S" userId="S::angela.xiao@boehringer-ingelheim.com::98c22960-5edc-44dd-a92e-046c4666f5cb" providerId="AD" clId="Web-{BF1FB159-7CBB-E749-22BE-874581C37EE0}" dt="2026-04-23T02:05:29.135" v="9"/>
        <pc:sldMkLst>
          <pc:docMk/>
          <pc:sldMk cId="4039029724" sldId="2147475031"/>
        </pc:sldMkLst>
      </pc:sldChg>
      <pc:sldChg chg="add">
        <pc:chgData name="Xiao,Angela (MED CDO) BII-CN-S" userId="S::angela.xiao@boehringer-ingelheim.com::98c22960-5edc-44dd-a92e-046c4666f5cb" providerId="AD" clId="Web-{BF1FB159-7CBB-E749-22BE-874581C37EE0}" dt="2026-04-23T02:05:29.588" v="11"/>
        <pc:sldMkLst>
          <pc:docMk/>
          <pc:sldMk cId="1555153757" sldId="2147475032"/>
        </pc:sldMkLst>
      </pc:sldChg>
      <pc:sldChg chg="add">
        <pc:chgData name="Xiao,Angela (MED CDO) BII-CN-S" userId="S::angela.xiao@boehringer-ingelheim.com::98c22960-5edc-44dd-a92e-046c4666f5cb" providerId="AD" clId="Web-{BF1FB159-7CBB-E749-22BE-874581C37EE0}" dt="2026-04-23T02:05:28.291" v="7"/>
        <pc:sldMkLst>
          <pc:docMk/>
          <pc:sldMk cId="703187433" sldId="2147475033"/>
        </pc:sldMkLst>
      </pc:sldChg>
      <pc:sldChg chg="add">
        <pc:chgData name="Xiao,Angela (MED CDO) BII-CN-S" userId="S::angela.xiao@boehringer-ingelheim.com::98c22960-5edc-44dd-a92e-046c4666f5cb" providerId="AD" clId="Web-{BF1FB159-7CBB-E749-22BE-874581C37EE0}" dt="2026-04-23T02:05:27.307" v="3"/>
        <pc:sldMkLst>
          <pc:docMk/>
          <pc:sldMk cId="3364279044" sldId="2147475034"/>
        </pc:sldMkLst>
      </pc:sldChg>
    </pc:docChg>
  </pc:docChgLst>
  <pc:docChgLst>
    <pc:chgData name="Zhu,Julia (HP Medicine) BII-CN-S" userId="S::julia_2.zhu@boehringer-ingelheim.com::03b5dd03-9d84-43b3-85a3-94d8f7e7e050" providerId="AD" clId="Web-{178A6FE4-8C23-7EDA-F6C1-18C210199489}"/>
    <pc:docChg chg="modSld">
      <pc:chgData name="Zhu,Julia (HP Medicine) BII-CN-S" userId="S::julia_2.zhu@boehringer-ingelheim.com::03b5dd03-9d84-43b3-85a3-94d8f7e7e050" providerId="AD" clId="Web-{178A6FE4-8C23-7EDA-F6C1-18C210199489}" dt="2026-04-22T13:22:13.424" v="78" actId="20577"/>
      <pc:docMkLst>
        <pc:docMk/>
      </pc:docMkLst>
      <pc:sldChg chg="modSp">
        <pc:chgData name="Zhu,Julia (HP Medicine) BII-CN-S" userId="S::julia_2.zhu@boehringer-ingelheim.com::03b5dd03-9d84-43b3-85a3-94d8f7e7e050" providerId="AD" clId="Web-{178A6FE4-8C23-7EDA-F6C1-18C210199489}" dt="2026-04-22T13:22:13.424" v="78" actId="20577"/>
        <pc:sldMkLst>
          <pc:docMk/>
          <pc:sldMk cId="1099745246" sldId="257"/>
        </pc:sldMkLst>
        <pc:spChg chg="mod">
          <ac:chgData name="Zhu,Julia (HP Medicine) BII-CN-S" userId="S::julia_2.zhu@boehringer-ingelheim.com::03b5dd03-9d84-43b3-85a3-94d8f7e7e050" providerId="AD" clId="Web-{178A6FE4-8C23-7EDA-F6C1-18C210199489}" dt="2026-04-22T13:22:13.424" v="78" actId="20577"/>
          <ac:spMkLst>
            <pc:docMk/>
            <pc:sldMk cId="1099745246" sldId="257"/>
            <ac:spMk id="237" creationId="{FF1BC18E-D37F-7F15-9BB1-037C3C8A3EDF}"/>
          </ac:spMkLst>
        </pc:spChg>
      </pc:sldChg>
      <pc:sldChg chg="modSp">
        <pc:chgData name="Zhu,Julia (HP Medicine) BII-CN-S" userId="S::julia_2.zhu@boehringer-ingelheim.com::03b5dd03-9d84-43b3-85a3-94d8f7e7e050" providerId="AD" clId="Web-{178A6FE4-8C23-7EDA-F6C1-18C210199489}" dt="2026-04-22T13:06:46.613" v="73"/>
        <pc:sldMkLst>
          <pc:docMk/>
          <pc:sldMk cId="1958950649" sldId="258"/>
        </pc:sldMkLst>
        <pc:graphicFrameChg chg="mod modGraphic">
          <ac:chgData name="Zhu,Julia (HP Medicine) BII-CN-S" userId="S::julia_2.zhu@boehringer-ingelheim.com::03b5dd03-9d84-43b3-85a3-94d8f7e7e050" providerId="AD" clId="Web-{178A6FE4-8C23-7EDA-F6C1-18C210199489}" dt="2026-04-22T13:06:46.613" v="73"/>
          <ac:graphicFrameMkLst>
            <pc:docMk/>
            <pc:sldMk cId="1958950649" sldId="258"/>
            <ac:graphicFrameMk id="2" creationId="{8F6A6332-E33B-BE74-9519-8A6E268CBD32}"/>
          </ac:graphicFrameMkLst>
        </pc:graphicFrameChg>
      </pc:sldChg>
    </pc:docChg>
  </pc:docChgLst>
  <pc:docChgLst>
    <pc:chgData name="Zhu,Julia (HP Medicine) BII-CN-S" userId="03b5dd03-9d84-43b3-85a3-94d8f7e7e050" providerId="ADAL" clId="{CC4420AD-58F3-42E3-B10F-530B999EE787}"/>
    <pc:docChg chg="undo redo custSel addSld delSld modSld sldOrd delMainMaster">
      <pc:chgData name="Zhu,Julia (HP Medicine) BII-CN-S" userId="03b5dd03-9d84-43b3-85a3-94d8f7e7e050" providerId="ADAL" clId="{CC4420AD-58F3-42E3-B10F-530B999EE787}" dt="2026-04-22T14:03:37.893" v="1126" actId="729"/>
      <pc:docMkLst>
        <pc:docMk/>
      </pc:docMkLst>
      <pc:sldChg chg="add mod modShow">
        <pc:chgData name="Zhu,Julia (HP Medicine) BII-CN-S" userId="03b5dd03-9d84-43b3-85a3-94d8f7e7e050" providerId="ADAL" clId="{CC4420AD-58F3-42E3-B10F-530B999EE787}" dt="2026-04-22T14:03:33.380" v="1125" actId="729"/>
        <pc:sldMkLst>
          <pc:docMk/>
          <pc:sldMk cId="3326048212" sldId="256"/>
        </pc:sldMkLst>
      </pc:sldChg>
      <pc:sldChg chg="modSp mod">
        <pc:chgData name="Zhu,Julia (HP Medicine) BII-CN-S" userId="03b5dd03-9d84-43b3-85a3-94d8f7e7e050" providerId="ADAL" clId="{CC4420AD-58F3-42E3-B10F-530B999EE787}" dt="2026-04-22T13:29:34.715" v="1122" actId="20577"/>
        <pc:sldMkLst>
          <pc:docMk/>
          <pc:sldMk cId="1099745246" sldId="257"/>
        </pc:sldMkLst>
        <pc:spChg chg="mod">
          <ac:chgData name="Zhu,Julia (HP Medicine) BII-CN-S" userId="03b5dd03-9d84-43b3-85a3-94d8f7e7e050" providerId="ADAL" clId="{CC4420AD-58F3-42E3-B10F-530B999EE787}" dt="2026-04-22T13:24:55.509" v="1117" actId="1076"/>
          <ac:spMkLst>
            <pc:docMk/>
            <pc:sldMk cId="1099745246" sldId="257"/>
            <ac:spMk id="26" creationId="{43019BC2-E2F0-42BD-7213-E9044A5301DF}"/>
          </ac:spMkLst>
        </pc:spChg>
        <pc:spChg chg="mod">
          <ac:chgData name="Zhu,Julia (HP Medicine) BII-CN-S" userId="03b5dd03-9d84-43b3-85a3-94d8f7e7e050" providerId="ADAL" clId="{CC4420AD-58F3-42E3-B10F-530B999EE787}" dt="2026-04-21T07:59:16.637" v="277" actId="1076"/>
          <ac:spMkLst>
            <pc:docMk/>
            <pc:sldMk cId="1099745246" sldId="257"/>
            <ac:spMk id="95" creationId="{90B8C819-3C78-4A88-A866-5DA965418DB0}"/>
          </ac:spMkLst>
        </pc:spChg>
        <pc:spChg chg="mod">
          <ac:chgData name="Zhu,Julia (HP Medicine) BII-CN-S" userId="03b5dd03-9d84-43b3-85a3-94d8f7e7e050" providerId="ADAL" clId="{CC4420AD-58F3-42E3-B10F-530B999EE787}" dt="2026-04-21T07:57:39.717" v="245" actId="1076"/>
          <ac:spMkLst>
            <pc:docMk/>
            <pc:sldMk cId="1099745246" sldId="257"/>
            <ac:spMk id="102" creationId="{00000000-0000-0000-0000-000000000000}"/>
          </ac:spMkLst>
        </pc:spChg>
        <pc:spChg chg="mod">
          <ac:chgData name="Zhu,Julia (HP Medicine) BII-CN-S" userId="03b5dd03-9d84-43b3-85a3-94d8f7e7e050" providerId="ADAL" clId="{CC4420AD-58F3-42E3-B10F-530B999EE787}" dt="2026-04-22T13:24:45.575" v="1115" actId="1076"/>
          <ac:spMkLst>
            <pc:docMk/>
            <pc:sldMk cId="1099745246" sldId="257"/>
            <ac:spMk id="134" creationId="{808EC121-D3B7-4E05-908F-C8EFBD0CB71E}"/>
          </ac:spMkLst>
        </pc:spChg>
        <pc:spChg chg="mod">
          <ac:chgData name="Zhu,Julia (HP Medicine) BII-CN-S" userId="03b5dd03-9d84-43b3-85a3-94d8f7e7e050" providerId="ADAL" clId="{CC4420AD-58F3-42E3-B10F-530B999EE787}" dt="2026-04-22T13:24:45.575" v="1115" actId="1076"/>
          <ac:spMkLst>
            <pc:docMk/>
            <pc:sldMk cId="1099745246" sldId="257"/>
            <ac:spMk id="135" creationId="{FEFADB89-8F35-407D-93F6-37544172D655}"/>
          </ac:spMkLst>
        </pc:spChg>
        <pc:spChg chg="mod">
          <ac:chgData name="Zhu,Julia (HP Medicine) BII-CN-S" userId="03b5dd03-9d84-43b3-85a3-94d8f7e7e050" providerId="ADAL" clId="{CC4420AD-58F3-42E3-B10F-530B999EE787}" dt="2026-04-22T13:24:45.575" v="1115" actId="1076"/>
          <ac:spMkLst>
            <pc:docMk/>
            <pc:sldMk cId="1099745246" sldId="257"/>
            <ac:spMk id="136" creationId="{07FF067D-CE54-4150-AA18-A64493FAA508}"/>
          </ac:spMkLst>
        </pc:spChg>
        <pc:spChg chg="mod">
          <ac:chgData name="Zhu,Julia (HP Medicine) BII-CN-S" userId="03b5dd03-9d84-43b3-85a3-94d8f7e7e050" providerId="ADAL" clId="{CC4420AD-58F3-42E3-B10F-530B999EE787}" dt="2026-04-21T07:58:07.327" v="259" actId="20577"/>
          <ac:spMkLst>
            <pc:docMk/>
            <pc:sldMk cId="1099745246" sldId="257"/>
            <ac:spMk id="225" creationId="{66B72D49-72EA-4466-BBCB-474ADB480A4C}"/>
          </ac:spMkLst>
        </pc:spChg>
        <pc:spChg chg="mod">
          <ac:chgData name="Zhu,Julia (HP Medicine) BII-CN-S" userId="03b5dd03-9d84-43b3-85a3-94d8f7e7e050" providerId="ADAL" clId="{CC4420AD-58F3-42E3-B10F-530B999EE787}" dt="2026-04-21T07:58:22.042" v="261" actId="1076"/>
          <ac:spMkLst>
            <pc:docMk/>
            <pc:sldMk cId="1099745246" sldId="257"/>
            <ac:spMk id="226" creationId="{54472A95-3527-4483-A454-2A6B85E4AF1C}"/>
          </ac:spMkLst>
        </pc:spChg>
        <pc:spChg chg="mod">
          <ac:chgData name="Zhu,Julia (HP Medicine) BII-CN-S" userId="03b5dd03-9d84-43b3-85a3-94d8f7e7e050" providerId="ADAL" clId="{CC4420AD-58F3-42E3-B10F-530B999EE787}" dt="2026-04-21T07:58:15.112" v="260" actId="1076"/>
          <ac:spMkLst>
            <pc:docMk/>
            <pc:sldMk cId="1099745246" sldId="257"/>
            <ac:spMk id="227" creationId="{FE82B3E4-078D-4E0F-9633-06B05A75D69C}"/>
          </ac:spMkLst>
        </pc:spChg>
        <pc:spChg chg="mod">
          <ac:chgData name="Zhu,Julia (HP Medicine) BII-CN-S" userId="03b5dd03-9d84-43b3-85a3-94d8f7e7e050" providerId="ADAL" clId="{CC4420AD-58F3-42E3-B10F-530B999EE787}" dt="2026-04-22T13:29:34.715" v="1122" actId="20577"/>
          <ac:spMkLst>
            <pc:docMk/>
            <pc:sldMk cId="1099745246" sldId="257"/>
            <ac:spMk id="237" creationId="{FF1BC18E-D37F-7F15-9BB1-037C3C8A3EDF}"/>
          </ac:spMkLst>
        </pc:spChg>
        <pc:spChg chg="mod">
          <ac:chgData name="Zhu,Julia (HP Medicine) BII-CN-S" userId="03b5dd03-9d84-43b3-85a3-94d8f7e7e050" providerId="ADAL" clId="{CC4420AD-58F3-42E3-B10F-530B999EE787}" dt="2026-04-21T08:00:49.273" v="301" actId="20577"/>
          <ac:spMkLst>
            <pc:docMk/>
            <pc:sldMk cId="1099745246" sldId="257"/>
            <ac:spMk id="253" creationId="{C8809CC9-C86C-1BE7-BBA2-1EC9107E197F}"/>
          </ac:spMkLst>
        </pc:spChg>
        <pc:grpChg chg="mod">
          <ac:chgData name="Zhu,Julia (HP Medicine) BII-CN-S" userId="03b5dd03-9d84-43b3-85a3-94d8f7e7e050" providerId="ADAL" clId="{CC4420AD-58F3-42E3-B10F-530B999EE787}" dt="2026-04-21T07:58:26.843" v="262" actId="1076"/>
          <ac:grpSpMkLst>
            <pc:docMk/>
            <pc:sldMk cId="1099745246" sldId="257"/>
            <ac:grpSpMk id="6" creationId="{F9BCA914-7BB9-4AC7-AA9C-7B23081EE5CE}"/>
          </ac:grpSpMkLst>
        </pc:grpChg>
        <pc:grpChg chg="mod">
          <ac:chgData name="Zhu,Julia (HP Medicine) BII-CN-S" userId="03b5dd03-9d84-43b3-85a3-94d8f7e7e050" providerId="ADAL" clId="{CC4420AD-58F3-42E3-B10F-530B999EE787}" dt="2026-04-22T13:24:45.575" v="1115" actId="1076"/>
          <ac:grpSpMkLst>
            <pc:docMk/>
            <pc:sldMk cId="1099745246" sldId="257"/>
            <ac:grpSpMk id="14" creationId="{8E4F9132-9958-4938-8610-DD9A8E39B15A}"/>
          </ac:grpSpMkLst>
        </pc:grpChg>
        <pc:grpChg chg="mod">
          <ac:chgData name="Zhu,Julia (HP Medicine) BII-CN-S" userId="03b5dd03-9d84-43b3-85a3-94d8f7e7e050" providerId="ADAL" clId="{CC4420AD-58F3-42E3-B10F-530B999EE787}" dt="2026-04-22T13:24:45.575" v="1115" actId="1076"/>
          <ac:grpSpMkLst>
            <pc:docMk/>
            <pc:sldMk cId="1099745246" sldId="257"/>
            <ac:grpSpMk id="15" creationId="{B3186A6E-2E58-45BD-91DF-817525852692}"/>
          </ac:grpSpMkLst>
        </pc:grpChg>
        <pc:picChg chg="mod">
          <ac:chgData name="Zhu,Julia (HP Medicine) BII-CN-S" userId="03b5dd03-9d84-43b3-85a3-94d8f7e7e050" providerId="ADAL" clId="{CC4420AD-58F3-42E3-B10F-530B999EE787}" dt="2026-04-22T13:24:45.575" v="1115" actId="1076"/>
          <ac:picMkLst>
            <pc:docMk/>
            <pc:sldMk cId="1099745246" sldId="257"/>
            <ac:picMk id="138" creationId="{5D0DAFC1-B389-482F-96F8-F1B93ED1C479}"/>
          </ac:picMkLst>
        </pc:picChg>
        <pc:cxnChg chg="mod">
          <ac:chgData name="Zhu,Julia (HP Medicine) BII-CN-S" userId="03b5dd03-9d84-43b3-85a3-94d8f7e7e050" providerId="ADAL" clId="{CC4420AD-58F3-42E3-B10F-530B999EE787}" dt="2026-04-22T13:24:52.500" v="1116" actId="1076"/>
          <ac:cxnSpMkLst>
            <pc:docMk/>
            <pc:sldMk cId="1099745246" sldId="257"/>
            <ac:cxnSpMk id="81" creationId="{9C165100-0114-4167-8FF0-BFF01B293D04}"/>
          </ac:cxnSpMkLst>
        </pc:cxnChg>
      </pc:sldChg>
      <pc:sldChg chg="modSp mod modShow">
        <pc:chgData name="Zhu,Julia (HP Medicine) BII-CN-S" userId="03b5dd03-9d84-43b3-85a3-94d8f7e7e050" providerId="ADAL" clId="{CC4420AD-58F3-42E3-B10F-530B999EE787}" dt="2026-04-21T09:24:22.764" v="1032" actId="729"/>
        <pc:sldMkLst>
          <pc:docMk/>
          <pc:sldMk cId="1458171206" sldId="260"/>
        </pc:sldMkLst>
        <pc:spChg chg="mod">
          <ac:chgData name="Zhu,Julia (HP Medicine) BII-CN-S" userId="03b5dd03-9d84-43b3-85a3-94d8f7e7e050" providerId="ADAL" clId="{CC4420AD-58F3-42E3-B10F-530B999EE787}" dt="2026-04-21T09:24:18.812" v="1031"/>
          <ac:spMkLst>
            <pc:docMk/>
            <pc:sldMk cId="1458171206" sldId="260"/>
            <ac:spMk id="2" creationId="{8B314E7A-EF5A-F726-195A-EAE56250FF61}"/>
          </ac:spMkLst>
        </pc:spChg>
      </pc:sldChg>
      <pc:sldChg chg="add">
        <pc:chgData name="Zhu,Julia (HP Medicine) BII-CN-S" userId="03b5dd03-9d84-43b3-85a3-94d8f7e7e050" providerId="ADAL" clId="{CC4420AD-58F3-42E3-B10F-530B999EE787}" dt="2026-04-21T02:25:40.520" v="0"/>
        <pc:sldMkLst>
          <pc:docMk/>
          <pc:sldMk cId="883127898" sldId="261"/>
        </pc:sldMkLst>
      </pc:sldChg>
      <pc:sldChg chg="add">
        <pc:chgData name="Zhu,Julia (HP Medicine) BII-CN-S" userId="03b5dd03-9d84-43b3-85a3-94d8f7e7e050" providerId="ADAL" clId="{CC4420AD-58F3-42E3-B10F-530B999EE787}" dt="2026-04-21T02:26:55.094" v="5"/>
        <pc:sldMkLst>
          <pc:docMk/>
          <pc:sldMk cId="895862216" sldId="263"/>
        </pc:sldMkLst>
      </pc:sldChg>
      <pc:sldChg chg="modSp mod">
        <pc:chgData name="Zhu,Julia (HP Medicine) BII-CN-S" userId="03b5dd03-9d84-43b3-85a3-94d8f7e7e050" providerId="ADAL" clId="{CC4420AD-58F3-42E3-B10F-530B999EE787}" dt="2026-04-21T09:20:17.826" v="922"/>
        <pc:sldMkLst>
          <pc:docMk/>
          <pc:sldMk cId="3379683673" sldId="265"/>
        </pc:sldMkLst>
        <pc:spChg chg="mod">
          <ac:chgData name="Zhu,Julia (HP Medicine) BII-CN-S" userId="03b5dd03-9d84-43b3-85a3-94d8f7e7e050" providerId="ADAL" clId="{CC4420AD-58F3-42E3-B10F-530B999EE787}" dt="2026-04-21T09:20:17.826" v="922"/>
          <ac:spMkLst>
            <pc:docMk/>
            <pc:sldMk cId="3379683673" sldId="265"/>
            <ac:spMk id="2" creationId="{BA297B83-4C4E-EFF3-CCD9-D5FAC15EB1BA}"/>
          </ac:spMkLst>
        </pc:spChg>
      </pc:sldChg>
      <pc:sldChg chg="modSp add mod">
        <pc:chgData name="Zhu,Julia (HP Medicine) BII-CN-S" userId="03b5dd03-9d84-43b3-85a3-94d8f7e7e050" providerId="ADAL" clId="{CC4420AD-58F3-42E3-B10F-530B999EE787}" dt="2026-04-21T09:24:47.227" v="1037" actId="20577"/>
        <pc:sldMkLst>
          <pc:docMk/>
          <pc:sldMk cId="3457117737" sldId="266"/>
        </pc:sldMkLst>
        <pc:graphicFrameChg chg="modGraphic">
          <ac:chgData name="Zhu,Julia (HP Medicine) BII-CN-S" userId="03b5dd03-9d84-43b3-85a3-94d8f7e7e050" providerId="ADAL" clId="{CC4420AD-58F3-42E3-B10F-530B999EE787}" dt="2026-04-21T09:24:47.227" v="1037" actId="20577"/>
          <ac:graphicFrameMkLst>
            <pc:docMk/>
            <pc:sldMk cId="3457117737" sldId="266"/>
            <ac:graphicFrameMk id="15" creationId="{2FC5F47B-467E-9C18-2D53-D2625258ECE9}"/>
          </ac:graphicFrameMkLst>
        </pc:graphicFrameChg>
      </pc:sldChg>
      <pc:sldChg chg="add">
        <pc:chgData name="Zhu,Julia (HP Medicine) BII-CN-S" userId="03b5dd03-9d84-43b3-85a3-94d8f7e7e050" providerId="ADAL" clId="{CC4420AD-58F3-42E3-B10F-530B999EE787}" dt="2026-04-21T09:20:53.719" v="924"/>
        <pc:sldMkLst>
          <pc:docMk/>
          <pc:sldMk cId="2713921732" sldId="267"/>
        </pc:sldMkLst>
      </pc:sldChg>
      <pc:sldChg chg="add">
        <pc:chgData name="Zhu,Julia (HP Medicine) BII-CN-S" userId="03b5dd03-9d84-43b3-85a3-94d8f7e7e050" providerId="ADAL" clId="{CC4420AD-58F3-42E3-B10F-530B999EE787}" dt="2026-04-21T02:25:40.520" v="0"/>
        <pc:sldMkLst>
          <pc:docMk/>
          <pc:sldMk cId="309689338" sldId="268"/>
        </pc:sldMkLst>
      </pc:sldChg>
      <pc:sldChg chg="add">
        <pc:chgData name="Zhu,Julia (HP Medicine) BII-CN-S" userId="03b5dd03-9d84-43b3-85a3-94d8f7e7e050" providerId="ADAL" clId="{CC4420AD-58F3-42E3-B10F-530B999EE787}" dt="2026-04-21T02:26:55.094" v="5"/>
        <pc:sldMkLst>
          <pc:docMk/>
          <pc:sldMk cId="4232351299" sldId="269"/>
        </pc:sldMkLst>
      </pc:sldChg>
      <pc:sldChg chg="add ord">
        <pc:chgData name="Zhu,Julia (HP Medicine) BII-CN-S" userId="03b5dd03-9d84-43b3-85a3-94d8f7e7e050" providerId="ADAL" clId="{CC4420AD-58F3-42E3-B10F-530B999EE787}" dt="2026-04-21T09:10:54.658" v="898"/>
        <pc:sldMkLst>
          <pc:docMk/>
          <pc:sldMk cId="473557417" sldId="271"/>
        </pc:sldMkLst>
      </pc:sldChg>
      <pc:sldChg chg="modSp add mod">
        <pc:chgData name="Zhu,Julia (HP Medicine) BII-CN-S" userId="03b5dd03-9d84-43b3-85a3-94d8f7e7e050" providerId="ADAL" clId="{CC4420AD-58F3-42E3-B10F-530B999EE787}" dt="2026-04-22T04:17:22.119" v="1044" actId="27636"/>
        <pc:sldMkLst>
          <pc:docMk/>
          <pc:sldMk cId="305812049" sldId="272"/>
        </pc:sldMkLst>
        <pc:spChg chg="mod">
          <ac:chgData name="Zhu,Julia (HP Medicine) BII-CN-S" userId="03b5dd03-9d84-43b3-85a3-94d8f7e7e050" providerId="ADAL" clId="{CC4420AD-58F3-42E3-B10F-530B999EE787}" dt="2026-04-22T04:17:22.119" v="1044" actId="27636"/>
          <ac:spMkLst>
            <pc:docMk/>
            <pc:sldMk cId="305812049" sldId="272"/>
            <ac:spMk id="23" creationId="{31B1F1FF-7A02-49DF-5657-8865134D23F1}"/>
          </ac:spMkLst>
        </pc:spChg>
      </pc:sldChg>
      <pc:sldChg chg="addSp delSp modSp new mod modClrScheme chgLayout">
        <pc:chgData name="Zhu,Julia (HP Medicine) BII-CN-S" userId="03b5dd03-9d84-43b3-85a3-94d8f7e7e050" providerId="ADAL" clId="{CC4420AD-58F3-42E3-B10F-530B999EE787}" dt="2026-04-22T04:20:28.940" v="1106" actId="20577"/>
        <pc:sldMkLst>
          <pc:docMk/>
          <pc:sldMk cId="499915167" sldId="273"/>
        </pc:sldMkLst>
        <pc:spChg chg="mod ord">
          <ac:chgData name="Zhu,Julia (HP Medicine) BII-CN-S" userId="03b5dd03-9d84-43b3-85a3-94d8f7e7e050" providerId="ADAL" clId="{CC4420AD-58F3-42E3-B10F-530B999EE787}" dt="2026-04-21T08:20:19.313" v="382" actId="700"/>
          <ac:spMkLst>
            <pc:docMk/>
            <pc:sldMk cId="499915167" sldId="273"/>
            <ac:spMk id="3" creationId="{87BA3AB5-8DBE-D077-E39B-E1030A54D0C5}"/>
          </ac:spMkLst>
        </pc:spChg>
        <pc:spChg chg="mod ord">
          <ac:chgData name="Zhu,Julia (HP Medicine) BII-CN-S" userId="03b5dd03-9d84-43b3-85a3-94d8f7e7e050" providerId="ADAL" clId="{CC4420AD-58F3-42E3-B10F-530B999EE787}" dt="2026-04-21T08:20:19.313" v="382" actId="700"/>
          <ac:spMkLst>
            <pc:docMk/>
            <pc:sldMk cId="499915167" sldId="273"/>
            <ac:spMk id="4" creationId="{043F4C04-6462-67B0-DBD8-09DB4584CC6E}"/>
          </ac:spMkLst>
        </pc:spChg>
        <pc:spChg chg="add mod ord">
          <ac:chgData name="Zhu,Julia (HP Medicine) BII-CN-S" userId="03b5dd03-9d84-43b3-85a3-94d8f7e7e050" providerId="ADAL" clId="{CC4420AD-58F3-42E3-B10F-530B999EE787}" dt="2026-04-21T08:22:10.913" v="449" actId="20577"/>
          <ac:spMkLst>
            <pc:docMk/>
            <pc:sldMk cId="499915167" sldId="273"/>
            <ac:spMk id="5" creationId="{01324779-0EE8-1660-F2B6-6BAE91FCE3A3}"/>
          </ac:spMkLst>
        </pc:spChg>
        <pc:graphicFrameChg chg="add mod modGraphic">
          <ac:chgData name="Zhu,Julia (HP Medicine) BII-CN-S" userId="03b5dd03-9d84-43b3-85a3-94d8f7e7e050" providerId="ADAL" clId="{CC4420AD-58F3-42E3-B10F-530B999EE787}" dt="2026-04-22T04:20:28.940" v="1106" actId="20577"/>
          <ac:graphicFrameMkLst>
            <pc:docMk/>
            <pc:sldMk cId="499915167" sldId="273"/>
            <ac:graphicFrameMk id="7" creationId="{EA76B01B-E4B8-050D-0B00-1F23DFEC7123}"/>
          </ac:graphicFrameMkLst>
        </pc:graphicFrameChg>
        <pc:graphicFrameChg chg="add mod modGraphic">
          <ac:chgData name="Zhu,Julia (HP Medicine) BII-CN-S" userId="03b5dd03-9d84-43b3-85a3-94d8f7e7e050" providerId="ADAL" clId="{CC4420AD-58F3-42E3-B10F-530B999EE787}" dt="2026-04-21T08:42:29.632" v="884" actId="20577"/>
          <ac:graphicFrameMkLst>
            <pc:docMk/>
            <pc:sldMk cId="499915167" sldId="273"/>
            <ac:graphicFrameMk id="8" creationId="{97291DC3-298D-038A-0D02-9F27CA558353}"/>
          </ac:graphicFrameMkLst>
        </pc:graphicFrameChg>
      </pc:sldChg>
      <pc:sldChg chg="add mod modShow">
        <pc:chgData name="Zhu,Julia (HP Medicine) BII-CN-S" userId="03b5dd03-9d84-43b3-85a3-94d8f7e7e050" providerId="ADAL" clId="{CC4420AD-58F3-42E3-B10F-530B999EE787}" dt="2026-04-21T08:44:41.546" v="888" actId="729"/>
        <pc:sldMkLst>
          <pc:docMk/>
          <pc:sldMk cId="835127766" sldId="276"/>
        </pc:sldMkLst>
      </pc:sldChg>
      <pc:sldChg chg="add mod modShow">
        <pc:chgData name="Zhu,Julia (HP Medicine) BII-CN-S" userId="03b5dd03-9d84-43b3-85a3-94d8f7e7e050" providerId="ADAL" clId="{CC4420AD-58F3-42E3-B10F-530B999EE787}" dt="2026-04-22T13:39:31.970" v="1124" actId="729"/>
        <pc:sldMkLst>
          <pc:docMk/>
          <pc:sldMk cId="442506661" sldId="281"/>
        </pc:sldMkLst>
      </pc:sldChg>
      <pc:sldChg chg="add">
        <pc:chgData name="Zhu,Julia (HP Medicine) BII-CN-S" userId="03b5dd03-9d84-43b3-85a3-94d8f7e7e050" providerId="ADAL" clId="{CC4420AD-58F3-42E3-B10F-530B999EE787}" dt="2026-04-21T09:10:14.500" v="896"/>
        <pc:sldMkLst>
          <pc:docMk/>
          <pc:sldMk cId="3418877927" sldId="290"/>
        </pc:sldMkLst>
      </pc:sldChg>
      <pc:sldChg chg="add">
        <pc:chgData name="Zhu,Julia (HP Medicine) BII-CN-S" userId="03b5dd03-9d84-43b3-85a3-94d8f7e7e050" providerId="ADAL" clId="{CC4420AD-58F3-42E3-B10F-530B999EE787}" dt="2026-04-21T09:11:15.169" v="899"/>
        <pc:sldMkLst>
          <pc:docMk/>
          <pc:sldMk cId="71049071" sldId="292"/>
        </pc:sldMkLst>
      </pc:sldChg>
      <pc:sldChg chg="add">
        <pc:chgData name="Zhu,Julia (HP Medicine) BII-CN-S" userId="03b5dd03-9d84-43b3-85a3-94d8f7e7e050" providerId="ADAL" clId="{CC4420AD-58F3-42E3-B10F-530B999EE787}" dt="2026-04-21T02:25:40.520" v="0"/>
        <pc:sldMkLst>
          <pc:docMk/>
          <pc:sldMk cId="3135756496" sldId="293"/>
        </pc:sldMkLst>
      </pc:sldChg>
      <pc:sldChg chg="modSp add mod">
        <pc:chgData name="Zhu,Julia (HP Medicine) BII-CN-S" userId="03b5dd03-9d84-43b3-85a3-94d8f7e7e050" providerId="ADAL" clId="{CC4420AD-58F3-42E3-B10F-530B999EE787}" dt="2026-04-21T09:12:24.965" v="909" actId="20577"/>
        <pc:sldMkLst>
          <pc:docMk/>
          <pc:sldMk cId="3985646748" sldId="294"/>
        </pc:sldMkLst>
        <pc:spChg chg="mod">
          <ac:chgData name="Zhu,Julia (HP Medicine) BII-CN-S" userId="03b5dd03-9d84-43b3-85a3-94d8f7e7e050" providerId="ADAL" clId="{CC4420AD-58F3-42E3-B10F-530B999EE787}" dt="2026-04-21T09:12:24.965" v="909" actId="20577"/>
          <ac:spMkLst>
            <pc:docMk/>
            <pc:sldMk cId="3985646748" sldId="294"/>
            <ac:spMk id="2" creationId="{AC53A283-0150-0406-E861-B4E454C911A3}"/>
          </ac:spMkLst>
        </pc:spChg>
      </pc:sldChg>
      <pc:sldChg chg="add ord">
        <pc:chgData name="Zhu,Julia (HP Medicine) BII-CN-S" userId="03b5dd03-9d84-43b3-85a3-94d8f7e7e050" providerId="ADAL" clId="{CC4420AD-58F3-42E3-B10F-530B999EE787}" dt="2026-04-21T09:10:54.658" v="898"/>
        <pc:sldMkLst>
          <pc:docMk/>
          <pc:sldMk cId="4085527337" sldId="315"/>
        </pc:sldMkLst>
      </pc:sldChg>
      <pc:sldChg chg="add del">
        <pc:chgData name="Zhu,Julia (HP Medicine) BII-CN-S" userId="03b5dd03-9d84-43b3-85a3-94d8f7e7e050" providerId="ADAL" clId="{CC4420AD-58F3-42E3-B10F-530B999EE787}" dt="2026-04-21T09:11:53.729" v="900"/>
        <pc:sldMkLst>
          <pc:docMk/>
          <pc:sldMk cId="1668471655" sldId="321"/>
        </pc:sldMkLst>
      </pc:sldChg>
      <pc:sldChg chg="add">
        <pc:chgData name="Zhu,Julia (HP Medicine) BII-CN-S" userId="03b5dd03-9d84-43b3-85a3-94d8f7e7e050" providerId="ADAL" clId="{CC4420AD-58F3-42E3-B10F-530B999EE787}" dt="2026-04-21T09:01:07.415" v="892"/>
        <pc:sldMkLst>
          <pc:docMk/>
          <pc:sldMk cId="2574084451" sldId="333"/>
        </pc:sldMkLst>
      </pc:sldChg>
      <pc:sldChg chg="modSp add mod">
        <pc:chgData name="Zhu,Julia (HP Medicine) BII-CN-S" userId="03b5dd03-9d84-43b3-85a3-94d8f7e7e050" providerId="ADAL" clId="{CC4420AD-58F3-42E3-B10F-530B999EE787}" dt="2026-04-21T09:22:31.575" v="1026" actId="20577"/>
        <pc:sldMkLst>
          <pc:docMk/>
          <pc:sldMk cId="1315455959" sldId="344"/>
        </pc:sldMkLst>
        <pc:graphicFrameChg chg="modGraphic">
          <ac:chgData name="Zhu,Julia (HP Medicine) BII-CN-S" userId="03b5dd03-9d84-43b3-85a3-94d8f7e7e050" providerId="ADAL" clId="{CC4420AD-58F3-42E3-B10F-530B999EE787}" dt="2026-04-21T09:22:31.575" v="1026" actId="20577"/>
          <ac:graphicFrameMkLst>
            <pc:docMk/>
            <pc:sldMk cId="1315455959" sldId="344"/>
            <ac:graphicFrameMk id="15" creationId="{109733C7-B910-0E6A-C2FE-081E97A59FB6}"/>
          </ac:graphicFrameMkLst>
        </pc:graphicFrameChg>
      </pc:sldChg>
      <pc:sldChg chg="add">
        <pc:chgData name="Zhu,Julia (HP Medicine) BII-CN-S" userId="03b5dd03-9d84-43b3-85a3-94d8f7e7e050" providerId="ADAL" clId="{CC4420AD-58F3-42E3-B10F-530B999EE787}" dt="2026-04-21T08:03:11.239" v="308"/>
        <pc:sldMkLst>
          <pc:docMk/>
          <pc:sldMk cId="3213457479" sldId="2145705930"/>
        </pc:sldMkLst>
      </pc:sldChg>
      <pc:sldChg chg="modSp add mod">
        <pc:chgData name="Zhu,Julia (HP Medicine) BII-CN-S" userId="03b5dd03-9d84-43b3-85a3-94d8f7e7e050" providerId="ADAL" clId="{CC4420AD-58F3-42E3-B10F-530B999EE787}" dt="2026-04-21T09:16:13.545" v="913" actId="20577"/>
        <pc:sldMkLst>
          <pc:docMk/>
          <pc:sldMk cId="3828405503" sldId="2145705931"/>
        </pc:sldMkLst>
        <pc:graphicFrameChg chg="modGraphic">
          <ac:chgData name="Zhu,Julia (HP Medicine) BII-CN-S" userId="03b5dd03-9d84-43b3-85a3-94d8f7e7e050" providerId="ADAL" clId="{CC4420AD-58F3-42E3-B10F-530B999EE787}" dt="2026-04-21T09:16:13.545" v="913" actId="20577"/>
          <ac:graphicFrameMkLst>
            <pc:docMk/>
            <pc:sldMk cId="3828405503" sldId="2145705931"/>
            <ac:graphicFrameMk id="7" creationId="{72014F9F-D854-19E9-D2BB-857AC4C014CA}"/>
          </ac:graphicFrameMkLst>
        </pc:graphicFrameChg>
      </pc:sldChg>
      <pc:sldChg chg="add">
        <pc:chgData name="Zhu,Julia (HP Medicine) BII-CN-S" userId="03b5dd03-9d84-43b3-85a3-94d8f7e7e050" providerId="ADAL" clId="{CC4420AD-58F3-42E3-B10F-530B999EE787}" dt="2026-04-21T08:03:11.239" v="308"/>
        <pc:sldMkLst>
          <pc:docMk/>
          <pc:sldMk cId="1189962898" sldId="2145705934"/>
        </pc:sldMkLst>
      </pc:sldChg>
      <pc:sldChg chg="add mod modShow">
        <pc:chgData name="Zhu,Julia (HP Medicine) BII-CN-S" userId="03b5dd03-9d84-43b3-85a3-94d8f7e7e050" providerId="ADAL" clId="{CC4420AD-58F3-42E3-B10F-530B999EE787}" dt="2026-04-22T14:03:37.893" v="1126" actId="729"/>
        <pc:sldMkLst>
          <pc:docMk/>
          <pc:sldMk cId="654927677" sldId="2147483059"/>
        </pc:sldMkLst>
      </pc:sldChg>
      <pc:sldChg chg="modSp mod">
        <pc:chgData name="Zhu,Julia (HP Medicine) BII-CN-S" userId="03b5dd03-9d84-43b3-85a3-94d8f7e7e050" providerId="ADAL" clId="{CC4420AD-58F3-42E3-B10F-530B999EE787}" dt="2026-04-21T09:18:31.670" v="914" actId="6549"/>
        <pc:sldMkLst>
          <pc:docMk/>
          <pc:sldMk cId="95571437" sldId="2147483412"/>
        </pc:sldMkLst>
        <pc:spChg chg="mod">
          <ac:chgData name="Zhu,Julia (HP Medicine) BII-CN-S" userId="03b5dd03-9d84-43b3-85a3-94d8f7e7e050" providerId="ADAL" clId="{CC4420AD-58F3-42E3-B10F-530B999EE787}" dt="2026-04-21T09:18:31.670" v="914" actId="6549"/>
          <ac:spMkLst>
            <pc:docMk/>
            <pc:sldMk cId="95571437" sldId="2147483412"/>
            <ac:spMk id="3" creationId="{AEFD857E-910D-9125-3F3B-574A800C3860}"/>
          </ac:spMkLst>
        </pc:spChg>
      </pc:sldChg>
      <pc:sldChg chg="add mod modShow">
        <pc:chgData name="Zhu,Julia (HP Medicine) BII-CN-S" userId="03b5dd03-9d84-43b3-85a3-94d8f7e7e050" providerId="ADAL" clId="{CC4420AD-58F3-42E3-B10F-530B999EE787}" dt="2026-04-21T08:43:37.722" v="886" actId="729"/>
        <pc:sldMkLst>
          <pc:docMk/>
          <pc:sldMk cId="355876346" sldId="2147483620"/>
        </pc:sldMkLst>
      </pc:sldChg>
      <pc:sldChg chg="addSp modSp mod">
        <pc:chgData name="Zhu,Julia (HP Medicine) BII-CN-S" userId="03b5dd03-9d84-43b3-85a3-94d8f7e7e050" providerId="ADAL" clId="{CC4420AD-58F3-42E3-B10F-530B999EE787}" dt="2026-04-21T06:27:51.694" v="132"/>
        <pc:sldMkLst>
          <pc:docMk/>
          <pc:sldMk cId="2892044210" sldId="2147483647"/>
        </pc:sldMkLst>
        <pc:spChg chg="add mod">
          <ac:chgData name="Zhu,Julia (HP Medicine) BII-CN-S" userId="03b5dd03-9d84-43b3-85a3-94d8f7e7e050" providerId="ADAL" clId="{CC4420AD-58F3-42E3-B10F-530B999EE787}" dt="2026-04-21T02:49:27.557" v="98" actId="20577"/>
          <ac:spMkLst>
            <pc:docMk/>
            <pc:sldMk cId="2892044210" sldId="2147483647"/>
            <ac:spMk id="2" creationId="{F5668CBC-689B-223E-77A5-619B149BCABA}"/>
          </ac:spMkLst>
        </pc:spChg>
        <pc:spChg chg="mod">
          <ac:chgData name="Zhu,Julia (HP Medicine) BII-CN-S" userId="03b5dd03-9d84-43b3-85a3-94d8f7e7e050" providerId="ADAL" clId="{CC4420AD-58F3-42E3-B10F-530B999EE787}" dt="2026-04-21T06:27:51.694" v="132"/>
          <ac:spMkLst>
            <pc:docMk/>
            <pc:sldMk cId="2892044210" sldId="2147483647"/>
            <ac:spMk id="6" creationId="{2808A246-3FB7-AF60-F618-3C5FB57D0ADF}"/>
          </ac:spMkLst>
        </pc:spChg>
        <pc:spChg chg="mod">
          <ac:chgData name="Zhu,Julia (HP Medicine) BII-CN-S" userId="03b5dd03-9d84-43b3-85a3-94d8f7e7e050" providerId="ADAL" clId="{CC4420AD-58F3-42E3-B10F-530B999EE787}" dt="2026-04-21T02:52:14.107" v="106" actId="1076"/>
          <ac:spMkLst>
            <pc:docMk/>
            <pc:sldMk cId="2892044210" sldId="2147483647"/>
            <ac:spMk id="20" creationId="{74BD4A57-B31A-93F1-FA78-54DF98349710}"/>
          </ac:spMkLst>
        </pc:spChg>
        <pc:spChg chg="mod">
          <ac:chgData name="Zhu,Julia (HP Medicine) BII-CN-S" userId="03b5dd03-9d84-43b3-85a3-94d8f7e7e050" providerId="ADAL" clId="{CC4420AD-58F3-42E3-B10F-530B999EE787}" dt="2026-04-21T02:52:10.582" v="105" actId="1076"/>
          <ac:spMkLst>
            <pc:docMk/>
            <pc:sldMk cId="2892044210" sldId="2147483647"/>
            <ac:spMk id="26" creationId="{F20984A5-8917-F310-FB0F-38E438C66258}"/>
          </ac:spMkLst>
        </pc:spChg>
        <pc:spChg chg="mod">
          <ac:chgData name="Zhu,Julia (HP Medicine) BII-CN-S" userId="03b5dd03-9d84-43b3-85a3-94d8f7e7e050" providerId="ADAL" clId="{CC4420AD-58F3-42E3-B10F-530B999EE787}" dt="2026-04-21T02:49:54.300" v="101" actId="1035"/>
          <ac:spMkLst>
            <pc:docMk/>
            <pc:sldMk cId="2892044210" sldId="2147483647"/>
            <ac:spMk id="35" creationId="{7F434CD8-A68C-ED95-8ED3-F9BF92F954A8}"/>
          </ac:spMkLst>
        </pc:spChg>
        <pc:spChg chg="mod">
          <ac:chgData name="Zhu,Julia (HP Medicine) BII-CN-S" userId="03b5dd03-9d84-43b3-85a3-94d8f7e7e050" providerId="ADAL" clId="{CC4420AD-58F3-42E3-B10F-530B999EE787}" dt="2026-04-21T02:52:31.682" v="115" actId="1076"/>
          <ac:spMkLst>
            <pc:docMk/>
            <pc:sldMk cId="2892044210" sldId="2147483647"/>
            <ac:spMk id="37" creationId="{1A6E1DFD-2EFE-E7B4-3663-C80C96D24C9F}"/>
          </ac:spMkLst>
        </pc:spChg>
        <pc:spChg chg="mod">
          <ac:chgData name="Zhu,Julia (HP Medicine) BII-CN-S" userId="03b5dd03-9d84-43b3-85a3-94d8f7e7e050" providerId="ADAL" clId="{CC4420AD-58F3-42E3-B10F-530B999EE787}" dt="2026-04-21T02:41:21.930" v="48" actId="20577"/>
          <ac:spMkLst>
            <pc:docMk/>
            <pc:sldMk cId="2892044210" sldId="2147483647"/>
            <ac:spMk id="40" creationId="{29165881-7D89-501C-F05F-FD7A3E20D5EB}"/>
          </ac:spMkLst>
        </pc:spChg>
        <pc:spChg chg="mod">
          <ac:chgData name="Zhu,Julia (HP Medicine) BII-CN-S" userId="03b5dd03-9d84-43b3-85a3-94d8f7e7e050" providerId="ADAL" clId="{CC4420AD-58F3-42E3-B10F-530B999EE787}" dt="2026-04-21T02:52:27.459" v="114" actId="207"/>
          <ac:spMkLst>
            <pc:docMk/>
            <pc:sldMk cId="2892044210" sldId="2147483647"/>
            <ac:spMk id="43" creationId="{6EE69C51-762C-DD61-C0A9-06310B188562}"/>
          </ac:spMkLst>
        </pc:spChg>
        <pc:spChg chg="mod">
          <ac:chgData name="Zhu,Julia (HP Medicine) BII-CN-S" userId="03b5dd03-9d84-43b3-85a3-94d8f7e7e050" providerId="ADAL" clId="{CC4420AD-58F3-42E3-B10F-530B999EE787}" dt="2026-04-21T02:44:36.612" v="63" actId="1076"/>
          <ac:spMkLst>
            <pc:docMk/>
            <pc:sldMk cId="2892044210" sldId="2147483647"/>
            <ac:spMk id="46" creationId="{E7963649-634F-695F-1BC9-7FF2B181976B}"/>
          </ac:spMkLst>
        </pc:spChg>
        <pc:spChg chg="mod">
          <ac:chgData name="Zhu,Julia (HP Medicine) BII-CN-S" userId="03b5dd03-9d84-43b3-85a3-94d8f7e7e050" providerId="ADAL" clId="{CC4420AD-58F3-42E3-B10F-530B999EE787}" dt="2026-04-21T02:44:45.589" v="64" actId="1076"/>
          <ac:spMkLst>
            <pc:docMk/>
            <pc:sldMk cId="2892044210" sldId="2147483647"/>
            <ac:spMk id="47" creationId="{A04A6F2A-73C1-691C-1EAC-BEA0CAF92493}"/>
          </ac:spMkLst>
        </pc:spChg>
        <pc:spChg chg="mod">
          <ac:chgData name="Zhu,Julia (HP Medicine) BII-CN-S" userId="03b5dd03-9d84-43b3-85a3-94d8f7e7e050" providerId="ADAL" clId="{CC4420AD-58F3-42E3-B10F-530B999EE787}" dt="2026-04-21T02:50:30.898" v="102" actId="1076"/>
          <ac:spMkLst>
            <pc:docMk/>
            <pc:sldMk cId="2892044210" sldId="2147483647"/>
            <ac:spMk id="49" creationId="{6FE1B71A-630A-DB5D-5273-AA6CC2361DC0}"/>
          </ac:spMkLst>
        </pc:spChg>
        <pc:spChg chg="mod">
          <ac:chgData name="Zhu,Julia (HP Medicine) BII-CN-S" userId="03b5dd03-9d84-43b3-85a3-94d8f7e7e050" providerId="ADAL" clId="{CC4420AD-58F3-42E3-B10F-530B999EE787}" dt="2026-04-21T02:48:06.524" v="86" actId="1076"/>
          <ac:spMkLst>
            <pc:docMk/>
            <pc:sldMk cId="2892044210" sldId="2147483647"/>
            <ac:spMk id="104" creationId="{017F2F83-68C8-ECBD-6435-5FC88A391C57}"/>
          </ac:spMkLst>
        </pc:spChg>
        <pc:spChg chg="mod">
          <ac:chgData name="Zhu,Julia (HP Medicine) BII-CN-S" userId="03b5dd03-9d84-43b3-85a3-94d8f7e7e050" providerId="ADAL" clId="{CC4420AD-58F3-42E3-B10F-530B999EE787}" dt="2026-04-21T02:52:06.071" v="104" actId="1076"/>
          <ac:spMkLst>
            <pc:docMk/>
            <pc:sldMk cId="2892044210" sldId="2147483647"/>
            <ac:spMk id="105" creationId="{2B04181C-2B4A-2A37-E108-9560CB09EC3B}"/>
          </ac:spMkLst>
        </pc:spChg>
        <pc:spChg chg="mod">
          <ac:chgData name="Zhu,Julia (HP Medicine) BII-CN-S" userId="03b5dd03-9d84-43b3-85a3-94d8f7e7e050" providerId="ADAL" clId="{CC4420AD-58F3-42E3-B10F-530B999EE787}" dt="2026-04-21T02:52:17.064" v="107" actId="1076"/>
          <ac:spMkLst>
            <pc:docMk/>
            <pc:sldMk cId="2892044210" sldId="2147483647"/>
            <ac:spMk id="106" creationId="{7B9B9081-7DB4-D6AB-0894-A3C5647FC461}"/>
          </ac:spMkLst>
        </pc:spChg>
        <pc:spChg chg="mod">
          <ac:chgData name="Zhu,Julia (HP Medicine) BII-CN-S" userId="03b5dd03-9d84-43b3-85a3-94d8f7e7e050" providerId="ADAL" clId="{CC4420AD-58F3-42E3-B10F-530B999EE787}" dt="2026-04-21T02:53:23.560" v="120" actId="1076"/>
          <ac:spMkLst>
            <pc:docMk/>
            <pc:sldMk cId="2892044210" sldId="2147483647"/>
            <ac:spMk id="110" creationId="{2B564CF8-5C4C-FCC7-7641-1A8EF51C2F56}"/>
          </ac:spMkLst>
        </pc:spChg>
        <pc:spChg chg="mod">
          <ac:chgData name="Zhu,Julia (HP Medicine) BII-CN-S" userId="03b5dd03-9d84-43b3-85a3-94d8f7e7e050" providerId="ADAL" clId="{CC4420AD-58F3-42E3-B10F-530B999EE787}" dt="2026-04-21T02:53:28.861" v="121" actId="1076"/>
          <ac:spMkLst>
            <pc:docMk/>
            <pc:sldMk cId="2892044210" sldId="2147483647"/>
            <ac:spMk id="111" creationId="{47C8E209-C13F-732F-20CA-CE8A575671B5}"/>
          </ac:spMkLst>
        </pc:spChg>
        <pc:spChg chg="mod">
          <ac:chgData name="Zhu,Julia (HP Medicine) BII-CN-S" userId="03b5dd03-9d84-43b3-85a3-94d8f7e7e050" providerId="ADAL" clId="{CC4420AD-58F3-42E3-B10F-530B999EE787}" dt="2026-04-21T02:53:12.675" v="118" actId="14100"/>
          <ac:spMkLst>
            <pc:docMk/>
            <pc:sldMk cId="2892044210" sldId="2147483647"/>
            <ac:spMk id="113" creationId="{75EC4FE7-B9F0-A1B2-BEB1-B2690D921526}"/>
          </ac:spMkLst>
        </pc:spChg>
        <pc:spChg chg="mod">
          <ac:chgData name="Zhu,Julia (HP Medicine) BII-CN-S" userId="03b5dd03-9d84-43b3-85a3-94d8f7e7e050" providerId="ADAL" clId="{CC4420AD-58F3-42E3-B10F-530B999EE787}" dt="2026-04-21T02:53:19.030" v="119" actId="1076"/>
          <ac:spMkLst>
            <pc:docMk/>
            <pc:sldMk cId="2892044210" sldId="2147483647"/>
            <ac:spMk id="114" creationId="{A25690DA-0C43-7FA6-3CAA-0E88EB736F0A}"/>
          </ac:spMkLst>
        </pc:spChg>
        <pc:spChg chg="mod">
          <ac:chgData name="Zhu,Julia (HP Medicine) BII-CN-S" userId="03b5dd03-9d84-43b3-85a3-94d8f7e7e050" providerId="ADAL" clId="{CC4420AD-58F3-42E3-B10F-530B999EE787}" dt="2026-04-21T02:43:07.433" v="60" actId="20577"/>
          <ac:spMkLst>
            <pc:docMk/>
            <pc:sldMk cId="2892044210" sldId="2147483647"/>
            <ac:spMk id="115" creationId="{D541E2E3-021B-336F-8E7D-639BC793FD56}"/>
          </ac:spMkLst>
        </pc:spChg>
        <pc:spChg chg="mod">
          <ac:chgData name="Zhu,Julia (HP Medicine) BII-CN-S" userId="03b5dd03-9d84-43b3-85a3-94d8f7e7e050" providerId="ADAL" clId="{CC4420AD-58F3-42E3-B10F-530B999EE787}" dt="2026-04-21T02:54:01.389" v="124" actId="1076"/>
          <ac:spMkLst>
            <pc:docMk/>
            <pc:sldMk cId="2892044210" sldId="2147483647"/>
            <ac:spMk id="123" creationId="{1E3B0512-FF64-87A8-7D0A-4428CFFBF524}"/>
          </ac:spMkLst>
        </pc:spChg>
        <pc:spChg chg="mod">
          <ac:chgData name="Zhu,Julia (HP Medicine) BII-CN-S" userId="03b5dd03-9d84-43b3-85a3-94d8f7e7e050" providerId="ADAL" clId="{CC4420AD-58F3-42E3-B10F-530B999EE787}" dt="2026-04-21T02:54:18.879" v="125" actId="1076"/>
          <ac:spMkLst>
            <pc:docMk/>
            <pc:sldMk cId="2892044210" sldId="2147483647"/>
            <ac:spMk id="124" creationId="{93994F20-2744-ACAA-5A47-BC5D9A45C0FE}"/>
          </ac:spMkLst>
        </pc:spChg>
        <pc:grpChg chg="mod">
          <ac:chgData name="Zhu,Julia (HP Medicine) BII-CN-S" userId="03b5dd03-9d84-43b3-85a3-94d8f7e7e050" providerId="ADAL" clId="{CC4420AD-58F3-42E3-B10F-530B999EE787}" dt="2026-04-21T02:37:08.005" v="26" actId="1076"/>
          <ac:grpSpMkLst>
            <pc:docMk/>
            <pc:sldMk cId="2892044210" sldId="2147483647"/>
            <ac:grpSpMk id="28" creationId="{6AA8534B-2136-AFE5-4318-A101D968EEAC}"/>
          </ac:grpSpMkLst>
        </pc:grpChg>
      </pc:sldChg>
    </pc:docChg>
  </pc:docChgLst>
  <pc:docChgLst>
    <pc:chgData name="Liu,Dr.,Meiruo (HP Medicine) BII-CN-S" userId="ece9aa16-5bba-4d2f-b200-019c8e2ba0a0" providerId="ADAL" clId="{7AE74376-5C31-4B5A-9670-ACD085A29F44}"/>
    <pc:docChg chg="undo custSel addSld delSld modSld">
      <pc:chgData name="Liu,Dr.,Meiruo (HP Medicine) BII-CN-S" userId="ece9aa16-5bba-4d2f-b200-019c8e2ba0a0" providerId="ADAL" clId="{7AE74376-5C31-4B5A-9670-ACD085A29F44}" dt="2026-04-23T03:28:10.413" v="1957" actId="20577"/>
      <pc:docMkLst>
        <pc:docMk/>
      </pc:docMkLst>
      <pc:sldChg chg="delSp modSp mod">
        <pc:chgData name="Liu,Dr.,Meiruo (HP Medicine) BII-CN-S" userId="ece9aa16-5bba-4d2f-b200-019c8e2ba0a0" providerId="ADAL" clId="{7AE74376-5C31-4B5A-9670-ACD085A29F44}" dt="2026-04-22T12:57:51.585" v="92" actId="13926"/>
        <pc:sldMkLst>
          <pc:docMk/>
          <pc:sldMk cId="1958950649" sldId="258"/>
        </pc:sldMkLst>
        <pc:spChg chg="mod">
          <ac:chgData name="Liu,Dr.,Meiruo (HP Medicine) BII-CN-S" userId="ece9aa16-5bba-4d2f-b200-019c8e2ba0a0" providerId="ADAL" clId="{7AE74376-5C31-4B5A-9670-ACD085A29F44}" dt="2026-04-22T12:57:51.585" v="92" actId="13926"/>
          <ac:spMkLst>
            <pc:docMk/>
            <pc:sldMk cId="1958950649" sldId="258"/>
            <ac:spMk id="11" creationId="{F49071F8-61BF-2F91-76E9-FF04D2BC5C76}"/>
          </ac:spMkLst>
        </pc:spChg>
        <pc:graphicFrameChg chg="mod modGraphic">
          <ac:chgData name="Liu,Dr.,Meiruo (HP Medicine) BII-CN-S" userId="ece9aa16-5bba-4d2f-b200-019c8e2ba0a0" providerId="ADAL" clId="{7AE74376-5C31-4B5A-9670-ACD085A29F44}" dt="2026-04-22T12:57:46.860" v="91" actId="108"/>
          <ac:graphicFrameMkLst>
            <pc:docMk/>
            <pc:sldMk cId="1958950649" sldId="258"/>
            <ac:graphicFrameMk id="2" creationId="{8F6A6332-E33B-BE74-9519-8A6E268CBD32}"/>
          </ac:graphicFrameMkLst>
        </pc:graphicFrameChg>
      </pc:sldChg>
      <pc:sldChg chg="mod modShow">
        <pc:chgData name="Liu,Dr.,Meiruo (HP Medicine) BII-CN-S" userId="ece9aa16-5bba-4d2f-b200-019c8e2ba0a0" providerId="ADAL" clId="{7AE74376-5C31-4B5A-9670-ACD085A29F44}" dt="2026-04-22T13:23:59.495" v="641" actId="729"/>
        <pc:sldMkLst>
          <pc:docMk/>
          <pc:sldMk cId="0" sldId="262"/>
        </pc:sldMkLst>
      </pc:sldChg>
      <pc:sldChg chg="addSp delSp modSp add mod modNotesTx">
        <pc:chgData name="Liu,Dr.,Meiruo (HP Medicine) BII-CN-S" userId="ece9aa16-5bba-4d2f-b200-019c8e2ba0a0" providerId="ADAL" clId="{7AE74376-5C31-4B5A-9670-ACD085A29F44}" dt="2026-04-23T03:28:10.413" v="1957" actId="20577"/>
        <pc:sldMkLst>
          <pc:docMk/>
          <pc:sldMk cId="3952027004" sldId="280"/>
        </pc:sldMkLst>
        <pc:spChg chg="mod">
          <ac:chgData name="Liu,Dr.,Meiruo (HP Medicine) BII-CN-S" userId="ece9aa16-5bba-4d2f-b200-019c8e2ba0a0" providerId="ADAL" clId="{7AE74376-5C31-4B5A-9670-ACD085A29F44}" dt="2026-04-22T13:15:28.112" v="380" actId="14100"/>
          <ac:spMkLst>
            <pc:docMk/>
            <pc:sldMk cId="3952027004" sldId="280"/>
            <ac:spMk id="3" creationId="{95383797-118E-9DE8-CF1A-77F472E54A94}"/>
          </ac:spMkLst>
        </pc:spChg>
        <pc:spChg chg="mod">
          <ac:chgData name="Liu,Dr.,Meiruo (HP Medicine) BII-CN-S" userId="ece9aa16-5bba-4d2f-b200-019c8e2ba0a0" providerId="ADAL" clId="{7AE74376-5C31-4B5A-9670-ACD085A29F44}" dt="2026-04-23T02:44:35.596" v="1930" actId="14100"/>
          <ac:spMkLst>
            <pc:docMk/>
            <pc:sldMk cId="3952027004" sldId="280"/>
            <ac:spMk id="33" creationId="{635EA496-1EE4-F335-8061-CD2CD6EF3410}"/>
          </ac:spMkLst>
        </pc:spChg>
        <pc:spChg chg="mod">
          <ac:chgData name="Liu,Dr.,Meiruo (HP Medicine) BII-CN-S" userId="ece9aa16-5bba-4d2f-b200-019c8e2ba0a0" providerId="ADAL" clId="{7AE74376-5C31-4B5A-9670-ACD085A29F44}" dt="2026-04-23T03:28:03.958" v="1951" actId="1037"/>
          <ac:spMkLst>
            <pc:docMk/>
            <pc:sldMk cId="3952027004" sldId="280"/>
            <ac:spMk id="34" creationId="{F7AFA885-18A5-792E-5C35-CFA11E7EB198}"/>
          </ac:spMkLst>
        </pc:spChg>
        <pc:spChg chg="mod">
          <ac:chgData name="Liu,Dr.,Meiruo (HP Medicine) BII-CN-S" userId="ece9aa16-5bba-4d2f-b200-019c8e2ba0a0" providerId="ADAL" clId="{7AE74376-5C31-4B5A-9670-ACD085A29F44}" dt="2026-04-23T03:28:03.958" v="1951" actId="1037"/>
          <ac:spMkLst>
            <pc:docMk/>
            <pc:sldMk cId="3952027004" sldId="280"/>
            <ac:spMk id="38" creationId="{21AB583E-A878-E505-D2FA-4785D5C916B1}"/>
          </ac:spMkLst>
        </pc:spChg>
        <pc:spChg chg="mod">
          <ac:chgData name="Liu,Dr.,Meiruo (HP Medicine) BII-CN-S" userId="ece9aa16-5bba-4d2f-b200-019c8e2ba0a0" providerId="ADAL" clId="{7AE74376-5C31-4B5A-9670-ACD085A29F44}" dt="2026-04-22T13:15:16.485" v="378" actId="1036"/>
          <ac:spMkLst>
            <pc:docMk/>
            <pc:sldMk cId="3952027004" sldId="280"/>
            <ac:spMk id="53" creationId="{3C5EC7B8-7907-A10B-2C44-EEDC4998FA1C}"/>
          </ac:spMkLst>
        </pc:spChg>
        <pc:spChg chg="mod">
          <ac:chgData name="Liu,Dr.,Meiruo (HP Medicine) BII-CN-S" userId="ece9aa16-5bba-4d2f-b200-019c8e2ba0a0" providerId="ADAL" clId="{7AE74376-5C31-4B5A-9670-ACD085A29F44}" dt="2026-04-22T13:15:43.444" v="384" actId="14100"/>
          <ac:spMkLst>
            <pc:docMk/>
            <pc:sldMk cId="3952027004" sldId="280"/>
            <ac:spMk id="54" creationId="{66038BA4-2C93-810B-6A86-5A7948B581FC}"/>
          </ac:spMkLst>
        </pc:spChg>
        <pc:spChg chg="mod">
          <ac:chgData name="Liu,Dr.,Meiruo (HP Medicine) BII-CN-S" userId="ece9aa16-5bba-4d2f-b200-019c8e2ba0a0" providerId="ADAL" clId="{7AE74376-5C31-4B5A-9670-ACD085A29F44}" dt="2026-04-22T13:15:33.011" v="381" actId="14100"/>
          <ac:spMkLst>
            <pc:docMk/>
            <pc:sldMk cId="3952027004" sldId="280"/>
            <ac:spMk id="55" creationId="{170C7E3A-18E1-1F2C-AFD0-B09B45FFEE76}"/>
          </ac:spMkLst>
        </pc:spChg>
        <pc:spChg chg="mod">
          <ac:chgData name="Liu,Dr.,Meiruo (HP Medicine) BII-CN-S" userId="ece9aa16-5bba-4d2f-b200-019c8e2ba0a0" providerId="ADAL" clId="{7AE74376-5C31-4B5A-9670-ACD085A29F44}" dt="2026-04-23T03:28:10.413" v="1957" actId="20577"/>
          <ac:spMkLst>
            <pc:docMk/>
            <pc:sldMk cId="3952027004" sldId="280"/>
            <ac:spMk id="91" creationId="{10F10C66-E90E-8EC1-15E0-03F351DD42CC}"/>
          </ac:spMkLst>
        </pc:spChg>
        <pc:spChg chg="mod">
          <ac:chgData name="Liu,Dr.,Meiruo (HP Medicine) BII-CN-S" userId="ece9aa16-5bba-4d2f-b200-019c8e2ba0a0" providerId="ADAL" clId="{7AE74376-5C31-4B5A-9670-ACD085A29F44}" dt="2026-04-22T13:15:16.485" v="378" actId="1036"/>
          <ac:spMkLst>
            <pc:docMk/>
            <pc:sldMk cId="3952027004" sldId="280"/>
            <ac:spMk id="100" creationId="{DB624190-3932-1E60-CBB1-66787A96DD3A}"/>
          </ac:spMkLst>
        </pc:spChg>
        <pc:spChg chg="add mod">
          <ac:chgData name="Liu,Dr.,Meiruo (HP Medicine) BII-CN-S" userId="ece9aa16-5bba-4d2f-b200-019c8e2ba0a0" providerId="ADAL" clId="{7AE74376-5C31-4B5A-9670-ACD085A29F44}" dt="2026-04-22T15:10:45.456" v="1639" actId="14100"/>
          <ac:spMkLst>
            <pc:docMk/>
            <pc:sldMk cId="3952027004" sldId="280"/>
            <ac:spMk id="101" creationId="{45481821-AE80-469D-C89B-F0405A2BFA1C}"/>
          </ac:spMkLst>
        </pc:spChg>
        <pc:spChg chg="add mod">
          <ac:chgData name="Liu,Dr.,Meiruo (HP Medicine) BII-CN-S" userId="ece9aa16-5bba-4d2f-b200-019c8e2ba0a0" providerId="ADAL" clId="{7AE74376-5C31-4B5A-9670-ACD085A29F44}" dt="2026-04-22T15:16:18.122" v="1928" actId="14100"/>
          <ac:spMkLst>
            <pc:docMk/>
            <pc:sldMk cId="3952027004" sldId="280"/>
            <ac:spMk id="104" creationId="{7A706CC6-101F-79A3-939D-C65BCA3387D6}"/>
          </ac:spMkLst>
        </pc:spChg>
        <pc:spChg chg="mod">
          <ac:chgData name="Liu,Dr.,Meiruo (HP Medicine) BII-CN-S" userId="ece9aa16-5bba-4d2f-b200-019c8e2ba0a0" providerId="ADAL" clId="{7AE74376-5C31-4B5A-9670-ACD085A29F44}" dt="2026-04-22T15:14:26.816" v="1880" actId="6549"/>
          <ac:spMkLst>
            <pc:docMk/>
            <pc:sldMk cId="3952027004" sldId="280"/>
            <ac:spMk id="107" creationId="{294A0EAF-6709-01A1-79F3-361C7C2F838E}"/>
          </ac:spMkLst>
        </pc:spChg>
        <pc:spChg chg="add mod">
          <ac:chgData name="Liu,Dr.,Meiruo (HP Medicine) BII-CN-S" userId="ece9aa16-5bba-4d2f-b200-019c8e2ba0a0" providerId="ADAL" clId="{7AE74376-5C31-4B5A-9670-ACD085A29F44}" dt="2026-04-22T15:14:49.022" v="1884" actId="1076"/>
          <ac:spMkLst>
            <pc:docMk/>
            <pc:sldMk cId="3952027004" sldId="280"/>
            <ac:spMk id="108" creationId="{11E36674-413A-0CC8-BBF7-8A0EBEE8A120}"/>
          </ac:spMkLst>
        </pc:spChg>
        <pc:spChg chg="mod">
          <ac:chgData name="Liu,Dr.,Meiruo (HP Medicine) BII-CN-S" userId="ece9aa16-5bba-4d2f-b200-019c8e2ba0a0" providerId="ADAL" clId="{7AE74376-5C31-4B5A-9670-ACD085A29F44}" dt="2026-04-22T13:15:16.485" v="378" actId="1036"/>
          <ac:spMkLst>
            <pc:docMk/>
            <pc:sldMk cId="3952027004" sldId="280"/>
            <ac:spMk id="139" creationId="{76F61B66-6BAE-6F19-3328-028A2AE52766}"/>
          </ac:spMkLst>
        </pc:spChg>
        <pc:spChg chg="mod">
          <ac:chgData name="Liu,Dr.,Meiruo (HP Medicine) BII-CN-S" userId="ece9aa16-5bba-4d2f-b200-019c8e2ba0a0" providerId="ADAL" clId="{7AE74376-5C31-4B5A-9670-ACD085A29F44}" dt="2026-04-22T13:15:16.485" v="378" actId="1036"/>
          <ac:spMkLst>
            <pc:docMk/>
            <pc:sldMk cId="3952027004" sldId="280"/>
            <ac:spMk id="145" creationId="{3BF37BA6-0062-C548-A668-B0716D2B114E}"/>
          </ac:spMkLst>
        </pc:spChg>
      </pc:sldChg>
      <pc:sldChg chg="addSp delSp modSp add mod">
        <pc:chgData name="Liu,Dr.,Meiruo (HP Medicine) BII-CN-S" userId="ece9aa16-5bba-4d2f-b200-019c8e2ba0a0" providerId="ADAL" clId="{7AE74376-5C31-4B5A-9670-ACD085A29F44}" dt="2026-04-22T13:05:33.818" v="343" actId="113"/>
        <pc:sldMkLst>
          <pc:docMk/>
          <pc:sldMk cId="2800362830" sldId="291"/>
        </pc:sldMkLst>
        <pc:spChg chg="add mod">
          <ac:chgData name="Liu,Dr.,Meiruo (HP Medicine) BII-CN-S" userId="ece9aa16-5bba-4d2f-b200-019c8e2ba0a0" providerId="ADAL" clId="{7AE74376-5C31-4B5A-9670-ACD085A29F44}" dt="2026-04-22T13:05:33.818" v="343" actId="113"/>
          <ac:spMkLst>
            <pc:docMk/>
            <pc:sldMk cId="2800362830" sldId="291"/>
            <ac:spMk id="17" creationId="{FF36E299-A90B-C1D9-43CA-F00C111C030B}"/>
          </ac:spMkLst>
        </pc:spChg>
      </pc:sldChg>
      <pc:sldChg chg="modSp mod">
        <pc:chgData name="Liu,Dr.,Meiruo (HP Medicine) BII-CN-S" userId="ece9aa16-5bba-4d2f-b200-019c8e2ba0a0" providerId="ADAL" clId="{7AE74376-5C31-4B5A-9670-ACD085A29F44}" dt="2026-04-22T13:05:45.895" v="344" actId="20577"/>
        <pc:sldMkLst>
          <pc:docMk/>
          <pc:sldMk cId="783535893" sldId="295"/>
        </pc:sldMkLst>
        <pc:spChg chg="mod">
          <ac:chgData name="Liu,Dr.,Meiruo (HP Medicine) BII-CN-S" userId="ece9aa16-5bba-4d2f-b200-019c8e2ba0a0" providerId="ADAL" clId="{7AE74376-5C31-4B5A-9670-ACD085A29F44}" dt="2026-04-22T13:05:45.895" v="344" actId="20577"/>
          <ac:spMkLst>
            <pc:docMk/>
            <pc:sldMk cId="783535893" sldId="295"/>
            <ac:spMk id="8" creationId="{00000000-0000-0000-0000-000000000000}"/>
          </ac:spMkLst>
        </pc:spChg>
      </pc:sldChg>
      <pc:sldChg chg="modSp mod">
        <pc:chgData name="Liu,Dr.,Meiruo (HP Medicine) BII-CN-S" userId="ece9aa16-5bba-4d2f-b200-019c8e2ba0a0" providerId="ADAL" clId="{7AE74376-5C31-4B5A-9670-ACD085A29F44}" dt="2026-04-22T13:05:53.829" v="347" actId="20577"/>
        <pc:sldMkLst>
          <pc:docMk/>
          <pc:sldMk cId="1538480477" sldId="304"/>
        </pc:sldMkLst>
        <pc:spChg chg="mod">
          <ac:chgData name="Liu,Dr.,Meiruo (HP Medicine) BII-CN-S" userId="ece9aa16-5bba-4d2f-b200-019c8e2ba0a0" providerId="ADAL" clId="{7AE74376-5C31-4B5A-9670-ACD085A29F44}" dt="2026-04-22T13:05:53.829" v="347" actId="20577"/>
          <ac:spMkLst>
            <pc:docMk/>
            <pc:sldMk cId="1538480477" sldId="304"/>
            <ac:spMk id="8" creationId="{C0D59C73-0E22-8D7A-9571-D01ADAC8C267}"/>
          </ac:spMkLst>
        </pc:spChg>
      </pc:sldChg>
      <pc:sldChg chg="modSp mod">
        <pc:chgData name="Liu,Dr.,Meiruo (HP Medicine) BII-CN-S" userId="ece9aa16-5bba-4d2f-b200-019c8e2ba0a0" providerId="ADAL" clId="{7AE74376-5C31-4B5A-9670-ACD085A29F44}" dt="2026-04-22T13:05:49.400" v="345" actId="20577"/>
        <pc:sldMkLst>
          <pc:docMk/>
          <pc:sldMk cId="838965978" sldId="309"/>
        </pc:sldMkLst>
        <pc:spChg chg="mod">
          <ac:chgData name="Liu,Dr.,Meiruo (HP Medicine) BII-CN-S" userId="ece9aa16-5bba-4d2f-b200-019c8e2ba0a0" providerId="ADAL" clId="{7AE74376-5C31-4B5A-9670-ACD085A29F44}" dt="2026-04-22T13:05:49.400" v="345" actId="20577"/>
          <ac:spMkLst>
            <pc:docMk/>
            <pc:sldMk cId="838965978" sldId="309"/>
            <ac:spMk id="8" creationId="{00000000-0000-0000-0000-000000000000}"/>
          </ac:spMkLst>
        </pc:spChg>
      </pc:sldChg>
      <pc:sldChg chg="modSp mod">
        <pc:chgData name="Liu,Dr.,Meiruo (HP Medicine) BII-CN-S" userId="ece9aa16-5bba-4d2f-b200-019c8e2ba0a0" providerId="ADAL" clId="{7AE74376-5C31-4B5A-9670-ACD085A29F44}" dt="2026-04-19T03:10:03.840" v="11" actId="20577"/>
        <pc:sldMkLst>
          <pc:docMk/>
          <pc:sldMk cId="3380180432" sldId="9849"/>
        </pc:sldMkLst>
        <pc:spChg chg="mod">
          <ac:chgData name="Liu,Dr.,Meiruo (HP Medicine) BII-CN-S" userId="ece9aa16-5bba-4d2f-b200-019c8e2ba0a0" providerId="ADAL" clId="{7AE74376-5C31-4B5A-9670-ACD085A29F44}" dt="2026-04-19T03:10:03.840" v="11" actId="20577"/>
          <ac:spMkLst>
            <pc:docMk/>
            <pc:sldMk cId="3380180432" sldId="9849"/>
            <ac:spMk id="3" creationId="{692796CB-E2C8-8508-DF5A-FC10693F0AFB}"/>
          </ac:spMkLst>
        </pc:spChg>
      </pc:sldChg>
      <pc:sldChg chg="modSp mod">
        <pc:chgData name="Liu,Dr.,Meiruo (HP Medicine) BII-CN-S" userId="ece9aa16-5bba-4d2f-b200-019c8e2ba0a0" providerId="ADAL" clId="{7AE74376-5C31-4B5A-9670-ACD085A29F44}" dt="2026-04-22T13:05:51.430" v="346" actId="20577"/>
        <pc:sldMkLst>
          <pc:docMk/>
          <pc:sldMk cId="600153764" sldId="2147480155"/>
        </pc:sldMkLst>
        <pc:spChg chg="mod">
          <ac:chgData name="Liu,Dr.,Meiruo (HP Medicine) BII-CN-S" userId="ece9aa16-5bba-4d2f-b200-019c8e2ba0a0" providerId="ADAL" clId="{7AE74376-5C31-4B5A-9670-ACD085A29F44}" dt="2026-04-22T13:05:51.430" v="346" actId="20577"/>
          <ac:spMkLst>
            <pc:docMk/>
            <pc:sldMk cId="600153764" sldId="2147480155"/>
            <ac:spMk id="8" creationId="{00000000-0000-0000-0000-000000000000}"/>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44_TCM%20Enrolment%20Curve_BI%20Template_20251231.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44_TCM%20Enrolment%20Curve_BI%20Template_20251231.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44_TCM%20Enrolment%20Curve_BI%20Template_20251231.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44_TCM%20Enrolment%20Curve_BI%20Template_20251231.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64_TCM%20Enrolment%20Curve_BI%20Template_20251231.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64_TCM%20Enrolment%20Curve_BI%20Template_20251231.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64_TCM%20Enrolment%20Curve_BI%20Template_20251231.xlsx"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https://boehringer-my.sharepoint.com/personal/linda_2_li_boehringer-ingelheim_com/Documents/Documents/CTM-Project/1404-0064/Weekly%20Report/1404-0064_TCM%20Enrolment%20Curve_BI%20Template_20251231.xlsx"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oleObject" Target="https://quintiles.sharepoint.com/sites/BoehringerIngelheim-MAB39093-HFrEFPh3Study/Shared%20Documents/General/Clinical/Clinical%20Operation_China%20Only/17.%20For%20CL%20use/BI-0018%20meeting%20&#20570;&#34920;&#26684;.xlsx" TargetMode="External"/></Relationships>
</file>

<file path=ppt/charts/_rels/chart11.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package" Target="../embeddings/Microsoft_Excel_Worksheet1.xlsx"/></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package" Target="../embeddings/Microsoft_Excel_Worksheet2.xlsx"/></Relationships>
</file>

<file path=ppt/charts/_rels/chart13.xml.rels><?xml version="1.0" encoding="UTF-8" standalone="yes"?>
<Relationships xmlns="http://schemas.openxmlformats.org/package/2006/relationships"><Relationship Id="rId3" Type="http://schemas.openxmlformats.org/officeDocument/2006/relationships/oleObject" Target="https://boehringer-my.sharepoint.com/personal/iris_huang_boehringer-ingelheim_com/Documents/Desktop/1378-0041/CTM%20use/1378-0041_CTM%20Toolkits-recrutiment%20curve.xlsx" TargetMode="External"/><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oleObject" Target="../embeddings/oleObject5.bin"/></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oleObject" Target="../embeddings/oleObject6.bin"/></Relationships>
</file>

<file path=ppt/charts/_rels/chart16.xml.rels><?xml version="1.0" encoding="UTF-8" standalone="yes"?>
<Relationships xmlns="http://schemas.openxmlformats.org/package/2006/relationships"><Relationship Id="rId3" Type="http://schemas.openxmlformats.org/officeDocument/2006/relationships/oleObject" Target="../embeddings/oleObject7.bin"/><Relationship Id="rId2" Type="http://schemas.microsoft.com/office/2011/relationships/chartColorStyle" Target="colors16.xml"/><Relationship Id="rId1" Type="http://schemas.microsoft.com/office/2011/relationships/chartStyle" Target="style16.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Status(Global</a:t>
            </a:r>
            <a:r>
              <a:rPr lang="en-US" baseline="0"/>
              <a:t>)</a:t>
            </a:r>
            <a:r>
              <a:rPr lang="en-US"/>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9132859739561129E-2"/>
          <c:y val="0.10281353793178563"/>
          <c:w val="0.93815460188383804"/>
          <c:h val="0.71936125226371028"/>
        </c:manualLayout>
      </c:layout>
      <c:lineChart>
        <c:grouping val="standard"/>
        <c:varyColors val="0"/>
        <c:ser>
          <c:idx val="3"/>
          <c:order val="0"/>
          <c:tx>
            <c:strRef>
              <c:f>Global!$A$5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Global!$B$5:$AG$5</c:f>
              <c:numCache>
                <c:formatCode>General</c:formatCode>
                <c:ptCount val="32"/>
                <c:pt idx="0">
                  <c:v>26</c:v>
                </c:pt>
                <c:pt idx="1">
                  <c:v>41</c:v>
                </c:pt>
                <c:pt idx="2">
                  <c:v>55</c:v>
                </c:pt>
                <c:pt idx="3">
                  <c:v>97</c:v>
                </c:pt>
                <c:pt idx="4">
                  <c:v>246</c:v>
                </c:pt>
                <c:pt idx="5">
                  <c:v>482</c:v>
                </c:pt>
                <c:pt idx="6">
                  <c:v>779</c:v>
                </c:pt>
                <c:pt idx="7">
                  <c:v>1110</c:v>
                </c:pt>
                <c:pt idx="8">
                  <c:v>1491</c:v>
                </c:pt>
                <c:pt idx="9">
                  <c:v>1977</c:v>
                </c:pt>
                <c:pt idx="10">
                  <c:v>2417</c:v>
                </c:pt>
                <c:pt idx="11">
                  <c:v>3028</c:v>
                </c:pt>
                <c:pt idx="12">
                  <c:v>3271</c:v>
                </c:pt>
                <c:pt idx="13">
                  <c:v>3530</c:v>
                </c:pt>
                <c:pt idx="14">
                  <c:v>3788</c:v>
                </c:pt>
                <c:pt idx="15">
                  <c:v>4076</c:v>
                </c:pt>
                <c:pt idx="16">
                  <c:v>4302</c:v>
                </c:pt>
                <c:pt idx="17">
                  <c:v>4584</c:v>
                </c:pt>
                <c:pt idx="18">
                  <c:v>4853</c:v>
                </c:pt>
                <c:pt idx="19">
                  <c:v>5180</c:v>
                </c:pt>
                <c:pt idx="20">
                  <c:v>5666</c:v>
                </c:pt>
                <c:pt idx="21">
                  <c:v>6191</c:v>
                </c:pt>
                <c:pt idx="22">
                  <c:v>6696</c:v>
                </c:pt>
                <c:pt idx="23">
                  <c:v>7235</c:v>
                </c:pt>
                <c:pt idx="24">
                  <c:v>7752</c:v>
                </c:pt>
                <c:pt idx="25">
                  <c:v>8255</c:v>
                </c:pt>
                <c:pt idx="26">
                  <c:v>8795</c:v>
                </c:pt>
                <c:pt idx="27">
                  <c:v>9314</c:v>
                </c:pt>
                <c:pt idx="28">
                  <c:v>9762</c:v>
                </c:pt>
                <c:pt idx="29">
                  <c:v>10135</c:v>
                </c:pt>
                <c:pt idx="30">
                  <c:v>10165</c:v>
                </c:pt>
                <c:pt idx="31">
                  <c:v>10165</c:v>
                </c:pt>
              </c:numCache>
            </c:numRef>
          </c:val>
          <c:smooth val="0"/>
          <c:extLst>
            <c:ext xmlns:c16="http://schemas.microsoft.com/office/drawing/2014/chart" uri="{C3380CC4-5D6E-409C-BE32-E72D297353CC}">
              <c16:uniqueId val="{00000000-DB85-4FD2-B19A-F5A88B051A7F}"/>
            </c:ext>
          </c:extLst>
        </c:ser>
        <c:ser>
          <c:idx val="2"/>
          <c:order val="1"/>
          <c:tx>
            <c:strRef>
              <c:f>Global!$A$6</c:f>
              <c:strCache>
                <c:ptCount val="1"/>
                <c:pt idx="0">
                  <c:v>Patient Screened(Actual)</c:v>
                </c:pt>
              </c:strCache>
            </c:strRef>
          </c:tx>
          <c:spPr>
            <a:ln w="28575" cap="rnd">
              <a:solidFill>
                <a:srgbClr val="FFC000"/>
              </a:solidFill>
              <a:prstDash val="solid"/>
              <a:round/>
            </a:ln>
            <a:effectLst/>
          </c:spPr>
          <c:marker>
            <c:symbol val="none"/>
          </c:marker>
          <c:dLbls>
            <c:spPr>
              <a:solidFill>
                <a:srgbClr val="FFFF00"/>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Global!$B$6:$AG$6</c:f>
              <c:numCache>
                <c:formatCode>General</c:formatCode>
                <c:ptCount val="32"/>
                <c:pt idx="0">
                  <c:v>33</c:v>
                </c:pt>
                <c:pt idx="1">
                  <c:v>42</c:v>
                </c:pt>
                <c:pt idx="2">
                  <c:v>55</c:v>
                </c:pt>
                <c:pt idx="3">
                  <c:v>129</c:v>
                </c:pt>
                <c:pt idx="4">
                  <c:v>266</c:v>
                </c:pt>
                <c:pt idx="5">
                  <c:v>534</c:v>
                </c:pt>
                <c:pt idx="6">
                  <c:v>808</c:v>
                </c:pt>
                <c:pt idx="7">
                  <c:v>1145</c:v>
                </c:pt>
                <c:pt idx="8">
                  <c:v>1550</c:v>
                </c:pt>
                <c:pt idx="9">
                  <c:v>1986</c:v>
                </c:pt>
                <c:pt idx="10">
                  <c:v>2402</c:v>
                </c:pt>
                <c:pt idx="11">
                  <c:v>2800</c:v>
                </c:pt>
                <c:pt idx="12">
                  <c:v>3209</c:v>
                </c:pt>
                <c:pt idx="13">
                  <c:v>3629</c:v>
                </c:pt>
                <c:pt idx="14">
                  <c:v>4007</c:v>
                </c:pt>
                <c:pt idx="15">
                  <c:v>4445</c:v>
                </c:pt>
                <c:pt idx="16">
                  <c:v>4887</c:v>
                </c:pt>
                <c:pt idx="17">
                  <c:v>5454</c:v>
                </c:pt>
                <c:pt idx="18">
                  <c:v>5782</c:v>
                </c:pt>
              </c:numCache>
            </c:numRef>
          </c:val>
          <c:smooth val="0"/>
          <c:extLst>
            <c:ext xmlns:c16="http://schemas.microsoft.com/office/drawing/2014/chart" uri="{C3380CC4-5D6E-409C-BE32-E72D297353CC}">
              <c16:uniqueId val="{00000001-DB85-4FD2-B19A-F5A88B051A7F}"/>
            </c:ext>
          </c:extLst>
        </c:ser>
        <c:ser>
          <c:idx val="1"/>
          <c:order val="2"/>
          <c:tx>
            <c:strRef>
              <c:f>Global!$A$7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Global!$B$7:$AG$7</c:f>
              <c:numCache>
                <c:formatCode>General</c:formatCode>
                <c:ptCount val="32"/>
                <c:pt idx="0">
                  <c:v>0</c:v>
                </c:pt>
                <c:pt idx="1">
                  <c:v>1</c:v>
                </c:pt>
                <c:pt idx="2">
                  <c:v>1</c:v>
                </c:pt>
                <c:pt idx="3">
                  <c:v>1</c:v>
                </c:pt>
                <c:pt idx="4">
                  <c:v>3</c:v>
                </c:pt>
                <c:pt idx="5">
                  <c:v>7</c:v>
                </c:pt>
                <c:pt idx="6">
                  <c:v>17</c:v>
                </c:pt>
                <c:pt idx="7">
                  <c:v>31</c:v>
                </c:pt>
                <c:pt idx="8">
                  <c:v>50</c:v>
                </c:pt>
                <c:pt idx="9">
                  <c:v>77</c:v>
                </c:pt>
                <c:pt idx="10">
                  <c:v>106</c:v>
                </c:pt>
                <c:pt idx="11">
                  <c:v>135</c:v>
                </c:pt>
                <c:pt idx="12">
                  <c:v>180</c:v>
                </c:pt>
                <c:pt idx="13">
                  <c:v>232</c:v>
                </c:pt>
                <c:pt idx="14">
                  <c:v>290</c:v>
                </c:pt>
                <c:pt idx="15">
                  <c:v>347</c:v>
                </c:pt>
                <c:pt idx="16">
                  <c:v>401</c:v>
                </c:pt>
                <c:pt idx="17">
                  <c:v>463</c:v>
                </c:pt>
                <c:pt idx="18">
                  <c:v>520</c:v>
                </c:pt>
                <c:pt idx="19">
                  <c:v>580</c:v>
                </c:pt>
                <c:pt idx="20">
                  <c:v>639</c:v>
                </c:pt>
                <c:pt idx="21">
                  <c:v>700</c:v>
                </c:pt>
                <c:pt idx="22">
                  <c:v>811</c:v>
                </c:pt>
                <c:pt idx="23">
                  <c:v>925</c:v>
                </c:pt>
                <c:pt idx="24">
                  <c:v>1041</c:v>
                </c:pt>
                <c:pt idx="25">
                  <c:v>1152</c:v>
                </c:pt>
                <c:pt idx="26">
                  <c:v>1267</c:v>
                </c:pt>
                <c:pt idx="27">
                  <c:v>1382</c:v>
                </c:pt>
                <c:pt idx="28">
                  <c:v>1488</c:v>
                </c:pt>
                <c:pt idx="29">
                  <c:v>1603</c:v>
                </c:pt>
                <c:pt idx="30">
                  <c:v>1712</c:v>
                </c:pt>
                <c:pt idx="31">
                  <c:v>1800</c:v>
                </c:pt>
              </c:numCache>
            </c:numRef>
          </c:val>
          <c:smooth val="0"/>
          <c:extLst>
            <c:ext xmlns:c16="http://schemas.microsoft.com/office/drawing/2014/chart" uri="{C3380CC4-5D6E-409C-BE32-E72D297353CC}">
              <c16:uniqueId val="{00000002-DB85-4FD2-B19A-F5A88B051A7F}"/>
            </c:ext>
          </c:extLst>
        </c:ser>
        <c:ser>
          <c:idx val="0"/>
          <c:order val="3"/>
          <c:tx>
            <c:strRef>
              <c:f>Global!$A$8</c:f>
              <c:strCache>
                <c:ptCount val="1"/>
                <c:pt idx="0">
                  <c:v>Patients Enrolled/Randomized (Actual)</c:v>
                </c:pt>
              </c:strCache>
            </c:strRef>
          </c:tx>
          <c:spPr>
            <a:ln w="19050" cap="rnd">
              <a:solidFill>
                <a:schemeClr val="accent5">
                  <a:lumMod val="75000"/>
                </a:schemeClr>
              </a:solidFill>
              <a:round/>
            </a:ln>
            <a:effectLst/>
          </c:spPr>
          <c:marker>
            <c:symbol val="none"/>
          </c:marker>
          <c:dLbls>
            <c:spPr>
              <a:solidFill>
                <a:srgbClr val="FFFF00"/>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Global!$B$8:$AG$8</c:f>
              <c:numCache>
                <c:formatCode>General</c:formatCode>
                <c:ptCount val="32"/>
                <c:pt idx="0">
                  <c:v>0</c:v>
                </c:pt>
                <c:pt idx="1">
                  <c:v>1</c:v>
                </c:pt>
                <c:pt idx="2">
                  <c:v>1</c:v>
                </c:pt>
                <c:pt idx="3">
                  <c:v>1</c:v>
                </c:pt>
                <c:pt idx="4">
                  <c:v>3</c:v>
                </c:pt>
                <c:pt idx="5">
                  <c:v>8</c:v>
                </c:pt>
                <c:pt idx="6">
                  <c:v>18</c:v>
                </c:pt>
                <c:pt idx="7">
                  <c:v>35</c:v>
                </c:pt>
                <c:pt idx="8">
                  <c:v>52</c:v>
                </c:pt>
                <c:pt idx="9">
                  <c:v>78</c:v>
                </c:pt>
                <c:pt idx="10">
                  <c:v>108</c:v>
                </c:pt>
                <c:pt idx="11">
                  <c:v>143</c:v>
                </c:pt>
                <c:pt idx="12">
                  <c:v>194</c:v>
                </c:pt>
                <c:pt idx="13">
                  <c:v>226</c:v>
                </c:pt>
                <c:pt idx="14">
                  <c:v>273</c:v>
                </c:pt>
                <c:pt idx="15">
                  <c:v>333</c:v>
                </c:pt>
                <c:pt idx="16">
                  <c:v>388</c:v>
                </c:pt>
                <c:pt idx="17">
                  <c:v>445</c:v>
                </c:pt>
                <c:pt idx="18">
                  <c:v>472</c:v>
                </c:pt>
              </c:numCache>
            </c:numRef>
          </c:val>
          <c:smooth val="0"/>
          <c:extLst>
            <c:ext xmlns:c16="http://schemas.microsoft.com/office/drawing/2014/chart" uri="{C3380CC4-5D6E-409C-BE32-E72D297353CC}">
              <c16:uniqueId val="{00000003-DB85-4FD2-B19A-F5A88B051A7F}"/>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(C</a:t>
            </a:r>
            <a:r>
              <a:rPr lang="en-US" altLang="zh-CN"/>
              <a:t>hina)</a:t>
            </a:r>
            <a:r>
              <a:rPr lang="en-US"/>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China!$A$8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China!$D$4:$AG$4</c:f>
              <c:numCache>
                <c:formatCode>yyyy\-mm;@</c:formatCode>
                <c:ptCount val="30"/>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numCache>
            </c:numRef>
          </c:cat>
          <c:val>
            <c:numRef>
              <c:f>China!$D$8:$AG$8</c:f>
              <c:numCache>
                <c:formatCode>0</c:formatCode>
                <c:ptCount val="30"/>
                <c:pt idx="0">
                  <c:v>0</c:v>
                </c:pt>
                <c:pt idx="1">
                  <c:v>0</c:v>
                </c:pt>
                <c:pt idx="2">
                  <c:v>0</c:v>
                </c:pt>
                <c:pt idx="3">
                  <c:v>0</c:v>
                </c:pt>
                <c:pt idx="4">
                  <c:v>0</c:v>
                </c:pt>
                <c:pt idx="5">
                  <c:v>0</c:v>
                </c:pt>
                <c:pt idx="6">
                  <c:v>0</c:v>
                </c:pt>
                <c:pt idx="7">
                  <c:v>1</c:v>
                </c:pt>
                <c:pt idx="8">
                  <c:v>2</c:v>
                </c:pt>
                <c:pt idx="9">
                  <c:v>3</c:v>
                </c:pt>
                <c:pt idx="10">
                  <c:v>4</c:v>
                </c:pt>
                <c:pt idx="11">
                  <c:v>8</c:v>
                </c:pt>
                <c:pt idx="12">
                  <c:v>9</c:v>
                </c:pt>
                <c:pt idx="13">
                  <c:v>17</c:v>
                </c:pt>
                <c:pt idx="14">
                  <c:v>17</c:v>
                </c:pt>
                <c:pt idx="15">
                  <c:v>19</c:v>
                </c:pt>
                <c:pt idx="16">
                  <c:v>20</c:v>
                </c:pt>
              </c:numCache>
            </c:numRef>
          </c:val>
          <c:smooth val="0"/>
          <c:extLst>
            <c:ext xmlns:c16="http://schemas.microsoft.com/office/drawing/2014/chart" uri="{C3380CC4-5D6E-409C-BE32-E72D297353CC}">
              <c16:uniqueId val="{00000000-77D0-490D-91BC-398C561020D2}"/>
            </c:ext>
          </c:extLst>
        </c:ser>
        <c:ser>
          <c:idx val="1"/>
          <c:order val="1"/>
          <c:tx>
            <c:strRef>
              <c:f>China!$A$7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China!$D$4:$AG$4</c:f>
              <c:numCache>
                <c:formatCode>yyyy\-mm;@</c:formatCode>
                <c:ptCount val="30"/>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numCache>
            </c:numRef>
          </c:cat>
          <c:val>
            <c:numRef>
              <c:f>China!$D$7:$AG$7</c:f>
              <c:numCache>
                <c:formatCode>General</c:formatCode>
                <c:ptCount val="30"/>
                <c:pt idx="0">
                  <c:v>0</c:v>
                </c:pt>
                <c:pt idx="1">
                  <c:v>0</c:v>
                </c:pt>
                <c:pt idx="2">
                  <c:v>0</c:v>
                </c:pt>
                <c:pt idx="3">
                  <c:v>0</c:v>
                </c:pt>
                <c:pt idx="4">
                  <c:v>0</c:v>
                </c:pt>
                <c:pt idx="5">
                  <c:v>0</c:v>
                </c:pt>
                <c:pt idx="6">
                  <c:v>0</c:v>
                </c:pt>
                <c:pt idx="7">
                  <c:v>1</c:v>
                </c:pt>
                <c:pt idx="8">
                  <c:v>2</c:v>
                </c:pt>
                <c:pt idx="9">
                  <c:v>4</c:v>
                </c:pt>
                <c:pt idx="10">
                  <c:v>11</c:v>
                </c:pt>
                <c:pt idx="11">
                  <c:v>17</c:v>
                </c:pt>
                <c:pt idx="12">
                  <c:v>24</c:v>
                </c:pt>
                <c:pt idx="13">
                  <c:v>30</c:v>
                </c:pt>
                <c:pt idx="14">
                  <c:v>36</c:v>
                </c:pt>
                <c:pt idx="15">
                  <c:v>43</c:v>
                </c:pt>
                <c:pt idx="16">
                  <c:v>50</c:v>
                </c:pt>
                <c:pt idx="17">
                  <c:v>57</c:v>
                </c:pt>
                <c:pt idx="18">
                  <c:v>64</c:v>
                </c:pt>
                <c:pt idx="19">
                  <c:v>70</c:v>
                </c:pt>
                <c:pt idx="20">
                  <c:v>79</c:v>
                </c:pt>
                <c:pt idx="21">
                  <c:v>89</c:v>
                </c:pt>
                <c:pt idx="22">
                  <c:v>98</c:v>
                </c:pt>
                <c:pt idx="23">
                  <c:v>107</c:v>
                </c:pt>
                <c:pt idx="24">
                  <c:v>117</c:v>
                </c:pt>
                <c:pt idx="25">
                  <c:v>126</c:v>
                </c:pt>
                <c:pt idx="26">
                  <c:v>134</c:v>
                </c:pt>
                <c:pt idx="27">
                  <c:v>144</c:v>
                </c:pt>
                <c:pt idx="28">
                  <c:v>153</c:v>
                </c:pt>
                <c:pt idx="29">
                  <c:v>159</c:v>
                </c:pt>
              </c:numCache>
            </c:numRef>
          </c:val>
          <c:smooth val="0"/>
          <c:extLst>
            <c:ext xmlns:c16="http://schemas.microsoft.com/office/drawing/2014/chart" uri="{C3380CC4-5D6E-409C-BE32-E72D297353CC}">
              <c16:uniqueId val="{00000001-77D0-490D-91BC-398C561020D2}"/>
            </c:ext>
          </c:extLst>
        </c:ser>
        <c:ser>
          <c:idx val="2"/>
          <c:order val="2"/>
          <c:tx>
            <c:strRef>
              <c:f>China!$A$6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China!$D$4:$AG$4</c:f>
              <c:numCache>
                <c:formatCode>yyyy\-mm;@</c:formatCode>
                <c:ptCount val="30"/>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numCache>
            </c:numRef>
          </c:cat>
          <c:val>
            <c:numRef>
              <c:f>China!$D$6:$AG$6</c:f>
              <c:numCache>
                <c:formatCode>General</c:formatCode>
                <c:ptCount val="30"/>
                <c:pt idx="0">
                  <c:v>0</c:v>
                </c:pt>
                <c:pt idx="1">
                  <c:v>1</c:v>
                </c:pt>
                <c:pt idx="2">
                  <c:v>1</c:v>
                </c:pt>
                <c:pt idx="3">
                  <c:v>3</c:v>
                </c:pt>
                <c:pt idx="4">
                  <c:v>12</c:v>
                </c:pt>
                <c:pt idx="5">
                  <c:v>19</c:v>
                </c:pt>
                <c:pt idx="6">
                  <c:v>37</c:v>
                </c:pt>
                <c:pt idx="7">
                  <c:v>61</c:v>
                </c:pt>
                <c:pt idx="8">
                  <c:v>83</c:v>
                </c:pt>
                <c:pt idx="9">
                  <c:v>110</c:v>
                </c:pt>
                <c:pt idx="10">
                  <c:v>142</c:v>
                </c:pt>
                <c:pt idx="11">
                  <c:v>169</c:v>
                </c:pt>
                <c:pt idx="12">
                  <c:v>193</c:v>
                </c:pt>
                <c:pt idx="13" formatCode="0">
                  <c:v>224</c:v>
                </c:pt>
                <c:pt idx="14" formatCode="0">
                  <c:v>243</c:v>
                </c:pt>
                <c:pt idx="15" formatCode="0">
                  <c:v>348</c:v>
                </c:pt>
                <c:pt idx="16" formatCode="0">
                  <c:v>404</c:v>
                </c:pt>
              </c:numCache>
            </c:numRef>
          </c:val>
          <c:smooth val="0"/>
          <c:extLst>
            <c:ext xmlns:c16="http://schemas.microsoft.com/office/drawing/2014/chart" uri="{C3380CC4-5D6E-409C-BE32-E72D297353CC}">
              <c16:uniqueId val="{00000002-77D0-490D-91BC-398C561020D2}"/>
            </c:ext>
          </c:extLst>
        </c:ser>
        <c:ser>
          <c:idx val="3"/>
          <c:order val="3"/>
          <c:tx>
            <c:strRef>
              <c:f>China!$A$5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China!$D$4:$AG$4</c:f>
              <c:numCache>
                <c:formatCode>yyyy\-mm;@</c:formatCode>
                <c:ptCount val="30"/>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numCache>
            </c:numRef>
          </c:cat>
          <c:val>
            <c:numRef>
              <c:f>China!$D$5:$AG$5</c:f>
              <c:numCache>
                <c:formatCode>General</c:formatCode>
                <c:ptCount val="30"/>
                <c:pt idx="0">
                  <c:v>0</c:v>
                </c:pt>
                <c:pt idx="1">
                  <c:v>0</c:v>
                </c:pt>
                <c:pt idx="2">
                  <c:v>1</c:v>
                </c:pt>
                <c:pt idx="3">
                  <c:v>3</c:v>
                </c:pt>
                <c:pt idx="4">
                  <c:v>9</c:v>
                </c:pt>
                <c:pt idx="5">
                  <c:v>17</c:v>
                </c:pt>
                <c:pt idx="6">
                  <c:v>33</c:v>
                </c:pt>
                <c:pt idx="7">
                  <c:v>60</c:v>
                </c:pt>
                <c:pt idx="8">
                  <c:v>81</c:v>
                </c:pt>
                <c:pt idx="9">
                  <c:v>186</c:v>
                </c:pt>
                <c:pt idx="10">
                  <c:v>226</c:v>
                </c:pt>
                <c:pt idx="11">
                  <c:v>273</c:v>
                </c:pt>
                <c:pt idx="12">
                  <c:v>319</c:v>
                </c:pt>
                <c:pt idx="13">
                  <c:v>366</c:v>
                </c:pt>
                <c:pt idx="14">
                  <c:v>405</c:v>
                </c:pt>
                <c:pt idx="15">
                  <c:v>452</c:v>
                </c:pt>
                <c:pt idx="16">
                  <c:v>492</c:v>
                </c:pt>
                <c:pt idx="17">
                  <c:v>538</c:v>
                </c:pt>
                <c:pt idx="18">
                  <c:v>598</c:v>
                </c:pt>
                <c:pt idx="19">
                  <c:v>658</c:v>
                </c:pt>
                <c:pt idx="20">
                  <c:v>717</c:v>
                </c:pt>
                <c:pt idx="21">
                  <c:v>784</c:v>
                </c:pt>
                <c:pt idx="22">
                  <c:v>843</c:v>
                </c:pt>
                <c:pt idx="23">
                  <c:v>903</c:v>
                </c:pt>
                <c:pt idx="24">
                  <c:v>969</c:v>
                </c:pt>
                <c:pt idx="25">
                  <c:v>1029</c:v>
                </c:pt>
                <c:pt idx="26">
                  <c:v>1089</c:v>
                </c:pt>
                <c:pt idx="27">
                  <c:v>1136</c:v>
                </c:pt>
                <c:pt idx="28">
                  <c:v>1136</c:v>
                </c:pt>
                <c:pt idx="29">
                  <c:v>1136</c:v>
                </c:pt>
              </c:numCache>
            </c:numRef>
          </c:val>
          <c:smooth val="0"/>
          <c:extLst>
            <c:ext xmlns:c16="http://schemas.microsoft.com/office/drawing/2014/chart" uri="{C3380CC4-5D6E-409C-BE32-E72D297353CC}">
              <c16:uniqueId val="{00000003-77D0-490D-91BC-398C561020D2}"/>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(Taiwan)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Taiwan!$A$8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Taiwan!$B$8:$AG$8</c:f>
              <c:numCache>
                <c:formatCode>General</c:formatCode>
                <c:ptCount val="32"/>
                <c:pt idx="0">
                  <c:v>0</c:v>
                </c:pt>
                <c:pt idx="1">
                  <c:v>0</c:v>
                </c:pt>
                <c:pt idx="2">
                  <c:v>0</c:v>
                </c:pt>
                <c:pt idx="3">
                  <c:v>0</c:v>
                </c:pt>
                <c:pt idx="4">
                  <c:v>0</c:v>
                </c:pt>
                <c:pt idx="5">
                  <c:v>0</c:v>
                </c:pt>
                <c:pt idx="6">
                  <c:v>0</c:v>
                </c:pt>
                <c:pt idx="7">
                  <c:v>0</c:v>
                </c:pt>
                <c:pt idx="8">
                  <c:v>0</c:v>
                </c:pt>
                <c:pt idx="9">
                  <c:v>0</c:v>
                </c:pt>
                <c:pt idx="10">
                  <c:v>0</c:v>
                </c:pt>
                <c:pt idx="11">
                  <c:v>1</c:v>
                </c:pt>
                <c:pt idx="12">
                  <c:v>1</c:v>
                </c:pt>
                <c:pt idx="13">
                  <c:v>1</c:v>
                </c:pt>
                <c:pt idx="14">
                  <c:v>0</c:v>
                </c:pt>
                <c:pt idx="15">
                  <c:v>0</c:v>
                </c:pt>
                <c:pt idx="16">
                  <c:v>0</c:v>
                </c:pt>
                <c:pt idx="17">
                  <c:v>6</c:v>
                </c:pt>
                <c:pt idx="18">
                  <c:v>7</c:v>
                </c:pt>
              </c:numCache>
            </c:numRef>
          </c:val>
          <c:smooth val="0"/>
          <c:extLst>
            <c:ext xmlns:c16="http://schemas.microsoft.com/office/drawing/2014/chart" uri="{C3380CC4-5D6E-409C-BE32-E72D297353CC}">
              <c16:uniqueId val="{00000000-4FD7-4BCC-9E3A-AD96A8CFC6CD}"/>
            </c:ext>
          </c:extLst>
        </c:ser>
        <c:ser>
          <c:idx val="1"/>
          <c:order val="1"/>
          <c:tx>
            <c:strRef>
              <c:f>Taiwan!$A$7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Taiwan!$B$7:$AG$7</c:f>
              <c:numCache>
                <c:formatCode>General</c:formatCode>
                <c:ptCount val="32"/>
                <c:pt idx="0">
                  <c:v>0</c:v>
                </c:pt>
                <c:pt idx="1">
                  <c:v>0</c:v>
                </c:pt>
                <c:pt idx="2">
                  <c:v>0</c:v>
                </c:pt>
                <c:pt idx="3">
                  <c:v>0</c:v>
                </c:pt>
                <c:pt idx="4">
                  <c:v>0</c:v>
                </c:pt>
                <c:pt idx="5">
                  <c:v>0</c:v>
                </c:pt>
                <c:pt idx="6">
                  <c:v>0</c:v>
                </c:pt>
                <c:pt idx="7">
                  <c:v>0</c:v>
                </c:pt>
                <c:pt idx="8">
                  <c:v>0</c:v>
                </c:pt>
                <c:pt idx="9">
                  <c:v>0</c:v>
                </c:pt>
                <c:pt idx="10">
                  <c:v>0</c:v>
                </c:pt>
                <c:pt idx="11">
                  <c:v>1</c:v>
                </c:pt>
                <c:pt idx="12">
                  <c:v>2</c:v>
                </c:pt>
                <c:pt idx="13">
                  <c:v>2</c:v>
                </c:pt>
                <c:pt idx="14">
                  <c:v>3</c:v>
                </c:pt>
                <c:pt idx="15">
                  <c:v>4</c:v>
                </c:pt>
                <c:pt idx="16">
                  <c:v>5</c:v>
                </c:pt>
                <c:pt idx="17">
                  <c:v>5</c:v>
                </c:pt>
                <c:pt idx="18">
                  <c:v>6</c:v>
                </c:pt>
                <c:pt idx="19">
                  <c:v>7</c:v>
                </c:pt>
                <c:pt idx="20">
                  <c:v>8</c:v>
                </c:pt>
                <c:pt idx="21">
                  <c:v>9</c:v>
                </c:pt>
                <c:pt idx="22">
                  <c:v>12</c:v>
                </c:pt>
                <c:pt idx="23">
                  <c:v>15</c:v>
                </c:pt>
                <c:pt idx="24">
                  <c:v>18</c:v>
                </c:pt>
                <c:pt idx="25">
                  <c:v>22</c:v>
                </c:pt>
                <c:pt idx="26">
                  <c:v>25</c:v>
                </c:pt>
                <c:pt idx="27">
                  <c:v>29</c:v>
                </c:pt>
                <c:pt idx="28">
                  <c:v>32</c:v>
                </c:pt>
                <c:pt idx="29">
                  <c:v>35</c:v>
                </c:pt>
                <c:pt idx="30">
                  <c:v>38</c:v>
                </c:pt>
                <c:pt idx="31">
                  <c:v>41</c:v>
                </c:pt>
              </c:numCache>
            </c:numRef>
          </c:val>
          <c:smooth val="0"/>
          <c:extLst>
            <c:ext xmlns:c16="http://schemas.microsoft.com/office/drawing/2014/chart" uri="{C3380CC4-5D6E-409C-BE32-E72D297353CC}">
              <c16:uniqueId val="{00000001-4FD7-4BCC-9E3A-AD96A8CFC6CD}"/>
            </c:ext>
          </c:extLst>
        </c:ser>
        <c:ser>
          <c:idx val="2"/>
          <c:order val="2"/>
          <c:tx>
            <c:strRef>
              <c:f>Taiwan!$A$6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Taiwan!$B$6:$AG$6</c:f>
              <c:numCache>
                <c:formatCode>General</c:formatCode>
                <c:ptCount val="32"/>
                <c:pt idx="0">
                  <c:v>0</c:v>
                </c:pt>
                <c:pt idx="1">
                  <c:v>0</c:v>
                </c:pt>
                <c:pt idx="2">
                  <c:v>0</c:v>
                </c:pt>
                <c:pt idx="3">
                  <c:v>0</c:v>
                </c:pt>
                <c:pt idx="4">
                  <c:v>0</c:v>
                </c:pt>
                <c:pt idx="5">
                  <c:v>0</c:v>
                </c:pt>
                <c:pt idx="6">
                  <c:v>1</c:v>
                </c:pt>
                <c:pt idx="7">
                  <c:v>3</c:v>
                </c:pt>
                <c:pt idx="8">
                  <c:v>8</c:v>
                </c:pt>
                <c:pt idx="9">
                  <c:v>13</c:v>
                </c:pt>
                <c:pt idx="10">
                  <c:v>20</c:v>
                </c:pt>
                <c:pt idx="11">
                  <c:v>34</c:v>
                </c:pt>
                <c:pt idx="12">
                  <c:v>40</c:v>
                </c:pt>
                <c:pt idx="13">
                  <c:v>50</c:v>
                </c:pt>
                <c:pt idx="14">
                  <c:v>78</c:v>
                </c:pt>
                <c:pt idx="15">
                  <c:v>87</c:v>
                </c:pt>
                <c:pt idx="16">
                  <c:v>93</c:v>
                </c:pt>
                <c:pt idx="17">
                  <c:v>97</c:v>
                </c:pt>
                <c:pt idx="18">
                  <c:v>101</c:v>
                </c:pt>
              </c:numCache>
            </c:numRef>
          </c:val>
          <c:smooth val="0"/>
          <c:extLst>
            <c:ext xmlns:c16="http://schemas.microsoft.com/office/drawing/2014/chart" uri="{C3380CC4-5D6E-409C-BE32-E72D297353CC}">
              <c16:uniqueId val="{00000002-4FD7-4BCC-9E3A-AD96A8CFC6CD}"/>
            </c:ext>
          </c:extLst>
        </c:ser>
        <c:ser>
          <c:idx val="3"/>
          <c:order val="3"/>
          <c:tx>
            <c:strRef>
              <c:f>Taiwan!$A$5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Taiwan!$B$5:$AG$5</c:f>
              <c:numCache>
                <c:formatCode>General</c:formatCode>
                <c:ptCount val="32"/>
                <c:pt idx="0">
                  <c:v>0</c:v>
                </c:pt>
                <c:pt idx="1">
                  <c:v>0</c:v>
                </c:pt>
                <c:pt idx="2">
                  <c:v>0</c:v>
                </c:pt>
                <c:pt idx="3">
                  <c:v>0</c:v>
                </c:pt>
                <c:pt idx="4">
                  <c:v>0</c:v>
                </c:pt>
                <c:pt idx="5">
                  <c:v>0</c:v>
                </c:pt>
                <c:pt idx="6">
                  <c:v>1</c:v>
                </c:pt>
                <c:pt idx="7">
                  <c:v>3</c:v>
                </c:pt>
                <c:pt idx="8">
                  <c:v>7</c:v>
                </c:pt>
                <c:pt idx="9">
                  <c:v>13</c:v>
                </c:pt>
                <c:pt idx="10">
                  <c:v>20</c:v>
                </c:pt>
                <c:pt idx="11">
                  <c:v>39</c:v>
                </c:pt>
                <c:pt idx="12">
                  <c:v>46</c:v>
                </c:pt>
                <c:pt idx="13">
                  <c:v>52</c:v>
                </c:pt>
                <c:pt idx="14">
                  <c:v>52</c:v>
                </c:pt>
                <c:pt idx="15">
                  <c:v>59</c:v>
                </c:pt>
                <c:pt idx="16">
                  <c:v>66</c:v>
                </c:pt>
                <c:pt idx="17">
                  <c:v>72</c:v>
                </c:pt>
                <c:pt idx="18">
                  <c:v>72</c:v>
                </c:pt>
                <c:pt idx="19">
                  <c:v>92</c:v>
                </c:pt>
                <c:pt idx="20">
                  <c:v>112</c:v>
                </c:pt>
                <c:pt idx="21">
                  <c:v>139</c:v>
                </c:pt>
                <c:pt idx="22">
                  <c:v>159</c:v>
                </c:pt>
                <c:pt idx="23">
                  <c:v>185</c:v>
                </c:pt>
                <c:pt idx="24">
                  <c:v>205</c:v>
                </c:pt>
                <c:pt idx="25">
                  <c:v>225</c:v>
                </c:pt>
                <c:pt idx="26">
                  <c:v>252</c:v>
                </c:pt>
                <c:pt idx="27">
                  <c:v>272</c:v>
                </c:pt>
                <c:pt idx="28">
                  <c:v>293</c:v>
                </c:pt>
                <c:pt idx="29">
                  <c:v>293</c:v>
                </c:pt>
                <c:pt idx="30">
                  <c:v>293</c:v>
                </c:pt>
                <c:pt idx="31">
                  <c:v>293</c:v>
                </c:pt>
              </c:numCache>
            </c:numRef>
          </c:val>
          <c:smooth val="0"/>
          <c:extLst>
            <c:ext xmlns:c16="http://schemas.microsoft.com/office/drawing/2014/chart" uri="{C3380CC4-5D6E-409C-BE32-E72D297353CC}">
              <c16:uniqueId val="{00000003-4FD7-4BCC-9E3A-AD96A8CFC6CD}"/>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(Hong Kong)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'Hong Kong'!$A$8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'Hong Kong'!$B$8:$AG$8</c:f>
              <c:numCache>
                <c:formatCode>General</c:formatCode>
                <c:ptCount val="32"/>
                <c:pt idx="0">
                  <c:v>0</c:v>
                </c:pt>
                <c:pt idx="1">
                  <c:v>0</c:v>
                </c:pt>
                <c:pt idx="2">
                  <c:v>0</c:v>
                </c:pt>
                <c:pt idx="3">
                  <c:v>0</c:v>
                </c:pt>
                <c:pt idx="4">
                  <c:v>0</c:v>
                </c:pt>
                <c:pt idx="5">
                  <c:v>0</c:v>
                </c:pt>
                <c:pt idx="6">
                  <c:v>0</c:v>
                </c:pt>
                <c:pt idx="7">
                  <c:v>0</c:v>
                </c:pt>
                <c:pt idx="8">
                  <c:v>1</c:v>
                </c:pt>
                <c:pt idx="9">
                  <c:v>1</c:v>
                </c:pt>
                <c:pt idx="10">
                  <c:v>1</c:v>
                </c:pt>
                <c:pt idx="11">
                  <c:v>1</c:v>
                </c:pt>
                <c:pt idx="12">
                  <c:v>1</c:v>
                </c:pt>
                <c:pt idx="13">
                  <c:v>1</c:v>
                </c:pt>
                <c:pt idx="14">
                  <c:v>2</c:v>
                </c:pt>
                <c:pt idx="15">
                  <c:v>2</c:v>
                </c:pt>
                <c:pt idx="16">
                  <c:v>2</c:v>
                </c:pt>
                <c:pt idx="17">
                  <c:v>2</c:v>
                </c:pt>
                <c:pt idx="18">
                  <c:v>2</c:v>
                </c:pt>
              </c:numCache>
            </c:numRef>
          </c:val>
          <c:smooth val="0"/>
          <c:extLst>
            <c:ext xmlns:c16="http://schemas.microsoft.com/office/drawing/2014/chart" uri="{C3380CC4-5D6E-409C-BE32-E72D297353CC}">
              <c16:uniqueId val="{00000000-6416-4789-8300-BF66D5C35CFE}"/>
            </c:ext>
          </c:extLst>
        </c:ser>
        <c:ser>
          <c:idx val="1"/>
          <c:order val="1"/>
          <c:tx>
            <c:strRef>
              <c:f>'Hong Kong'!$A$7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'Hong Kong'!$B$7:$AG$7</c:f>
              <c:numCache>
                <c:formatCode>General</c:formatCode>
                <c:ptCount val="32"/>
                <c:pt idx="0">
                  <c:v>0</c:v>
                </c:pt>
                <c:pt idx="1">
                  <c:v>0</c:v>
                </c:pt>
                <c:pt idx="2">
                  <c:v>0</c:v>
                </c:pt>
                <c:pt idx="3">
                  <c:v>0</c:v>
                </c:pt>
                <c:pt idx="4">
                  <c:v>0</c:v>
                </c:pt>
                <c:pt idx="5">
                  <c:v>0</c:v>
                </c:pt>
                <c:pt idx="6">
                  <c:v>0</c:v>
                </c:pt>
                <c:pt idx="7">
                  <c:v>0</c:v>
                </c:pt>
                <c:pt idx="8">
                  <c:v>1</c:v>
                </c:pt>
                <c:pt idx="9">
                  <c:v>1</c:v>
                </c:pt>
                <c:pt idx="10">
                  <c:v>1</c:v>
                </c:pt>
                <c:pt idx="11">
                  <c:v>1</c:v>
                </c:pt>
                <c:pt idx="12">
                  <c:v>1</c:v>
                </c:pt>
                <c:pt idx="13">
                  <c:v>2</c:v>
                </c:pt>
                <c:pt idx="14">
                  <c:v>2</c:v>
                </c:pt>
                <c:pt idx="15">
                  <c:v>2</c:v>
                </c:pt>
                <c:pt idx="16">
                  <c:v>3</c:v>
                </c:pt>
                <c:pt idx="17">
                  <c:v>3</c:v>
                </c:pt>
                <c:pt idx="18">
                  <c:v>4</c:v>
                </c:pt>
                <c:pt idx="19">
                  <c:v>4</c:v>
                </c:pt>
                <c:pt idx="20">
                  <c:v>4</c:v>
                </c:pt>
                <c:pt idx="21">
                  <c:v>5</c:v>
                </c:pt>
                <c:pt idx="22">
                  <c:v>6</c:v>
                </c:pt>
                <c:pt idx="23">
                  <c:v>8</c:v>
                </c:pt>
                <c:pt idx="24">
                  <c:v>10</c:v>
                </c:pt>
                <c:pt idx="25">
                  <c:v>11</c:v>
                </c:pt>
                <c:pt idx="26">
                  <c:v>13</c:v>
                </c:pt>
                <c:pt idx="27">
                  <c:v>15</c:v>
                </c:pt>
                <c:pt idx="28">
                  <c:v>16</c:v>
                </c:pt>
                <c:pt idx="29">
                  <c:v>18</c:v>
                </c:pt>
                <c:pt idx="30">
                  <c:v>20</c:v>
                </c:pt>
                <c:pt idx="31">
                  <c:v>21</c:v>
                </c:pt>
              </c:numCache>
            </c:numRef>
          </c:val>
          <c:smooth val="0"/>
          <c:extLst>
            <c:ext xmlns:c16="http://schemas.microsoft.com/office/drawing/2014/chart" uri="{C3380CC4-5D6E-409C-BE32-E72D297353CC}">
              <c16:uniqueId val="{00000001-6416-4789-8300-BF66D5C35CFE}"/>
            </c:ext>
          </c:extLst>
        </c:ser>
        <c:ser>
          <c:idx val="2"/>
          <c:order val="2"/>
          <c:tx>
            <c:strRef>
              <c:f>'Hong Kong'!$A$6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'Hong Kong'!$B$6:$AG$6</c:f>
              <c:numCache>
                <c:formatCode>General</c:formatCode>
                <c:ptCount val="32"/>
                <c:pt idx="0">
                  <c:v>0</c:v>
                </c:pt>
                <c:pt idx="1">
                  <c:v>0</c:v>
                </c:pt>
                <c:pt idx="2">
                  <c:v>0</c:v>
                </c:pt>
                <c:pt idx="3">
                  <c:v>0</c:v>
                </c:pt>
                <c:pt idx="4">
                  <c:v>0</c:v>
                </c:pt>
                <c:pt idx="5">
                  <c:v>0</c:v>
                </c:pt>
                <c:pt idx="6">
                  <c:v>0</c:v>
                </c:pt>
                <c:pt idx="7">
                  <c:v>2</c:v>
                </c:pt>
                <c:pt idx="8">
                  <c:v>4</c:v>
                </c:pt>
                <c:pt idx="9">
                  <c:v>4</c:v>
                </c:pt>
                <c:pt idx="10">
                  <c:v>5</c:v>
                </c:pt>
                <c:pt idx="11">
                  <c:v>5</c:v>
                </c:pt>
                <c:pt idx="12">
                  <c:v>6</c:v>
                </c:pt>
                <c:pt idx="13">
                  <c:v>11</c:v>
                </c:pt>
                <c:pt idx="14">
                  <c:v>15</c:v>
                </c:pt>
                <c:pt idx="15">
                  <c:v>16</c:v>
                </c:pt>
                <c:pt idx="16">
                  <c:v>20</c:v>
                </c:pt>
                <c:pt idx="17">
                  <c:v>24</c:v>
                </c:pt>
                <c:pt idx="18">
                  <c:v>24</c:v>
                </c:pt>
              </c:numCache>
            </c:numRef>
          </c:val>
          <c:smooth val="0"/>
          <c:extLst>
            <c:ext xmlns:c16="http://schemas.microsoft.com/office/drawing/2014/chart" uri="{C3380CC4-5D6E-409C-BE32-E72D297353CC}">
              <c16:uniqueId val="{00000002-6416-4789-8300-BF66D5C35CFE}"/>
            </c:ext>
          </c:extLst>
        </c:ser>
        <c:ser>
          <c:idx val="3"/>
          <c:order val="3"/>
          <c:tx>
            <c:strRef>
              <c:f>'Hong Kong'!$A$5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Kong'!$B$4:$AG$4</c:f>
              <c:numCache>
                <c:formatCode>yyyy\-mm;@</c:formatCode>
                <c:ptCount val="3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numCache>
            </c:numRef>
          </c:cat>
          <c:val>
            <c:numRef>
              <c:f>'Hong Kong'!$B$5:$AG$5</c:f>
              <c:numCache>
                <c:formatCode>General</c:formatCode>
                <c:ptCount val="32"/>
                <c:pt idx="0">
                  <c:v>0</c:v>
                </c:pt>
                <c:pt idx="1">
                  <c:v>0</c:v>
                </c:pt>
                <c:pt idx="2">
                  <c:v>0</c:v>
                </c:pt>
                <c:pt idx="3">
                  <c:v>0</c:v>
                </c:pt>
                <c:pt idx="4">
                  <c:v>0</c:v>
                </c:pt>
                <c:pt idx="5">
                  <c:v>0</c:v>
                </c:pt>
                <c:pt idx="6">
                  <c:v>0</c:v>
                </c:pt>
                <c:pt idx="7">
                  <c:v>2</c:v>
                </c:pt>
                <c:pt idx="8">
                  <c:v>4</c:v>
                </c:pt>
                <c:pt idx="9">
                  <c:v>4</c:v>
                </c:pt>
                <c:pt idx="10">
                  <c:v>5</c:v>
                </c:pt>
                <c:pt idx="11">
                  <c:v>5</c:v>
                </c:pt>
                <c:pt idx="12">
                  <c:v>12</c:v>
                </c:pt>
                <c:pt idx="13">
                  <c:v>12</c:v>
                </c:pt>
                <c:pt idx="14">
                  <c:v>12</c:v>
                </c:pt>
                <c:pt idx="15">
                  <c:v>19</c:v>
                </c:pt>
                <c:pt idx="16">
                  <c:v>19</c:v>
                </c:pt>
                <c:pt idx="17">
                  <c:v>26</c:v>
                </c:pt>
                <c:pt idx="18">
                  <c:v>26</c:v>
                </c:pt>
                <c:pt idx="19">
                  <c:v>26</c:v>
                </c:pt>
                <c:pt idx="20">
                  <c:v>33</c:v>
                </c:pt>
                <c:pt idx="21">
                  <c:v>48</c:v>
                </c:pt>
                <c:pt idx="22">
                  <c:v>55</c:v>
                </c:pt>
                <c:pt idx="23">
                  <c:v>70</c:v>
                </c:pt>
                <c:pt idx="24">
                  <c:v>84</c:v>
                </c:pt>
                <c:pt idx="25">
                  <c:v>91</c:v>
                </c:pt>
                <c:pt idx="26">
                  <c:v>106</c:v>
                </c:pt>
                <c:pt idx="27">
                  <c:v>120</c:v>
                </c:pt>
                <c:pt idx="28">
                  <c:v>128</c:v>
                </c:pt>
                <c:pt idx="29">
                  <c:v>142</c:v>
                </c:pt>
                <c:pt idx="30">
                  <c:v>150</c:v>
                </c:pt>
                <c:pt idx="31">
                  <c:v>150</c:v>
                </c:pt>
              </c:numCache>
            </c:numRef>
          </c:val>
          <c:smooth val="0"/>
          <c:extLst>
            <c:ext xmlns:c16="http://schemas.microsoft.com/office/drawing/2014/chart" uri="{C3380CC4-5D6E-409C-BE32-E72D297353CC}">
              <c16:uniqueId val="{00000003-6416-4789-8300-BF66D5C35CFE}"/>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(Global)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6157167930268972E-2"/>
          <c:y val="0.11308880730814952"/>
          <c:w val="0.9436110170061629"/>
          <c:h val="0.7114433275464711"/>
        </c:manualLayout>
      </c:layout>
      <c:lineChart>
        <c:grouping val="standard"/>
        <c:varyColors val="0"/>
        <c:ser>
          <c:idx val="0"/>
          <c:order val="0"/>
          <c:tx>
            <c:strRef>
              <c:f>Global!$A$8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Global!$B$4:$AQ$4</c:f>
              <c:numCache>
                <c:formatCode>yyyy\-mm;@</c:formatCode>
                <c:ptCount val="4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pt idx="32">
                  <c:v>46539</c:v>
                </c:pt>
                <c:pt idx="33">
                  <c:v>46569</c:v>
                </c:pt>
                <c:pt idx="34">
                  <c:v>46600</c:v>
                </c:pt>
                <c:pt idx="35">
                  <c:v>46631</c:v>
                </c:pt>
                <c:pt idx="36">
                  <c:v>46661</c:v>
                </c:pt>
                <c:pt idx="37">
                  <c:v>46692</c:v>
                </c:pt>
                <c:pt idx="38">
                  <c:v>46722</c:v>
                </c:pt>
                <c:pt idx="39">
                  <c:v>46753</c:v>
                </c:pt>
                <c:pt idx="40">
                  <c:v>46784</c:v>
                </c:pt>
                <c:pt idx="41">
                  <c:v>46813</c:v>
                </c:pt>
              </c:numCache>
            </c:numRef>
          </c:cat>
          <c:val>
            <c:numRef>
              <c:f>Global!$B$8:$AQ$8</c:f>
              <c:numCache>
                <c:formatCode>General</c:formatCode>
                <c:ptCount val="42"/>
                <c:pt idx="0">
                  <c:v>0</c:v>
                </c:pt>
                <c:pt idx="1">
                  <c:v>0</c:v>
                </c:pt>
                <c:pt idx="2">
                  <c:v>0</c:v>
                </c:pt>
                <c:pt idx="3">
                  <c:v>0</c:v>
                </c:pt>
                <c:pt idx="4">
                  <c:v>0</c:v>
                </c:pt>
                <c:pt idx="5">
                  <c:v>1</c:v>
                </c:pt>
                <c:pt idx="6">
                  <c:v>10</c:v>
                </c:pt>
                <c:pt idx="7">
                  <c:v>25</c:v>
                </c:pt>
                <c:pt idx="8">
                  <c:v>57</c:v>
                </c:pt>
                <c:pt idx="9">
                  <c:v>106</c:v>
                </c:pt>
                <c:pt idx="10">
                  <c:v>148</c:v>
                </c:pt>
                <c:pt idx="11">
                  <c:v>215</c:v>
                </c:pt>
                <c:pt idx="12">
                  <c:v>281</c:v>
                </c:pt>
                <c:pt idx="13">
                  <c:v>322</c:v>
                </c:pt>
                <c:pt idx="14">
                  <c:v>389</c:v>
                </c:pt>
                <c:pt idx="15">
                  <c:v>454</c:v>
                </c:pt>
                <c:pt idx="16">
                  <c:v>532</c:v>
                </c:pt>
                <c:pt idx="17">
                  <c:v>610</c:v>
                </c:pt>
                <c:pt idx="18">
                  <c:v>651</c:v>
                </c:pt>
              </c:numCache>
            </c:numRef>
          </c:val>
          <c:smooth val="0"/>
          <c:extLst>
            <c:ext xmlns:c16="http://schemas.microsoft.com/office/drawing/2014/chart" uri="{C3380CC4-5D6E-409C-BE32-E72D297353CC}">
              <c16:uniqueId val="{00000000-171C-465A-A1FB-0D969BC7B431}"/>
            </c:ext>
          </c:extLst>
        </c:ser>
        <c:ser>
          <c:idx val="1"/>
          <c:order val="1"/>
          <c:tx>
            <c:strRef>
              <c:f>Global!$A$7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Global!$B$4:$AQ$4</c:f>
              <c:numCache>
                <c:formatCode>yyyy\-mm;@</c:formatCode>
                <c:ptCount val="4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pt idx="32">
                  <c:v>46539</c:v>
                </c:pt>
                <c:pt idx="33">
                  <c:v>46569</c:v>
                </c:pt>
                <c:pt idx="34">
                  <c:v>46600</c:v>
                </c:pt>
                <c:pt idx="35">
                  <c:v>46631</c:v>
                </c:pt>
                <c:pt idx="36">
                  <c:v>46661</c:v>
                </c:pt>
                <c:pt idx="37">
                  <c:v>46692</c:v>
                </c:pt>
                <c:pt idx="38">
                  <c:v>46722</c:v>
                </c:pt>
                <c:pt idx="39">
                  <c:v>46753</c:v>
                </c:pt>
                <c:pt idx="40">
                  <c:v>46784</c:v>
                </c:pt>
                <c:pt idx="41">
                  <c:v>46813</c:v>
                </c:pt>
              </c:numCache>
            </c:numRef>
          </c:cat>
          <c:val>
            <c:numRef>
              <c:f>Global!$B$7:$AQ$7</c:f>
              <c:numCache>
                <c:formatCode>#,##0</c:formatCode>
                <c:ptCount val="42"/>
                <c:pt idx="0">
                  <c:v>0</c:v>
                </c:pt>
                <c:pt idx="1">
                  <c:v>0</c:v>
                </c:pt>
                <c:pt idx="2">
                  <c:v>0</c:v>
                </c:pt>
                <c:pt idx="3">
                  <c:v>0</c:v>
                </c:pt>
                <c:pt idx="4">
                  <c:v>1</c:v>
                </c:pt>
                <c:pt idx="5">
                  <c:v>2</c:v>
                </c:pt>
                <c:pt idx="6">
                  <c:v>6</c:v>
                </c:pt>
                <c:pt idx="7">
                  <c:v>14</c:v>
                </c:pt>
                <c:pt idx="8">
                  <c:v>26</c:v>
                </c:pt>
                <c:pt idx="9">
                  <c:v>43</c:v>
                </c:pt>
                <c:pt idx="10">
                  <c:v>71</c:v>
                </c:pt>
                <c:pt idx="11">
                  <c:v>112</c:v>
                </c:pt>
                <c:pt idx="12">
                  <c:v>156</c:v>
                </c:pt>
                <c:pt idx="13">
                  <c:v>206</c:v>
                </c:pt>
                <c:pt idx="14">
                  <c:v>259</c:v>
                </c:pt>
                <c:pt idx="15">
                  <c:v>310</c:v>
                </c:pt>
                <c:pt idx="16">
                  <c:v>364</c:v>
                </c:pt>
                <c:pt idx="17">
                  <c:v>424</c:v>
                </c:pt>
                <c:pt idx="18">
                  <c:v>478</c:v>
                </c:pt>
                <c:pt idx="19">
                  <c:v>541</c:v>
                </c:pt>
                <c:pt idx="20">
                  <c:v>605</c:v>
                </c:pt>
                <c:pt idx="21">
                  <c:v>660</c:v>
                </c:pt>
                <c:pt idx="22">
                  <c:v>723</c:v>
                </c:pt>
                <c:pt idx="23">
                  <c:v>787</c:v>
                </c:pt>
                <c:pt idx="24">
                  <c:v>848</c:v>
                </c:pt>
                <c:pt idx="25">
                  <c:v>903</c:v>
                </c:pt>
                <c:pt idx="26">
                  <c:v>968</c:v>
                </c:pt>
                <c:pt idx="27">
                  <c:v>1036</c:v>
                </c:pt>
                <c:pt idx="28">
                  <c:v>1090</c:v>
                </c:pt>
                <c:pt idx="29">
                  <c:v>1155</c:v>
                </c:pt>
                <c:pt idx="30">
                  <c:v>1212</c:v>
                </c:pt>
                <c:pt idx="31">
                  <c:v>1282</c:v>
                </c:pt>
                <c:pt idx="32">
                  <c:v>1340</c:v>
                </c:pt>
                <c:pt idx="33">
                  <c:v>1402</c:v>
                </c:pt>
                <c:pt idx="34">
                  <c:v>1463</c:v>
                </c:pt>
                <c:pt idx="35">
                  <c:v>1525</c:v>
                </c:pt>
                <c:pt idx="36">
                  <c:v>1587</c:v>
                </c:pt>
                <c:pt idx="37">
                  <c:v>1590</c:v>
                </c:pt>
                <c:pt idx="38">
                  <c:v>1638</c:v>
                </c:pt>
                <c:pt idx="39">
                  <c:v>1691</c:v>
                </c:pt>
                <c:pt idx="40">
                  <c:v>1740</c:v>
                </c:pt>
                <c:pt idx="41">
                  <c:v>1793</c:v>
                </c:pt>
              </c:numCache>
            </c:numRef>
          </c:val>
          <c:smooth val="0"/>
          <c:extLst>
            <c:ext xmlns:c16="http://schemas.microsoft.com/office/drawing/2014/chart" uri="{C3380CC4-5D6E-409C-BE32-E72D297353CC}">
              <c16:uniqueId val="{00000001-171C-465A-A1FB-0D969BC7B431}"/>
            </c:ext>
          </c:extLst>
        </c:ser>
        <c:ser>
          <c:idx val="2"/>
          <c:order val="2"/>
          <c:tx>
            <c:strRef>
              <c:f>Global!$A$6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Global!$B$4:$AQ$4</c:f>
              <c:numCache>
                <c:formatCode>yyyy\-mm;@</c:formatCode>
                <c:ptCount val="4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pt idx="32">
                  <c:v>46539</c:v>
                </c:pt>
                <c:pt idx="33">
                  <c:v>46569</c:v>
                </c:pt>
                <c:pt idx="34">
                  <c:v>46600</c:v>
                </c:pt>
                <c:pt idx="35">
                  <c:v>46631</c:v>
                </c:pt>
                <c:pt idx="36">
                  <c:v>46661</c:v>
                </c:pt>
                <c:pt idx="37">
                  <c:v>46692</c:v>
                </c:pt>
                <c:pt idx="38">
                  <c:v>46722</c:v>
                </c:pt>
                <c:pt idx="39">
                  <c:v>46753</c:v>
                </c:pt>
                <c:pt idx="40">
                  <c:v>46784</c:v>
                </c:pt>
                <c:pt idx="41">
                  <c:v>46813</c:v>
                </c:pt>
              </c:numCache>
            </c:numRef>
          </c:cat>
          <c:val>
            <c:numRef>
              <c:f>Global!$B$6:$AQ$6</c:f>
              <c:numCache>
                <c:formatCode>General</c:formatCode>
                <c:ptCount val="42"/>
                <c:pt idx="0">
                  <c:v>0</c:v>
                </c:pt>
                <c:pt idx="1">
                  <c:v>1</c:v>
                </c:pt>
                <c:pt idx="2">
                  <c:v>2</c:v>
                </c:pt>
                <c:pt idx="3">
                  <c:v>5</c:v>
                </c:pt>
                <c:pt idx="4">
                  <c:v>21</c:v>
                </c:pt>
                <c:pt idx="5">
                  <c:v>52</c:v>
                </c:pt>
                <c:pt idx="6">
                  <c:v>128</c:v>
                </c:pt>
                <c:pt idx="7">
                  <c:v>265</c:v>
                </c:pt>
                <c:pt idx="8">
                  <c:v>447</c:v>
                </c:pt>
                <c:pt idx="9">
                  <c:v>591</c:v>
                </c:pt>
                <c:pt idx="10">
                  <c:v>740</c:v>
                </c:pt>
                <c:pt idx="11">
                  <c:v>899</c:v>
                </c:pt>
                <c:pt idx="12">
                  <c:v>1077</c:v>
                </c:pt>
                <c:pt idx="13">
                  <c:v>1252</c:v>
                </c:pt>
                <c:pt idx="14">
                  <c:v>1380</c:v>
                </c:pt>
                <c:pt idx="15">
                  <c:v>1529</c:v>
                </c:pt>
                <c:pt idx="16">
                  <c:v>1690</c:v>
                </c:pt>
                <c:pt idx="17">
                  <c:v>1883</c:v>
                </c:pt>
                <c:pt idx="18">
                  <c:v>1995</c:v>
                </c:pt>
              </c:numCache>
            </c:numRef>
          </c:val>
          <c:smooth val="0"/>
          <c:extLst>
            <c:ext xmlns:c16="http://schemas.microsoft.com/office/drawing/2014/chart" uri="{C3380CC4-5D6E-409C-BE32-E72D297353CC}">
              <c16:uniqueId val="{00000002-171C-465A-A1FB-0D969BC7B431}"/>
            </c:ext>
          </c:extLst>
        </c:ser>
        <c:ser>
          <c:idx val="3"/>
          <c:order val="3"/>
          <c:tx>
            <c:strRef>
              <c:f>Global!$A$5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Global!$B$4:$AQ$4</c:f>
              <c:numCache>
                <c:formatCode>yyyy\-mm;@</c:formatCode>
                <c:ptCount val="42"/>
                <c:pt idx="0">
                  <c:v>45566</c:v>
                </c:pt>
                <c:pt idx="1">
                  <c:v>45597</c:v>
                </c:pt>
                <c:pt idx="2">
                  <c:v>45627</c:v>
                </c:pt>
                <c:pt idx="3">
                  <c:v>45658</c:v>
                </c:pt>
                <c:pt idx="4">
                  <c:v>45689</c:v>
                </c:pt>
                <c:pt idx="5">
                  <c:v>45717</c:v>
                </c:pt>
                <c:pt idx="6">
                  <c:v>45748</c:v>
                </c:pt>
                <c:pt idx="7">
                  <c:v>45778</c:v>
                </c:pt>
                <c:pt idx="8">
                  <c:v>45809</c:v>
                </c:pt>
                <c:pt idx="9">
                  <c:v>45839</c:v>
                </c:pt>
                <c:pt idx="10">
                  <c:v>45870</c:v>
                </c:pt>
                <c:pt idx="11">
                  <c:v>45901</c:v>
                </c:pt>
                <c:pt idx="12">
                  <c:v>45931</c:v>
                </c:pt>
                <c:pt idx="13">
                  <c:v>45962</c:v>
                </c:pt>
                <c:pt idx="14">
                  <c:v>45992</c:v>
                </c:pt>
                <c:pt idx="15">
                  <c:v>46023</c:v>
                </c:pt>
                <c:pt idx="16">
                  <c:v>46054</c:v>
                </c:pt>
                <c:pt idx="17">
                  <c:v>46082</c:v>
                </c:pt>
                <c:pt idx="18">
                  <c:v>46113</c:v>
                </c:pt>
                <c:pt idx="19">
                  <c:v>46143</c:v>
                </c:pt>
                <c:pt idx="20">
                  <c:v>46174</c:v>
                </c:pt>
                <c:pt idx="21">
                  <c:v>46204</c:v>
                </c:pt>
                <c:pt idx="22">
                  <c:v>46235</c:v>
                </c:pt>
                <c:pt idx="23">
                  <c:v>46266</c:v>
                </c:pt>
                <c:pt idx="24">
                  <c:v>46296</c:v>
                </c:pt>
                <c:pt idx="25">
                  <c:v>46327</c:v>
                </c:pt>
                <c:pt idx="26">
                  <c:v>46357</c:v>
                </c:pt>
                <c:pt idx="27">
                  <c:v>46388</c:v>
                </c:pt>
                <c:pt idx="28">
                  <c:v>46419</c:v>
                </c:pt>
                <c:pt idx="29">
                  <c:v>46447</c:v>
                </c:pt>
                <c:pt idx="30">
                  <c:v>46478</c:v>
                </c:pt>
                <c:pt idx="31">
                  <c:v>46508</c:v>
                </c:pt>
                <c:pt idx="32">
                  <c:v>46539</c:v>
                </c:pt>
                <c:pt idx="33">
                  <c:v>46569</c:v>
                </c:pt>
                <c:pt idx="34">
                  <c:v>46600</c:v>
                </c:pt>
                <c:pt idx="35">
                  <c:v>46631</c:v>
                </c:pt>
                <c:pt idx="36">
                  <c:v>46661</c:v>
                </c:pt>
                <c:pt idx="37">
                  <c:v>46692</c:v>
                </c:pt>
                <c:pt idx="38">
                  <c:v>46722</c:v>
                </c:pt>
                <c:pt idx="39">
                  <c:v>46753</c:v>
                </c:pt>
                <c:pt idx="40">
                  <c:v>46784</c:v>
                </c:pt>
                <c:pt idx="41">
                  <c:v>46813</c:v>
                </c:pt>
              </c:numCache>
            </c:numRef>
          </c:cat>
          <c:val>
            <c:numRef>
              <c:f>Global!$B$5:$AQ$5</c:f>
              <c:numCache>
                <c:formatCode>General</c:formatCode>
                <c:ptCount val="42"/>
                <c:pt idx="0">
                  <c:v>0</c:v>
                </c:pt>
                <c:pt idx="1">
                  <c:v>0</c:v>
                </c:pt>
                <c:pt idx="2">
                  <c:v>0</c:v>
                </c:pt>
                <c:pt idx="3">
                  <c:v>4</c:v>
                </c:pt>
                <c:pt idx="4">
                  <c:v>12</c:v>
                </c:pt>
                <c:pt idx="5">
                  <c:v>26</c:v>
                </c:pt>
                <c:pt idx="6">
                  <c:v>48</c:v>
                </c:pt>
                <c:pt idx="7">
                  <c:v>82</c:v>
                </c:pt>
                <c:pt idx="8">
                  <c:v>132</c:v>
                </c:pt>
                <c:pt idx="9">
                  <c:v>208</c:v>
                </c:pt>
                <c:pt idx="10">
                  <c:v>294</c:v>
                </c:pt>
                <c:pt idx="11">
                  <c:v>398</c:v>
                </c:pt>
                <c:pt idx="12">
                  <c:v>496</c:v>
                </c:pt>
                <c:pt idx="13">
                  <c:v>598</c:v>
                </c:pt>
                <c:pt idx="14">
                  <c:v>714</c:v>
                </c:pt>
                <c:pt idx="15">
                  <c:v>830</c:v>
                </c:pt>
                <c:pt idx="16">
                  <c:v>940</c:v>
                </c:pt>
                <c:pt idx="17">
                  <c:v>1066</c:v>
                </c:pt>
                <c:pt idx="18">
                  <c:v>1184</c:v>
                </c:pt>
                <c:pt idx="19">
                  <c:v>1298</c:v>
                </c:pt>
                <c:pt idx="20">
                  <c:v>1428</c:v>
                </c:pt>
                <c:pt idx="21">
                  <c:v>1556</c:v>
                </c:pt>
                <c:pt idx="22">
                  <c:v>1676</c:v>
                </c:pt>
                <c:pt idx="23">
                  <c:v>1794</c:v>
                </c:pt>
                <c:pt idx="24">
                  <c:v>1916</c:v>
                </c:pt>
                <c:pt idx="25">
                  <c:v>2050</c:v>
                </c:pt>
                <c:pt idx="26">
                  <c:v>2174</c:v>
                </c:pt>
                <c:pt idx="27">
                  <c:v>2294</c:v>
                </c:pt>
                <c:pt idx="28">
                  <c:v>2406</c:v>
                </c:pt>
                <c:pt idx="29">
                  <c:v>2540</c:v>
                </c:pt>
                <c:pt idx="30">
                  <c:v>2652</c:v>
                </c:pt>
                <c:pt idx="31">
                  <c:v>2782</c:v>
                </c:pt>
                <c:pt idx="32">
                  <c:v>2906</c:v>
                </c:pt>
                <c:pt idx="33">
                  <c:v>3030</c:v>
                </c:pt>
                <c:pt idx="34">
                  <c:v>3156</c:v>
                </c:pt>
                <c:pt idx="35">
                  <c:v>3180</c:v>
                </c:pt>
                <c:pt idx="36">
                  <c:v>3180</c:v>
                </c:pt>
                <c:pt idx="37">
                  <c:v>3180</c:v>
                </c:pt>
                <c:pt idx="38">
                  <c:v>3180</c:v>
                </c:pt>
                <c:pt idx="39">
                  <c:v>3180</c:v>
                </c:pt>
                <c:pt idx="40">
                  <c:v>3180</c:v>
                </c:pt>
                <c:pt idx="41">
                  <c:v>3180</c:v>
                </c:pt>
              </c:numCache>
            </c:numRef>
          </c:val>
          <c:smooth val="0"/>
          <c:extLst>
            <c:ext xmlns:c16="http://schemas.microsoft.com/office/drawing/2014/chart" uri="{C3380CC4-5D6E-409C-BE32-E72D297353CC}">
              <c16:uniqueId val="{00000003-171C-465A-A1FB-0D969BC7B431}"/>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(China)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1595240380354448E-2"/>
          <c:y val="9.8984441218332928E-2"/>
          <c:w val="0.94236685091701933"/>
          <c:h val="0.76540663220610938"/>
        </c:manualLayout>
      </c:layout>
      <c:lineChart>
        <c:grouping val="standard"/>
        <c:varyColors val="0"/>
        <c:ser>
          <c:idx val="0"/>
          <c:order val="0"/>
          <c:tx>
            <c:strRef>
              <c:f>China!$A$5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China!$B$4:$AL$4</c:f>
              <c:numCache>
                <c:formatCode>yyyy\-mm;@</c:formatCode>
                <c:ptCount val="37"/>
                <c:pt idx="0">
                  <c:v>45597</c:v>
                </c:pt>
                <c:pt idx="1">
                  <c:v>45627</c:v>
                </c:pt>
                <c:pt idx="2">
                  <c:v>45658</c:v>
                </c:pt>
                <c:pt idx="3">
                  <c:v>45689</c:v>
                </c:pt>
                <c:pt idx="4">
                  <c:v>45717</c:v>
                </c:pt>
                <c:pt idx="5">
                  <c:v>45748</c:v>
                </c:pt>
                <c:pt idx="6">
                  <c:v>45778</c:v>
                </c:pt>
                <c:pt idx="7">
                  <c:v>45809</c:v>
                </c:pt>
                <c:pt idx="8">
                  <c:v>45839</c:v>
                </c:pt>
                <c:pt idx="9">
                  <c:v>45870</c:v>
                </c:pt>
                <c:pt idx="10">
                  <c:v>45901</c:v>
                </c:pt>
                <c:pt idx="11">
                  <c:v>45931</c:v>
                </c:pt>
                <c:pt idx="12">
                  <c:v>45962</c:v>
                </c:pt>
                <c:pt idx="13">
                  <c:v>45992</c:v>
                </c:pt>
                <c:pt idx="14">
                  <c:v>46023</c:v>
                </c:pt>
                <c:pt idx="15">
                  <c:v>46054</c:v>
                </c:pt>
                <c:pt idx="16">
                  <c:v>46082</c:v>
                </c:pt>
                <c:pt idx="17">
                  <c:v>46113</c:v>
                </c:pt>
                <c:pt idx="18">
                  <c:v>46143</c:v>
                </c:pt>
                <c:pt idx="19">
                  <c:v>46174</c:v>
                </c:pt>
                <c:pt idx="20">
                  <c:v>46204</c:v>
                </c:pt>
                <c:pt idx="21">
                  <c:v>46235</c:v>
                </c:pt>
                <c:pt idx="22">
                  <c:v>46266</c:v>
                </c:pt>
                <c:pt idx="23">
                  <c:v>46296</c:v>
                </c:pt>
                <c:pt idx="24">
                  <c:v>46327</c:v>
                </c:pt>
                <c:pt idx="25">
                  <c:v>46357</c:v>
                </c:pt>
                <c:pt idx="26">
                  <c:v>46388</c:v>
                </c:pt>
                <c:pt idx="27">
                  <c:v>46419</c:v>
                </c:pt>
                <c:pt idx="28">
                  <c:v>46447</c:v>
                </c:pt>
                <c:pt idx="29">
                  <c:v>46478</c:v>
                </c:pt>
                <c:pt idx="30">
                  <c:v>46508</c:v>
                </c:pt>
                <c:pt idx="31">
                  <c:v>46539</c:v>
                </c:pt>
                <c:pt idx="32">
                  <c:v>46569</c:v>
                </c:pt>
                <c:pt idx="33">
                  <c:v>46600</c:v>
                </c:pt>
                <c:pt idx="34">
                  <c:v>46631</c:v>
                </c:pt>
                <c:pt idx="35">
                  <c:v>46661</c:v>
                </c:pt>
                <c:pt idx="36">
                  <c:v>46692</c:v>
                </c:pt>
              </c:numCache>
            </c:numRef>
          </c:cat>
          <c:val>
            <c:numRef>
              <c:f>China!$B$5:$AL$5</c:f>
              <c:numCache>
                <c:formatCode>General</c:formatCode>
                <c:ptCount val="37"/>
                <c:pt idx="0">
                  <c:v>0</c:v>
                </c:pt>
                <c:pt idx="1">
                  <c:v>0</c:v>
                </c:pt>
                <c:pt idx="2">
                  <c:v>0</c:v>
                </c:pt>
                <c:pt idx="3">
                  <c:v>0</c:v>
                </c:pt>
                <c:pt idx="4">
                  <c:v>1</c:v>
                </c:pt>
                <c:pt idx="5">
                  <c:v>7</c:v>
                </c:pt>
                <c:pt idx="6">
                  <c:v>11</c:v>
                </c:pt>
                <c:pt idx="7">
                  <c:v>24</c:v>
                </c:pt>
                <c:pt idx="8">
                  <c:v>33</c:v>
                </c:pt>
                <c:pt idx="9">
                  <c:v>37</c:v>
                </c:pt>
                <c:pt idx="10">
                  <c:v>41</c:v>
                </c:pt>
                <c:pt idx="11">
                  <c:v>51</c:v>
                </c:pt>
                <c:pt idx="12">
                  <c:v>61</c:v>
                </c:pt>
                <c:pt idx="13">
                  <c:v>70</c:v>
                </c:pt>
                <c:pt idx="14">
                  <c:v>79</c:v>
                </c:pt>
                <c:pt idx="15">
                  <c:v>90</c:v>
                </c:pt>
                <c:pt idx="16">
                  <c:v>101</c:v>
                </c:pt>
                <c:pt idx="17">
                  <c:v>111</c:v>
                </c:pt>
                <c:pt idx="18">
                  <c:v>121</c:v>
                </c:pt>
                <c:pt idx="19">
                  <c:v>131</c:v>
                </c:pt>
                <c:pt idx="20">
                  <c:v>141</c:v>
                </c:pt>
                <c:pt idx="21">
                  <c:v>151</c:v>
                </c:pt>
                <c:pt idx="22">
                  <c:v>161</c:v>
                </c:pt>
                <c:pt idx="23">
                  <c:v>171</c:v>
                </c:pt>
                <c:pt idx="24">
                  <c:v>180</c:v>
                </c:pt>
                <c:pt idx="25">
                  <c:v>190</c:v>
                </c:pt>
                <c:pt idx="26">
                  <c:v>200</c:v>
                </c:pt>
                <c:pt idx="27">
                  <c:v>207</c:v>
                </c:pt>
                <c:pt idx="28">
                  <c:v>215</c:v>
                </c:pt>
                <c:pt idx="29">
                  <c:v>225</c:v>
                </c:pt>
                <c:pt idx="30">
                  <c:v>235</c:v>
                </c:pt>
                <c:pt idx="31">
                  <c:v>243</c:v>
                </c:pt>
                <c:pt idx="32">
                  <c:v>253</c:v>
                </c:pt>
                <c:pt idx="33">
                  <c:v>261</c:v>
                </c:pt>
                <c:pt idx="34">
                  <c:v>271</c:v>
                </c:pt>
                <c:pt idx="35">
                  <c:v>273</c:v>
                </c:pt>
                <c:pt idx="36">
                  <c:v>273</c:v>
                </c:pt>
              </c:numCache>
            </c:numRef>
          </c:val>
          <c:smooth val="0"/>
          <c:extLst>
            <c:ext xmlns:c16="http://schemas.microsoft.com/office/drawing/2014/chart" uri="{C3380CC4-5D6E-409C-BE32-E72D297353CC}">
              <c16:uniqueId val="{00000000-0316-4CA2-9E2C-9BD07D012F21}"/>
            </c:ext>
          </c:extLst>
        </c:ser>
        <c:ser>
          <c:idx val="1"/>
          <c:order val="1"/>
          <c:tx>
            <c:strRef>
              <c:f>China!$A$6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China!$B$4:$AL$4</c:f>
              <c:numCache>
                <c:formatCode>yyyy\-mm;@</c:formatCode>
                <c:ptCount val="37"/>
                <c:pt idx="0">
                  <c:v>45597</c:v>
                </c:pt>
                <c:pt idx="1">
                  <c:v>45627</c:v>
                </c:pt>
                <c:pt idx="2">
                  <c:v>45658</c:v>
                </c:pt>
                <c:pt idx="3">
                  <c:v>45689</c:v>
                </c:pt>
                <c:pt idx="4">
                  <c:v>45717</c:v>
                </c:pt>
                <c:pt idx="5">
                  <c:v>45748</c:v>
                </c:pt>
                <c:pt idx="6">
                  <c:v>45778</c:v>
                </c:pt>
                <c:pt idx="7">
                  <c:v>45809</c:v>
                </c:pt>
                <c:pt idx="8">
                  <c:v>45839</c:v>
                </c:pt>
                <c:pt idx="9">
                  <c:v>45870</c:v>
                </c:pt>
                <c:pt idx="10">
                  <c:v>45901</c:v>
                </c:pt>
                <c:pt idx="11">
                  <c:v>45931</c:v>
                </c:pt>
                <c:pt idx="12">
                  <c:v>45962</c:v>
                </c:pt>
                <c:pt idx="13">
                  <c:v>45992</c:v>
                </c:pt>
                <c:pt idx="14">
                  <c:v>46023</c:v>
                </c:pt>
                <c:pt idx="15">
                  <c:v>46054</c:v>
                </c:pt>
                <c:pt idx="16">
                  <c:v>46082</c:v>
                </c:pt>
                <c:pt idx="17">
                  <c:v>46113</c:v>
                </c:pt>
                <c:pt idx="18">
                  <c:v>46143</c:v>
                </c:pt>
                <c:pt idx="19">
                  <c:v>46174</c:v>
                </c:pt>
                <c:pt idx="20">
                  <c:v>46204</c:v>
                </c:pt>
                <c:pt idx="21">
                  <c:v>46235</c:v>
                </c:pt>
                <c:pt idx="22">
                  <c:v>46266</c:v>
                </c:pt>
                <c:pt idx="23">
                  <c:v>46296</c:v>
                </c:pt>
                <c:pt idx="24">
                  <c:v>46327</c:v>
                </c:pt>
                <c:pt idx="25">
                  <c:v>46357</c:v>
                </c:pt>
                <c:pt idx="26">
                  <c:v>46388</c:v>
                </c:pt>
                <c:pt idx="27">
                  <c:v>46419</c:v>
                </c:pt>
                <c:pt idx="28">
                  <c:v>46447</c:v>
                </c:pt>
                <c:pt idx="29">
                  <c:v>46478</c:v>
                </c:pt>
                <c:pt idx="30">
                  <c:v>46508</c:v>
                </c:pt>
                <c:pt idx="31">
                  <c:v>46539</c:v>
                </c:pt>
                <c:pt idx="32">
                  <c:v>46569</c:v>
                </c:pt>
                <c:pt idx="33">
                  <c:v>46600</c:v>
                </c:pt>
                <c:pt idx="34">
                  <c:v>46631</c:v>
                </c:pt>
                <c:pt idx="35">
                  <c:v>46661</c:v>
                </c:pt>
                <c:pt idx="36">
                  <c:v>46692</c:v>
                </c:pt>
              </c:numCache>
            </c:numRef>
          </c:cat>
          <c:val>
            <c:numRef>
              <c:f>China!$B$6:$AL$6</c:f>
              <c:numCache>
                <c:formatCode>General</c:formatCode>
                <c:ptCount val="37"/>
                <c:pt idx="0">
                  <c:v>0</c:v>
                </c:pt>
                <c:pt idx="1">
                  <c:v>0</c:v>
                </c:pt>
                <c:pt idx="2">
                  <c:v>0</c:v>
                </c:pt>
                <c:pt idx="3">
                  <c:v>0</c:v>
                </c:pt>
                <c:pt idx="4">
                  <c:v>1</c:v>
                </c:pt>
                <c:pt idx="5">
                  <c:v>7</c:v>
                </c:pt>
                <c:pt idx="6">
                  <c:v>11</c:v>
                </c:pt>
                <c:pt idx="7">
                  <c:v>23</c:v>
                </c:pt>
                <c:pt idx="8">
                  <c:v>32</c:v>
                </c:pt>
                <c:pt idx="9">
                  <c:v>36</c:v>
                </c:pt>
                <c:pt idx="10">
                  <c:v>40</c:v>
                </c:pt>
                <c:pt idx="11">
                  <c:v>50</c:v>
                </c:pt>
                <c:pt idx="12">
                  <c:v>60</c:v>
                </c:pt>
                <c:pt idx="13">
                  <c:v>73</c:v>
                </c:pt>
                <c:pt idx="14">
                  <c:v>83</c:v>
                </c:pt>
                <c:pt idx="15">
                  <c:v>87</c:v>
                </c:pt>
                <c:pt idx="16">
                  <c:v>102</c:v>
                </c:pt>
                <c:pt idx="17">
                  <c:v>109</c:v>
                </c:pt>
              </c:numCache>
            </c:numRef>
          </c:val>
          <c:smooth val="0"/>
          <c:extLst>
            <c:ext xmlns:c16="http://schemas.microsoft.com/office/drawing/2014/chart" uri="{C3380CC4-5D6E-409C-BE32-E72D297353CC}">
              <c16:uniqueId val="{00000001-0316-4CA2-9E2C-9BD07D012F21}"/>
            </c:ext>
          </c:extLst>
        </c:ser>
        <c:ser>
          <c:idx val="2"/>
          <c:order val="2"/>
          <c:tx>
            <c:strRef>
              <c:f>China!$A$7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China!$B$4:$AL$4</c:f>
              <c:numCache>
                <c:formatCode>yyyy\-mm;@</c:formatCode>
                <c:ptCount val="37"/>
                <c:pt idx="0">
                  <c:v>45597</c:v>
                </c:pt>
                <c:pt idx="1">
                  <c:v>45627</c:v>
                </c:pt>
                <c:pt idx="2">
                  <c:v>45658</c:v>
                </c:pt>
                <c:pt idx="3">
                  <c:v>45689</c:v>
                </c:pt>
                <c:pt idx="4">
                  <c:v>45717</c:v>
                </c:pt>
                <c:pt idx="5">
                  <c:v>45748</c:v>
                </c:pt>
                <c:pt idx="6">
                  <c:v>45778</c:v>
                </c:pt>
                <c:pt idx="7">
                  <c:v>45809</c:v>
                </c:pt>
                <c:pt idx="8">
                  <c:v>45839</c:v>
                </c:pt>
                <c:pt idx="9">
                  <c:v>45870</c:v>
                </c:pt>
                <c:pt idx="10">
                  <c:v>45901</c:v>
                </c:pt>
                <c:pt idx="11">
                  <c:v>45931</c:v>
                </c:pt>
                <c:pt idx="12">
                  <c:v>45962</c:v>
                </c:pt>
                <c:pt idx="13">
                  <c:v>45992</c:v>
                </c:pt>
                <c:pt idx="14">
                  <c:v>46023</c:v>
                </c:pt>
                <c:pt idx="15">
                  <c:v>46054</c:v>
                </c:pt>
                <c:pt idx="16">
                  <c:v>46082</c:v>
                </c:pt>
                <c:pt idx="17">
                  <c:v>46113</c:v>
                </c:pt>
                <c:pt idx="18">
                  <c:v>46143</c:v>
                </c:pt>
                <c:pt idx="19">
                  <c:v>46174</c:v>
                </c:pt>
                <c:pt idx="20">
                  <c:v>46204</c:v>
                </c:pt>
                <c:pt idx="21">
                  <c:v>46235</c:v>
                </c:pt>
                <c:pt idx="22">
                  <c:v>46266</c:v>
                </c:pt>
                <c:pt idx="23">
                  <c:v>46296</c:v>
                </c:pt>
                <c:pt idx="24">
                  <c:v>46327</c:v>
                </c:pt>
                <c:pt idx="25">
                  <c:v>46357</c:v>
                </c:pt>
                <c:pt idx="26">
                  <c:v>46388</c:v>
                </c:pt>
                <c:pt idx="27">
                  <c:v>46419</c:v>
                </c:pt>
                <c:pt idx="28">
                  <c:v>46447</c:v>
                </c:pt>
                <c:pt idx="29">
                  <c:v>46478</c:v>
                </c:pt>
                <c:pt idx="30">
                  <c:v>46508</c:v>
                </c:pt>
                <c:pt idx="31">
                  <c:v>46539</c:v>
                </c:pt>
                <c:pt idx="32">
                  <c:v>46569</c:v>
                </c:pt>
                <c:pt idx="33">
                  <c:v>46600</c:v>
                </c:pt>
                <c:pt idx="34">
                  <c:v>46631</c:v>
                </c:pt>
                <c:pt idx="35">
                  <c:v>46661</c:v>
                </c:pt>
                <c:pt idx="36">
                  <c:v>46692</c:v>
                </c:pt>
              </c:numCache>
            </c:numRef>
          </c:cat>
          <c:val>
            <c:numRef>
              <c:f>China!$B$7:$AL$7</c:f>
              <c:numCache>
                <c:formatCode>General</c:formatCode>
                <c:ptCount val="37"/>
                <c:pt idx="0">
                  <c:v>0</c:v>
                </c:pt>
                <c:pt idx="1">
                  <c:v>0</c:v>
                </c:pt>
                <c:pt idx="2">
                  <c:v>0</c:v>
                </c:pt>
                <c:pt idx="3">
                  <c:v>0</c:v>
                </c:pt>
                <c:pt idx="4">
                  <c:v>0</c:v>
                </c:pt>
                <c:pt idx="5">
                  <c:v>0</c:v>
                </c:pt>
                <c:pt idx="6">
                  <c:v>3</c:v>
                </c:pt>
                <c:pt idx="7">
                  <c:v>5</c:v>
                </c:pt>
                <c:pt idx="8">
                  <c:v>10</c:v>
                </c:pt>
                <c:pt idx="9">
                  <c:v>13</c:v>
                </c:pt>
                <c:pt idx="10">
                  <c:v>18</c:v>
                </c:pt>
                <c:pt idx="11">
                  <c:v>19</c:v>
                </c:pt>
                <c:pt idx="12">
                  <c:v>22</c:v>
                </c:pt>
                <c:pt idx="13">
                  <c:v>26</c:v>
                </c:pt>
                <c:pt idx="14">
                  <c:v>30</c:v>
                </c:pt>
                <c:pt idx="15">
                  <c:v>35</c:v>
                </c:pt>
                <c:pt idx="16">
                  <c:v>39</c:v>
                </c:pt>
                <c:pt idx="17">
                  <c:v>44</c:v>
                </c:pt>
                <c:pt idx="18">
                  <c:v>48</c:v>
                </c:pt>
                <c:pt idx="19">
                  <c:v>53</c:v>
                </c:pt>
                <c:pt idx="20">
                  <c:v>58</c:v>
                </c:pt>
                <c:pt idx="21">
                  <c:v>62</c:v>
                </c:pt>
                <c:pt idx="22">
                  <c:v>67</c:v>
                </c:pt>
                <c:pt idx="23">
                  <c:v>71</c:v>
                </c:pt>
                <c:pt idx="24">
                  <c:v>76</c:v>
                </c:pt>
                <c:pt idx="25">
                  <c:v>80</c:v>
                </c:pt>
                <c:pt idx="26">
                  <c:v>85</c:v>
                </c:pt>
                <c:pt idx="27">
                  <c:v>89</c:v>
                </c:pt>
                <c:pt idx="28">
                  <c:v>94</c:v>
                </c:pt>
                <c:pt idx="29">
                  <c:v>99</c:v>
                </c:pt>
                <c:pt idx="30">
                  <c:v>103</c:v>
                </c:pt>
                <c:pt idx="31">
                  <c:v>108</c:v>
                </c:pt>
                <c:pt idx="32">
                  <c:v>112</c:v>
                </c:pt>
                <c:pt idx="33">
                  <c:v>117</c:v>
                </c:pt>
                <c:pt idx="34">
                  <c:v>121</c:v>
                </c:pt>
                <c:pt idx="35">
                  <c:v>126</c:v>
                </c:pt>
                <c:pt idx="36">
                  <c:v>131</c:v>
                </c:pt>
              </c:numCache>
            </c:numRef>
          </c:val>
          <c:smooth val="0"/>
          <c:extLst>
            <c:ext xmlns:c16="http://schemas.microsoft.com/office/drawing/2014/chart" uri="{C3380CC4-5D6E-409C-BE32-E72D297353CC}">
              <c16:uniqueId val="{00000002-0316-4CA2-9E2C-9BD07D012F21}"/>
            </c:ext>
          </c:extLst>
        </c:ser>
        <c:ser>
          <c:idx val="3"/>
          <c:order val="3"/>
          <c:tx>
            <c:strRef>
              <c:f>China!$A$8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China!$B$4:$AL$4</c:f>
              <c:numCache>
                <c:formatCode>yyyy\-mm;@</c:formatCode>
                <c:ptCount val="37"/>
                <c:pt idx="0">
                  <c:v>45597</c:v>
                </c:pt>
                <c:pt idx="1">
                  <c:v>45627</c:v>
                </c:pt>
                <c:pt idx="2">
                  <c:v>45658</c:v>
                </c:pt>
                <c:pt idx="3">
                  <c:v>45689</c:v>
                </c:pt>
                <c:pt idx="4">
                  <c:v>45717</c:v>
                </c:pt>
                <c:pt idx="5">
                  <c:v>45748</c:v>
                </c:pt>
                <c:pt idx="6">
                  <c:v>45778</c:v>
                </c:pt>
                <c:pt idx="7">
                  <c:v>45809</c:v>
                </c:pt>
                <c:pt idx="8">
                  <c:v>45839</c:v>
                </c:pt>
                <c:pt idx="9">
                  <c:v>45870</c:v>
                </c:pt>
                <c:pt idx="10">
                  <c:v>45901</c:v>
                </c:pt>
                <c:pt idx="11">
                  <c:v>45931</c:v>
                </c:pt>
                <c:pt idx="12">
                  <c:v>45962</c:v>
                </c:pt>
                <c:pt idx="13">
                  <c:v>45992</c:v>
                </c:pt>
                <c:pt idx="14">
                  <c:v>46023</c:v>
                </c:pt>
                <c:pt idx="15">
                  <c:v>46054</c:v>
                </c:pt>
                <c:pt idx="16">
                  <c:v>46082</c:v>
                </c:pt>
                <c:pt idx="17">
                  <c:v>46113</c:v>
                </c:pt>
                <c:pt idx="18">
                  <c:v>46143</c:v>
                </c:pt>
                <c:pt idx="19">
                  <c:v>46174</c:v>
                </c:pt>
                <c:pt idx="20">
                  <c:v>46204</c:v>
                </c:pt>
                <c:pt idx="21">
                  <c:v>46235</c:v>
                </c:pt>
                <c:pt idx="22">
                  <c:v>46266</c:v>
                </c:pt>
                <c:pt idx="23">
                  <c:v>46296</c:v>
                </c:pt>
                <c:pt idx="24">
                  <c:v>46327</c:v>
                </c:pt>
                <c:pt idx="25">
                  <c:v>46357</c:v>
                </c:pt>
                <c:pt idx="26">
                  <c:v>46388</c:v>
                </c:pt>
                <c:pt idx="27">
                  <c:v>46419</c:v>
                </c:pt>
                <c:pt idx="28">
                  <c:v>46447</c:v>
                </c:pt>
                <c:pt idx="29">
                  <c:v>46478</c:v>
                </c:pt>
                <c:pt idx="30">
                  <c:v>46508</c:v>
                </c:pt>
                <c:pt idx="31">
                  <c:v>46539</c:v>
                </c:pt>
                <c:pt idx="32">
                  <c:v>46569</c:v>
                </c:pt>
                <c:pt idx="33">
                  <c:v>46600</c:v>
                </c:pt>
                <c:pt idx="34">
                  <c:v>46631</c:v>
                </c:pt>
                <c:pt idx="35">
                  <c:v>46661</c:v>
                </c:pt>
                <c:pt idx="36">
                  <c:v>46692</c:v>
                </c:pt>
              </c:numCache>
            </c:numRef>
          </c:cat>
          <c:val>
            <c:numRef>
              <c:f>China!$B$8:$AL$8</c:f>
              <c:numCache>
                <c:formatCode>General</c:formatCode>
                <c:ptCount val="37"/>
                <c:pt idx="0">
                  <c:v>0</c:v>
                </c:pt>
                <c:pt idx="1">
                  <c:v>0</c:v>
                </c:pt>
                <c:pt idx="2">
                  <c:v>0</c:v>
                </c:pt>
                <c:pt idx="3">
                  <c:v>0</c:v>
                </c:pt>
                <c:pt idx="4">
                  <c:v>0</c:v>
                </c:pt>
                <c:pt idx="5">
                  <c:v>0</c:v>
                </c:pt>
                <c:pt idx="6">
                  <c:v>3</c:v>
                </c:pt>
                <c:pt idx="7">
                  <c:v>5</c:v>
                </c:pt>
                <c:pt idx="8">
                  <c:v>10</c:v>
                </c:pt>
                <c:pt idx="9">
                  <c:v>13</c:v>
                </c:pt>
                <c:pt idx="10">
                  <c:v>18</c:v>
                </c:pt>
                <c:pt idx="11">
                  <c:v>19</c:v>
                </c:pt>
                <c:pt idx="12">
                  <c:v>21</c:v>
                </c:pt>
                <c:pt idx="13">
                  <c:v>23</c:v>
                </c:pt>
                <c:pt idx="14">
                  <c:v>27</c:v>
                </c:pt>
                <c:pt idx="15">
                  <c:v>31</c:v>
                </c:pt>
                <c:pt idx="16">
                  <c:v>34</c:v>
                </c:pt>
                <c:pt idx="17">
                  <c:v>38</c:v>
                </c:pt>
              </c:numCache>
            </c:numRef>
          </c:val>
          <c:smooth val="0"/>
          <c:extLst>
            <c:ext xmlns:c16="http://schemas.microsoft.com/office/drawing/2014/chart" uri="{C3380CC4-5D6E-409C-BE32-E72D297353CC}">
              <c16:uniqueId val="{00000003-0316-4CA2-9E2C-9BD07D012F21}"/>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(Taiwan)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5656874441196697E-2"/>
          <c:y val="9.0668460537283752E-2"/>
          <c:w val="0.94236685091701933"/>
          <c:h val="0.76540663220610938"/>
        </c:manualLayout>
      </c:layout>
      <c:lineChart>
        <c:grouping val="standard"/>
        <c:varyColors val="0"/>
        <c:ser>
          <c:idx val="0"/>
          <c:order val="0"/>
          <c:tx>
            <c:strRef>
              <c:f>Taiwan!$A$8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Taiwan!$D$4:$AM$4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Taiwan!$D$8:$AM$8</c:f>
              <c:numCache>
                <c:formatCode>General</c:formatCode>
                <c:ptCount val="36"/>
                <c:pt idx="0">
                  <c:v>0</c:v>
                </c:pt>
                <c:pt idx="1">
                  <c:v>0</c:v>
                </c:pt>
                <c:pt idx="2">
                  <c:v>0</c:v>
                </c:pt>
                <c:pt idx="3">
                  <c:v>0</c:v>
                </c:pt>
                <c:pt idx="4">
                  <c:v>0</c:v>
                </c:pt>
                <c:pt idx="5">
                  <c:v>0</c:v>
                </c:pt>
                <c:pt idx="6">
                  <c:v>0</c:v>
                </c:pt>
                <c:pt idx="7">
                  <c:v>0</c:v>
                </c:pt>
                <c:pt idx="8">
                  <c:v>0</c:v>
                </c:pt>
                <c:pt idx="9">
                  <c:v>0</c:v>
                </c:pt>
                <c:pt idx="10">
                  <c:v>2</c:v>
                </c:pt>
                <c:pt idx="11">
                  <c:v>2</c:v>
                </c:pt>
                <c:pt idx="12">
                  <c:v>4</c:v>
                </c:pt>
                <c:pt idx="13">
                  <c:v>5</c:v>
                </c:pt>
                <c:pt idx="14">
                  <c:v>6</c:v>
                </c:pt>
                <c:pt idx="15">
                  <c:v>8</c:v>
                </c:pt>
                <c:pt idx="16">
                  <c:v>8</c:v>
                </c:pt>
              </c:numCache>
            </c:numRef>
          </c:val>
          <c:smooth val="0"/>
          <c:extLst>
            <c:ext xmlns:c16="http://schemas.microsoft.com/office/drawing/2014/chart" uri="{C3380CC4-5D6E-409C-BE32-E72D297353CC}">
              <c16:uniqueId val="{00000000-5371-4F37-8BB1-D17DCD317994}"/>
            </c:ext>
          </c:extLst>
        </c:ser>
        <c:ser>
          <c:idx val="1"/>
          <c:order val="1"/>
          <c:tx>
            <c:strRef>
              <c:f>Taiwan!$A$7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Taiwan!$D$4:$AM$4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Taiwan!$D$7:$AM$7</c:f>
              <c:numCache>
                <c:formatCode>General</c:formatCode>
                <c:ptCount val="36"/>
                <c:pt idx="0">
                  <c:v>0</c:v>
                </c:pt>
                <c:pt idx="1">
                  <c:v>0</c:v>
                </c:pt>
                <c:pt idx="2">
                  <c:v>0</c:v>
                </c:pt>
                <c:pt idx="3">
                  <c:v>0</c:v>
                </c:pt>
                <c:pt idx="4">
                  <c:v>0</c:v>
                </c:pt>
                <c:pt idx="5">
                  <c:v>0</c:v>
                </c:pt>
                <c:pt idx="6">
                  <c:v>0</c:v>
                </c:pt>
                <c:pt idx="7">
                  <c:v>0</c:v>
                </c:pt>
                <c:pt idx="8">
                  <c:v>0</c:v>
                </c:pt>
                <c:pt idx="9">
                  <c:v>0</c:v>
                </c:pt>
                <c:pt idx="10">
                  <c:v>2</c:v>
                </c:pt>
                <c:pt idx="11">
                  <c:v>4</c:v>
                </c:pt>
                <c:pt idx="12">
                  <c:v>5</c:v>
                </c:pt>
                <c:pt idx="13">
                  <c:v>6</c:v>
                </c:pt>
                <c:pt idx="14">
                  <c:v>7</c:v>
                </c:pt>
                <c:pt idx="15">
                  <c:v>8</c:v>
                </c:pt>
                <c:pt idx="16">
                  <c:v>10</c:v>
                </c:pt>
                <c:pt idx="17">
                  <c:v>11</c:v>
                </c:pt>
                <c:pt idx="18">
                  <c:v>12</c:v>
                </c:pt>
                <c:pt idx="19">
                  <c:v>13</c:v>
                </c:pt>
                <c:pt idx="20">
                  <c:v>14</c:v>
                </c:pt>
                <c:pt idx="21">
                  <c:v>16</c:v>
                </c:pt>
                <c:pt idx="22">
                  <c:v>17</c:v>
                </c:pt>
                <c:pt idx="23">
                  <c:v>18</c:v>
                </c:pt>
                <c:pt idx="24">
                  <c:v>19</c:v>
                </c:pt>
                <c:pt idx="25">
                  <c:v>20</c:v>
                </c:pt>
                <c:pt idx="26">
                  <c:v>22</c:v>
                </c:pt>
                <c:pt idx="27">
                  <c:v>23</c:v>
                </c:pt>
                <c:pt idx="28">
                  <c:v>24</c:v>
                </c:pt>
                <c:pt idx="29">
                  <c:v>25</c:v>
                </c:pt>
                <c:pt idx="30">
                  <c:v>26</c:v>
                </c:pt>
                <c:pt idx="31">
                  <c:v>28</c:v>
                </c:pt>
                <c:pt idx="32">
                  <c:v>29</c:v>
                </c:pt>
                <c:pt idx="33">
                  <c:v>30</c:v>
                </c:pt>
                <c:pt idx="34">
                  <c:v>31</c:v>
                </c:pt>
                <c:pt idx="35">
                  <c:v>33</c:v>
                </c:pt>
              </c:numCache>
            </c:numRef>
          </c:val>
          <c:smooth val="0"/>
          <c:extLst>
            <c:ext xmlns:c16="http://schemas.microsoft.com/office/drawing/2014/chart" uri="{C3380CC4-5D6E-409C-BE32-E72D297353CC}">
              <c16:uniqueId val="{00000001-5371-4F37-8BB1-D17DCD317994}"/>
            </c:ext>
          </c:extLst>
        </c:ser>
        <c:ser>
          <c:idx val="2"/>
          <c:order val="2"/>
          <c:tx>
            <c:strRef>
              <c:f>Taiwan!$A$6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Taiwan!$D$4:$AM$4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Taiwan!$D$6:$AM$6</c:f>
              <c:numCache>
                <c:formatCode>General</c:formatCode>
                <c:ptCount val="36"/>
                <c:pt idx="0">
                  <c:v>0</c:v>
                </c:pt>
                <c:pt idx="1">
                  <c:v>0</c:v>
                </c:pt>
                <c:pt idx="2">
                  <c:v>0</c:v>
                </c:pt>
                <c:pt idx="3">
                  <c:v>0</c:v>
                </c:pt>
                <c:pt idx="4">
                  <c:v>0</c:v>
                </c:pt>
                <c:pt idx="5">
                  <c:v>0</c:v>
                </c:pt>
                <c:pt idx="6">
                  <c:v>1</c:v>
                </c:pt>
                <c:pt idx="7">
                  <c:v>4</c:v>
                </c:pt>
                <c:pt idx="8">
                  <c:v>9</c:v>
                </c:pt>
                <c:pt idx="9">
                  <c:v>10</c:v>
                </c:pt>
                <c:pt idx="10">
                  <c:v>14</c:v>
                </c:pt>
                <c:pt idx="11">
                  <c:v>17</c:v>
                </c:pt>
                <c:pt idx="12">
                  <c:v>20</c:v>
                </c:pt>
                <c:pt idx="13">
                  <c:v>20</c:v>
                </c:pt>
                <c:pt idx="14">
                  <c:v>22</c:v>
                </c:pt>
                <c:pt idx="15">
                  <c:v>29</c:v>
                </c:pt>
                <c:pt idx="16">
                  <c:v>29</c:v>
                </c:pt>
              </c:numCache>
            </c:numRef>
          </c:val>
          <c:smooth val="0"/>
          <c:extLst>
            <c:ext xmlns:c16="http://schemas.microsoft.com/office/drawing/2014/chart" uri="{C3380CC4-5D6E-409C-BE32-E72D297353CC}">
              <c16:uniqueId val="{00000002-5371-4F37-8BB1-D17DCD317994}"/>
            </c:ext>
          </c:extLst>
        </c:ser>
        <c:ser>
          <c:idx val="3"/>
          <c:order val="3"/>
          <c:tx>
            <c:strRef>
              <c:f>Taiwan!$A$5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Taiwan!$D$4:$AM$4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Taiwan!$D$5:$AM$5</c:f>
              <c:numCache>
                <c:formatCode>General</c:formatCode>
                <c:ptCount val="36"/>
                <c:pt idx="0">
                  <c:v>0</c:v>
                </c:pt>
                <c:pt idx="1">
                  <c:v>0</c:v>
                </c:pt>
                <c:pt idx="2">
                  <c:v>0</c:v>
                </c:pt>
                <c:pt idx="3">
                  <c:v>0</c:v>
                </c:pt>
                <c:pt idx="4">
                  <c:v>0</c:v>
                </c:pt>
                <c:pt idx="5">
                  <c:v>0</c:v>
                </c:pt>
                <c:pt idx="6">
                  <c:v>0</c:v>
                </c:pt>
                <c:pt idx="7">
                  <c:v>1</c:v>
                </c:pt>
                <c:pt idx="8">
                  <c:v>4</c:v>
                </c:pt>
                <c:pt idx="9">
                  <c:v>6</c:v>
                </c:pt>
                <c:pt idx="10">
                  <c:v>10</c:v>
                </c:pt>
                <c:pt idx="11">
                  <c:v>12</c:v>
                </c:pt>
                <c:pt idx="12">
                  <c:v>14</c:v>
                </c:pt>
                <c:pt idx="13">
                  <c:v>16</c:v>
                </c:pt>
                <c:pt idx="14">
                  <c:v>18</c:v>
                </c:pt>
                <c:pt idx="15">
                  <c:v>22</c:v>
                </c:pt>
                <c:pt idx="16">
                  <c:v>24</c:v>
                </c:pt>
                <c:pt idx="17">
                  <c:v>26</c:v>
                </c:pt>
                <c:pt idx="18">
                  <c:v>28</c:v>
                </c:pt>
                <c:pt idx="19">
                  <c:v>30</c:v>
                </c:pt>
                <c:pt idx="20">
                  <c:v>34</c:v>
                </c:pt>
                <c:pt idx="21">
                  <c:v>36</c:v>
                </c:pt>
                <c:pt idx="22">
                  <c:v>38</c:v>
                </c:pt>
                <c:pt idx="23">
                  <c:v>40</c:v>
                </c:pt>
                <c:pt idx="24">
                  <c:v>42</c:v>
                </c:pt>
                <c:pt idx="25">
                  <c:v>46</c:v>
                </c:pt>
                <c:pt idx="26">
                  <c:v>48</c:v>
                </c:pt>
                <c:pt idx="27">
                  <c:v>50</c:v>
                </c:pt>
                <c:pt idx="28">
                  <c:v>52</c:v>
                </c:pt>
                <c:pt idx="29">
                  <c:v>53</c:v>
                </c:pt>
                <c:pt idx="30">
                  <c:v>58</c:v>
                </c:pt>
                <c:pt idx="31">
                  <c:v>60</c:v>
                </c:pt>
                <c:pt idx="32">
                  <c:v>62</c:v>
                </c:pt>
                <c:pt idx="33">
                  <c:v>64</c:v>
                </c:pt>
                <c:pt idx="34">
                  <c:v>66</c:v>
                </c:pt>
                <c:pt idx="35">
                  <c:v>66</c:v>
                </c:pt>
              </c:numCache>
            </c:numRef>
          </c:val>
          <c:smooth val="0"/>
          <c:extLst>
            <c:ext xmlns:c16="http://schemas.microsoft.com/office/drawing/2014/chart" uri="{C3380CC4-5D6E-409C-BE32-E72D297353CC}">
              <c16:uniqueId val="{00000003-5371-4F37-8BB1-D17DCD317994}"/>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a:t>
            </a:r>
            <a:r>
              <a:rPr lang="en-US" baseline="0"/>
              <a:t> (Hong Kong)</a:t>
            </a:r>
            <a:r>
              <a:rPr lang="en-US"/>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1595240380354448E-2"/>
          <c:y val="9.8984441218332928E-2"/>
          <c:w val="0.94236685091701933"/>
          <c:h val="0.76540663220610938"/>
        </c:manualLayout>
      </c:layout>
      <c:lineChart>
        <c:grouping val="standard"/>
        <c:varyColors val="0"/>
        <c:ser>
          <c:idx val="0"/>
          <c:order val="0"/>
          <c:tx>
            <c:strRef>
              <c:f>'Hong Kong'!$A$8</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Kong'!$C$4:$AL$4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'Hong Kong'!$C$8:$AL$8</c:f>
              <c:numCache>
                <c:formatCode>General</c:formatCode>
                <c:ptCount val="36"/>
                <c:pt idx="0">
                  <c:v>0</c:v>
                </c:pt>
                <c:pt idx="1">
                  <c:v>0</c:v>
                </c:pt>
                <c:pt idx="2">
                  <c:v>0</c:v>
                </c:pt>
                <c:pt idx="3">
                  <c:v>0</c:v>
                </c:pt>
                <c:pt idx="4">
                  <c:v>0</c:v>
                </c:pt>
                <c:pt idx="5">
                  <c:v>0</c:v>
                </c:pt>
                <c:pt idx="6">
                  <c:v>0</c:v>
                </c:pt>
                <c:pt idx="7">
                  <c:v>0</c:v>
                </c:pt>
                <c:pt idx="8">
                  <c:v>0</c:v>
                </c:pt>
                <c:pt idx="9">
                  <c:v>3</c:v>
                </c:pt>
                <c:pt idx="10">
                  <c:v>4</c:v>
                </c:pt>
                <c:pt idx="11">
                  <c:v>4</c:v>
                </c:pt>
                <c:pt idx="12">
                  <c:v>5</c:v>
                </c:pt>
                <c:pt idx="13">
                  <c:v>5</c:v>
                </c:pt>
                <c:pt idx="14">
                  <c:v>5</c:v>
                </c:pt>
                <c:pt idx="15">
                  <c:v>6</c:v>
                </c:pt>
                <c:pt idx="16">
                  <c:v>6</c:v>
                </c:pt>
              </c:numCache>
            </c:numRef>
          </c:val>
          <c:smooth val="0"/>
          <c:extLst>
            <c:ext xmlns:c16="http://schemas.microsoft.com/office/drawing/2014/chart" uri="{C3380CC4-5D6E-409C-BE32-E72D297353CC}">
              <c16:uniqueId val="{00000000-473B-40B3-BFFE-A60DE04212F8}"/>
            </c:ext>
          </c:extLst>
        </c:ser>
        <c:ser>
          <c:idx val="1"/>
          <c:order val="1"/>
          <c:tx>
            <c:strRef>
              <c:f>'Hong Kong'!$A$7</c:f>
              <c:strCache>
                <c:ptCount val="1"/>
                <c:pt idx="0">
                  <c:v>Patients Enrolled/Randomized (Planned)</c:v>
                </c:pt>
              </c:strCache>
            </c:strRef>
          </c:tx>
          <c:spPr>
            <a:ln w="25400" cap="rnd">
              <a:solidFill>
                <a:srgbClr val="FF000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Kong'!$C$4:$AL$4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'Hong Kong'!$C$7:$AL$7</c:f>
              <c:numCache>
                <c:formatCode>General</c:formatCode>
                <c:ptCount val="36"/>
                <c:pt idx="0">
                  <c:v>0</c:v>
                </c:pt>
                <c:pt idx="1">
                  <c:v>0</c:v>
                </c:pt>
                <c:pt idx="2">
                  <c:v>0</c:v>
                </c:pt>
                <c:pt idx="3">
                  <c:v>0</c:v>
                </c:pt>
                <c:pt idx="4">
                  <c:v>0</c:v>
                </c:pt>
                <c:pt idx="5">
                  <c:v>0</c:v>
                </c:pt>
                <c:pt idx="6">
                  <c:v>0</c:v>
                </c:pt>
                <c:pt idx="7">
                  <c:v>0</c:v>
                </c:pt>
                <c:pt idx="8">
                  <c:v>0</c:v>
                </c:pt>
                <c:pt idx="9">
                  <c:v>1</c:v>
                </c:pt>
                <c:pt idx="10">
                  <c:v>2</c:v>
                </c:pt>
                <c:pt idx="11">
                  <c:v>3</c:v>
                </c:pt>
                <c:pt idx="12">
                  <c:v>3</c:v>
                </c:pt>
                <c:pt idx="13">
                  <c:v>4</c:v>
                </c:pt>
                <c:pt idx="14">
                  <c:v>4</c:v>
                </c:pt>
                <c:pt idx="15">
                  <c:v>4</c:v>
                </c:pt>
                <c:pt idx="16">
                  <c:v>5</c:v>
                </c:pt>
                <c:pt idx="17">
                  <c:v>6</c:v>
                </c:pt>
                <c:pt idx="18">
                  <c:v>6</c:v>
                </c:pt>
                <c:pt idx="19">
                  <c:v>6</c:v>
                </c:pt>
                <c:pt idx="20">
                  <c:v>7</c:v>
                </c:pt>
                <c:pt idx="21">
                  <c:v>8</c:v>
                </c:pt>
                <c:pt idx="22">
                  <c:v>9</c:v>
                </c:pt>
                <c:pt idx="23">
                  <c:v>9</c:v>
                </c:pt>
                <c:pt idx="24">
                  <c:v>9</c:v>
                </c:pt>
                <c:pt idx="25">
                  <c:v>10</c:v>
                </c:pt>
                <c:pt idx="26">
                  <c:v>10</c:v>
                </c:pt>
                <c:pt idx="27">
                  <c:v>11</c:v>
                </c:pt>
                <c:pt idx="28">
                  <c:v>12</c:v>
                </c:pt>
                <c:pt idx="29">
                  <c:v>13</c:v>
                </c:pt>
                <c:pt idx="30">
                  <c:v>13</c:v>
                </c:pt>
                <c:pt idx="31">
                  <c:v>13</c:v>
                </c:pt>
                <c:pt idx="32">
                  <c:v>14</c:v>
                </c:pt>
                <c:pt idx="33">
                  <c:v>15</c:v>
                </c:pt>
                <c:pt idx="34">
                  <c:v>16</c:v>
                </c:pt>
                <c:pt idx="35">
                  <c:v>17</c:v>
                </c:pt>
              </c:numCache>
            </c:numRef>
          </c:val>
          <c:smooth val="0"/>
          <c:extLst>
            <c:ext xmlns:c16="http://schemas.microsoft.com/office/drawing/2014/chart" uri="{C3380CC4-5D6E-409C-BE32-E72D297353CC}">
              <c16:uniqueId val="{00000001-473B-40B3-BFFE-A60DE04212F8}"/>
            </c:ext>
          </c:extLst>
        </c:ser>
        <c:ser>
          <c:idx val="2"/>
          <c:order val="2"/>
          <c:tx>
            <c:strRef>
              <c:f>'Hong Kong'!$A$6</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Kong'!$C$4:$AL$4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'Hong Kong'!$C$6:$AL$6</c:f>
              <c:numCache>
                <c:formatCode>General</c:formatCode>
                <c:ptCount val="36"/>
                <c:pt idx="0">
                  <c:v>0</c:v>
                </c:pt>
                <c:pt idx="1">
                  <c:v>0</c:v>
                </c:pt>
                <c:pt idx="2">
                  <c:v>0</c:v>
                </c:pt>
                <c:pt idx="3">
                  <c:v>0</c:v>
                </c:pt>
                <c:pt idx="4">
                  <c:v>0</c:v>
                </c:pt>
                <c:pt idx="5">
                  <c:v>0</c:v>
                </c:pt>
                <c:pt idx="6">
                  <c:v>1</c:v>
                </c:pt>
                <c:pt idx="7">
                  <c:v>4</c:v>
                </c:pt>
                <c:pt idx="8">
                  <c:v>4</c:v>
                </c:pt>
                <c:pt idx="9">
                  <c:v>6</c:v>
                </c:pt>
                <c:pt idx="10">
                  <c:v>7</c:v>
                </c:pt>
                <c:pt idx="11">
                  <c:v>7</c:v>
                </c:pt>
                <c:pt idx="12">
                  <c:v>7</c:v>
                </c:pt>
                <c:pt idx="13">
                  <c:v>7</c:v>
                </c:pt>
                <c:pt idx="14">
                  <c:v>10</c:v>
                </c:pt>
                <c:pt idx="15">
                  <c:v>14</c:v>
                </c:pt>
                <c:pt idx="16">
                  <c:v>14</c:v>
                </c:pt>
              </c:numCache>
            </c:numRef>
          </c:val>
          <c:smooth val="0"/>
          <c:extLst>
            <c:ext xmlns:c16="http://schemas.microsoft.com/office/drawing/2014/chart" uri="{C3380CC4-5D6E-409C-BE32-E72D297353CC}">
              <c16:uniqueId val="{00000002-473B-40B3-BFFE-A60DE04212F8}"/>
            </c:ext>
          </c:extLst>
        </c:ser>
        <c:ser>
          <c:idx val="3"/>
          <c:order val="3"/>
          <c:tx>
            <c:strRef>
              <c:f>'Hong Kong'!$A$5</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 Kong'!$C$4:$AL$4</c:f>
              <c:numCache>
                <c:formatCode>yyyy\-mm;@</c:formatCode>
                <c:ptCount val="36"/>
                <c:pt idx="0">
                  <c:v>45627</c:v>
                </c:pt>
                <c:pt idx="1">
                  <c:v>45658</c:v>
                </c:pt>
                <c:pt idx="2">
                  <c:v>45689</c:v>
                </c:pt>
                <c:pt idx="3">
                  <c:v>45717</c:v>
                </c:pt>
                <c:pt idx="4">
                  <c:v>45748</c:v>
                </c:pt>
                <c:pt idx="5">
                  <c:v>45778</c:v>
                </c:pt>
                <c:pt idx="6">
                  <c:v>45809</c:v>
                </c:pt>
                <c:pt idx="7">
                  <c:v>45839</c:v>
                </c:pt>
                <c:pt idx="8">
                  <c:v>45870</c:v>
                </c:pt>
                <c:pt idx="9">
                  <c:v>45901</c:v>
                </c:pt>
                <c:pt idx="10">
                  <c:v>45931</c:v>
                </c:pt>
                <c:pt idx="11">
                  <c:v>45962</c:v>
                </c:pt>
                <c:pt idx="12">
                  <c:v>45992</c:v>
                </c:pt>
                <c:pt idx="13">
                  <c:v>46023</c:v>
                </c:pt>
                <c:pt idx="14">
                  <c:v>46054</c:v>
                </c:pt>
                <c:pt idx="15">
                  <c:v>46082</c:v>
                </c:pt>
                <c:pt idx="16">
                  <c:v>46113</c:v>
                </c:pt>
                <c:pt idx="17">
                  <c:v>46143</c:v>
                </c:pt>
                <c:pt idx="18">
                  <c:v>46174</c:v>
                </c:pt>
                <c:pt idx="19">
                  <c:v>46204</c:v>
                </c:pt>
                <c:pt idx="20">
                  <c:v>46235</c:v>
                </c:pt>
                <c:pt idx="21">
                  <c:v>46266</c:v>
                </c:pt>
                <c:pt idx="22">
                  <c:v>46296</c:v>
                </c:pt>
                <c:pt idx="23">
                  <c:v>46327</c:v>
                </c:pt>
                <c:pt idx="24">
                  <c:v>46357</c:v>
                </c:pt>
                <c:pt idx="25">
                  <c:v>46388</c:v>
                </c:pt>
                <c:pt idx="26">
                  <c:v>46419</c:v>
                </c:pt>
                <c:pt idx="27">
                  <c:v>46447</c:v>
                </c:pt>
                <c:pt idx="28">
                  <c:v>46478</c:v>
                </c:pt>
                <c:pt idx="29">
                  <c:v>46508</c:v>
                </c:pt>
                <c:pt idx="30">
                  <c:v>46539</c:v>
                </c:pt>
                <c:pt idx="31">
                  <c:v>46569</c:v>
                </c:pt>
                <c:pt idx="32">
                  <c:v>46600</c:v>
                </c:pt>
                <c:pt idx="33">
                  <c:v>46631</c:v>
                </c:pt>
                <c:pt idx="34">
                  <c:v>46661</c:v>
                </c:pt>
                <c:pt idx="35">
                  <c:v>46692</c:v>
                </c:pt>
              </c:numCache>
            </c:numRef>
          </c:cat>
          <c:val>
            <c:numRef>
              <c:f>'Hong Kong'!$C$5:$AL$5</c:f>
              <c:numCache>
                <c:formatCode>General</c:formatCode>
                <c:ptCount val="36"/>
                <c:pt idx="0">
                  <c:v>0</c:v>
                </c:pt>
                <c:pt idx="1">
                  <c:v>0</c:v>
                </c:pt>
                <c:pt idx="2">
                  <c:v>0</c:v>
                </c:pt>
                <c:pt idx="3">
                  <c:v>0</c:v>
                </c:pt>
                <c:pt idx="4">
                  <c:v>0</c:v>
                </c:pt>
                <c:pt idx="5">
                  <c:v>0</c:v>
                </c:pt>
                <c:pt idx="6">
                  <c:v>0</c:v>
                </c:pt>
                <c:pt idx="7">
                  <c:v>2</c:v>
                </c:pt>
                <c:pt idx="8">
                  <c:v>4</c:v>
                </c:pt>
                <c:pt idx="9">
                  <c:v>5</c:v>
                </c:pt>
                <c:pt idx="10">
                  <c:v>7</c:v>
                </c:pt>
                <c:pt idx="11">
                  <c:v>7</c:v>
                </c:pt>
                <c:pt idx="12">
                  <c:v>7</c:v>
                </c:pt>
                <c:pt idx="13">
                  <c:v>9</c:v>
                </c:pt>
                <c:pt idx="14">
                  <c:v>10</c:v>
                </c:pt>
                <c:pt idx="15">
                  <c:v>12</c:v>
                </c:pt>
                <c:pt idx="16">
                  <c:v>14</c:v>
                </c:pt>
                <c:pt idx="17">
                  <c:v>16</c:v>
                </c:pt>
                <c:pt idx="18">
                  <c:v>18</c:v>
                </c:pt>
                <c:pt idx="19">
                  <c:v>20</c:v>
                </c:pt>
                <c:pt idx="20">
                  <c:v>22</c:v>
                </c:pt>
                <c:pt idx="21">
                  <c:v>24</c:v>
                </c:pt>
                <c:pt idx="22">
                  <c:v>26</c:v>
                </c:pt>
                <c:pt idx="23">
                  <c:v>28</c:v>
                </c:pt>
                <c:pt idx="24">
                  <c:v>28</c:v>
                </c:pt>
                <c:pt idx="25">
                  <c:v>30</c:v>
                </c:pt>
                <c:pt idx="26">
                  <c:v>30</c:v>
                </c:pt>
                <c:pt idx="27">
                  <c:v>32</c:v>
                </c:pt>
                <c:pt idx="28">
                  <c:v>34</c:v>
                </c:pt>
                <c:pt idx="29">
                  <c:v>36</c:v>
                </c:pt>
                <c:pt idx="30">
                  <c:v>38</c:v>
                </c:pt>
                <c:pt idx="31">
                  <c:v>40</c:v>
                </c:pt>
                <c:pt idx="32">
                  <c:v>42</c:v>
                </c:pt>
                <c:pt idx="33">
                  <c:v>44</c:v>
                </c:pt>
                <c:pt idx="34">
                  <c:v>44</c:v>
                </c:pt>
                <c:pt idx="35">
                  <c:v>44</c:v>
                </c:pt>
              </c:numCache>
            </c:numRef>
          </c:val>
          <c:smooth val="0"/>
          <c:extLst>
            <c:ext xmlns:c16="http://schemas.microsoft.com/office/drawing/2014/chart" uri="{C3380CC4-5D6E-409C-BE32-E72D297353CC}">
              <c16:uniqueId val="{00000003-473B-40B3-BFFE-A60DE04212F8}"/>
            </c:ext>
          </c:extLst>
        </c:ser>
        <c:dLbls>
          <c:dLblPos val="t"/>
          <c:showLegendKey val="0"/>
          <c:showVal val="1"/>
          <c:showCatName val="0"/>
          <c:showSerName val="0"/>
          <c:showPercent val="0"/>
          <c:showBubbleSize val="0"/>
        </c:dLbls>
        <c:smooth val="0"/>
        <c:axId val="523006048"/>
        <c:axId val="523012280"/>
      </c:lineChart>
      <c:dateAx>
        <c:axId val="523006048"/>
        <c:scaling>
          <c:orientation val="minMax"/>
        </c:scaling>
        <c:delete val="0"/>
        <c:axPos val="b"/>
        <c:numFmt formatCode="yyyy\-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Screened Plan - Global</c:v>
                </c:pt>
              </c:strCache>
            </c:strRef>
          </c:tx>
          <c:spPr>
            <a:solidFill>
              <a:schemeClr val="accent1"/>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Sheet1!$B$2:$B$20</c:f>
              <c:numCache>
                <c:formatCode>General</c:formatCode>
                <c:ptCount val="19"/>
                <c:pt idx="0">
                  <c:v>5604</c:v>
                </c:pt>
                <c:pt idx="1">
                  <c:v>6217</c:v>
                </c:pt>
                <c:pt idx="2">
                  <c:v>6849</c:v>
                </c:pt>
                <c:pt idx="3">
                  <c:v>7371</c:v>
                </c:pt>
                <c:pt idx="4">
                  <c:v>7779</c:v>
                </c:pt>
                <c:pt idx="5">
                  <c:v>8249</c:v>
                </c:pt>
                <c:pt idx="6">
                  <c:v>8738</c:v>
                </c:pt>
                <c:pt idx="7">
                  <c:v>9275</c:v>
                </c:pt>
                <c:pt idx="8">
                  <c:v>9781</c:v>
                </c:pt>
                <c:pt idx="9">
                  <c:v>10219</c:v>
                </c:pt>
                <c:pt idx="10">
                  <c:v>10453</c:v>
                </c:pt>
                <c:pt idx="11">
                  <c:v>10613</c:v>
                </c:pt>
                <c:pt idx="12">
                  <c:v>10779</c:v>
                </c:pt>
                <c:pt idx="13">
                  <c:v>10897</c:v>
                </c:pt>
                <c:pt idx="14">
                  <c:v>11017</c:v>
                </c:pt>
                <c:pt idx="15">
                  <c:v>11179</c:v>
                </c:pt>
                <c:pt idx="16">
                  <c:v>11317</c:v>
                </c:pt>
                <c:pt idx="17">
                  <c:v>11435</c:v>
                </c:pt>
                <c:pt idx="18">
                  <c:v>11435</c:v>
                </c:pt>
              </c:numCache>
            </c:numRef>
          </c:val>
          <c:extLst>
            <c:ext xmlns:c16="http://schemas.microsoft.com/office/drawing/2014/chart" uri="{C3380CC4-5D6E-409C-BE32-E72D297353CC}">
              <c16:uniqueId val="{00000000-1F1F-45F8-AC86-4C3064C2BF83}"/>
            </c:ext>
          </c:extLst>
        </c:ser>
        <c:ser>
          <c:idx val="1"/>
          <c:order val="1"/>
          <c:tx>
            <c:strRef>
              <c:f>Sheet1!$C$1</c:f>
              <c:strCache>
                <c:ptCount val="1"/>
                <c:pt idx="0">
                  <c:v>Screened Actual - Global</c:v>
                </c:pt>
              </c:strCache>
            </c:strRef>
          </c:tx>
          <c:spPr>
            <a:solidFill>
              <a:schemeClr val="accent2"/>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Sheet1!$C$2:$C$20</c:f>
              <c:numCache>
                <c:formatCode>General</c:formatCode>
                <c:ptCount val="19"/>
                <c:pt idx="0">
                  <c:v>5915</c:v>
                </c:pt>
                <c:pt idx="1">
                  <c:v>6560</c:v>
                </c:pt>
                <c:pt idx="2">
                  <c:v>6902</c:v>
                </c:pt>
                <c:pt idx="3">
                  <c:v>7457</c:v>
                </c:pt>
                <c:pt idx="4">
                  <c:v>7906</c:v>
                </c:pt>
                <c:pt idx="5">
                  <c:v>8374</c:v>
                </c:pt>
                <c:pt idx="6">
                  <c:v>8572</c:v>
                </c:pt>
              </c:numCache>
            </c:numRef>
          </c:val>
          <c:extLst>
            <c:ext xmlns:c16="http://schemas.microsoft.com/office/drawing/2014/chart" uri="{C3380CC4-5D6E-409C-BE32-E72D297353CC}">
              <c16:uniqueId val="{00000001-1F1F-45F8-AC86-4C3064C2BF83}"/>
            </c:ext>
          </c:extLst>
        </c:ser>
        <c:ser>
          <c:idx val="2"/>
          <c:order val="2"/>
          <c:tx>
            <c:strRef>
              <c:f>Sheet1!$D$1</c:f>
              <c:strCache>
                <c:ptCount val="1"/>
                <c:pt idx="0">
                  <c:v>Screened Plan - China</c:v>
                </c:pt>
              </c:strCache>
            </c:strRef>
          </c:tx>
          <c:spPr>
            <a:solidFill>
              <a:schemeClr val="accent3"/>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Sheet1!$D$2:$D$20</c:f>
              <c:numCache>
                <c:formatCode>General</c:formatCode>
                <c:ptCount val="19"/>
                <c:pt idx="0">
                  <c:v>425</c:v>
                </c:pt>
                <c:pt idx="1">
                  <c:v>472</c:v>
                </c:pt>
                <c:pt idx="2">
                  <c:v>520</c:v>
                </c:pt>
                <c:pt idx="3">
                  <c:v>562</c:v>
                </c:pt>
                <c:pt idx="4">
                  <c:v>597</c:v>
                </c:pt>
                <c:pt idx="5">
                  <c:v>637</c:v>
                </c:pt>
                <c:pt idx="6">
                  <c:v>675</c:v>
                </c:pt>
                <c:pt idx="7">
                  <c:v>715</c:v>
                </c:pt>
                <c:pt idx="8">
                  <c:v>750</c:v>
                </c:pt>
                <c:pt idx="9">
                  <c:v>750</c:v>
                </c:pt>
                <c:pt idx="10">
                  <c:v>750</c:v>
                </c:pt>
                <c:pt idx="11">
                  <c:v>750</c:v>
                </c:pt>
                <c:pt idx="12">
                  <c:v>750</c:v>
                </c:pt>
                <c:pt idx="13">
                  <c:v>750</c:v>
                </c:pt>
                <c:pt idx="14">
                  <c:v>750</c:v>
                </c:pt>
                <c:pt idx="15">
                  <c:v>750</c:v>
                </c:pt>
                <c:pt idx="16">
                  <c:v>750</c:v>
                </c:pt>
                <c:pt idx="17">
                  <c:v>750</c:v>
                </c:pt>
                <c:pt idx="18">
                  <c:v>750</c:v>
                </c:pt>
              </c:numCache>
            </c:numRef>
          </c:val>
          <c:extLst>
            <c:ext xmlns:c16="http://schemas.microsoft.com/office/drawing/2014/chart" uri="{C3380CC4-5D6E-409C-BE32-E72D297353CC}">
              <c16:uniqueId val="{00000002-1F1F-45F8-AC86-4C3064C2BF83}"/>
            </c:ext>
          </c:extLst>
        </c:ser>
        <c:ser>
          <c:idx val="3"/>
          <c:order val="3"/>
          <c:tx>
            <c:strRef>
              <c:f>Sheet1!$E$1</c:f>
              <c:strCache>
                <c:ptCount val="1"/>
                <c:pt idx="0">
                  <c:v>Screened Acutal - China</c:v>
                </c:pt>
              </c:strCache>
            </c:strRef>
          </c:tx>
          <c:spPr>
            <a:solidFill>
              <a:schemeClr val="accent4"/>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Sheet1!$E$2:$E$20</c:f>
              <c:numCache>
                <c:formatCode>General</c:formatCode>
                <c:ptCount val="19"/>
                <c:pt idx="0">
                  <c:v>524</c:v>
                </c:pt>
                <c:pt idx="1">
                  <c:v>575</c:v>
                </c:pt>
                <c:pt idx="2">
                  <c:v>613</c:v>
                </c:pt>
                <c:pt idx="3">
                  <c:v>648</c:v>
                </c:pt>
                <c:pt idx="4">
                  <c:v>665</c:v>
                </c:pt>
                <c:pt idx="5">
                  <c:v>699</c:v>
                </c:pt>
                <c:pt idx="6">
                  <c:v>715</c:v>
                </c:pt>
              </c:numCache>
            </c:numRef>
          </c:val>
          <c:extLst>
            <c:ext xmlns:c16="http://schemas.microsoft.com/office/drawing/2014/chart" uri="{C3380CC4-5D6E-409C-BE32-E72D297353CC}">
              <c16:uniqueId val="{00000003-1F1F-45F8-AC86-4C3064C2BF83}"/>
            </c:ext>
          </c:extLst>
        </c:ser>
        <c:ser>
          <c:idx val="4"/>
          <c:order val="4"/>
          <c:tx>
            <c:strRef>
              <c:f>Sheet1!$F$1</c:f>
              <c:strCache>
                <c:ptCount val="1"/>
                <c:pt idx="0">
                  <c:v>Randomized Plan - Global</c:v>
                </c:pt>
              </c:strCache>
            </c:strRef>
          </c:tx>
          <c:spPr>
            <a:solidFill>
              <a:schemeClr val="accent5"/>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Sheet1!$F$2:$F$20</c:f>
              <c:numCache>
                <c:formatCode>General</c:formatCode>
                <c:ptCount val="19"/>
                <c:pt idx="0">
                  <c:v>3011</c:v>
                </c:pt>
                <c:pt idx="1">
                  <c:v>3368</c:v>
                </c:pt>
                <c:pt idx="2">
                  <c:v>3735</c:v>
                </c:pt>
                <c:pt idx="3">
                  <c:v>4106</c:v>
                </c:pt>
                <c:pt idx="4">
                  <c:v>4349</c:v>
                </c:pt>
                <c:pt idx="5">
                  <c:v>4614</c:v>
                </c:pt>
                <c:pt idx="6">
                  <c:v>4888</c:v>
                </c:pt>
                <c:pt idx="7">
                  <c:v>5193</c:v>
                </c:pt>
                <c:pt idx="8">
                  <c:v>5500</c:v>
                </c:pt>
                <c:pt idx="9">
                  <c:v>5797</c:v>
                </c:pt>
                <c:pt idx="10">
                  <c:v>6039</c:v>
                </c:pt>
                <c:pt idx="11">
                  <c:v>6135</c:v>
                </c:pt>
                <c:pt idx="12">
                  <c:v>6238</c:v>
                </c:pt>
                <c:pt idx="13">
                  <c:v>6337</c:v>
                </c:pt>
                <c:pt idx="14">
                  <c:v>6402</c:v>
                </c:pt>
                <c:pt idx="15">
                  <c:v>6488</c:v>
                </c:pt>
                <c:pt idx="16">
                  <c:v>6581</c:v>
                </c:pt>
                <c:pt idx="17">
                  <c:v>6667</c:v>
                </c:pt>
                <c:pt idx="18">
                  <c:v>6712</c:v>
                </c:pt>
              </c:numCache>
            </c:numRef>
          </c:val>
          <c:extLst>
            <c:ext xmlns:c16="http://schemas.microsoft.com/office/drawing/2014/chart" uri="{C3380CC4-5D6E-409C-BE32-E72D297353CC}">
              <c16:uniqueId val="{00000008-1F1F-45F8-AC86-4C3064C2BF83}"/>
            </c:ext>
          </c:extLst>
        </c:ser>
        <c:ser>
          <c:idx val="5"/>
          <c:order val="5"/>
          <c:tx>
            <c:strRef>
              <c:f>Sheet1!$G$1</c:f>
              <c:strCache>
                <c:ptCount val="1"/>
                <c:pt idx="0">
                  <c:v>Randomized Actual - Global</c:v>
                </c:pt>
              </c:strCache>
            </c:strRef>
          </c:tx>
          <c:spPr>
            <a:solidFill>
              <a:schemeClr val="accent6"/>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Sheet1!$G$2:$G$20</c:f>
              <c:numCache>
                <c:formatCode>General</c:formatCode>
                <c:ptCount val="19"/>
                <c:pt idx="0">
                  <c:v>3191</c:v>
                </c:pt>
                <c:pt idx="1">
                  <c:v>3606</c:v>
                </c:pt>
                <c:pt idx="2">
                  <c:v>3875</c:v>
                </c:pt>
                <c:pt idx="3">
                  <c:v>4114</c:v>
                </c:pt>
                <c:pt idx="4">
                  <c:v>4358</c:v>
                </c:pt>
                <c:pt idx="5">
                  <c:v>4621</c:v>
                </c:pt>
                <c:pt idx="6">
                  <c:v>4751</c:v>
                </c:pt>
              </c:numCache>
            </c:numRef>
          </c:val>
          <c:extLst>
            <c:ext xmlns:c16="http://schemas.microsoft.com/office/drawing/2014/chart" uri="{C3380CC4-5D6E-409C-BE32-E72D297353CC}">
              <c16:uniqueId val="{00000009-1F1F-45F8-AC86-4C3064C2BF83}"/>
            </c:ext>
          </c:extLst>
        </c:ser>
        <c:ser>
          <c:idx val="6"/>
          <c:order val="6"/>
          <c:tx>
            <c:strRef>
              <c:f>Sheet1!$H$1</c:f>
              <c:strCache>
                <c:ptCount val="1"/>
                <c:pt idx="0">
                  <c:v>Randomized Plan - China</c:v>
                </c:pt>
              </c:strCache>
            </c:strRef>
          </c:tx>
          <c:spPr>
            <a:solidFill>
              <a:schemeClr val="accent1">
                <a:lumMod val="60000"/>
              </a:schemeClr>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Sheet1!$H$2:$H$20</c:f>
              <c:numCache>
                <c:formatCode>General</c:formatCode>
                <c:ptCount val="19"/>
                <c:pt idx="0">
                  <c:v>235</c:v>
                </c:pt>
                <c:pt idx="1">
                  <c:v>263</c:v>
                </c:pt>
                <c:pt idx="2">
                  <c:v>292</c:v>
                </c:pt>
                <c:pt idx="3">
                  <c:v>321</c:v>
                </c:pt>
                <c:pt idx="4">
                  <c:v>342</c:v>
                </c:pt>
                <c:pt idx="5">
                  <c:v>366</c:v>
                </c:pt>
                <c:pt idx="6">
                  <c:v>389</c:v>
                </c:pt>
                <c:pt idx="7">
                  <c:v>413</c:v>
                </c:pt>
                <c:pt idx="8">
                  <c:v>436</c:v>
                </c:pt>
                <c:pt idx="9">
                  <c:v>450</c:v>
                </c:pt>
                <c:pt idx="10">
                  <c:v>450</c:v>
                </c:pt>
                <c:pt idx="11">
                  <c:v>450</c:v>
                </c:pt>
                <c:pt idx="12">
                  <c:v>450</c:v>
                </c:pt>
                <c:pt idx="13">
                  <c:v>450</c:v>
                </c:pt>
                <c:pt idx="14">
                  <c:v>450</c:v>
                </c:pt>
                <c:pt idx="15">
                  <c:v>450</c:v>
                </c:pt>
                <c:pt idx="16">
                  <c:v>450</c:v>
                </c:pt>
                <c:pt idx="17">
                  <c:v>450</c:v>
                </c:pt>
                <c:pt idx="18">
                  <c:v>450</c:v>
                </c:pt>
              </c:numCache>
            </c:numRef>
          </c:val>
          <c:extLst>
            <c:ext xmlns:c16="http://schemas.microsoft.com/office/drawing/2014/chart" uri="{C3380CC4-5D6E-409C-BE32-E72D297353CC}">
              <c16:uniqueId val="{0000000A-1F1F-45F8-AC86-4C3064C2BF83}"/>
            </c:ext>
          </c:extLst>
        </c:ser>
        <c:ser>
          <c:idx val="7"/>
          <c:order val="7"/>
          <c:tx>
            <c:strRef>
              <c:f>Sheet1!$I$1</c:f>
              <c:strCache>
                <c:ptCount val="1"/>
                <c:pt idx="0">
                  <c:v>Randomized Actual - China</c:v>
                </c:pt>
              </c:strCache>
            </c:strRef>
          </c:tx>
          <c:spPr>
            <a:solidFill>
              <a:schemeClr val="accent2">
                <a:lumMod val="60000"/>
              </a:schemeClr>
            </a:solidFill>
            <a:ln>
              <a:noFill/>
            </a:ln>
            <a:effectLst/>
          </c:spPr>
          <c:invertIfNegative val="0"/>
          <c:cat>
            <c:numRef>
              <c:f>Sheet1!$A$2:$A$20</c:f>
              <c:numCache>
                <c:formatCode>[$-409]mmm\-yy;@</c:formatCode>
                <c:ptCount val="19"/>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pt idx="12">
                  <c:v>46296</c:v>
                </c:pt>
                <c:pt idx="13">
                  <c:v>46327</c:v>
                </c:pt>
                <c:pt idx="14">
                  <c:v>46357</c:v>
                </c:pt>
                <c:pt idx="15">
                  <c:v>46388</c:v>
                </c:pt>
                <c:pt idx="16">
                  <c:v>46419</c:v>
                </c:pt>
                <c:pt idx="17">
                  <c:v>46447</c:v>
                </c:pt>
                <c:pt idx="18">
                  <c:v>46478</c:v>
                </c:pt>
              </c:numCache>
            </c:numRef>
          </c:cat>
          <c:val>
            <c:numRef>
              <c:f>Sheet1!$I$2:$I$20</c:f>
              <c:numCache>
                <c:formatCode>General</c:formatCode>
                <c:ptCount val="19"/>
                <c:pt idx="0">
                  <c:v>295</c:v>
                </c:pt>
                <c:pt idx="1">
                  <c:v>339</c:v>
                </c:pt>
                <c:pt idx="2">
                  <c:v>369</c:v>
                </c:pt>
                <c:pt idx="3">
                  <c:v>396</c:v>
                </c:pt>
                <c:pt idx="4">
                  <c:v>405</c:v>
                </c:pt>
                <c:pt idx="5">
                  <c:v>422</c:v>
                </c:pt>
                <c:pt idx="6">
                  <c:v>429</c:v>
                </c:pt>
              </c:numCache>
            </c:numRef>
          </c:val>
          <c:extLst>
            <c:ext xmlns:c16="http://schemas.microsoft.com/office/drawing/2014/chart" uri="{C3380CC4-5D6E-409C-BE32-E72D297353CC}">
              <c16:uniqueId val="{0000000B-1F1F-45F8-AC86-4C3064C2BF83}"/>
            </c:ext>
          </c:extLst>
        </c:ser>
        <c:dLbls>
          <c:showLegendKey val="0"/>
          <c:showVal val="0"/>
          <c:showCatName val="0"/>
          <c:showSerName val="0"/>
          <c:showPercent val="0"/>
          <c:showBubbleSize val="0"/>
        </c:dLbls>
        <c:gapWidth val="219"/>
        <c:overlap val="-27"/>
        <c:axId val="873256112"/>
        <c:axId val="873258632"/>
      </c:barChart>
      <c:dateAx>
        <c:axId val="873256112"/>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873258632"/>
        <c:crosses val="autoZero"/>
        <c:auto val="1"/>
        <c:lblOffset val="100"/>
        <c:baseTimeUnit val="months"/>
      </c:dateAx>
      <c:valAx>
        <c:axId val="8732586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873256112"/>
        <c:crosses val="autoZero"/>
        <c:crossBetween val="between"/>
      </c:val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rtl="0">
              <a:defRPr sz="900"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b="0" i="0" u="none" strike="noStrike" kern="1200" spc="0" baseline="0">
                <a:solidFill>
                  <a:sysClr val="windowText" lastClr="000000">
                    <a:lumMod val="65000"/>
                    <a:lumOff val="35000"/>
                  </a:sysClr>
                </a:solidFill>
              </a:rPr>
              <a:t>Global vs China_ S</a:t>
            </a:r>
            <a:r>
              <a:rPr lang="en-US" altLang="zh-CN" sz="1400" b="0" i="0" u="none" strike="noStrike" kern="1200" spc="0" baseline="0">
                <a:solidFill>
                  <a:sysClr val="windowText" lastClr="000000">
                    <a:lumMod val="65000"/>
                    <a:lumOff val="35000"/>
                  </a:sysClr>
                </a:solidFill>
              </a:rPr>
              <a:t>creening &amp; Enrollment Status</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026097669468335"/>
          <c:y val="0.10097821298078359"/>
          <c:w val="0.75258969094105521"/>
          <c:h val="0.44808776054117699"/>
        </c:manualLayout>
      </c:layout>
      <c:barChart>
        <c:barDir val="col"/>
        <c:grouping val="clustered"/>
        <c:varyColors val="0"/>
        <c:ser>
          <c:idx val="4"/>
          <c:order val="4"/>
          <c:tx>
            <c:strRef>
              <c:f>'0. 做表格'!$A$102</c:f>
              <c:strCache>
                <c:ptCount val="1"/>
                <c:pt idx="0">
                  <c:v>Screened Plan-Global-total</c:v>
                </c:pt>
              </c:strCache>
            </c:strRef>
          </c:tx>
          <c:spPr>
            <a:solidFill>
              <a:schemeClr val="accent5"/>
            </a:solidFill>
            <a:ln>
              <a:noFill/>
            </a:ln>
            <a:effectLst/>
          </c:spPr>
          <c:invertIfNegative val="0"/>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做表格'!$B$102:$AC$102</c:f>
              <c:numCache>
                <c:formatCode>General</c:formatCode>
                <c:ptCount val="28"/>
                <c:pt idx="0">
                  <c:v>174</c:v>
                </c:pt>
                <c:pt idx="1">
                  <c:v>310</c:v>
                </c:pt>
                <c:pt idx="2">
                  <c:v>506</c:v>
                </c:pt>
                <c:pt idx="3">
                  <c:v>1032</c:v>
                </c:pt>
                <c:pt idx="4">
                  <c:v>1314</c:v>
                </c:pt>
                <c:pt idx="5">
                  <c:v>1670</c:v>
                </c:pt>
                <c:pt idx="6">
                  <c:v>2033</c:v>
                </c:pt>
                <c:pt idx="7">
                  <c:v>2418</c:v>
                </c:pt>
                <c:pt idx="8">
                  <c:v>2745</c:v>
                </c:pt>
                <c:pt idx="9">
                  <c:v>3083</c:v>
                </c:pt>
                <c:pt idx="10">
                  <c:v>3423</c:v>
                </c:pt>
                <c:pt idx="11">
                  <c:v>3799</c:v>
                </c:pt>
                <c:pt idx="12">
                  <c:v>4187</c:v>
                </c:pt>
                <c:pt idx="13">
                  <c:v>4515</c:v>
                </c:pt>
                <c:pt idx="14">
                  <c:v>4623</c:v>
                </c:pt>
                <c:pt idx="15">
                  <c:v>4980</c:v>
                </c:pt>
                <c:pt idx="16">
                  <c:v>5299</c:v>
                </c:pt>
                <c:pt idx="17">
                  <c:v>5675</c:v>
                </c:pt>
                <c:pt idx="18">
                  <c:v>5931</c:v>
                </c:pt>
                <c:pt idx="19">
                  <c:v>6194</c:v>
                </c:pt>
                <c:pt idx="20">
                  <c:v>6406</c:v>
                </c:pt>
                <c:pt idx="21">
                  <c:v>6626</c:v>
                </c:pt>
                <c:pt idx="22">
                  <c:v>6850</c:v>
                </c:pt>
                <c:pt idx="23">
                  <c:v>7106</c:v>
                </c:pt>
                <c:pt idx="24">
                  <c:v>7376</c:v>
                </c:pt>
                <c:pt idx="25">
                  <c:v>7584</c:v>
                </c:pt>
                <c:pt idx="26">
                  <c:v>7598</c:v>
                </c:pt>
                <c:pt idx="27">
                  <c:v>7608</c:v>
                </c:pt>
              </c:numCache>
            </c:numRef>
          </c:val>
          <c:extLst>
            <c:ext xmlns:c16="http://schemas.microsoft.com/office/drawing/2014/chart" uri="{C3380CC4-5D6E-409C-BE32-E72D297353CC}">
              <c16:uniqueId val="{00000000-23C8-4AAC-A490-DF1863392EFD}"/>
            </c:ext>
          </c:extLst>
        </c:ser>
        <c:ser>
          <c:idx val="5"/>
          <c:order val="5"/>
          <c:tx>
            <c:strRef>
              <c:f>'0. 做表格'!$A$103</c:f>
              <c:strCache>
                <c:ptCount val="1"/>
                <c:pt idx="0">
                  <c:v>Screened Actual-Global-total</c:v>
                </c:pt>
              </c:strCache>
            </c:strRef>
          </c:tx>
          <c:spPr>
            <a:solidFill>
              <a:srgbClr val="FFC000"/>
            </a:solidFill>
            <a:ln>
              <a:noFill/>
            </a:ln>
            <a:effectLst/>
          </c:spPr>
          <c:invertIfNegative val="0"/>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做表格'!$B$103:$AC$103</c:f>
              <c:numCache>
                <c:formatCode>General</c:formatCode>
                <c:ptCount val="28"/>
                <c:pt idx="0">
                  <c:v>407</c:v>
                </c:pt>
                <c:pt idx="1">
                  <c:v>624</c:v>
                </c:pt>
                <c:pt idx="2">
                  <c:v>839</c:v>
                </c:pt>
                <c:pt idx="3">
                  <c:v>1121</c:v>
                </c:pt>
                <c:pt idx="4">
                  <c:v>1436</c:v>
                </c:pt>
                <c:pt idx="5">
                  <c:v>1793</c:v>
                </c:pt>
                <c:pt idx="6">
                  <c:v>1929</c:v>
                </c:pt>
              </c:numCache>
            </c:numRef>
          </c:val>
          <c:extLst>
            <c:ext xmlns:c16="http://schemas.microsoft.com/office/drawing/2014/chart" uri="{C3380CC4-5D6E-409C-BE32-E72D297353CC}">
              <c16:uniqueId val="{00000001-23C8-4AAC-A490-DF1863392EFD}"/>
            </c:ext>
          </c:extLst>
        </c:ser>
        <c:ser>
          <c:idx val="6"/>
          <c:order val="6"/>
          <c:tx>
            <c:strRef>
              <c:f>'0. 做表格'!$A$104</c:f>
              <c:strCache>
                <c:ptCount val="1"/>
                <c:pt idx="0">
                  <c:v>Randomized Plan-Global-total</c:v>
                </c:pt>
              </c:strCache>
            </c:strRef>
          </c:tx>
          <c:spPr>
            <a:solidFill>
              <a:srgbClr val="7030A0"/>
            </a:solidFill>
            <a:ln>
              <a:noFill/>
            </a:ln>
            <a:effectLst/>
          </c:spPr>
          <c:invertIfNegative val="0"/>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做表格'!$B$104:$AC$104</c:f>
              <c:numCache>
                <c:formatCode>General</c:formatCode>
                <c:ptCount val="28"/>
                <c:pt idx="0">
                  <c:v>58</c:v>
                </c:pt>
                <c:pt idx="1">
                  <c:v>111</c:v>
                </c:pt>
                <c:pt idx="2">
                  <c:v>197</c:v>
                </c:pt>
                <c:pt idx="3">
                  <c:v>515</c:v>
                </c:pt>
                <c:pt idx="4">
                  <c:v>682</c:v>
                </c:pt>
                <c:pt idx="5">
                  <c:v>861</c:v>
                </c:pt>
                <c:pt idx="6">
                  <c:v>1053</c:v>
                </c:pt>
                <c:pt idx="7">
                  <c:v>1256</c:v>
                </c:pt>
                <c:pt idx="8">
                  <c:v>1447</c:v>
                </c:pt>
                <c:pt idx="9">
                  <c:v>1631</c:v>
                </c:pt>
                <c:pt idx="10">
                  <c:v>1813</c:v>
                </c:pt>
                <c:pt idx="11">
                  <c:v>1993</c:v>
                </c:pt>
                <c:pt idx="12">
                  <c:v>2206</c:v>
                </c:pt>
                <c:pt idx="13">
                  <c:v>2407</c:v>
                </c:pt>
                <c:pt idx="14">
                  <c:v>2545</c:v>
                </c:pt>
                <c:pt idx="15">
                  <c:v>2645</c:v>
                </c:pt>
                <c:pt idx="16">
                  <c:v>2823</c:v>
                </c:pt>
                <c:pt idx="17">
                  <c:v>3008</c:v>
                </c:pt>
                <c:pt idx="18">
                  <c:v>3190</c:v>
                </c:pt>
                <c:pt idx="19">
                  <c:v>3333</c:v>
                </c:pt>
                <c:pt idx="20">
                  <c:v>3464</c:v>
                </c:pt>
                <c:pt idx="21">
                  <c:v>3581</c:v>
                </c:pt>
                <c:pt idx="22">
                  <c:v>3699</c:v>
                </c:pt>
                <c:pt idx="23">
                  <c:v>3822</c:v>
                </c:pt>
                <c:pt idx="24">
                  <c:v>3964</c:v>
                </c:pt>
                <c:pt idx="25">
                  <c:v>4111</c:v>
                </c:pt>
                <c:pt idx="26">
                  <c:v>4187</c:v>
                </c:pt>
                <c:pt idx="27">
                  <c:v>4200</c:v>
                </c:pt>
              </c:numCache>
            </c:numRef>
          </c:val>
          <c:extLst>
            <c:ext xmlns:c16="http://schemas.microsoft.com/office/drawing/2014/chart" uri="{C3380CC4-5D6E-409C-BE32-E72D297353CC}">
              <c16:uniqueId val="{00000002-23C8-4AAC-A490-DF1863392EFD}"/>
            </c:ext>
          </c:extLst>
        </c:ser>
        <c:ser>
          <c:idx val="7"/>
          <c:order val="7"/>
          <c:tx>
            <c:strRef>
              <c:f>'0. 做表格'!$A$105</c:f>
              <c:strCache>
                <c:ptCount val="1"/>
                <c:pt idx="0">
                  <c:v>Randomized Actual-Global-total</c:v>
                </c:pt>
              </c:strCache>
            </c:strRef>
          </c:tx>
          <c:spPr>
            <a:solidFill>
              <a:srgbClr val="00B050"/>
            </a:solidFill>
            <a:ln>
              <a:solidFill>
                <a:srgbClr val="00B050"/>
              </a:solidFill>
            </a:ln>
            <a:effectLst/>
          </c:spPr>
          <c:invertIfNegative val="0"/>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做表格'!$B$105:$AC$105</c:f>
              <c:numCache>
                <c:formatCode>General</c:formatCode>
                <c:ptCount val="28"/>
                <c:pt idx="0">
                  <c:v>175</c:v>
                </c:pt>
                <c:pt idx="1">
                  <c:v>268</c:v>
                </c:pt>
                <c:pt idx="2">
                  <c:v>411</c:v>
                </c:pt>
                <c:pt idx="3">
                  <c:v>525</c:v>
                </c:pt>
                <c:pt idx="4">
                  <c:v>706</c:v>
                </c:pt>
                <c:pt idx="5">
                  <c:v>912</c:v>
                </c:pt>
                <c:pt idx="6">
                  <c:v>994</c:v>
                </c:pt>
              </c:numCache>
            </c:numRef>
          </c:val>
          <c:extLst>
            <c:ext xmlns:c16="http://schemas.microsoft.com/office/drawing/2014/chart" uri="{C3380CC4-5D6E-409C-BE32-E72D297353CC}">
              <c16:uniqueId val="{00000003-23C8-4AAC-A490-DF1863392EFD}"/>
            </c:ext>
          </c:extLst>
        </c:ser>
        <c:dLbls>
          <c:showLegendKey val="0"/>
          <c:showVal val="0"/>
          <c:showCatName val="0"/>
          <c:showSerName val="0"/>
          <c:showPercent val="0"/>
          <c:showBubbleSize val="0"/>
        </c:dLbls>
        <c:gapWidth val="219"/>
        <c:axId val="652692240"/>
        <c:axId val="652686840"/>
      </c:barChart>
      <c:lineChart>
        <c:grouping val="standard"/>
        <c:varyColors val="0"/>
        <c:ser>
          <c:idx val="0"/>
          <c:order val="0"/>
          <c:tx>
            <c:strRef>
              <c:f>'0. 做表格'!$A$94</c:f>
              <c:strCache>
                <c:ptCount val="1"/>
                <c:pt idx="0">
                  <c:v>Screened Plan-China-total</c:v>
                </c:pt>
              </c:strCache>
            </c:strRef>
          </c:tx>
          <c:spPr>
            <a:ln w="28575" cap="rnd">
              <a:solidFill>
                <a:schemeClr val="accent1"/>
              </a:solidFill>
              <a:round/>
            </a:ln>
            <a:effectLst/>
          </c:spPr>
          <c:marker>
            <c:symbol val="none"/>
          </c:marker>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做表格'!$B$94:$AC$94</c:f>
              <c:numCache>
                <c:formatCode>General</c:formatCode>
                <c:ptCount val="28"/>
                <c:pt idx="0">
                  <c:v>1</c:v>
                </c:pt>
                <c:pt idx="1">
                  <c:v>9</c:v>
                </c:pt>
                <c:pt idx="2">
                  <c:v>25</c:v>
                </c:pt>
                <c:pt idx="3">
                  <c:v>96</c:v>
                </c:pt>
                <c:pt idx="4">
                  <c:v>105</c:v>
                </c:pt>
                <c:pt idx="5">
                  <c:v>131</c:v>
                </c:pt>
                <c:pt idx="6">
                  <c:v>165</c:v>
                </c:pt>
                <c:pt idx="7">
                  <c:v>201</c:v>
                </c:pt>
                <c:pt idx="8">
                  <c:v>235</c:v>
                </c:pt>
                <c:pt idx="9">
                  <c:v>270</c:v>
                </c:pt>
                <c:pt idx="10">
                  <c:v>305</c:v>
                </c:pt>
                <c:pt idx="11">
                  <c:v>339</c:v>
                </c:pt>
                <c:pt idx="12">
                  <c:v>374</c:v>
                </c:pt>
                <c:pt idx="13">
                  <c:v>404</c:v>
                </c:pt>
                <c:pt idx="14">
                  <c:v>413</c:v>
                </c:pt>
                <c:pt idx="15">
                  <c:v>448</c:v>
                </c:pt>
                <c:pt idx="16">
                  <c:v>457</c:v>
                </c:pt>
                <c:pt idx="17">
                  <c:v>484</c:v>
                </c:pt>
                <c:pt idx="18">
                  <c:v>504</c:v>
                </c:pt>
                <c:pt idx="19">
                  <c:v>525</c:v>
                </c:pt>
                <c:pt idx="20">
                  <c:v>546</c:v>
                </c:pt>
                <c:pt idx="21">
                  <c:v>567</c:v>
                </c:pt>
                <c:pt idx="22">
                  <c:v>588</c:v>
                </c:pt>
                <c:pt idx="23">
                  <c:v>608</c:v>
                </c:pt>
                <c:pt idx="24">
                  <c:v>629</c:v>
                </c:pt>
                <c:pt idx="25">
                  <c:v>646</c:v>
                </c:pt>
                <c:pt idx="26">
                  <c:v>646</c:v>
                </c:pt>
                <c:pt idx="27">
                  <c:v>651</c:v>
                </c:pt>
              </c:numCache>
            </c:numRef>
          </c:val>
          <c:smooth val="0"/>
          <c:extLst>
            <c:ext xmlns:c16="http://schemas.microsoft.com/office/drawing/2014/chart" uri="{C3380CC4-5D6E-409C-BE32-E72D297353CC}">
              <c16:uniqueId val="{00000004-23C8-4AAC-A490-DF1863392EFD}"/>
            </c:ext>
          </c:extLst>
        </c:ser>
        <c:ser>
          <c:idx val="1"/>
          <c:order val="1"/>
          <c:tx>
            <c:strRef>
              <c:f>'0. 做表格'!$A$95</c:f>
              <c:strCache>
                <c:ptCount val="1"/>
                <c:pt idx="0">
                  <c:v>Screened Actual-China-total</c:v>
                </c:pt>
              </c:strCache>
            </c:strRef>
          </c:tx>
          <c:spPr>
            <a:ln w="28575" cap="rnd">
              <a:solidFill>
                <a:srgbClr val="FFC000"/>
              </a:solidFill>
              <a:round/>
            </a:ln>
            <a:effectLst/>
          </c:spPr>
          <c:marker>
            <c:symbol val="none"/>
          </c:marker>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做表格'!$B$95:$AC$95</c:f>
              <c:numCache>
                <c:formatCode>General</c:formatCode>
                <c:ptCount val="28"/>
                <c:pt idx="0">
                  <c:v>5</c:v>
                </c:pt>
                <c:pt idx="1">
                  <c:v>36</c:v>
                </c:pt>
                <c:pt idx="2">
                  <c:v>76</c:v>
                </c:pt>
                <c:pt idx="3">
                  <c:v>119</c:v>
                </c:pt>
                <c:pt idx="4">
                  <c:v>129</c:v>
                </c:pt>
                <c:pt idx="5">
                  <c:v>190</c:v>
                </c:pt>
                <c:pt idx="6">
                  <c:v>210</c:v>
                </c:pt>
              </c:numCache>
            </c:numRef>
          </c:val>
          <c:smooth val="0"/>
          <c:extLst>
            <c:ext xmlns:c16="http://schemas.microsoft.com/office/drawing/2014/chart" uri="{C3380CC4-5D6E-409C-BE32-E72D297353CC}">
              <c16:uniqueId val="{00000005-23C8-4AAC-A490-DF1863392EFD}"/>
            </c:ext>
          </c:extLst>
        </c:ser>
        <c:ser>
          <c:idx val="2"/>
          <c:order val="2"/>
          <c:tx>
            <c:strRef>
              <c:f>'0. 做表格'!$A$98</c:f>
              <c:strCache>
                <c:ptCount val="1"/>
                <c:pt idx="0">
                  <c:v>Randomized Plan-China-total</c:v>
                </c:pt>
              </c:strCache>
            </c:strRef>
          </c:tx>
          <c:spPr>
            <a:ln w="28575" cap="rnd">
              <a:solidFill>
                <a:srgbClr val="7030A0"/>
              </a:solidFill>
              <a:round/>
            </a:ln>
            <a:effectLst/>
          </c:spPr>
          <c:marker>
            <c:symbol val="none"/>
          </c:marker>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做表格'!$B$98:$AC$98</c:f>
              <c:numCache>
                <c:formatCode>General</c:formatCode>
                <c:ptCount val="28"/>
                <c:pt idx="0">
                  <c:v>0</c:v>
                </c:pt>
                <c:pt idx="1">
                  <c:v>1</c:v>
                </c:pt>
                <c:pt idx="2">
                  <c:v>7</c:v>
                </c:pt>
                <c:pt idx="3">
                  <c:v>60</c:v>
                </c:pt>
                <c:pt idx="4">
                  <c:v>64</c:v>
                </c:pt>
                <c:pt idx="5">
                  <c:v>77</c:v>
                </c:pt>
                <c:pt idx="6">
                  <c:v>101</c:v>
                </c:pt>
                <c:pt idx="7">
                  <c:v>121</c:v>
                </c:pt>
                <c:pt idx="8">
                  <c:v>140</c:v>
                </c:pt>
                <c:pt idx="9">
                  <c:v>160</c:v>
                </c:pt>
                <c:pt idx="10">
                  <c:v>180</c:v>
                </c:pt>
                <c:pt idx="11">
                  <c:v>199</c:v>
                </c:pt>
                <c:pt idx="12">
                  <c:v>220</c:v>
                </c:pt>
                <c:pt idx="13">
                  <c:v>239</c:v>
                </c:pt>
                <c:pt idx="14">
                  <c:v>252</c:v>
                </c:pt>
                <c:pt idx="15">
                  <c:v>262</c:v>
                </c:pt>
                <c:pt idx="16">
                  <c:v>280</c:v>
                </c:pt>
                <c:pt idx="17">
                  <c:v>282</c:v>
                </c:pt>
                <c:pt idx="18">
                  <c:v>299</c:v>
                </c:pt>
                <c:pt idx="19">
                  <c:v>311</c:v>
                </c:pt>
                <c:pt idx="20">
                  <c:v>323</c:v>
                </c:pt>
                <c:pt idx="21">
                  <c:v>335</c:v>
                </c:pt>
                <c:pt idx="22">
                  <c:v>347</c:v>
                </c:pt>
                <c:pt idx="23">
                  <c:v>358</c:v>
                </c:pt>
                <c:pt idx="24">
                  <c:v>370</c:v>
                </c:pt>
                <c:pt idx="25">
                  <c:v>382</c:v>
                </c:pt>
                <c:pt idx="26">
                  <c:v>388</c:v>
                </c:pt>
                <c:pt idx="27">
                  <c:v>391</c:v>
                </c:pt>
              </c:numCache>
            </c:numRef>
          </c:val>
          <c:smooth val="0"/>
          <c:extLst>
            <c:ext xmlns:c16="http://schemas.microsoft.com/office/drawing/2014/chart" uri="{C3380CC4-5D6E-409C-BE32-E72D297353CC}">
              <c16:uniqueId val="{00000006-23C8-4AAC-A490-DF1863392EFD}"/>
            </c:ext>
          </c:extLst>
        </c:ser>
        <c:ser>
          <c:idx val="3"/>
          <c:order val="3"/>
          <c:tx>
            <c:strRef>
              <c:f>'0. 做表格'!$A$99</c:f>
              <c:strCache>
                <c:ptCount val="1"/>
                <c:pt idx="0">
                  <c:v>Randomized Actual-China-total</c:v>
                </c:pt>
              </c:strCache>
            </c:strRef>
          </c:tx>
          <c:spPr>
            <a:ln w="28575" cap="rnd">
              <a:solidFill>
                <a:srgbClr val="00B050"/>
              </a:solidFill>
              <a:round/>
            </a:ln>
            <a:effectLst/>
          </c:spPr>
          <c:marker>
            <c:symbol val="none"/>
          </c:marker>
          <c:cat>
            <c:strRef>
              <c:f>'0. 做表格'!$B$93:$AC$93</c:f>
              <c:strCache>
                <c:ptCount val="28"/>
                <c:pt idx="0">
                  <c:v>Oct-2025</c:v>
                </c:pt>
                <c:pt idx="1">
                  <c:v>Nov-2025</c:v>
                </c:pt>
                <c:pt idx="2">
                  <c:v>Dec-2025</c:v>
                </c:pt>
                <c:pt idx="3">
                  <c:v>Jan-2026</c:v>
                </c:pt>
                <c:pt idx="4">
                  <c:v>Feb-2026</c:v>
                </c:pt>
                <c:pt idx="5">
                  <c:v>Mar-2026</c:v>
                </c:pt>
                <c:pt idx="6">
                  <c:v>Apr-2026</c:v>
                </c:pt>
                <c:pt idx="7">
                  <c:v>May-2026</c:v>
                </c:pt>
                <c:pt idx="8">
                  <c:v>Jun-2026</c:v>
                </c:pt>
                <c:pt idx="9">
                  <c:v>Jul-2026</c:v>
                </c:pt>
                <c:pt idx="10">
                  <c:v>Aug-2026</c:v>
                </c:pt>
                <c:pt idx="11">
                  <c:v>Sep-2026</c:v>
                </c:pt>
                <c:pt idx="12">
                  <c:v>Oct-2026</c:v>
                </c:pt>
                <c:pt idx="13">
                  <c:v>Nov-2026</c:v>
                </c:pt>
                <c:pt idx="14">
                  <c:v>Dec-2026</c:v>
                </c:pt>
                <c:pt idx="15">
                  <c:v>Jan-2027</c:v>
                </c:pt>
                <c:pt idx="16">
                  <c:v>Feb-2027</c:v>
                </c:pt>
                <c:pt idx="17">
                  <c:v>Mar-2027</c:v>
                </c:pt>
                <c:pt idx="18">
                  <c:v>Apr-2027</c:v>
                </c:pt>
                <c:pt idx="19">
                  <c:v>May-2027</c:v>
                </c:pt>
                <c:pt idx="20">
                  <c:v>Jun-2027</c:v>
                </c:pt>
                <c:pt idx="21">
                  <c:v>Jul-2027</c:v>
                </c:pt>
                <c:pt idx="22">
                  <c:v>Aug-2027</c:v>
                </c:pt>
                <c:pt idx="23">
                  <c:v>Sep-2027</c:v>
                </c:pt>
                <c:pt idx="24">
                  <c:v>Oct-2027</c:v>
                </c:pt>
                <c:pt idx="25">
                  <c:v>Nov-2027</c:v>
                </c:pt>
                <c:pt idx="26">
                  <c:v>Dec-2027</c:v>
                </c:pt>
                <c:pt idx="27">
                  <c:v>Jan-2028</c:v>
                </c:pt>
              </c:strCache>
            </c:strRef>
          </c:cat>
          <c:val>
            <c:numRef>
              <c:f>'0. 做表格'!$B$99:$AC$99</c:f>
              <c:numCache>
                <c:formatCode>General</c:formatCode>
                <c:ptCount val="28"/>
                <c:pt idx="0">
                  <c:v>1</c:v>
                </c:pt>
                <c:pt idx="1">
                  <c:v>11</c:v>
                </c:pt>
                <c:pt idx="2">
                  <c:v>34</c:v>
                </c:pt>
                <c:pt idx="3">
                  <c:v>59</c:v>
                </c:pt>
                <c:pt idx="4">
                  <c:v>79</c:v>
                </c:pt>
                <c:pt idx="5">
                  <c:v>109</c:v>
                </c:pt>
                <c:pt idx="6">
                  <c:v>125</c:v>
                </c:pt>
              </c:numCache>
            </c:numRef>
          </c:val>
          <c:smooth val="0"/>
          <c:extLst>
            <c:ext xmlns:c16="http://schemas.microsoft.com/office/drawing/2014/chart" uri="{C3380CC4-5D6E-409C-BE32-E72D297353CC}">
              <c16:uniqueId val="{00000007-23C8-4AAC-A490-DF1863392EFD}"/>
            </c:ext>
          </c:extLst>
        </c:ser>
        <c:dLbls>
          <c:showLegendKey val="0"/>
          <c:showVal val="0"/>
          <c:showCatName val="0"/>
          <c:showSerName val="0"/>
          <c:showPercent val="0"/>
          <c:showBubbleSize val="0"/>
        </c:dLbls>
        <c:marker val="1"/>
        <c:smooth val="0"/>
        <c:axId val="615614432"/>
        <c:axId val="615616952"/>
      </c:lineChart>
      <c:catAx>
        <c:axId val="615614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15616952"/>
        <c:crosses val="autoZero"/>
        <c:auto val="1"/>
        <c:lblAlgn val="ctr"/>
        <c:lblOffset val="100"/>
        <c:noMultiLvlLbl val="0"/>
      </c:catAx>
      <c:valAx>
        <c:axId val="61561695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15614432"/>
        <c:crosses val="autoZero"/>
        <c:crossBetween val="between"/>
      </c:valAx>
      <c:valAx>
        <c:axId val="652686840"/>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692240"/>
        <c:crosses val="max"/>
        <c:crossBetween val="between"/>
      </c:valAx>
      <c:catAx>
        <c:axId val="652692240"/>
        <c:scaling>
          <c:orientation val="minMax"/>
        </c:scaling>
        <c:delete val="1"/>
        <c:axPos val="b"/>
        <c:numFmt formatCode="General" sourceLinked="1"/>
        <c:majorTickMark val="out"/>
        <c:minorTickMark val="none"/>
        <c:tickLblPos val="nextTo"/>
        <c:crossAx val="652686840"/>
        <c:crosses val="autoZero"/>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rtl="0">
              <a:defRPr sz="900"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legend>
      <c:legendPos val="b"/>
      <c:layout>
        <c:manualLayout>
          <c:xMode val="edge"/>
          <c:yMode val="edge"/>
          <c:x val="0.15536205399216191"/>
          <c:y val="0.89657708271912073"/>
          <c:w val="0.65532579292941195"/>
          <c:h val="7.5376174181316674E-2"/>
        </c:manualLayout>
      </c:layout>
      <c:overlay val="0"/>
      <c:spPr>
        <a:noFill/>
        <a:ln>
          <a:solidFill>
            <a:srgbClr val="2B3A42"/>
          </a:solid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Status-G</a:t>
            </a:r>
            <a:r>
              <a:rPr lang="en-US" altLang="zh-CN"/>
              <a:t>lobal</a:t>
            </a:r>
            <a:r>
              <a:rPr lang="en-US"/>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zh-CN"/>
        </a:p>
      </c:txPr>
    </c:title>
    <c:autoTitleDeleted val="0"/>
    <c:plotArea>
      <c:layout>
        <c:manualLayout>
          <c:layoutTarget val="inner"/>
          <c:xMode val="edge"/>
          <c:yMode val="edge"/>
          <c:x val="0.10660535182413336"/>
          <c:y val="0.15373847393081552"/>
          <c:w val="0.8644525150717749"/>
          <c:h val="0.65528681520821008"/>
        </c:manualLayout>
      </c:layout>
      <c:barChart>
        <c:barDir val="col"/>
        <c:grouping val="clustered"/>
        <c:varyColors val="0"/>
        <c:ser>
          <c:idx val="3"/>
          <c:order val="5"/>
          <c:tx>
            <c:strRef>
              <c:f>Global!$A$9</c:f>
              <c:strCache>
                <c:ptCount val="1"/>
                <c:pt idx="0">
                  <c:v>Sites Activated (Actual)</c:v>
                </c:pt>
              </c:strCache>
              <c:extLst xmlns:c15="http://schemas.microsoft.com/office/drawing/2012/chart"/>
            </c:strRef>
          </c:tx>
          <c:spPr>
            <a:solidFill>
              <a:schemeClr val="accent4"/>
            </a:solidFill>
            <a:ln>
              <a:noFill/>
            </a:ln>
            <a:effectLst/>
          </c:spPr>
          <c:invertIfNegative val="0"/>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extLst xmlns:c15="http://schemas.microsoft.com/office/drawing/2012/chart"/>
            </c:numRef>
          </c:cat>
          <c:val>
            <c:numRef>
              <c:f>Global!$B$9:$U$9</c:f>
              <c:extLst xmlns:c15="http://schemas.microsoft.com/office/drawing/2012/chart"/>
            </c:numRef>
          </c:val>
          <c:extLst xmlns:c15="http://schemas.microsoft.com/office/drawing/2012/chart">
            <c:ext xmlns:c16="http://schemas.microsoft.com/office/drawing/2014/chart" uri="{C3380CC4-5D6E-409C-BE32-E72D297353CC}">
              <c16:uniqueId val="{00000000-BF1A-47E7-B0DF-48114404AC12}"/>
            </c:ext>
          </c:extLst>
        </c:ser>
        <c:ser>
          <c:idx val="4"/>
          <c:order val="6"/>
          <c:tx>
            <c:strRef>
              <c:f>Global!$A$10</c:f>
              <c:strCache>
                <c:ptCount val="1"/>
                <c:pt idx="0">
                  <c:v>Sites Activtied(Planned) </c:v>
                </c:pt>
              </c:strCache>
              <c:extLst xmlns:c15="http://schemas.microsoft.com/office/drawing/2012/chart"/>
            </c:strRef>
          </c:tx>
          <c:spPr>
            <a:solidFill>
              <a:schemeClr val="accent5"/>
            </a:solidFill>
            <a:ln>
              <a:noFill/>
            </a:ln>
            <a:effectLst/>
          </c:spPr>
          <c:invertIfNegative val="0"/>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extLst xmlns:c15="http://schemas.microsoft.com/office/drawing/2012/chart"/>
            </c:numRef>
          </c:cat>
          <c:val>
            <c:numRef>
              <c:f>Global!$B$10:$U$10</c:f>
              <c:extLst xmlns:c15="http://schemas.microsoft.com/office/drawing/2012/chart"/>
            </c:numRef>
          </c:val>
          <c:extLst xmlns:c15="http://schemas.microsoft.com/office/drawing/2012/chart">
            <c:ext xmlns:c16="http://schemas.microsoft.com/office/drawing/2014/chart" uri="{C3380CC4-5D6E-409C-BE32-E72D297353CC}">
              <c16:uniqueId val="{00000001-BF1A-47E7-B0DF-48114404AC12}"/>
            </c:ext>
          </c:extLst>
        </c:ser>
        <c:dLbls>
          <c:showLegendKey val="0"/>
          <c:showVal val="0"/>
          <c:showCatName val="0"/>
          <c:showSerName val="0"/>
          <c:showPercent val="0"/>
          <c:showBubbleSize val="0"/>
        </c:dLbls>
        <c:gapWidth val="150"/>
        <c:axId val="523006048"/>
        <c:axId val="523012280"/>
      </c:barChart>
      <c:barChart>
        <c:barDir val="col"/>
        <c:grouping val="clustered"/>
        <c:varyColors val="0"/>
        <c:dLbls>
          <c:showLegendKey val="0"/>
          <c:showVal val="0"/>
          <c:showCatName val="0"/>
          <c:showSerName val="0"/>
          <c:showPercent val="0"/>
          <c:showBubbleSize val="0"/>
        </c:dLbls>
        <c:gapWidth val="150"/>
        <c:axId val="1296877976"/>
        <c:axId val="1296870056"/>
        <c:extLst>
          <c:ext xmlns:c15="http://schemas.microsoft.com/office/drawing/2012/chart" uri="{02D57815-91ED-43cb-92C2-25804820EDAC}">
            <c15:filteredBarSeries>
              <c15:ser>
                <c:idx val="2"/>
                <c:order val="4"/>
                <c:tx>
                  <c:strRef>
                    <c:extLst>
                      <c:ext uri="{02D57815-91ED-43cb-92C2-25804820EDAC}">
                        <c15:formulaRef>
                          <c15:sqref>Global!$A$8</c15:sqref>
                        </c15:formulaRef>
                      </c:ext>
                    </c:extLst>
                    <c:strCache>
                      <c:ptCount val="1"/>
                      <c:pt idx="0">
                        <c:v>Monthly patient screened</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cat>
                  <c:numRef>
                    <c:extLst>
                      <c:ext uri="{02D57815-91ED-43cb-92C2-25804820EDAC}">
                        <c15:formulaRef>
                          <c15:sqref>Global!$B$4:$U$4</c15:sqref>
                        </c15:formulaRef>
                      </c:ext>
                    </c:extLst>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numRef>
                </c:cat>
                <c:val>
                  <c:numRef>
                    <c:extLst>
                      <c:ext uri="{02D57815-91ED-43cb-92C2-25804820EDAC}">
                        <c15:formulaRef>
                          <c15:sqref>Global!$B$8:$U$8</c15:sqref>
                        </c15:formulaRef>
                      </c:ext>
                    </c:extLst>
                    <c:numCache>
                      <c:formatCode>General</c:formatCode>
                      <c:ptCount val="20"/>
                      <c:pt idx="0">
                        <c:v>6</c:v>
                      </c:pt>
                      <c:pt idx="1">
                        <c:v>16</c:v>
                      </c:pt>
                      <c:pt idx="2">
                        <c:v>92</c:v>
                      </c:pt>
                      <c:pt idx="3">
                        <c:v>303</c:v>
                      </c:pt>
                      <c:pt idx="4">
                        <c:v>729</c:v>
                      </c:pt>
                      <c:pt idx="5">
                        <c:v>776</c:v>
                      </c:pt>
                      <c:pt idx="6">
                        <c:v>1327</c:v>
                      </c:pt>
                      <c:pt idx="7">
                        <c:v>1484</c:v>
                      </c:pt>
                      <c:pt idx="8">
                        <c:v>1639</c:v>
                      </c:pt>
                      <c:pt idx="9">
                        <c:v>677</c:v>
                      </c:pt>
                    </c:numCache>
                  </c:numRef>
                </c:val>
                <c:extLst>
                  <c:ext xmlns:c16="http://schemas.microsoft.com/office/drawing/2014/chart" uri="{C3380CC4-5D6E-409C-BE32-E72D297353CC}">
                    <c16:uniqueId val="{00000006-BF1A-47E7-B0DF-48114404AC12}"/>
                  </c:ext>
                </c:extLst>
              </c15:ser>
            </c15:filteredBarSeries>
            <c15:filteredBarSeries>
              <c15:ser>
                <c:idx val="7"/>
                <c:order val="7"/>
                <c:tx>
                  <c:strRef>
                    <c:extLst xmlns:c15="http://schemas.microsoft.com/office/drawing/2012/chart">
                      <c:ext xmlns:c15="http://schemas.microsoft.com/office/drawing/2012/chart" uri="{02D57815-91ED-43cb-92C2-25804820EDAC}">
                        <c15:formulaRef>
                          <c15:sqref>Global!$A$7</c15:sqref>
                        </c15:formulaRef>
                      </c:ext>
                    </c:extLst>
                    <c:strCache>
                      <c:ptCount val="1"/>
                      <c:pt idx="0">
                        <c:v>Monthly patient enrolled</c:v>
                      </c:pt>
                    </c:strCache>
                  </c:strRef>
                </c:tx>
                <c:spPr>
                  <a:solidFill>
                    <a:schemeClr val="accent2">
                      <a:lumMod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xmlns:c15="http://schemas.microsoft.com/office/drawing/2012/chart">
                      <c:ext xmlns:c15="http://schemas.microsoft.com/office/drawing/2012/chart" uri="{02D57815-91ED-43cb-92C2-25804820EDAC}">
                        <c15:formulaRef>
                          <c15:sqref>Global!$B$7:$U$7</c15:sqref>
                        </c15:formulaRef>
                      </c:ext>
                    </c:extLst>
                    <c:numCache>
                      <c:formatCode>General</c:formatCode>
                      <c:ptCount val="20"/>
                      <c:pt idx="0">
                        <c:v>2</c:v>
                      </c:pt>
                      <c:pt idx="1">
                        <c:v>12</c:v>
                      </c:pt>
                      <c:pt idx="2">
                        <c:v>21</c:v>
                      </c:pt>
                      <c:pt idx="3">
                        <c:v>133</c:v>
                      </c:pt>
                      <c:pt idx="4">
                        <c:v>317</c:v>
                      </c:pt>
                      <c:pt idx="5">
                        <c:v>623</c:v>
                      </c:pt>
                      <c:pt idx="6">
                        <c:v>653</c:v>
                      </c:pt>
                      <c:pt idx="7">
                        <c:v>1046</c:v>
                      </c:pt>
                      <c:pt idx="8">
                        <c:v>1158</c:v>
                      </c:pt>
                      <c:pt idx="9">
                        <c:v>534</c:v>
                      </c:pt>
                    </c:numCache>
                  </c:numRef>
                </c:val>
                <c:extLst xmlns:c15="http://schemas.microsoft.com/office/drawing/2012/chart">
                  <c:ext xmlns:c16="http://schemas.microsoft.com/office/drawing/2014/chart" uri="{C3380CC4-5D6E-409C-BE32-E72D297353CC}">
                    <c16:uniqueId val="{00000007-BF1A-47E7-B0DF-48114404AC12}"/>
                  </c:ext>
                </c:extLst>
              </c15:ser>
            </c15:filteredBarSeries>
          </c:ext>
        </c:extLst>
      </c:barChart>
      <c:lineChart>
        <c:grouping val="standard"/>
        <c:varyColors val="0"/>
        <c:ser>
          <c:idx val="6"/>
          <c:order val="0"/>
          <c:tx>
            <c:strRef>
              <c:f>Global!$A$12</c:f>
              <c:strCache>
                <c:ptCount val="1"/>
                <c:pt idx="0">
                  <c:v>Patient Screened(Planned)</c:v>
                </c:pt>
              </c:strCache>
            </c:strRef>
          </c:tx>
          <c:spPr>
            <a:ln w="28575" cap="rnd">
              <a:solidFill>
                <a:schemeClr val="accent1">
                  <a:lumMod val="60000"/>
                </a:schemeClr>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numRef>
          </c:cat>
          <c:val>
            <c:numRef>
              <c:f>Global!$B$12:$U$12</c:f>
              <c:numCache>
                <c:formatCode>General</c:formatCode>
                <c:ptCount val="20"/>
                <c:pt idx="0">
                  <c:v>0</c:v>
                </c:pt>
                <c:pt idx="1">
                  <c:v>39</c:v>
                </c:pt>
                <c:pt idx="2">
                  <c:v>86</c:v>
                </c:pt>
                <c:pt idx="3">
                  <c:v>130</c:v>
                </c:pt>
                <c:pt idx="4">
                  <c:v>174</c:v>
                </c:pt>
                <c:pt idx="5">
                  <c:v>793</c:v>
                </c:pt>
                <c:pt idx="6">
                  <c:v>1412</c:v>
                </c:pt>
                <c:pt idx="7">
                  <c:v>2031</c:v>
                </c:pt>
                <c:pt idx="8">
                  <c:v>2649</c:v>
                </c:pt>
                <c:pt idx="9">
                  <c:v>3268</c:v>
                </c:pt>
                <c:pt idx="10">
                  <c:v>3887</c:v>
                </c:pt>
                <c:pt idx="11">
                  <c:v>5317</c:v>
                </c:pt>
                <c:pt idx="12">
                  <c:v>6747</c:v>
                </c:pt>
                <c:pt idx="13">
                  <c:v>8177</c:v>
                </c:pt>
                <c:pt idx="14">
                  <c:v>9607</c:v>
                </c:pt>
                <c:pt idx="15">
                  <c:v>11037</c:v>
                </c:pt>
                <c:pt idx="16">
                  <c:v>12467</c:v>
                </c:pt>
                <c:pt idx="17">
                  <c:v>13897</c:v>
                </c:pt>
                <c:pt idx="18">
                  <c:v>15340</c:v>
                </c:pt>
                <c:pt idx="19">
                  <c:v>15340</c:v>
                </c:pt>
              </c:numCache>
            </c:numRef>
          </c:val>
          <c:smooth val="0"/>
          <c:extLst>
            <c:ext xmlns:c16="http://schemas.microsoft.com/office/drawing/2014/chart" uri="{C3380CC4-5D6E-409C-BE32-E72D297353CC}">
              <c16:uniqueId val="{00000002-BF1A-47E7-B0DF-48114404AC12}"/>
            </c:ext>
          </c:extLst>
        </c:ser>
        <c:ser>
          <c:idx val="5"/>
          <c:order val="1"/>
          <c:tx>
            <c:strRef>
              <c:f>Global!$A$11</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numRef>
          </c:cat>
          <c:val>
            <c:numRef>
              <c:f>Global!$B$11:$U$11</c:f>
              <c:numCache>
                <c:formatCode>General</c:formatCode>
                <c:ptCount val="20"/>
                <c:pt idx="0">
                  <c:v>6</c:v>
                </c:pt>
                <c:pt idx="1">
                  <c:v>22</c:v>
                </c:pt>
                <c:pt idx="2">
                  <c:v>114</c:v>
                </c:pt>
                <c:pt idx="3">
                  <c:v>417</c:v>
                </c:pt>
                <c:pt idx="4">
                  <c:v>1146</c:v>
                </c:pt>
                <c:pt idx="5">
                  <c:v>1922</c:v>
                </c:pt>
                <c:pt idx="6">
                  <c:v>3249</c:v>
                </c:pt>
                <c:pt idx="7">
                  <c:v>4733</c:v>
                </c:pt>
                <c:pt idx="8">
                  <c:v>6372</c:v>
                </c:pt>
                <c:pt idx="9">
                  <c:v>7049</c:v>
                </c:pt>
              </c:numCache>
            </c:numRef>
          </c:val>
          <c:smooth val="0"/>
          <c:extLst>
            <c:ext xmlns:c16="http://schemas.microsoft.com/office/drawing/2014/chart" uri="{C3380CC4-5D6E-409C-BE32-E72D297353CC}">
              <c16:uniqueId val="{00000003-BF1A-47E7-B0DF-48114404AC12}"/>
            </c:ext>
          </c:extLst>
        </c:ser>
        <c:ser>
          <c:idx val="1"/>
          <c:order val="2"/>
          <c:tx>
            <c:strRef>
              <c:f>Global!$A$6</c:f>
              <c:strCache>
                <c:ptCount val="1"/>
                <c:pt idx="0">
                  <c:v>Patients Randomized (planned)</c:v>
                </c:pt>
              </c:strCache>
            </c:strRef>
          </c:tx>
          <c:spPr>
            <a:ln w="25400" cap="rnd">
              <a:solidFill>
                <a:srgbClr val="FF0000">
                  <a:alpha val="50000"/>
                </a:srgbClr>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numRef>
          </c:cat>
          <c:val>
            <c:numRef>
              <c:f>Global!$B$6:$U$6</c:f>
              <c:numCache>
                <c:formatCode>General</c:formatCode>
                <c:ptCount val="20"/>
                <c:pt idx="0">
                  <c:v>0</c:v>
                </c:pt>
                <c:pt idx="1">
                  <c:v>6</c:v>
                </c:pt>
                <c:pt idx="2">
                  <c:v>30</c:v>
                </c:pt>
                <c:pt idx="3">
                  <c:v>66</c:v>
                </c:pt>
                <c:pt idx="4">
                  <c:v>100</c:v>
                </c:pt>
                <c:pt idx="5">
                  <c:v>134</c:v>
                </c:pt>
                <c:pt idx="6">
                  <c:v>610</c:v>
                </c:pt>
                <c:pt idx="7">
                  <c:v>1086</c:v>
                </c:pt>
                <c:pt idx="8">
                  <c:v>1562</c:v>
                </c:pt>
                <c:pt idx="9">
                  <c:v>2038</c:v>
                </c:pt>
                <c:pt idx="10">
                  <c:v>2514</c:v>
                </c:pt>
                <c:pt idx="11">
                  <c:v>2990</c:v>
                </c:pt>
                <c:pt idx="12">
                  <c:v>4090</c:v>
                </c:pt>
                <c:pt idx="13">
                  <c:v>5190</c:v>
                </c:pt>
                <c:pt idx="14">
                  <c:v>6290</c:v>
                </c:pt>
                <c:pt idx="15">
                  <c:v>7390</c:v>
                </c:pt>
                <c:pt idx="16">
                  <c:v>8490</c:v>
                </c:pt>
                <c:pt idx="17">
                  <c:v>9590</c:v>
                </c:pt>
                <c:pt idx="18">
                  <c:v>10690</c:v>
                </c:pt>
                <c:pt idx="19">
                  <c:v>11800</c:v>
                </c:pt>
              </c:numCache>
            </c:numRef>
          </c:val>
          <c:smooth val="0"/>
          <c:extLst>
            <c:ext xmlns:c16="http://schemas.microsoft.com/office/drawing/2014/chart" uri="{C3380CC4-5D6E-409C-BE32-E72D297353CC}">
              <c16:uniqueId val="{00000004-BF1A-47E7-B0DF-48114404AC12}"/>
            </c:ext>
          </c:extLst>
        </c:ser>
        <c:ser>
          <c:idx val="0"/>
          <c:order val="3"/>
          <c:tx>
            <c:strRef>
              <c:f>Global!$A$5</c:f>
              <c:strCache>
                <c:ptCount val="1"/>
                <c:pt idx="0">
                  <c:v>Patients 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Global!$B$4:$U$4</c:f>
              <c:numCache>
                <c:formatCode>[$-409]mmm\-yy;@</c:formatCode>
                <c:ptCount val="20"/>
                <c:pt idx="0">
                  <c:v>45863</c:v>
                </c:pt>
                <c:pt idx="1">
                  <c:v>45894</c:v>
                </c:pt>
                <c:pt idx="2">
                  <c:v>45925</c:v>
                </c:pt>
                <c:pt idx="3">
                  <c:v>45931</c:v>
                </c:pt>
                <c:pt idx="4">
                  <c:v>45962</c:v>
                </c:pt>
                <c:pt idx="5">
                  <c:v>45993</c:v>
                </c:pt>
                <c:pt idx="6">
                  <c:v>46024</c:v>
                </c:pt>
                <c:pt idx="7">
                  <c:v>46055</c:v>
                </c:pt>
                <c:pt idx="8">
                  <c:v>46086</c:v>
                </c:pt>
                <c:pt idx="9">
                  <c:v>46117</c:v>
                </c:pt>
                <c:pt idx="10">
                  <c:v>46148</c:v>
                </c:pt>
                <c:pt idx="11">
                  <c:v>46179</c:v>
                </c:pt>
                <c:pt idx="12">
                  <c:v>46210</c:v>
                </c:pt>
                <c:pt idx="13">
                  <c:v>46241</c:v>
                </c:pt>
                <c:pt idx="14">
                  <c:v>46272</c:v>
                </c:pt>
                <c:pt idx="15">
                  <c:v>46303</c:v>
                </c:pt>
                <c:pt idx="16">
                  <c:v>46334</c:v>
                </c:pt>
                <c:pt idx="17">
                  <c:v>46365</c:v>
                </c:pt>
                <c:pt idx="18">
                  <c:v>46396</c:v>
                </c:pt>
                <c:pt idx="19">
                  <c:v>46427</c:v>
                </c:pt>
              </c:numCache>
            </c:numRef>
          </c:cat>
          <c:val>
            <c:numRef>
              <c:f>Global!$B$5:$U$5</c:f>
              <c:numCache>
                <c:formatCode>General</c:formatCode>
                <c:ptCount val="20"/>
                <c:pt idx="0">
                  <c:v>2</c:v>
                </c:pt>
                <c:pt idx="1">
                  <c:v>14</c:v>
                </c:pt>
                <c:pt idx="2">
                  <c:v>35</c:v>
                </c:pt>
                <c:pt idx="3">
                  <c:v>168</c:v>
                </c:pt>
                <c:pt idx="4">
                  <c:v>485</c:v>
                </c:pt>
                <c:pt idx="5">
                  <c:v>1108</c:v>
                </c:pt>
                <c:pt idx="6">
                  <c:v>1761</c:v>
                </c:pt>
                <c:pt idx="7">
                  <c:v>2807</c:v>
                </c:pt>
                <c:pt idx="8">
                  <c:v>3965</c:v>
                </c:pt>
                <c:pt idx="9">
                  <c:v>4499</c:v>
                </c:pt>
              </c:numCache>
            </c:numRef>
          </c:val>
          <c:smooth val="0"/>
          <c:extLst>
            <c:ext xmlns:c16="http://schemas.microsoft.com/office/drawing/2014/chart" uri="{C3380CC4-5D6E-409C-BE32-E72D297353CC}">
              <c16:uniqueId val="{00000005-BF1A-47E7-B0DF-48114404AC12}"/>
            </c:ext>
          </c:extLst>
        </c:ser>
        <c:dLbls>
          <c:showLegendKey val="0"/>
          <c:showVal val="0"/>
          <c:showCatName val="0"/>
          <c:showSerName val="0"/>
          <c:showPercent val="0"/>
          <c:showBubbleSize val="0"/>
        </c:dLbls>
        <c:marker val="1"/>
        <c:smooth val="0"/>
        <c:axId val="523006048"/>
        <c:axId val="523012280"/>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12280"/>
        <c:crosses val="autoZero"/>
        <c:auto val="1"/>
        <c:lblOffset val="100"/>
        <c:baseTimeUnit val="months"/>
      </c:dateAx>
      <c:valAx>
        <c:axId val="523012280"/>
        <c:scaling>
          <c:orientation val="minMax"/>
          <c:max val="160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06048"/>
        <c:crosses val="autoZero"/>
        <c:crossBetween val="between"/>
        <c:majorUnit val="1000"/>
        <c:minorUnit val="100"/>
      </c:valAx>
      <c:valAx>
        <c:axId val="1296870056"/>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1296877976"/>
        <c:crosses val="max"/>
        <c:crossBetween val="between"/>
      </c:valAx>
      <c:catAx>
        <c:axId val="1296877976"/>
        <c:scaling>
          <c:orientation val="minMax"/>
        </c:scaling>
        <c:delete val="1"/>
        <c:axPos val="b"/>
        <c:numFmt formatCode="[$-409]mmm\-yy;@" sourceLinked="1"/>
        <c:majorTickMark val="out"/>
        <c:minorTickMark val="none"/>
        <c:tickLblPos val="nextTo"/>
        <c:crossAx val="1296870056"/>
        <c:crosses val="autoZero"/>
        <c:auto val="1"/>
        <c:lblAlgn val="ctr"/>
        <c:lblOffset val="100"/>
        <c:noMultiLvlLbl val="1"/>
      </c:cat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solidFill>
    </a:ln>
    <a:effectLst/>
  </c:spPr>
  <c:txPr>
    <a:bodyPr/>
    <a:lstStyle/>
    <a:p>
      <a:pPr>
        <a:defRPr/>
      </a:pPr>
      <a:endParaRPr lang="zh-CN"/>
    </a:p>
  </c:txPr>
  <c:externalData r:id="rId4">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Status-C</a:t>
            </a:r>
            <a:r>
              <a:rPr lang="en-US" altLang="zh-CN"/>
              <a:t>hina</a:t>
            </a:r>
            <a:r>
              <a:rPr lang="en-US"/>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zh-CN"/>
        </a:p>
      </c:txPr>
    </c:title>
    <c:autoTitleDeleted val="0"/>
    <c:plotArea>
      <c:layout/>
      <c:barChart>
        <c:barDir val="col"/>
        <c:grouping val="clustered"/>
        <c:varyColors val="0"/>
        <c:dLbls>
          <c:showLegendKey val="0"/>
          <c:showVal val="0"/>
          <c:showCatName val="0"/>
          <c:showSerName val="0"/>
          <c:showPercent val="0"/>
          <c:showBubbleSize val="0"/>
        </c:dLbls>
        <c:gapWidth val="150"/>
        <c:axId val="982746616"/>
        <c:axId val="987543800"/>
        <c:extLst>
          <c:ext xmlns:c15="http://schemas.microsoft.com/office/drawing/2012/chart" uri="{02D57815-91ED-43cb-92C2-25804820EDAC}">
            <c15:filteredBarSeries>
              <c15:ser>
                <c:idx val="8"/>
                <c:order val="7"/>
                <c:tx>
                  <c:strRef>
                    <c:extLst>
                      <c:ext uri="{02D57815-91ED-43cb-92C2-25804820EDAC}">
                        <c15:formulaRef>
                          <c15:sqref>China!$A$8</c15:sqref>
                        </c15:formulaRef>
                      </c:ext>
                    </c:extLst>
                    <c:strCache>
                      <c:ptCount val="1"/>
                      <c:pt idx="0">
                        <c:v>Monthly patient screened</c:v>
                      </c:pt>
                    </c:strCache>
                  </c:strRef>
                </c:tx>
                <c:spPr>
                  <a:solidFill>
                    <a:schemeClr val="accent3">
                      <a:lumMod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China!$B$8:$S$8</c15:sqref>
                        </c15:formulaRef>
                      </c:ext>
                    </c:extLst>
                    <c:numCache>
                      <c:formatCode>General</c:formatCode>
                      <c:ptCount val="18"/>
                      <c:pt idx="0">
                        <c:v>0</c:v>
                      </c:pt>
                      <c:pt idx="1">
                        <c:v>12</c:v>
                      </c:pt>
                      <c:pt idx="2">
                        <c:v>43</c:v>
                      </c:pt>
                      <c:pt idx="3">
                        <c:v>36</c:v>
                      </c:pt>
                      <c:pt idx="4">
                        <c:v>56</c:v>
                      </c:pt>
                      <c:pt idx="5">
                        <c:v>25</c:v>
                      </c:pt>
                      <c:pt idx="6">
                        <c:v>101</c:v>
                      </c:pt>
                      <c:pt idx="7">
                        <c:v>43</c:v>
                      </c:pt>
                    </c:numCache>
                  </c:numRef>
                </c:val>
                <c:extLst>
                  <c:ext xmlns:c16="http://schemas.microsoft.com/office/drawing/2014/chart" uri="{C3380CC4-5D6E-409C-BE32-E72D297353CC}">
                    <c16:uniqueId val="{00000007-C464-4A7A-893F-77A83E45F66E}"/>
                  </c:ext>
                </c:extLst>
              </c15:ser>
            </c15:filteredBarSeries>
            <c15:filteredBarSeries>
              <c15:ser>
                <c:idx val="2"/>
                <c:order val="8"/>
                <c:tx>
                  <c:strRef>
                    <c:extLst xmlns:c15="http://schemas.microsoft.com/office/drawing/2012/chart">
                      <c:ext xmlns:c15="http://schemas.microsoft.com/office/drawing/2012/chart" uri="{02D57815-91ED-43cb-92C2-25804820EDAC}">
                        <c15:formulaRef>
                          <c15:sqref>China!$A$7</c15:sqref>
                        </c15:formulaRef>
                      </c:ext>
                    </c:extLst>
                    <c:strCache>
                      <c:ptCount val="1"/>
                      <c:pt idx="0">
                        <c:v>Monthly patient enrolled</c:v>
                      </c:pt>
                    </c:strCache>
                  </c:strRef>
                </c:tx>
                <c:spPr>
                  <a:solidFill>
                    <a:schemeClr val="accent3"/>
                  </a:solidFill>
                  <a:ln>
                    <a:solidFill>
                      <a:srgbClr val="7030A0"/>
                    </a:solidFill>
                    <a:prstDash val="sysDot"/>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extLst xmlns:c15="http://schemas.microsoft.com/office/drawing/2012/chart">
                      <c:ext xmlns:c15="http://schemas.microsoft.com/office/drawing/2012/chart" uri="{02D57815-91ED-43cb-92C2-25804820EDAC}">
                        <c15:formulaRef>
                          <c15:sqref>China!$B$4:$S$4</c15:sqref>
                        </c15:formulaRef>
                      </c:ext>
                    </c:extLst>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extLst xmlns:c15="http://schemas.microsoft.com/office/drawing/2012/chart">
                      <c:ext xmlns:c15="http://schemas.microsoft.com/office/drawing/2012/chart" uri="{02D57815-91ED-43cb-92C2-25804820EDAC}">
                        <c15:formulaRef>
                          <c15:sqref>China!$B$7:$S$7</c15:sqref>
                        </c15:formulaRef>
                      </c:ext>
                    </c:extLst>
                    <c:numCache>
                      <c:formatCode>General</c:formatCode>
                      <c:ptCount val="18"/>
                      <c:pt idx="0">
                        <c:v>0</c:v>
                      </c:pt>
                      <c:pt idx="1">
                        <c:v>3</c:v>
                      </c:pt>
                      <c:pt idx="2">
                        <c:v>24</c:v>
                      </c:pt>
                      <c:pt idx="3">
                        <c:v>30</c:v>
                      </c:pt>
                      <c:pt idx="4">
                        <c:v>41</c:v>
                      </c:pt>
                      <c:pt idx="5">
                        <c:v>28</c:v>
                      </c:pt>
                      <c:pt idx="6">
                        <c:v>59</c:v>
                      </c:pt>
                      <c:pt idx="7">
                        <c:v>30</c:v>
                      </c:pt>
                    </c:numCache>
                  </c:numRef>
                </c:val>
                <c:extLst xmlns:c15="http://schemas.microsoft.com/office/drawing/2012/chart">
                  <c:ext xmlns:c16="http://schemas.microsoft.com/office/drawing/2014/chart" uri="{C3380CC4-5D6E-409C-BE32-E72D297353CC}">
                    <c16:uniqueId val="{00000008-C464-4A7A-893F-77A83E45F66E}"/>
                  </c:ext>
                </c:extLst>
              </c15:ser>
            </c15:filteredBarSeries>
          </c:ext>
        </c:extLst>
      </c:barChart>
      <c:lineChart>
        <c:grouping val="standard"/>
        <c:varyColors val="0"/>
        <c:ser>
          <c:idx val="6"/>
          <c:order val="0"/>
          <c:tx>
            <c:strRef>
              <c:f>China!$A$12</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China!$B$4:$S$4</c:f>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f>China!$B$12:$S$12</c:f>
              <c:numCache>
                <c:formatCode>General</c:formatCode>
                <c:ptCount val="18"/>
                <c:pt idx="0">
                  <c:v>0</c:v>
                </c:pt>
                <c:pt idx="1">
                  <c:v>5</c:v>
                </c:pt>
                <c:pt idx="2">
                  <c:v>23</c:v>
                </c:pt>
                <c:pt idx="3">
                  <c:v>50</c:v>
                </c:pt>
                <c:pt idx="4">
                  <c:v>88</c:v>
                </c:pt>
                <c:pt idx="5">
                  <c:v>150</c:v>
                </c:pt>
                <c:pt idx="6">
                  <c:v>220</c:v>
                </c:pt>
                <c:pt idx="7">
                  <c:v>300</c:v>
                </c:pt>
                <c:pt idx="8">
                  <c:v>392</c:v>
                </c:pt>
                <c:pt idx="9">
                  <c:v>481</c:v>
                </c:pt>
                <c:pt idx="10">
                  <c:v>588</c:v>
                </c:pt>
                <c:pt idx="11">
                  <c:v>687</c:v>
                </c:pt>
                <c:pt idx="12">
                  <c:v>786</c:v>
                </c:pt>
                <c:pt idx="13">
                  <c:v>880</c:v>
                </c:pt>
                <c:pt idx="14">
                  <c:v>970</c:v>
                </c:pt>
                <c:pt idx="15">
                  <c:v>1022</c:v>
                </c:pt>
                <c:pt idx="16">
                  <c:v>1062</c:v>
                </c:pt>
                <c:pt idx="17">
                  <c:v>1062</c:v>
                </c:pt>
              </c:numCache>
            </c:numRef>
          </c:val>
          <c:smooth val="0"/>
          <c:extLst>
            <c:ext xmlns:c16="http://schemas.microsoft.com/office/drawing/2014/chart" uri="{C3380CC4-5D6E-409C-BE32-E72D297353CC}">
              <c16:uniqueId val="{00000000-C464-4A7A-893F-77A83E45F66E}"/>
            </c:ext>
          </c:extLst>
        </c:ser>
        <c:ser>
          <c:idx val="5"/>
          <c:order val="1"/>
          <c:tx>
            <c:strRef>
              <c:f>China!$A$11</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China!$B$4:$S$4</c:f>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f>China!$B$11:$S$11</c:f>
              <c:numCache>
                <c:formatCode>General</c:formatCode>
                <c:ptCount val="18"/>
                <c:pt idx="0">
                  <c:v>0</c:v>
                </c:pt>
                <c:pt idx="1">
                  <c:v>12</c:v>
                </c:pt>
                <c:pt idx="2">
                  <c:v>55</c:v>
                </c:pt>
                <c:pt idx="3">
                  <c:v>91</c:v>
                </c:pt>
                <c:pt idx="4">
                  <c:v>147</c:v>
                </c:pt>
                <c:pt idx="5">
                  <c:v>172</c:v>
                </c:pt>
                <c:pt idx="6">
                  <c:v>273</c:v>
                </c:pt>
                <c:pt idx="7">
                  <c:v>316</c:v>
                </c:pt>
              </c:numCache>
            </c:numRef>
          </c:val>
          <c:smooth val="0"/>
          <c:extLst>
            <c:ext xmlns:c16="http://schemas.microsoft.com/office/drawing/2014/chart" uri="{C3380CC4-5D6E-409C-BE32-E72D297353CC}">
              <c16:uniqueId val="{00000001-C464-4A7A-893F-77A83E45F66E}"/>
            </c:ext>
          </c:extLst>
        </c:ser>
        <c:ser>
          <c:idx val="1"/>
          <c:order val="2"/>
          <c:tx>
            <c:strRef>
              <c:f>China!$A$6</c:f>
              <c:strCache>
                <c:ptCount val="1"/>
                <c:pt idx="0">
                  <c:v>Patients Enrolled/Randomized (Planned)</c:v>
                </c:pt>
              </c:strCache>
            </c:strRef>
          </c:tx>
          <c:spPr>
            <a:ln w="25400" cap="rnd">
              <a:solidFill>
                <a:srgbClr val="FF0000">
                  <a:alpha val="50000"/>
                </a:srgbClr>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China!$B$4:$S$4</c:f>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f>China!$B$6:$S$6</c:f>
              <c:numCache>
                <c:formatCode>General</c:formatCode>
                <c:ptCount val="18"/>
                <c:pt idx="0">
                  <c:v>0</c:v>
                </c:pt>
                <c:pt idx="1">
                  <c:v>3</c:v>
                </c:pt>
                <c:pt idx="2">
                  <c:v>12</c:v>
                </c:pt>
                <c:pt idx="3">
                  <c:v>25</c:v>
                </c:pt>
                <c:pt idx="4">
                  <c:v>48</c:v>
                </c:pt>
                <c:pt idx="5">
                  <c:v>98</c:v>
                </c:pt>
                <c:pt idx="6">
                  <c:v>164</c:v>
                </c:pt>
                <c:pt idx="7">
                  <c:v>229</c:v>
                </c:pt>
                <c:pt idx="8">
                  <c:v>295</c:v>
                </c:pt>
                <c:pt idx="9">
                  <c:v>360</c:v>
                </c:pt>
                <c:pt idx="10">
                  <c:v>425</c:v>
                </c:pt>
                <c:pt idx="11">
                  <c:v>490</c:v>
                </c:pt>
                <c:pt idx="12">
                  <c:v>545</c:v>
                </c:pt>
                <c:pt idx="13">
                  <c:v>600</c:v>
                </c:pt>
                <c:pt idx="14">
                  <c:v>665</c:v>
                </c:pt>
                <c:pt idx="15">
                  <c:v>730</c:v>
                </c:pt>
                <c:pt idx="16">
                  <c:v>770</c:v>
                </c:pt>
                <c:pt idx="17">
                  <c:v>797</c:v>
                </c:pt>
              </c:numCache>
            </c:numRef>
          </c:val>
          <c:smooth val="0"/>
          <c:extLst>
            <c:ext xmlns:c16="http://schemas.microsoft.com/office/drawing/2014/chart" uri="{C3380CC4-5D6E-409C-BE32-E72D297353CC}">
              <c16:uniqueId val="{00000002-C464-4A7A-893F-77A83E45F66E}"/>
            </c:ext>
          </c:extLst>
        </c:ser>
        <c:ser>
          <c:idx val="0"/>
          <c:order val="3"/>
          <c:tx>
            <c:strRef>
              <c:f>China!$A$5</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China!$B$4:$S$4</c:f>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f>China!$B$5:$S$5</c:f>
              <c:numCache>
                <c:formatCode>General</c:formatCode>
                <c:ptCount val="18"/>
                <c:pt idx="0">
                  <c:v>0</c:v>
                </c:pt>
                <c:pt idx="1">
                  <c:v>3</c:v>
                </c:pt>
                <c:pt idx="2">
                  <c:v>27</c:v>
                </c:pt>
                <c:pt idx="3">
                  <c:v>57</c:v>
                </c:pt>
                <c:pt idx="4">
                  <c:v>98</c:v>
                </c:pt>
                <c:pt idx="5">
                  <c:v>126</c:v>
                </c:pt>
                <c:pt idx="6">
                  <c:v>185</c:v>
                </c:pt>
                <c:pt idx="7">
                  <c:v>215</c:v>
                </c:pt>
              </c:numCache>
            </c:numRef>
          </c:val>
          <c:smooth val="0"/>
          <c:extLst>
            <c:ext xmlns:c16="http://schemas.microsoft.com/office/drawing/2014/chart" uri="{C3380CC4-5D6E-409C-BE32-E72D297353CC}">
              <c16:uniqueId val="{00000003-C464-4A7A-893F-77A83E45F66E}"/>
            </c:ext>
          </c:extLst>
        </c:ser>
        <c:dLbls>
          <c:showLegendKey val="0"/>
          <c:showVal val="0"/>
          <c:showCatName val="0"/>
          <c:showSerName val="0"/>
          <c:showPercent val="0"/>
          <c:showBubbleSize val="0"/>
        </c:dLbls>
        <c:marker val="1"/>
        <c:smooth val="0"/>
        <c:axId val="523006048"/>
        <c:axId val="523012280"/>
        <c:extLst>
          <c:ext xmlns:c15="http://schemas.microsoft.com/office/drawing/2012/chart" uri="{02D57815-91ED-43cb-92C2-25804820EDAC}">
            <c15:filteredLineSeries>
              <c15:ser>
                <c:idx val="3"/>
                <c:order val="4"/>
                <c:tx>
                  <c:strRef>
                    <c:extLst>
                      <c:ext uri="{02D57815-91ED-43cb-92C2-25804820EDAC}">
                        <c15:formulaRef>
                          <c15:sqref>China!$A$9</c15:sqref>
                        </c15:formulaRef>
                      </c:ext>
                    </c:extLst>
                    <c:strCache>
                      <c:ptCount val="1"/>
                      <c:pt idx="0">
                        <c:v>Sites Activated (Actual)</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numRef>
                    <c:extLst>
                      <c:ext uri="{02D57815-91ED-43cb-92C2-25804820EDAC}">
                        <c15:formulaRef>
                          <c15:sqref>China!$B$4:$S$4</c15:sqref>
                        </c15:formulaRef>
                      </c:ext>
                    </c:extLst>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extLst>
                      <c:ext uri="{02D57815-91ED-43cb-92C2-25804820EDAC}">
                        <c15:formulaRef>
                          <c15:sqref>China!$B$9:$S$9</c15:sqref>
                        </c15:formulaRef>
                      </c:ext>
                    </c:extLst>
                    <c:numCache>
                      <c:formatCode>General</c:formatCode>
                      <c:ptCount val="18"/>
                      <c:pt idx="0">
                        <c:v>3</c:v>
                      </c:pt>
                      <c:pt idx="1">
                        <c:v>26</c:v>
                      </c:pt>
                      <c:pt idx="2">
                        <c:v>48</c:v>
                      </c:pt>
                      <c:pt idx="3">
                        <c:v>55</c:v>
                      </c:pt>
                      <c:pt idx="4">
                        <c:v>60</c:v>
                      </c:pt>
                    </c:numCache>
                  </c:numRef>
                </c:val>
                <c:smooth val="0"/>
                <c:extLst>
                  <c:ext xmlns:c16="http://schemas.microsoft.com/office/drawing/2014/chart" uri="{C3380CC4-5D6E-409C-BE32-E72D297353CC}">
                    <c16:uniqueId val="{00000004-C464-4A7A-893F-77A83E45F66E}"/>
                  </c:ext>
                </c:extLst>
              </c15:ser>
            </c15:filteredLineSeries>
            <c15:filteredLineSeries>
              <c15:ser>
                <c:idx val="4"/>
                <c:order val="5"/>
                <c:tx>
                  <c:strRef>
                    <c:extLst xmlns:c15="http://schemas.microsoft.com/office/drawing/2012/chart">
                      <c:ext xmlns:c15="http://schemas.microsoft.com/office/drawing/2012/chart" uri="{02D57815-91ED-43cb-92C2-25804820EDAC}">
                        <c15:formulaRef>
                          <c15:sqref>China!$A$10</c15:sqref>
                        </c15:formulaRef>
                      </c:ext>
                    </c:extLst>
                    <c:strCache>
                      <c:ptCount val="1"/>
                      <c:pt idx="0">
                        <c:v>Sites Activtied(Planned) </c:v>
                      </c:pt>
                    </c:strCache>
                  </c:strRef>
                </c:tx>
                <c:spPr>
                  <a:ln w="28575" cap="rnd">
                    <a:solidFill>
                      <a:schemeClr val="accent5"/>
                    </a:solidFill>
                    <a:round/>
                  </a:ln>
                  <a:effectLst/>
                </c:spPr>
                <c:marker>
                  <c:symbol val="circle"/>
                  <c:size val="5"/>
                  <c:spPr>
                    <a:solidFill>
                      <a:schemeClr val="accent5"/>
                    </a:solidFill>
                    <a:ln w="9525">
                      <a:solidFill>
                        <a:schemeClr val="accent5"/>
                      </a:solidFill>
                    </a:ln>
                    <a:effectLst/>
                  </c:spPr>
                </c:marker>
                <c:cat>
                  <c:numRef>
                    <c:extLst xmlns:c15="http://schemas.microsoft.com/office/drawing/2012/chart">
                      <c:ext xmlns:c15="http://schemas.microsoft.com/office/drawing/2012/chart" uri="{02D57815-91ED-43cb-92C2-25804820EDAC}">
                        <c15:formulaRef>
                          <c15:sqref>China!$B$4:$S$4</c15:sqref>
                        </c15:formulaRef>
                      </c:ext>
                    </c:extLst>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extLst xmlns:c15="http://schemas.microsoft.com/office/drawing/2012/chart">
                      <c:ext xmlns:c15="http://schemas.microsoft.com/office/drawing/2012/chart" uri="{02D57815-91ED-43cb-92C2-25804820EDAC}">
                        <c15:formulaRef>
                          <c15:sqref>China!$B$10:$S$10</c15:sqref>
                        </c15:formulaRef>
                      </c:ext>
                    </c:extLst>
                    <c:numCache>
                      <c:formatCode>General</c:formatCode>
                      <c:ptCount val="18"/>
                      <c:pt idx="0">
                        <c:v>1</c:v>
                      </c:pt>
                      <c:pt idx="1">
                        <c:v>12</c:v>
                      </c:pt>
                      <c:pt idx="2">
                        <c:v>30</c:v>
                      </c:pt>
                      <c:pt idx="3">
                        <c:v>47</c:v>
                      </c:pt>
                      <c:pt idx="4">
                        <c:v>55</c:v>
                      </c:pt>
                      <c:pt idx="5">
                        <c:v>60</c:v>
                      </c:pt>
                      <c:pt idx="6">
                        <c:v>60</c:v>
                      </c:pt>
                    </c:numCache>
                  </c:numRef>
                </c:val>
                <c:smooth val="0"/>
                <c:extLst xmlns:c15="http://schemas.microsoft.com/office/drawing/2012/chart">
                  <c:ext xmlns:c16="http://schemas.microsoft.com/office/drawing/2014/chart" uri="{C3380CC4-5D6E-409C-BE32-E72D297353CC}">
                    <c16:uniqueId val="{00000005-C464-4A7A-893F-77A83E45F66E}"/>
                  </c:ext>
                </c:extLst>
              </c15:ser>
            </c15:filteredLineSeries>
            <c15:filteredLineSeries>
              <c15:ser>
                <c:idx val="7"/>
                <c:order val="6"/>
                <c:tx>
                  <c:strRef>
                    <c:extLst xmlns:c15="http://schemas.microsoft.com/office/drawing/2012/chart">
                      <c:ext xmlns:c15="http://schemas.microsoft.com/office/drawing/2012/chart" uri="{02D57815-91ED-43cb-92C2-25804820EDAC}">
                        <c15:formulaRef>
                          <c15:sqref>China!$A$13</c15:sqref>
                        </c15:formulaRef>
                      </c:ext>
                    </c:extLst>
                    <c:strCache>
                      <c:ptCount val="1"/>
                      <c:pt idx="0">
                        <c:v>Screening Failure Rate</c:v>
                      </c:pt>
                    </c:strCache>
                  </c:strRef>
                </c:tx>
                <c:spPr>
                  <a:ln w="28575" cap="rnd">
                    <a:solidFill>
                      <a:schemeClr val="accent2">
                        <a:lumMod val="60000"/>
                      </a:schemeClr>
                    </a:solidFill>
                    <a:round/>
                  </a:ln>
                  <a:effectLst/>
                </c:spPr>
                <c:marker>
                  <c:symbol val="circle"/>
                  <c:size val="5"/>
                  <c:spPr>
                    <a:solidFill>
                      <a:schemeClr val="accent2">
                        <a:lumMod val="60000"/>
                      </a:schemeClr>
                    </a:solidFill>
                    <a:ln w="9525">
                      <a:solidFill>
                        <a:schemeClr val="accent2">
                          <a:lumMod val="60000"/>
                        </a:schemeClr>
                      </a:solidFill>
                    </a:ln>
                    <a:effectLst/>
                  </c:spPr>
                </c:marker>
                <c:cat>
                  <c:numRef>
                    <c:extLst xmlns:c15="http://schemas.microsoft.com/office/drawing/2012/chart">
                      <c:ext xmlns:c15="http://schemas.microsoft.com/office/drawing/2012/chart" uri="{02D57815-91ED-43cb-92C2-25804820EDAC}">
                        <c15:formulaRef>
                          <c15:sqref>China!$B$4:$S$4</c15:sqref>
                        </c15:formulaRef>
                      </c:ext>
                    </c:extLst>
                    <c:numCache>
                      <c:formatCode>[$-409]mmm\-yy;@</c:formatCode>
                      <c:ptCount val="18"/>
                      <c:pt idx="0">
                        <c:v>45930</c:v>
                      </c:pt>
                      <c:pt idx="1">
                        <c:v>45931</c:v>
                      </c:pt>
                      <c:pt idx="2">
                        <c:v>45962</c:v>
                      </c:pt>
                      <c:pt idx="3">
                        <c:v>45993</c:v>
                      </c:pt>
                      <c:pt idx="4">
                        <c:v>46024</c:v>
                      </c:pt>
                      <c:pt idx="5">
                        <c:v>46055</c:v>
                      </c:pt>
                      <c:pt idx="6">
                        <c:v>46086</c:v>
                      </c:pt>
                      <c:pt idx="7">
                        <c:v>46117</c:v>
                      </c:pt>
                      <c:pt idx="8">
                        <c:v>46148</c:v>
                      </c:pt>
                      <c:pt idx="9">
                        <c:v>46179</c:v>
                      </c:pt>
                      <c:pt idx="10">
                        <c:v>46210</c:v>
                      </c:pt>
                      <c:pt idx="11">
                        <c:v>46241</c:v>
                      </c:pt>
                      <c:pt idx="12">
                        <c:v>46272</c:v>
                      </c:pt>
                      <c:pt idx="13">
                        <c:v>46303</c:v>
                      </c:pt>
                      <c:pt idx="14">
                        <c:v>46334</c:v>
                      </c:pt>
                      <c:pt idx="15">
                        <c:v>46365</c:v>
                      </c:pt>
                      <c:pt idx="16">
                        <c:v>46396</c:v>
                      </c:pt>
                      <c:pt idx="17">
                        <c:v>46427</c:v>
                      </c:pt>
                    </c:numCache>
                  </c:numRef>
                </c:cat>
                <c:val>
                  <c:numRef>
                    <c:extLst xmlns:c15="http://schemas.microsoft.com/office/drawing/2012/chart">
                      <c:ext xmlns:c15="http://schemas.microsoft.com/office/drawing/2012/chart" uri="{02D57815-91ED-43cb-92C2-25804820EDAC}">
                        <c15:formulaRef>
                          <c15:sqref>China!$B$13:$S$13</c15:sqref>
                        </c15:formulaRef>
                      </c:ext>
                    </c:extLst>
                    <c:numCache>
                      <c:formatCode>0%</c:formatCode>
                      <c:ptCount val="18"/>
                      <c:pt idx="0">
                        <c:v>0</c:v>
                      </c:pt>
                      <c:pt idx="1">
                        <c:v>0.75</c:v>
                      </c:pt>
                      <c:pt idx="2">
                        <c:v>0.50909090909090904</c:v>
                      </c:pt>
                      <c:pt idx="3">
                        <c:v>0.37362637362637363</c:v>
                      </c:pt>
                      <c:pt idx="4">
                        <c:v>0.33333333333333331</c:v>
                      </c:pt>
                      <c:pt idx="5">
                        <c:v>0.26744186046511625</c:v>
                      </c:pt>
                      <c:pt idx="6">
                        <c:v>0.32234432234432236</c:v>
                      </c:pt>
                      <c:pt idx="7">
                        <c:v>0.27531645569620256</c:v>
                      </c:pt>
                      <c:pt idx="8">
                        <c:v>0</c:v>
                      </c:pt>
                      <c:pt idx="9">
                        <c:v>0</c:v>
                      </c:pt>
                      <c:pt idx="10">
                        <c:v>0</c:v>
                      </c:pt>
                      <c:pt idx="11">
                        <c:v>0</c:v>
                      </c:pt>
                      <c:pt idx="12">
                        <c:v>0</c:v>
                      </c:pt>
                      <c:pt idx="13">
                        <c:v>0</c:v>
                      </c:pt>
                      <c:pt idx="14">
                        <c:v>0</c:v>
                      </c:pt>
                      <c:pt idx="15">
                        <c:v>0</c:v>
                      </c:pt>
                      <c:pt idx="16">
                        <c:v>0</c:v>
                      </c:pt>
                      <c:pt idx="17">
                        <c:v>0</c:v>
                      </c:pt>
                    </c:numCache>
                  </c:numRef>
                </c:val>
                <c:smooth val="0"/>
                <c:extLst xmlns:c15="http://schemas.microsoft.com/office/drawing/2012/chart">
                  <c:ext xmlns:c16="http://schemas.microsoft.com/office/drawing/2014/chart" uri="{C3380CC4-5D6E-409C-BE32-E72D297353CC}">
                    <c16:uniqueId val="{00000006-C464-4A7A-893F-77A83E45F66E}"/>
                  </c:ext>
                </c:extLst>
              </c15:ser>
            </c15:filteredLineSeries>
          </c:ext>
        </c:extLst>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06048"/>
        <c:crosses val="autoZero"/>
        <c:crossBetween val="between"/>
      </c:valAx>
      <c:valAx>
        <c:axId val="987543800"/>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982746616"/>
        <c:crosses val="max"/>
        <c:crossBetween val="between"/>
      </c:valAx>
      <c:catAx>
        <c:axId val="982746616"/>
        <c:scaling>
          <c:orientation val="minMax"/>
        </c:scaling>
        <c:delete val="1"/>
        <c:axPos val="b"/>
        <c:numFmt formatCode="[$-409]mmm\-yy;@" sourceLinked="1"/>
        <c:majorTickMark val="out"/>
        <c:minorTickMark val="none"/>
        <c:tickLblPos val="nextTo"/>
        <c:crossAx val="987543800"/>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zh-CN"/>
    </a:p>
  </c:txPr>
  <c:externalData r:id="rId4">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zh-CN"/>
        </a:p>
      </c:txPr>
    </c:title>
    <c:autoTitleDeleted val="0"/>
    <c:plotArea>
      <c:layout/>
      <c:lineChart>
        <c:grouping val="standard"/>
        <c:varyColors val="0"/>
        <c:ser>
          <c:idx val="0"/>
          <c:order val="0"/>
          <c:tx>
            <c:strRef>
              <c:f>Hongkong!$A$5</c:f>
              <c:strCache>
                <c:ptCount val="1"/>
                <c:pt idx="0">
                  <c:v>Patients Enrolled/Randomized (Actual)</c:v>
                </c:pt>
              </c:strCache>
            </c:strRef>
          </c:tx>
          <c:spPr>
            <a:ln w="28575" cap="rnd">
              <a:solidFill>
                <a:schemeClr val="accent1"/>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Hongkong!$B$4:$R$4</c:f>
              <c:numCache>
                <c:formatCode>[$-409]mmm\-yy;@</c:formatCode>
                <c:ptCount val="17"/>
                <c:pt idx="0">
                  <c:v>45955</c:v>
                </c:pt>
                <c:pt idx="1">
                  <c:v>45962</c:v>
                </c:pt>
                <c:pt idx="2">
                  <c:v>45993</c:v>
                </c:pt>
                <c:pt idx="3">
                  <c:v>46024</c:v>
                </c:pt>
                <c:pt idx="4">
                  <c:v>46055</c:v>
                </c:pt>
                <c:pt idx="5">
                  <c:v>46086</c:v>
                </c:pt>
                <c:pt idx="6">
                  <c:v>46117</c:v>
                </c:pt>
                <c:pt idx="7">
                  <c:v>46148</c:v>
                </c:pt>
                <c:pt idx="8">
                  <c:v>46179</c:v>
                </c:pt>
                <c:pt idx="9">
                  <c:v>46210</c:v>
                </c:pt>
                <c:pt idx="10">
                  <c:v>46241</c:v>
                </c:pt>
                <c:pt idx="11">
                  <c:v>46272</c:v>
                </c:pt>
                <c:pt idx="12">
                  <c:v>46303</c:v>
                </c:pt>
                <c:pt idx="13">
                  <c:v>46334</c:v>
                </c:pt>
                <c:pt idx="14">
                  <c:v>46365</c:v>
                </c:pt>
                <c:pt idx="15">
                  <c:v>46396</c:v>
                </c:pt>
                <c:pt idx="16">
                  <c:v>46427</c:v>
                </c:pt>
              </c:numCache>
            </c:numRef>
          </c:cat>
          <c:val>
            <c:numRef>
              <c:f>Hongkong!$B$5:$R$5</c:f>
              <c:numCache>
                <c:formatCode>General</c:formatCode>
                <c:ptCount val="17"/>
                <c:pt idx="0">
                  <c:v>0</c:v>
                </c:pt>
                <c:pt idx="1">
                  <c:v>1</c:v>
                </c:pt>
                <c:pt idx="2">
                  <c:v>17</c:v>
                </c:pt>
                <c:pt idx="3">
                  <c:v>20</c:v>
                </c:pt>
                <c:pt idx="4">
                  <c:v>22</c:v>
                </c:pt>
                <c:pt idx="5">
                  <c:v>27</c:v>
                </c:pt>
                <c:pt idx="6">
                  <c:v>28</c:v>
                </c:pt>
              </c:numCache>
            </c:numRef>
          </c:val>
          <c:smooth val="0"/>
          <c:extLst>
            <c:ext xmlns:c16="http://schemas.microsoft.com/office/drawing/2014/chart" uri="{C3380CC4-5D6E-409C-BE32-E72D297353CC}">
              <c16:uniqueId val="{00000000-DD43-4D6C-A9CF-FAAB11A6E74D}"/>
            </c:ext>
          </c:extLst>
        </c:ser>
        <c:ser>
          <c:idx val="1"/>
          <c:order val="1"/>
          <c:tx>
            <c:strRef>
              <c:f>Hongkong!$A$6</c:f>
              <c:strCache>
                <c:ptCount val="1"/>
                <c:pt idx="0">
                  <c:v>Patients Enrolled/Randomized (orginial plan)</c:v>
                </c:pt>
              </c:strCache>
            </c:strRef>
          </c:tx>
          <c:spPr>
            <a:ln w="28575" cap="rnd">
              <a:solidFill>
                <a:schemeClr val="accent2"/>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Hongkong!$B$4:$R$4</c:f>
              <c:numCache>
                <c:formatCode>[$-409]mmm\-yy;@</c:formatCode>
                <c:ptCount val="17"/>
                <c:pt idx="0">
                  <c:v>45955</c:v>
                </c:pt>
                <c:pt idx="1">
                  <c:v>45962</c:v>
                </c:pt>
                <c:pt idx="2">
                  <c:v>45993</c:v>
                </c:pt>
                <c:pt idx="3">
                  <c:v>46024</c:v>
                </c:pt>
                <c:pt idx="4">
                  <c:v>46055</c:v>
                </c:pt>
                <c:pt idx="5">
                  <c:v>46086</c:v>
                </c:pt>
                <c:pt idx="6">
                  <c:v>46117</c:v>
                </c:pt>
                <c:pt idx="7">
                  <c:v>46148</c:v>
                </c:pt>
                <c:pt idx="8">
                  <c:v>46179</c:v>
                </c:pt>
                <c:pt idx="9">
                  <c:v>46210</c:v>
                </c:pt>
                <c:pt idx="10">
                  <c:v>46241</c:v>
                </c:pt>
                <c:pt idx="11">
                  <c:v>46272</c:v>
                </c:pt>
                <c:pt idx="12">
                  <c:v>46303</c:v>
                </c:pt>
                <c:pt idx="13">
                  <c:v>46334</c:v>
                </c:pt>
                <c:pt idx="14">
                  <c:v>46365</c:v>
                </c:pt>
                <c:pt idx="15">
                  <c:v>46396</c:v>
                </c:pt>
                <c:pt idx="16">
                  <c:v>46427</c:v>
                </c:pt>
              </c:numCache>
            </c:numRef>
          </c:cat>
          <c:val>
            <c:numRef>
              <c:f>Hongkong!$B$6:$R$6</c:f>
              <c:numCache>
                <c:formatCode>General</c:formatCode>
                <c:ptCount val="17"/>
                <c:pt idx="0">
                  <c:v>0</c:v>
                </c:pt>
                <c:pt idx="1">
                  <c:v>1</c:v>
                </c:pt>
                <c:pt idx="2">
                  <c:v>2</c:v>
                </c:pt>
                <c:pt idx="3">
                  <c:v>4</c:v>
                </c:pt>
                <c:pt idx="4">
                  <c:v>6</c:v>
                </c:pt>
                <c:pt idx="5">
                  <c:v>8</c:v>
                </c:pt>
                <c:pt idx="6">
                  <c:v>11</c:v>
                </c:pt>
                <c:pt idx="7">
                  <c:v>14</c:v>
                </c:pt>
                <c:pt idx="8">
                  <c:v>16</c:v>
                </c:pt>
                <c:pt idx="9">
                  <c:v>20</c:v>
                </c:pt>
                <c:pt idx="10">
                  <c:v>24</c:v>
                </c:pt>
                <c:pt idx="11">
                  <c:v>27</c:v>
                </c:pt>
                <c:pt idx="12">
                  <c:v>30</c:v>
                </c:pt>
                <c:pt idx="13">
                  <c:v>32</c:v>
                </c:pt>
                <c:pt idx="14">
                  <c:v>34</c:v>
                </c:pt>
                <c:pt idx="15">
                  <c:v>35</c:v>
                </c:pt>
                <c:pt idx="16">
                  <c:v>36</c:v>
                </c:pt>
              </c:numCache>
            </c:numRef>
          </c:val>
          <c:smooth val="0"/>
          <c:extLst>
            <c:ext xmlns:c16="http://schemas.microsoft.com/office/drawing/2014/chart" uri="{C3380CC4-5D6E-409C-BE32-E72D297353CC}">
              <c16:uniqueId val="{00000001-DD43-4D6C-A9CF-FAAB11A6E74D}"/>
            </c:ext>
          </c:extLst>
        </c:ser>
        <c:ser>
          <c:idx val="3"/>
          <c:order val="3"/>
          <c:tx>
            <c:strRef>
              <c:f>Hongkong!$A$10</c:f>
              <c:strCache>
                <c:ptCount val="1"/>
                <c:pt idx="0">
                  <c:v>Patient Screened(Actual)</c:v>
                </c:pt>
              </c:strCache>
            </c:strRef>
          </c:tx>
          <c:spPr>
            <a:ln w="28575" cap="rnd">
              <a:solidFill>
                <a:schemeClr val="accent4"/>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Hongkong!$B$4:$R$4</c:f>
              <c:numCache>
                <c:formatCode>[$-409]mmm\-yy;@</c:formatCode>
                <c:ptCount val="17"/>
                <c:pt idx="0">
                  <c:v>45955</c:v>
                </c:pt>
                <c:pt idx="1">
                  <c:v>45962</c:v>
                </c:pt>
                <c:pt idx="2">
                  <c:v>45993</c:v>
                </c:pt>
                <c:pt idx="3">
                  <c:v>46024</c:v>
                </c:pt>
                <c:pt idx="4">
                  <c:v>46055</c:v>
                </c:pt>
                <c:pt idx="5">
                  <c:v>46086</c:v>
                </c:pt>
                <c:pt idx="6">
                  <c:v>46117</c:v>
                </c:pt>
                <c:pt idx="7">
                  <c:v>46148</c:v>
                </c:pt>
                <c:pt idx="8">
                  <c:v>46179</c:v>
                </c:pt>
                <c:pt idx="9">
                  <c:v>46210</c:v>
                </c:pt>
                <c:pt idx="10">
                  <c:v>46241</c:v>
                </c:pt>
                <c:pt idx="11">
                  <c:v>46272</c:v>
                </c:pt>
                <c:pt idx="12">
                  <c:v>46303</c:v>
                </c:pt>
                <c:pt idx="13">
                  <c:v>46334</c:v>
                </c:pt>
                <c:pt idx="14">
                  <c:v>46365</c:v>
                </c:pt>
                <c:pt idx="15">
                  <c:v>46396</c:v>
                </c:pt>
                <c:pt idx="16">
                  <c:v>46427</c:v>
                </c:pt>
              </c:numCache>
            </c:numRef>
          </c:cat>
          <c:val>
            <c:numRef>
              <c:f>Hongkong!$B$10:$R$10</c:f>
              <c:numCache>
                <c:formatCode>General</c:formatCode>
                <c:ptCount val="17"/>
                <c:pt idx="0">
                  <c:v>0</c:v>
                </c:pt>
                <c:pt idx="1">
                  <c:v>13</c:v>
                </c:pt>
                <c:pt idx="2">
                  <c:v>20</c:v>
                </c:pt>
                <c:pt idx="3">
                  <c:v>23</c:v>
                </c:pt>
                <c:pt idx="4">
                  <c:v>27</c:v>
                </c:pt>
                <c:pt idx="5">
                  <c:v>32</c:v>
                </c:pt>
                <c:pt idx="6">
                  <c:v>32</c:v>
                </c:pt>
              </c:numCache>
            </c:numRef>
          </c:val>
          <c:smooth val="0"/>
          <c:extLst>
            <c:ext xmlns:c16="http://schemas.microsoft.com/office/drawing/2014/chart" uri="{C3380CC4-5D6E-409C-BE32-E72D297353CC}">
              <c16:uniqueId val="{00000002-DD43-4D6C-A9CF-FAAB11A6E74D}"/>
            </c:ext>
          </c:extLst>
        </c:ser>
        <c:ser>
          <c:idx val="4"/>
          <c:order val="4"/>
          <c:tx>
            <c:strRef>
              <c:f>Hongkong!$A$11</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Hongkong!$B$4:$R$4</c:f>
              <c:numCache>
                <c:formatCode>[$-409]mmm\-yy;@</c:formatCode>
                <c:ptCount val="17"/>
                <c:pt idx="0">
                  <c:v>45955</c:v>
                </c:pt>
                <c:pt idx="1">
                  <c:v>45962</c:v>
                </c:pt>
                <c:pt idx="2">
                  <c:v>45993</c:v>
                </c:pt>
                <c:pt idx="3">
                  <c:v>46024</c:v>
                </c:pt>
                <c:pt idx="4">
                  <c:v>46055</c:v>
                </c:pt>
                <c:pt idx="5">
                  <c:v>46086</c:v>
                </c:pt>
                <c:pt idx="6">
                  <c:v>46117</c:v>
                </c:pt>
                <c:pt idx="7">
                  <c:v>46148</c:v>
                </c:pt>
                <c:pt idx="8">
                  <c:v>46179</c:v>
                </c:pt>
                <c:pt idx="9">
                  <c:v>46210</c:v>
                </c:pt>
                <c:pt idx="10">
                  <c:v>46241</c:v>
                </c:pt>
                <c:pt idx="11">
                  <c:v>46272</c:v>
                </c:pt>
                <c:pt idx="12">
                  <c:v>46303</c:v>
                </c:pt>
                <c:pt idx="13">
                  <c:v>46334</c:v>
                </c:pt>
                <c:pt idx="14">
                  <c:v>46365</c:v>
                </c:pt>
                <c:pt idx="15">
                  <c:v>46396</c:v>
                </c:pt>
                <c:pt idx="16">
                  <c:v>46427</c:v>
                </c:pt>
              </c:numCache>
            </c:numRef>
          </c:cat>
          <c:val>
            <c:numRef>
              <c:f>Hongkong!$B$11:$R$11</c:f>
              <c:numCache>
                <c:formatCode>General</c:formatCode>
                <c:ptCount val="17"/>
                <c:pt idx="0">
                  <c:v>1</c:v>
                </c:pt>
                <c:pt idx="1">
                  <c:v>3</c:v>
                </c:pt>
                <c:pt idx="2">
                  <c:v>5</c:v>
                </c:pt>
                <c:pt idx="3">
                  <c:v>7</c:v>
                </c:pt>
                <c:pt idx="4">
                  <c:v>10</c:v>
                </c:pt>
                <c:pt idx="5">
                  <c:v>13</c:v>
                </c:pt>
                <c:pt idx="6">
                  <c:v>17</c:v>
                </c:pt>
                <c:pt idx="7">
                  <c:v>20</c:v>
                </c:pt>
                <c:pt idx="8">
                  <c:v>24</c:v>
                </c:pt>
                <c:pt idx="9">
                  <c:v>28</c:v>
                </c:pt>
                <c:pt idx="10">
                  <c:v>33</c:v>
                </c:pt>
                <c:pt idx="11">
                  <c:v>36</c:v>
                </c:pt>
                <c:pt idx="12">
                  <c:v>40</c:v>
                </c:pt>
                <c:pt idx="13">
                  <c:v>43</c:v>
                </c:pt>
                <c:pt idx="14">
                  <c:v>48</c:v>
                </c:pt>
                <c:pt idx="15">
                  <c:v>50</c:v>
                </c:pt>
                <c:pt idx="16">
                  <c:v>50</c:v>
                </c:pt>
              </c:numCache>
            </c:numRef>
          </c:val>
          <c:smooth val="0"/>
          <c:extLst>
            <c:ext xmlns:c16="http://schemas.microsoft.com/office/drawing/2014/chart" uri="{C3380CC4-5D6E-409C-BE32-E72D297353CC}">
              <c16:uniqueId val="{00000003-DD43-4D6C-A9CF-FAAB11A6E74D}"/>
            </c:ext>
          </c:extLst>
        </c:ser>
        <c:dLbls>
          <c:showLegendKey val="0"/>
          <c:showVal val="0"/>
          <c:showCatName val="0"/>
          <c:showSerName val="0"/>
          <c:showPercent val="0"/>
          <c:showBubbleSize val="0"/>
        </c:dLbls>
        <c:smooth val="0"/>
        <c:axId val="523006048"/>
        <c:axId val="523012280"/>
        <c:extLst>
          <c:ext xmlns:c15="http://schemas.microsoft.com/office/drawing/2012/chart" uri="{02D57815-91ED-43cb-92C2-25804820EDAC}">
            <c15:filteredLineSeries>
              <c15:ser>
                <c:idx val="2"/>
                <c:order val="2"/>
                <c:tx>
                  <c:strRef>
                    <c:extLst>
                      <c:ext uri="{02D57815-91ED-43cb-92C2-25804820EDAC}">
                        <c15:formulaRef>
                          <c15:sqref>Hongkong!$A$7</c15:sqref>
                        </c15:formulaRef>
                      </c:ext>
                    </c:extLst>
                    <c:strCache>
                      <c:ptCount val="1"/>
                      <c:pt idx="0">
                        <c:v>Patients Enrolled/Randomized (updated plan)</c:v>
                      </c:pt>
                    </c:strCache>
                  </c:strRef>
                </c:tx>
                <c:spPr>
                  <a:ln w="28575" cap="rnd">
                    <a:solidFill>
                      <a:schemeClr val="accent3"/>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cat>
                  <c:numRef>
                    <c:extLst>
                      <c:ext uri="{02D57815-91ED-43cb-92C2-25804820EDAC}">
                        <c15:formulaRef>
                          <c15:sqref>Hongkong!$B$4:$R$4</c15:sqref>
                        </c15:formulaRef>
                      </c:ext>
                    </c:extLst>
                    <c:numCache>
                      <c:formatCode>[$-409]mmm\-yy;@</c:formatCode>
                      <c:ptCount val="17"/>
                      <c:pt idx="0">
                        <c:v>45955</c:v>
                      </c:pt>
                      <c:pt idx="1">
                        <c:v>45962</c:v>
                      </c:pt>
                      <c:pt idx="2">
                        <c:v>45993</c:v>
                      </c:pt>
                      <c:pt idx="3">
                        <c:v>46024</c:v>
                      </c:pt>
                      <c:pt idx="4">
                        <c:v>46055</c:v>
                      </c:pt>
                      <c:pt idx="5">
                        <c:v>46086</c:v>
                      </c:pt>
                      <c:pt idx="6">
                        <c:v>46117</c:v>
                      </c:pt>
                      <c:pt idx="7">
                        <c:v>46148</c:v>
                      </c:pt>
                      <c:pt idx="8">
                        <c:v>46179</c:v>
                      </c:pt>
                      <c:pt idx="9">
                        <c:v>46210</c:v>
                      </c:pt>
                      <c:pt idx="10">
                        <c:v>46241</c:v>
                      </c:pt>
                      <c:pt idx="11">
                        <c:v>46272</c:v>
                      </c:pt>
                      <c:pt idx="12">
                        <c:v>46303</c:v>
                      </c:pt>
                      <c:pt idx="13">
                        <c:v>46334</c:v>
                      </c:pt>
                      <c:pt idx="14">
                        <c:v>46365</c:v>
                      </c:pt>
                      <c:pt idx="15">
                        <c:v>46396</c:v>
                      </c:pt>
                      <c:pt idx="16">
                        <c:v>46427</c:v>
                      </c:pt>
                    </c:numCache>
                  </c:numRef>
                </c:cat>
                <c:val>
                  <c:numRef>
                    <c:extLst>
                      <c:ext uri="{02D57815-91ED-43cb-92C2-25804820EDAC}">
                        <c15:formulaRef>
                          <c15:sqref>Hongkong!$C$7:$R$7</c15:sqref>
                        </c15:formulaRef>
                      </c:ext>
                    </c:extLst>
                    <c:numCache>
                      <c:formatCode>General</c:formatCode>
                      <c:ptCount val="16"/>
                      <c:pt idx="0">
                        <c:v>1</c:v>
                      </c:pt>
                      <c:pt idx="1">
                        <c:v>17</c:v>
                      </c:pt>
                      <c:pt idx="2">
                        <c:v>20</c:v>
                      </c:pt>
                      <c:pt idx="3">
                        <c:v>22</c:v>
                      </c:pt>
                      <c:pt idx="4">
                        <c:v>27</c:v>
                      </c:pt>
                      <c:pt idx="5">
                        <c:v>30</c:v>
                      </c:pt>
                      <c:pt idx="6">
                        <c:v>32</c:v>
                      </c:pt>
                      <c:pt idx="7">
                        <c:v>34</c:v>
                      </c:pt>
                      <c:pt idx="8">
                        <c:v>36</c:v>
                      </c:pt>
                      <c:pt idx="9">
                        <c:v>38</c:v>
                      </c:pt>
                      <c:pt idx="10">
                        <c:v>40</c:v>
                      </c:pt>
                      <c:pt idx="11">
                        <c:v>42</c:v>
                      </c:pt>
                      <c:pt idx="12">
                        <c:v>44</c:v>
                      </c:pt>
                      <c:pt idx="13">
                        <c:v>46</c:v>
                      </c:pt>
                      <c:pt idx="14">
                        <c:v>48</c:v>
                      </c:pt>
                      <c:pt idx="15">
                        <c:v>50</c:v>
                      </c:pt>
                    </c:numCache>
                  </c:numRef>
                </c:val>
                <c:smooth val="0"/>
                <c:extLst>
                  <c:ext xmlns:c16="http://schemas.microsoft.com/office/drawing/2014/chart" uri="{C3380CC4-5D6E-409C-BE32-E72D297353CC}">
                    <c16:uniqueId val="{00000004-DD43-4D6C-A9CF-FAAB11A6E74D}"/>
                  </c:ext>
                </c:extLst>
              </c15:ser>
            </c15:filteredLineSeries>
          </c:ext>
        </c:extLst>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'[工作表 在 天坛医院Visit 0513.pptx]template'!$A$5</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46081</c:v>
                </c:pt>
                <c:pt idx="1">
                  <c:v>46112</c:v>
                </c:pt>
                <c:pt idx="2">
                  <c:v>46142</c:v>
                </c:pt>
                <c:pt idx="3">
                  <c:v>46173</c:v>
                </c:pt>
                <c:pt idx="4">
                  <c:v>46203</c:v>
                </c:pt>
                <c:pt idx="5">
                  <c:v>46234</c:v>
                </c:pt>
                <c:pt idx="6">
                  <c:v>46265</c:v>
                </c:pt>
                <c:pt idx="7">
                  <c:v>46295</c:v>
                </c:pt>
                <c:pt idx="8">
                  <c:v>46326</c:v>
                </c:pt>
                <c:pt idx="9">
                  <c:v>46356</c:v>
                </c:pt>
                <c:pt idx="10">
                  <c:v>46387</c:v>
                </c:pt>
                <c:pt idx="11">
                  <c:v>46418</c:v>
                </c:pt>
                <c:pt idx="12">
                  <c:v>46446</c:v>
                </c:pt>
                <c:pt idx="13">
                  <c:v>46477</c:v>
                </c:pt>
              </c:numCache>
            </c:numRef>
          </c:cat>
          <c:val>
            <c:numRef>
              <c:f>'[工作表 在 天坛医院Visit 0513.pptx]template'!$B$5:$O$5</c:f>
              <c:numCache>
                <c:formatCode>General</c:formatCode>
                <c:ptCount val="14"/>
                <c:pt idx="0">
                  <c:v>1</c:v>
                </c:pt>
                <c:pt idx="1">
                  <c:v>6</c:v>
                </c:pt>
                <c:pt idx="2">
                  <c:v>10</c:v>
                </c:pt>
                <c:pt idx="3">
                  <c:v>10</c:v>
                </c:pt>
              </c:numCache>
            </c:numRef>
          </c:val>
          <c:smooth val="0"/>
          <c:extLst>
            <c:ext xmlns:c16="http://schemas.microsoft.com/office/drawing/2014/chart" uri="{C3380CC4-5D6E-409C-BE32-E72D297353CC}">
              <c16:uniqueId val="{00000000-393D-4989-A7AF-31D2A49F9808}"/>
            </c:ext>
          </c:extLst>
        </c:ser>
        <c:ser>
          <c:idx val="1"/>
          <c:order val="1"/>
          <c:tx>
            <c:strRef>
              <c:f>'[工作表 在 天坛医院Visit 0513.pptx]template'!$A$6</c:f>
              <c:strCache>
                <c:ptCount val="1"/>
                <c:pt idx="0">
                  <c:v>Patients Enrolled/Randomized (orginial plan)</c:v>
                </c:pt>
              </c:strCache>
            </c:strRef>
          </c:tx>
          <c:spPr>
            <a:ln w="25400" cap="rnd">
              <a:solidFill>
                <a:srgbClr val="FF0000">
                  <a:alpha val="50000"/>
                </a:srgbClr>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46081</c:v>
                </c:pt>
                <c:pt idx="1">
                  <c:v>46112</c:v>
                </c:pt>
                <c:pt idx="2">
                  <c:v>46142</c:v>
                </c:pt>
                <c:pt idx="3">
                  <c:v>46173</c:v>
                </c:pt>
                <c:pt idx="4">
                  <c:v>46203</c:v>
                </c:pt>
                <c:pt idx="5">
                  <c:v>46234</c:v>
                </c:pt>
                <c:pt idx="6">
                  <c:v>46265</c:v>
                </c:pt>
                <c:pt idx="7">
                  <c:v>46295</c:v>
                </c:pt>
                <c:pt idx="8">
                  <c:v>46326</c:v>
                </c:pt>
                <c:pt idx="9">
                  <c:v>46356</c:v>
                </c:pt>
                <c:pt idx="10">
                  <c:v>46387</c:v>
                </c:pt>
                <c:pt idx="11">
                  <c:v>46418</c:v>
                </c:pt>
                <c:pt idx="12">
                  <c:v>46446</c:v>
                </c:pt>
                <c:pt idx="13">
                  <c:v>46477</c:v>
                </c:pt>
              </c:numCache>
            </c:numRef>
          </c:cat>
          <c:val>
            <c:numRef>
              <c:f>'[工作表 在 天坛医院Visit 0513.pptx]template'!$B$6:$O$6</c:f>
              <c:numCache>
                <c:formatCode>General</c:formatCode>
                <c:ptCount val="14"/>
                <c:pt idx="0">
                  <c:v>1</c:v>
                </c:pt>
                <c:pt idx="1">
                  <c:v>7</c:v>
                </c:pt>
                <c:pt idx="2">
                  <c:v>23</c:v>
                </c:pt>
                <c:pt idx="3">
                  <c:v>74</c:v>
                </c:pt>
                <c:pt idx="4">
                  <c:v>161</c:v>
                </c:pt>
                <c:pt idx="5">
                  <c:v>272</c:v>
                </c:pt>
                <c:pt idx="6">
                  <c:v>401</c:v>
                </c:pt>
                <c:pt idx="7">
                  <c:v>536</c:v>
                </c:pt>
                <c:pt idx="8">
                  <c:v>689</c:v>
                </c:pt>
                <c:pt idx="9">
                  <c:v>837</c:v>
                </c:pt>
                <c:pt idx="10">
                  <c:v>996</c:v>
                </c:pt>
                <c:pt idx="11">
                  <c:v>1156</c:v>
                </c:pt>
                <c:pt idx="12">
                  <c:v>1295</c:v>
                </c:pt>
                <c:pt idx="13">
                  <c:v>1325</c:v>
                </c:pt>
              </c:numCache>
            </c:numRef>
          </c:val>
          <c:smooth val="0"/>
          <c:extLst>
            <c:ext xmlns:c16="http://schemas.microsoft.com/office/drawing/2014/chart" uri="{C3380CC4-5D6E-409C-BE32-E72D297353CC}">
              <c16:uniqueId val="{00000001-393D-4989-A7AF-31D2A49F9808}"/>
            </c:ext>
          </c:extLst>
        </c:ser>
        <c:ser>
          <c:idx val="2"/>
          <c:order val="2"/>
          <c:tx>
            <c:strRef>
              <c:f>'[工作表 在 天坛医院Visit 0513.pptx]template'!$A$10</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46081</c:v>
                </c:pt>
                <c:pt idx="1">
                  <c:v>46112</c:v>
                </c:pt>
                <c:pt idx="2">
                  <c:v>46142</c:v>
                </c:pt>
                <c:pt idx="3">
                  <c:v>46173</c:v>
                </c:pt>
                <c:pt idx="4">
                  <c:v>46203</c:v>
                </c:pt>
                <c:pt idx="5">
                  <c:v>46234</c:v>
                </c:pt>
                <c:pt idx="6">
                  <c:v>46265</c:v>
                </c:pt>
                <c:pt idx="7">
                  <c:v>46295</c:v>
                </c:pt>
                <c:pt idx="8">
                  <c:v>46326</c:v>
                </c:pt>
                <c:pt idx="9">
                  <c:v>46356</c:v>
                </c:pt>
                <c:pt idx="10">
                  <c:v>46387</c:v>
                </c:pt>
                <c:pt idx="11">
                  <c:v>46418</c:v>
                </c:pt>
                <c:pt idx="12">
                  <c:v>46446</c:v>
                </c:pt>
                <c:pt idx="13">
                  <c:v>46477</c:v>
                </c:pt>
              </c:numCache>
            </c:numRef>
          </c:cat>
          <c:val>
            <c:numRef>
              <c:f>'[工作表 在 天坛医院Visit 0513.pptx]template'!$B$10:$O$10</c:f>
              <c:numCache>
                <c:formatCode>General</c:formatCode>
                <c:ptCount val="14"/>
                <c:pt idx="0">
                  <c:v>1</c:v>
                </c:pt>
                <c:pt idx="1">
                  <c:v>6</c:v>
                </c:pt>
                <c:pt idx="2">
                  <c:v>11</c:v>
                </c:pt>
                <c:pt idx="3">
                  <c:v>11</c:v>
                </c:pt>
              </c:numCache>
            </c:numRef>
          </c:val>
          <c:smooth val="0"/>
          <c:extLst>
            <c:ext xmlns:c16="http://schemas.microsoft.com/office/drawing/2014/chart" uri="{C3380CC4-5D6E-409C-BE32-E72D297353CC}">
              <c16:uniqueId val="{00000002-393D-4989-A7AF-31D2A49F9808}"/>
            </c:ext>
          </c:extLst>
        </c:ser>
        <c:ser>
          <c:idx val="3"/>
          <c:order val="3"/>
          <c:tx>
            <c:strRef>
              <c:f>'[工作表 在 天坛医院Visit 0513.pptx]template'!$A$11</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46081</c:v>
                </c:pt>
                <c:pt idx="1">
                  <c:v>46112</c:v>
                </c:pt>
                <c:pt idx="2">
                  <c:v>46142</c:v>
                </c:pt>
                <c:pt idx="3">
                  <c:v>46173</c:v>
                </c:pt>
                <c:pt idx="4">
                  <c:v>46203</c:v>
                </c:pt>
                <c:pt idx="5">
                  <c:v>46234</c:v>
                </c:pt>
                <c:pt idx="6">
                  <c:v>46265</c:v>
                </c:pt>
                <c:pt idx="7">
                  <c:v>46295</c:v>
                </c:pt>
                <c:pt idx="8">
                  <c:v>46326</c:v>
                </c:pt>
                <c:pt idx="9">
                  <c:v>46356</c:v>
                </c:pt>
                <c:pt idx="10">
                  <c:v>46387</c:v>
                </c:pt>
                <c:pt idx="11">
                  <c:v>46418</c:v>
                </c:pt>
                <c:pt idx="12">
                  <c:v>46446</c:v>
                </c:pt>
                <c:pt idx="13">
                  <c:v>46477</c:v>
                </c:pt>
              </c:numCache>
            </c:numRef>
          </c:cat>
          <c:val>
            <c:numRef>
              <c:f>'[工作表 在 天坛医院Visit 0513.pptx]template'!$B$11:$O$11</c:f>
              <c:numCache>
                <c:formatCode>General</c:formatCode>
                <c:ptCount val="14"/>
                <c:pt idx="0">
                  <c:v>1</c:v>
                </c:pt>
                <c:pt idx="1">
                  <c:v>9</c:v>
                </c:pt>
                <c:pt idx="2">
                  <c:v>33</c:v>
                </c:pt>
                <c:pt idx="3">
                  <c:v>107</c:v>
                </c:pt>
                <c:pt idx="4">
                  <c:v>225</c:v>
                </c:pt>
                <c:pt idx="5">
                  <c:v>375</c:v>
                </c:pt>
                <c:pt idx="6">
                  <c:v>545</c:v>
                </c:pt>
                <c:pt idx="7">
                  <c:v>727</c:v>
                </c:pt>
                <c:pt idx="8">
                  <c:v>928</c:v>
                </c:pt>
                <c:pt idx="9">
                  <c:v>1131</c:v>
                </c:pt>
                <c:pt idx="10">
                  <c:v>1339</c:v>
                </c:pt>
                <c:pt idx="11">
                  <c:v>1551</c:v>
                </c:pt>
                <c:pt idx="12">
                  <c:v>1743</c:v>
                </c:pt>
                <c:pt idx="13">
                  <c:v>1773</c:v>
                </c:pt>
              </c:numCache>
            </c:numRef>
          </c:val>
          <c:smooth val="0"/>
          <c:extLst>
            <c:ext xmlns:c16="http://schemas.microsoft.com/office/drawing/2014/chart" uri="{C3380CC4-5D6E-409C-BE32-E72D297353CC}">
              <c16:uniqueId val="{00000003-393D-4989-A7AF-31D2A49F9808}"/>
            </c:ext>
          </c:extLst>
        </c:ser>
        <c:ser>
          <c:idx val="4"/>
          <c:order val="4"/>
          <c:tx>
            <c:strRef>
              <c:f>'[工作表 在 天坛医院Visit 0513.pptx]template'!$A$7</c:f>
              <c:strCache>
                <c:ptCount val="1"/>
                <c:pt idx="0">
                  <c:v>Patients Enrolled/Randomized (updated plan)</c:v>
                </c:pt>
              </c:strCache>
            </c:strRef>
          </c:tx>
          <c:spPr>
            <a:ln w="28575" cap="rnd">
              <a:solidFill>
                <a:srgbClr val="7030A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'[工作表 在 天坛医院Visit 0513.pptx]template'!$B$7:$O$7</c:f>
              <c:numCache>
                <c:formatCode>General</c:formatCode>
                <c:ptCount val="14"/>
              </c:numCache>
            </c:numRef>
          </c:val>
          <c:smooth val="0"/>
          <c:extLst>
            <c:ext xmlns:c16="http://schemas.microsoft.com/office/drawing/2014/chart" uri="{C3380CC4-5D6E-409C-BE32-E72D297353CC}">
              <c16:uniqueId val="{00000004-393D-4989-A7AF-31D2A49F9808}"/>
            </c:ext>
          </c:extLst>
        </c:ser>
        <c:dLbls>
          <c:showLegendKey val="0"/>
          <c:showVal val="0"/>
          <c:showCatName val="0"/>
          <c:showSerName val="0"/>
          <c:showPercent val="0"/>
          <c:showBubbleSize val="0"/>
        </c:dLbls>
        <c:smooth val="0"/>
        <c:axId val="523006048"/>
        <c:axId val="523012280"/>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ysClr val="window" lastClr="FFFFFF"/>
    </a:solidFill>
    <a:ln>
      <a:noFill/>
    </a:ln>
    <a:effectLst/>
  </c:spPr>
  <c:txPr>
    <a:bodyPr/>
    <a:lstStyle/>
    <a:p>
      <a:pPr>
        <a:defRPr/>
      </a:pPr>
      <a:endParaRPr lang="en-US"/>
    </a:p>
  </c:txPr>
  <c:externalData r:id="rId4">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'[工作表 在 天坛医院Visit 0513.pptx]template'!$A$5</c:f>
              <c:strCache>
                <c:ptCount val="1"/>
                <c:pt idx="0">
                  <c:v>Patients Enrolled/Randomized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46079</c:v>
                </c:pt>
                <c:pt idx="1">
                  <c:v>46107</c:v>
                </c:pt>
                <c:pt idx="2">
                  <c:v>46138</c:v>
                </c:pt>
                <c:pt idx="3">
                  <c:v>46168</c:v>
                </c:pt>
                <c:pt idx="4">
                  <c:v>46199</c:v>
                </c:pt>
                <c:pt idx="5">
                  <c:v>46229</c:v>
                </c:pt>
                <c:pt idx="6">
                  <c:v>46260</c:v>
                </c:pt>
                <c:pt idx="7">
                  <c:v>46291</c:v>
                </c:pt>
                <c:pt idx="8">
                  <c:v>46321</c:v>
                </c:pt>
                <c:pt idx="9">
                  <c:v>46352</c:v>
                </c:pt>
                <c:pt idx="10">
                  <c:v>46382</c:v>
                </c:pt>
                <c:pt idx="11">
                  <c:v>46413</c:v>
                </c:pt>
                <c:pt idx="12">
                  <c:v>46444</c:v>
                </c:pt>
                <c:pt idx="13">
                  <c:v>46472</c:v>
                </c:pt>
              </c:numCache>
            </c:numRef>
          </c:cat>
          <c:val>
            <c:numRef>
              <c:f>'[工作表 在 天坛医院Visit 0513.pptx]template'!$B$5:$O$5</c:f>
              <c:numCache>
                <c:formatCode>General</c:formatCode>
                <c:ptCount val="14"/>
                <c:pt idx="0">
                  <c:v>0</c:v>
                </c:pt>
                <c:pt idx="1">
                  <c:v>2</c:v>
                </c:pt>
                <c:pt idx="2">
                  <c:v>7</c:v>
                </c:pt>
                <c:pt idx="3">
                  <c:v>7</c:v>
                </c:pt>
              </c:numCache>
            </c:numRef>
          </c:val>
          <c:smooth val="0"/>
          <c:extLst>
            <c:ext xmlns:c16="http://schemas.microsoft.com/office/drawing/2014/chart" uri="{C3380CC4-5D6E-409C-BE32-E72D297353CC}">
              <c16:uniqueId val="{00000000-9F8F-418B-82E2-F02288665A13}"/>
            </c:ext>
          </c:extLst>
        </c:ser>
        <c:ser>
          <c:idx val="1"/>
          <c:order val="1"/>
          <c:tx>
            <c:strRef>
              <c:f>'[工作表 在 天坛医院Visit 0513.pptx]template'!$A$6</c:f>
              <c:strCache>
                <c:ptCount val="1"/>
                <c:pt idx="0">
                  <c:v>Patients Enrolled/Randomized (orginial plan)</c:v>
                </c:pt>
              </c:strCache>
            </c:strRef>
          </c:tx>
          <c:spPr>
            <a:ln w="25400" cap="rnd">
              <a:solidFill>
                <a:srgbClr val="FF0000">
                  <a:alpha val="50000"/>
                </a:srgbClr>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46079</c:v>
                </c:pt>
                <c:pt idx="1">
                  <c:v>46107</c:v>
                </c:pt>
                <c:pt idx="2">
                  <c:v>46138</c:v>
                </c:pt>
                <c:pt idx="3">
                  <c:v>46168</c:v>
                </c:pt>
                <c:pt idx="4">
                  <c:v>46199</c:v>
                </c:pt>
                <c:pt idx="5">
                  <c:v>46229</c:v>
                </c:pt>
                <c:pt idx="6">
                  <c:v>46260</c:v>
                </c:pt>
                <c:pt idx="7">
                  <c:v>46291</c:v>
                </c:pt>
                <c:pt idx="8">
                  <c:v>46321</c:v>
                </c:pt>
                <c:pt idx="9">
                  <c:v>46352</c:v>
                </c:pt>
                <c:pt idx="10">
                  <c:v>46382</c:v>
                </c:pt>
                <c:pt idx="11">
                  <c:v>46413</c:v>
                </c:pt>
                <c:pt idx="12">
                  <c:v>46444</c:v>
                </c:pt>
                <c:pt idx="13">
                  <c:v>46472</c:v>
                </c:pt>
              </c:numCache>
            </c:numRef>
          </c:cat>
          <c:val>
            <c:numRef>
              <c:f>'[工作表 在 天坛医院Visit 0513.pptx]template'!$B$6:$O$6</c:f>
              <c:numCache>
                <c:formatCode>General</c:formatCode>
                <c:ptCount val="14"/>
                <c:pt idx="0">
                  <c:v>1</c:v>
                </c:pt>
                <c:pt idx="1">
                  <c:v>6</c:v>
                </c:pt>
                <c:pt idx="2">
                  <c:v>17</c:v>
                </c:pt>
                <c:pt idx="3">
                  <c:v>36</c:v>
                </c:pt>
                <c:pt idx="4">
                  <c:v>61</c:v>
                </c:pt>
                <c:pt idx="5">
                  <c:v>91</c:v>
                </c:pt>
                <c:pt idx="6">
                  <c:v>123</c:v>
                </c:pt>
                <c:pt idx="7">
                  <c:v>158</c:v>
                </c:pt>
                <c:pt idx="8">
                  <c:v>187</c:v>
                </c:pt>
                <c:pt idx="9">
                  <c:v>224</c:v>
                </c:pt>
                <c:pt idx="10">
                  <c:v>262</c:v>
                </c:pt>
                <c:pt idx="11">
                  <c:v>300</c:v>
                </c:pt>
                <c:pt idx="12">
                  <c:v>332</c:v>
                </c:pt>
                <c:pt idx="13">
                  <c:v>341</c:v>
                </c:pt>
              </c:numCache>
            </c:numRef>
          </c:val>
          <c:smooth val="0"/>
          <c:extLst>
            <c:ext xmlns:c16="http://schemas.microsoft.com/office/drawing/2014/chart" uri="{C3380CC4-5D6E-409C-BE32-E72D297353CC}">
              <c16:uniqueId val="{00000001-9F8F-418B-82E2-F02288665A13}"/>
            </c:ext>
          </c:extLst>
        </c:ser>
        <c:ser>
          <c:idx val="2"/>
          <c:order val="2"/>
          <c:tx>
            <c:strRef>
              <c:f>'[工作表 在 天坛医院Visit 0513.pptx]template'!$A$10</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46079</c:v>
                </c:pt>
                <c:pt idx="1">
                  <c:v>46107</c:v>
                </c:pt>
                <c:pt idx="2">
                  <c:v>46138</c:v>
                </c:pt>
                <c:pt idx="3">
                  <c:v>46168</c:v>
                </c:pt>
                <c:pt idx="4">
                  <c:v>46199</c:v>
                </c:pt>
                <c:pt idx="5">
                  <c:v>46229</c:v>
                </c:pt>
                <c:pt idx="6">
                  <c:v>46260</c:v>
                </c:pt>
                <c:pt idx="7">
                  <c:v>46291</c:v>
                </c:pt>
                <c:pt idx="8">
                  <c:v>46321</c:v>
                </c:pt>
                <c:pt idx="9">
                  <c:v>46352</c:v>
                </c:pt>
                <c:pt idx="10">
                  <c:v>46382</c:v>
                </c:pt>
                <c:pt idx="11">
                  <c:v>46413</c:v>
                </c:pt>
                <c:pt idx="12">
                  <c:v>46444</c:v>
                </c:pt>
                <c:pt idx="13">
                  <c:v>46472</c:v>
                </c:pt>
              </c:numCache>
            </c:numRef>
          </c:cat>
          <c:val>
            <c:numRef>
              <c:f>'[工作表 在 天坛医院Visit 0513.pptx]template'!$B$10:$O$10</c:f>
              <c:numCache>
                <c:formatCode>General</c:formatCode>
                <c:ptCount val="14"/>
                <c:pt idx="0">
                  <c:v>0</c:v>
                </c:pt>
                <c:pt idx="1">
                  <c:v>2</c:v>
                </c:pt>
                <c:pt idx="2">
                  <c:v>6</c:v>
                </c:pt>
                <c:pt idx="3">
                  <c:v>6</c:v>
                </c:pt>
              </c:numCache>
            </c:numRef>
          </c:val>
          <c:smooth val="0"/>
          <c:extLst>
            <c:ext xmlns:c16="http://schemas.microsoft.com/office/drawing/2014/chart" uri="{C3380CC4-5D6E-409C-BE32-E72D297353CC}">
              <c16:uniqueId val="{00000002-9F8F-418B-82E2-F02288665A13}"/>
            </c:ext>
          </c:extLst>
        </c:ser>
        <c:ser>
          <c:idx val="3"/>
          <c:order val="3"/>
          <c:tx>
            <c:strRef>
              <c:f>'[工作表 在 天坛医院Visit 0513.pptx]template'!$A$11</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'[工作表 在 天坛医院Visit 0513.pptx]template'!$B$4:$O$4</c:f>
              <c:numCache>
                <c:formatCode>[$-409]mmm\-yy;@</c:formatCode>
                <c:ptCount val="14"/>
                <c:pt idx="0">
                  <c:v>46079</c:v>
                </c:pt>
                <c:pt idx="1">
                  <c:v>46107</c:v>
                </c:pt>
                <c:pt idx="2">
                  <c:v>46138</c:v>
                </c:pt>
                <c:pt idx="3">
                  <c:v>46168</c:v>
                </c:pt>
                <c:pt idx="4">
                  <c:v>46199</c:v>
                </c:pt>
                <c:pt idx="5">
                  <c:v>46229</c:v>
                </c:pt>
                <c:pt idx="6">
                  <c:v>46260</c:v>
                </c:pt>
                <c:pt idx="7">
                  <c:v>46291</c:v>
                </c:pt>
                <c:pt idx="8">
                  <c:v>46321</c:v>
                </c:pt>
                <c:pt idx="9">
                  <c:v>46352</c:v>
                </c:pt>
                <c:pt idx="10">
                  <c:v>46382</c:v>
                </c:pt>
                <c:pt idx="11">
                  <c:v>46413</c:v>
                </c:pt>
                <c:pt idx="12">
                  <c:v>46444</c:v>
                </c:pt>
                <c:pt idx="13">
                  <c:v>46472</c:v>
                </c:pt>
              </c:numCache>
            </c:numRef>
          </c:cat>
          <c:val>
            <c:numRef>
              <c:f>'[工作表 在 天坛医院Visit 0513.pptx]template'!$B$11:$O$11</c:f>
              <c:numCache>
                <c:formatCode>General</c:formatCode>
                <c:ptCount val="14"/>
                <c:pt idx="0">
                  <c:v>1</c:v>
                </c:pt>
                <c:pt idx="1">
                  <c:v>8</c:v>
                </c:pt>
                <c:pt idx="2">
                  <c:v>24</c:v>
                </c:pt>
                <c:pt idx="3">
                  <c:v>48</c:v>
                </c:pt>
                <c:pt idx="4">
                  <c:v>83</c:v>
                </c:pt>
                <c:pt idx="5">
                  <c:v>123</c:v>
                </c:pt>
                <c:pt idx="6">
                  <c:v>165</c:v>
                </c:pt>
                <c:pt idx="7">
                  <c:v>211</c:v>
                </c:pt>
                <c:pt idx="8">
                  <c:v>250</c:v>
                </c:pt>
                <c:pt idx="9">
                  <c:v>300</c:v>
                </c:pt>
                <c:pt idx="10">
                  <c:v>351</c:v>
                </c:pt>
                <c:pt idx="11">
                  <c:v>402</c:v>
                </c:pt>
                <c:pt idx="12">
                  <c:v>443</c:v>
                </c:pt>
                <c:pt idx="13">
                  <c:v>455</c:v>
                </c:pt>
              </c:numCache>
            </c:numRef>
          </c:val>
          <c:smooth val="0"/>
          <c:extLst>
            <c:ext xmlns:c16="http://schemas.microsoft.com/office/drawing/2014/chart" uri="{C3380CC4-5D6E-409C-BE32-E72D297353CC}">
              <c16:uniqueId val="{00000003-9F8F-418B-82E2-F02288665A13}"/>
            </c:ext>
          </c:extLst>
        </c:ser>
        <c:ser>
          <c:idx val="4"/>
          <c:order val="4"/>
          <c:tx>
            <c:strRef>
              <c:f>'[工作表 在 天坛医院Visit 0513.pptx]template'!$A$7</c:f>
              <c:strCache>
                <c:ptCount val="1"/>
                <c:pt idx="0">
                  <c:v>Patients Enrolled/Randomized (updated plan)</c:v>
                </c:pt>
              </c:strCache>
            </c:strRef>
          </c:tx>
          <c:spPr>
            <a:ln w="28575" cap="rnd">
              <a:solidFill>
                <a:srgbClr val="7030A0"/>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'[工作表 在 天坛医院Visit 0513.pptx]template'!$B$7:$O$7</c:f>
              <c:numCache>
                <c:formatCode>General</c:formatCode>
                <c:ptCount val="14"/>
              </c:numCache>
            </c:numRef>
          </c:val>
          <c:smooth val="0"/>
          <c:extLst>
            <c:ext xmlns:c16="http://schemas.microsoft.com/office/drawing/2014/chart" uri="{C3380CC4-5D6E-409C-BE32-E72D297353CC}">
              <c16:uniqueId val="{00000004-9F8F-418B-82E2-F02288665A13}"/>
            </c:ext>
          </c:extLst>
        </c:ser>
        <c:dLbls>
          <c:showLegendKey val="0"/>
          <c:showVal val="0"/>
          <c:showCatName val="0"/>
          <c:showSerName val="0"/>
          <c:showPercent val="0"/>
          <c:showBubbleSize val="0"/>
        </c:dLbls>
        <c:smooth val="0"/>
        <c:axId val="523006048"/>
        <c:axId val="523012280"/>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ysClr val="window" lastClr="FFFFFF"/>
    </a:solidFill>
    <a:ln>
      <a:noFill/>
    </a:ln>
    <a:effectLst/>
  </c:spPr>
  <c:txPr>
    <a:bodyPr/>
    <a:lstStyle/>
    <a:p>
      <a:pPr>
        <a:defRPr/>
      </a:pPr>
      <a:endParaRPr lang="en-US"/>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Patient Enrollment Status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4191754111747229E-2"/>
          <c:y val="3.498911413499084E-2"/>
          <c:w val="0.90731281399362573"/>
          <c:h val="0.74055528398938109"/>
        </c:manualLayout>
      </c:layout>
      <c:lineChart>
        <c:grouping val="standard"/>
        <c:varyColors val="0"/>
        <c:ser>
          <c:idx val="0"/>
          <c:order val="0"/>
          <c:tx>
            <c:strRef>
              <c:f>'[Project review meeting_1434-0027- China Mainland and TW.pptx 的 工作表]template'!$A$5</c:f>
              <c:strCache>
                <c:ptCount val="1"/>
                <c:pt idx="0">
                  <c:v>Patients Randomized (Actual)</c:v>
                </c:pt>
              </c:strCache>
            </c:strRef>
          </c:tx>
          <c:spPr>
            <a:ln w="19050" cap="rnd">
              <a:solidFill>
                <a:schemeClr val="accent5">
                  <a:lumMod val="75000"/>
                </a:schemeClr>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工作表]template'!$B$5:$X$5</c:f>
              <c:numCache>
                <c:formatCode>General</c:formatCode>
                <c:ptCount val="23"/>
                <c:pt idx="1">
                  <c:v>0</c:v>
                </c:pt>
                <c:pt idx="2">
                  <c:v>0</c:v>
                </c:pt>
                <c:pt idx="3">
                  <c:v>1</c:v>
                </c:pt>
              </c:numCache>
            </c:numRef>
          </c:val>
          <c:smooth val="0"/>
          <c:extLst>
            <c:ext xmlns:c16="http://schemas.microsoft.com/office/drawing/2014/chart" uri="{C3380CC4-5D6E-409C-BE32-E72D297353CC}">
              <c16:uniqueId val="{00000000-3032-4A56-9BBA-33AA50829675}"/>
            </c:ext>
          </c:extLst>
        </c:ser>
        <c:ser>
          <c:idx val="1"/>
          <c:order val="1"/>
          <c:tx>
            <c:strRef>
              <c:f>'[Project review meeting_1434-0027- China Mainland and TW.pptx 的 工作表]template'!$A$6</c:f>
              <c:strCache>
                <c:ptCount val="1"/>
                <c:pt idx="0">
                  <c:v>Patients Randomized (Plan)</c:v>
                </c:pt>
              </c:strCache>
            </c:strRef>
          </c:tx>
          <c:spPr>
            <a:ln w="25400" cap="rnd">
              <a:solidFill>
                <a:srgbClr val="FF0000">
                  <a:alpha val="50000"/>
                </a:srgbClr>
              </a:solidFill>
              <a:prstDash val="sys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工作表]template'!$B$6:$X$6</c:f>
              <c:numCache>
                <c:formatCode>General</c:formatCode>
                <c:ptCount val="23"/>
                <c:pt idx="1">
                  <c:v>0</c:v>
                </c:pt>
                <c:pt idx="2">
                  <c:v>0</c:v>
                </c:pt>
                <c:pt idx="3">
                  <c:v>1</c:v>
                </c:pt>
                <c:pt idx="4">
                  <c:v>1</c:v>
                </c:pt>
                <c:pt idx="5">
                  <c:v>2</c:v>
                </c:pt>
                <c:pt idx="6">
                  <c:v>2</c:v>
                </c:pt>
                <c:pt idx="7">
                  <c:v>3</c:v>
                </c:pt>
                <c:pt idx="8">
                  <c:v>3</c:v>
                </c:pt>
                <c:pt idx="9">
                  <c:v>4</c:v>
                </c:pt>
                <c:pt idx="10">
                  <c:v>4</c:v>
                </c:pt>
                <c:pt idx="11">
                  <c:v>5</c:v>
                </c:pt>
                <c:pt idx="12">
                  <c:v>5</c:v>
                </c:pt>
                <c:pt idx="13">
                  <c:v>6</c:v>
                </c:pt>
                <c:pt idx="14">
                  <c:v>6</c:v>
                </c:pt>
                <c:pt idx="15">
                  <c:v>7</c:v>
                </c:pt>
                <c:pt idx="16">
                  <c:v>7</c:v>
                </c:pt>
                <c:pt idx="17">
                  <c:v>8</c:v>
                </c:pt>
                <c:pt idx="18">
                  <c:v>8</c:v>
                </c:pt>
                <c:pt idx="19">
                  <c:v>9</c:v>
                </c:pt>
                <c:pt idx="20">
                  <c:v>10</c:v>
                </c:pt>
                <c:pt idx="21">
                  <c:v>11</c:v>
                </c:pt>
                <c:pt idx="22">
                  <c:v>11</c:v>
                </c:pt>
              </c:numCache>
            </c:numRef>
          </c:val>
          <c:smooth val="0"/>
          <c:extLst>
            <c:ext xmlns:c16="http://schemas.microsoft.com/office/drawing/2014/chart" uri="{C3380CC4-5D6E-409C-BE32-E72D297353CC}">
              <c16:uniqueId val="{00000001-3032-4A56-9BBA-33AA50829675}"/>
            </c:ext>
          </c:extLst>
        </c:ser>
        <c:ser>
          <c:idx val="2"/>
          <c:order val="2"/>
          <c:tx>
            <c:strRef>
              <c:f>'[Project review meeting_1434-0027- China Mainland and TW.pptx 的 工作表]template'!$A$7</c:f>
              <c:strCache>
                <c:ptCount val="1"/>
                <c:pt idx="0">
                  <c:v>Sites Activated (Actual)</c:v>
                </c:pt>
              </c:strCache>
            </c:strRef>
          </c:tx>
          <c:spPr>
            <a:ln w="28575" cap="rnd">
              <a:solidFill>
                <a:schemeClr val="accent3"/>
              </a:solidFill>
              <a:round/>
            </a:ln>
            <a:effectLst/>
          </c:spPr>
          <c:marker>
            <c:symbol val="none"/>
          </c:marker>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工作表]template'!$B$7:$X$7</c:f>
            </c:numRef>
          </c:val>
          <c:smooth val="0"/>
          <c:extLst>
            <c:ext xmlns:c16="http://schemas.microsoft.com/office/drawing/2014/chart" uri="{C3380CC4-5D6E-409C-BE32-E72D297353CC}">
              <c16:uniqueId val="{00000002-3032-4A56-9BBA-33AA50829675}"/>
            </c:ext>
          </c:extLst>
        </c:ser>
        <c:ser>
          <c:idx val="3"/>
          <c:order val="3"/>
          <c:tx>
            <c:strRef>
              <c:f>'[Project review meeting_1434-0027- China Mainland and TW.pptx 的 工作表]template'!$A$8</c:f>
              <c:strCache>
                <c:ptCount val="1"/>
                <c:pt idx="0">
                  <c:v>Sites Activtied(Planned) </c:v>
                </c:pt>
              </c:strCache>
            </c:strRef>
          </c:tx>
          <c:spPr>
            <a:ln w="28575" cap="rnd">
              <a:solidFill>
                <a:schemeClr val="accent4"/>
              </a:solidFill>
              <a:round/>
            </a:ln>
            <a:effectLst/>
          </c:spPr>
          <c:marker>
            <c:symbol val="none"/>
          </c:marker>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工作表]template'!$B$8:$X$8</c:f>
            </c:numRef>
          </c:val>
          <c:smooth val="0"/>
          <c:extLst>
            <c:ext xmlns:c16="http://schemas.microsoft.com/office/drawing/2014/chart" uri="{C3380CC4-5D6E-409C-BE32-E72D297353CC}">
              <c16:uniqueId val="{00000003-3032-4A56-9BBA-33AA50829675}"/>
            </c:ext>
          </c:extLst>
        </c:ser>
        <c:ser>
          <c:idx val="4"/>
          <c:order val="4"/>
          <c:tx>
            <c:strRef>
              <c:f>'[Project review meeting_1434-0027- China Mainland and TW.pptx 的 工作表]template'!$A$9</c:f>
              <c:strCache>
                <c:ptCount val="1"/>
                <c:pt idx="0">
                  <c:v>Patient Screened(Actual)</c:v>
                </c:pt>
              </c:strCache>
            </c:strRef>
          </c:tx>
          <c:spPr>
            <a:ln w="28575" cap="rnd">
              <a:solidFill>
                <a:srgbClr val="FFC000"/>
              </a:solidFill>
              <a:prstDash val="solid"/>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工作表]template'!$B$9:$X$9</c:f>
              <c:numCache>
                <c:formatCode>General</c:formatCode>
                <c:ptCount val="23"/>
                <c:pt idx="1">
                  <c:v>0</c:v>
                </c:pt>
                <c:pt idx="2">
                  <c:v>4</c:v>
                </c:pt>
                <c:pt idx="3">
                  <c:v>4</c:v>
                </c:pt>
              </c:numCache>
            </c:numRef>
          </c:val>
          <c:smooth val="0"/>
          <c:extLst>
            <c:ext xmlns:c16="http://schemas.microsoft.com/office/drawing/2014/chart" uri="{C3380CC4-5D6E-409C-BE32-E72D297353CC}">
              <c16:uniqueId val="{00000004-3032-4A56-9BBA-33AA50829675}"/>
            </c:ext>
          </c:extLst>
        </c:ser>
        <c:ser>
          <c:idx val="5"/>
          <c:order val="5"/>
          <c:tx>
            <c:strRef>
              <c:f>'[Project review meeting_1434-0027- China Mainland and TW.pptx 的 工作表]template'!$A$10</c:f>
              <c:strCache>
                <c:ptCount val="1"/>
                <c:pt idx="0">
                  <c:v>Patient Screened(Planned)</c:v>
                </c:pt>
              </c:strCache>
            </c:strRef>
          </c:tx>
          <c:spPr>
            <a:ln w="28575" cap="rnd">
              <a:solidFill>
                <a:srgbClr val="00B050"/>
              </a:solidFill>
              <a:prstDash val="dashDot"/>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'[Project review meeting_1434-0027- China Mainland and TW.pptx 的 工作表]template'!$B$4:$X$4</c:f>
              <c:numCache>
                <c:formatCode>[$-409]mmm\-yy;@</c:formatCode>
                <c:ptCount val="23"/>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numCache>
            </c:numRef>
          </c:cat>
          <c:val>
            <c:numRef>
              <c:f>'[Project review meeting_1434-0027- China Mainland and TW.pptx 的 工作表]template'!$B$10:$X$10</c:f>
              <c:numCache>
                <c:formatCode>General</c:formatCode>
                <c:ptCount val="23"/>
                <c:pt idx="1">
                  <c:v>0</c:v>
                </c:pt>
                <c:pt idx="2">
                  <c:v>1</c:v>
                </c:pt>
                <c:pt idx="3">
                  <c:v>2</c:v>
                </c:pt>
                <c:pt idx="4">
                  <c:v>3</c:v>
                </c:pt>
                <c:pt idx="5">
                  <c:v>4</c:v>
                </c:pt>
                <c:pt idx="6">
                  <c:v>5</c:v>
                </c:pt>
                <c:pt idx="7">
                  <c:v>5</c:v>
                </c:pt>
                <c:pt idx="8">
                  <c:v>6</c:v>
                </c:pt>
                <c:pt idx="9">
                  <c:v>6</c:v>
                </c:pt>
                <c:pt idx="10">
                  <c:v>7</c:v>
                </c:pt>
                <c:pt idx="11">
                  <c:v>8</c:v>
                </c:pt>
                <c:pt idx="12">
                  <c:v>9</c:v>
                </c:pt>
                <c:pt idx="13">
                  <c:v>9</c:v>
                </c:pt>
                <c:pt idx="14">
                  <c:v>10</c:v>
                </c:pt>
                <c:pt idx="15">
                  <c:v>11</c:v>
                </c:pt>
                <c:pt idx="16">
                  <c:v>11</c:v>
                </c:pt>
                <c:pt idx="17">
                  <c:v>12</c:v>
                </c:pt>
                <c:pt idx="18">
                  <c:v>13</c:v>
                </c:pt>
                <c:pt idx="19">
                  <c:v>13</c:v>
                </c:pt>
                <c:pt idx="20">
                  <c:v>14</c:v>
                </c:pt>
                <c:pt idx="21">
                  <c:v>14</c:v>
                </c:pt>
                <c:pt idx="22">
                  <c:v>14</c:v>
                </c:pt>
              </c:numCache>
            </c:numRef>
          </c:val>
          <c:smooth val="0"/>
          <c:extLst>
            <c:ext xmlns:c16="http://schemas.microsoft.com/office/drawing/2014/chart" uri="{C3380CC4-5D6E-409C-BE32-E72D297353CC}">
              <c16:uniqueId val="{00000005-3032-4A56-9BBA-33AA50829675}"/>
            </c:ext>
          </c:extLst>
        </c:ser>
        <c:dLbls>
          <c:showLegendKey val="0"/>
          <c:showVal val="0"/>
          <c:showCatName val="0"/>
          <c:showSerName val="0"/>
          <c:showPercent val="0"/>
          <c:showBubbleSize val="0"/>
        </c:dLbls>
        <c:smooth val="0"/>
        <c:axId val="523006048"/>
        <c:axId val="523012280"/>
      </c:lineChart>
      <c:dateAx>
        <c:axId val="523006048"/>
        <c:scaling>
          <c:orientation val="minMax"/>
        </c:scaling>
        <c:delete val="0"/>
        <c:axPos val="b"/>
        <c:numFmt formatCode="[$-409]mmm\-yy;@"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12280"/>
        <c:crosses val="autoZero"/>
        <c:auto val="1"/>
        <c:lblOffset val="100"/>
        <c:baseTimeUnit val="months"/>
      </c:dateAx>
      <c:valAx>
        <c:axId val="5230122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30060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omments/modernComment_7FFFDE5A_C886D304.xml><?xml version="1.0" encoding="utf-8"?>
<p188:cmLst xmlns:a="http://schemas.openxmlformats.org/drawingml/2006/main" xmlns:r="http://schemas.openxmlformats.org/officeDocument/2006/relationships" xmlns:p188="http://schemas.microsoft.com/office/powerpoint/2018/8/main">
  <p188:cm id="{AE28BCB6-F46B-4200-8490-38EFB73F5CDA}" authorId="{2EE7FEEA-9406-DBE3-7835-0153BE9F1859}" status="resolved" created="2026-04-17T00:27:14.614">
    <pc:sldMkLst xmlns:pc="http://schemas.microsoft.com/office/powerpoint/2013/main/command">
      <pc:docMk/>
      <pc:sldMk cId="1409916241" sldId="9854"/>
    </pc:sldMkLst>
    <p188:replyLst>
      <p188:reply id="{8EAC8ABE-17EE-4D6D-BA7E-B6BF495C1924}" authorId="{A39E47F3-11AF-0696-E385-1A6283C62951}" created="2026-04-17T01:58:11.177">
        <p188:txBody>
          <a:bodyPr/>
          <a:lstStyle/>
          <a:p>
            <a:r>
              <a:rPr lang="zh-CN" altLang="en-US"/>
              <a:t>Revised</a:t>
            </a:r>
          </a:p>
        </p188:txBody>
      </p188:reply>
    </p188:replyLst>
    <p188:txBody>
      <a:bodyPr/>
      <a:lstStyle/>
      <a:p>
        <a:r>
          <a:rPr lang="zh-CN" altLang="en-US"/>
          <a:t>The following candidate is not young. Please modify.</a:t>
        </a:r>
      </a:p>
    </p188:txBody>
  </p188:cm>
</p188:cmLst>
</file>

<file path=ppt/comments/modernComment_10A_CE0F6E29.xml><?xml version="1.0" encoding="utf-8"?>
<p188:cmLst xmlns:a="http://schemas.openxmlformats.org/drawingml/2006/main" xmlns:r="http://schemas.openxmlformats.org/officeDocument/2006/relationships" xmlns:p188="http://schemas.microsoft.com/office/powerpoint/2018/8/main">
  <p188:cm id="{3C17A1B2-1C36-4F28-9B60-5F5AEE14F34E}" authorId="{695777B2-4F16-2D47-A4E8-65B5F6596FCA}" status="resolved" created="2026-03-30T13:59:49.475">
    <ac:txMkLst xmlns:ac="http://schemas.microsoft.com/office/drawing/2013/main/command">
      <pc:docMk xmlns:pc="http://schemas.microsoft.com/office/powerpoint/2013/main/command"/>
      <pc:sldMk xmlns:pc="http://schemas.microsoft.com/office/powerpoint/2013/main/command" cId="3457117737" sldId="266"/>
      <ac:graphicFrameMk id="15" creationId="{2FC5F47B-467E-9C18-2D53-D2625258ECE9}"/>
      <ac:tblMk/>
      <ac:tcMk rowId="282381439" colId="1815427223"/>
      <ac:txMk cp="2" len="14">
        <ac:context len="175" hash="3569664147"/>
      </ac:txMk>
    </ac:txMkLst>
    <p188:pos x="5109718" y="931632"/>
    <p188:txBody>
      <a:bodyPr/>
      <a:lstStyle/>
      <a:p>
        <a:r>
          <a:rPr lang="zh-CN" altLang="en-US"/>
          <a:t>@ phsycian, please confirm this？</a:t>
        </a:r>
      </a:p>
    </p188:txBody>
  </p188:cm>
  <p188:cm id="{B09513AB-96E9-4A02-9297-B240704A82EA}" authorId="{F06D250D-F810-DD8F-5381-4361D275D9F9}" status="resolved" created="2026-04-12T02:48:44.979">
    <pc:sldMkLst xmlns:pc="http://schemas.microsoft.com/office/powerpoint/2013/main/command">
      <pc:docMk/>
      <pc:sldMk cId="461007836" sldId="261"/>
    </pc:sldMkLst>
    <p188:txBody>
      <a:bodyPr/>
      <a:lstStyle/>
      <a:p>
        <a:r>
          <a:rPr lang="zh-CN" altLang="en-US"/>
          <a:t>No update</a:t>
        </a:r>
      </a:p>
    </p188:txBody>
  </p188:cm>
</p188:cmLst>
</file>

<file path=ppt/comments/modernComment_10F_1C39E9A9.xml><?xml version="1.0" encoding="utf-8"?>
<p188:cmLst xmlns:a="http://schemas.openxmlformats.org/drawingml/2006/main" xmlns:r="http://schemas.openxmlformats.org/officeDocument/2006/relationships" xmlns:p188="http://schemas.microsoft.com/office/powerpoint/2018/8/main">
  <p188:cm id="{7DAFB69C-1E61-48E2-A5FC-481079FAB90A}" authorId="{F06D250D-F810-DD8F-5381-4361D275D9F9}" created="2026-04-15T07:37:52.730">
    <pc:sldMkLst xmlns:pc="http://schemas.microsoft.com/office/powerpoint/2013/main/command">
      <pc:docMk/>
      <pc:sldMk cId="473557417" sldId="2147483647"/>
    </pc:sldMkLst>
    <p188:txBody>
      <a:bodyPr/>
      <a:lstStyle/>
      <a:p>
        <a:r>
          <a:rPr lang="zh-CN" altLang="en-US"/>
          <a:t>[@Li,Linda (MED CDO) BII-CN-S]  could you please update?</a:t>
        </a:r>
      </a:p>
    </p188:txBody>
  </p188:cm>
</p188:cmLst>
</file>

<file path=ppt/comments/modernComment_111_1DCC199F.xml><?xml version="1.0" encoding="utf-8"?>
<p188:cmLst xmlns:a="http://schemas.openxmlformats.org/drawingml/2006/main" xmlns:r="http://schemas.openxmlformats.org/officeDocument/2006/relationships" xmlns:p188="http://schemas.microsoft.com/office/powerpoint/2018/8/main">
  <p188:cm id="{FD79FA50-4258-451F-A81E-2591C81613EB}" authorId="{F06D250D-F810-DD8F-5381-4361D275D9F9}" created="2026-04-21T09:28:53.065">
    <pc:sldMkLst xmlns:pc="http://schemas.microsoft.com/office/powerpoint/2013/main/command">
      <pc:docMk/>
      <pc:sldMk cId="499915167" sldId="273"/>
    </pc:sldMkLst>
    <p188:txBody>
      <a:bodyPr/>
      <a:lstStyle/>
      <a:p>
        <a:r>
          <a:rPr lang="zh-CN" altLang="en-US"/>
          <a:t>[@Wang,Ellen (HP Medicine) BII-CN-S]  [@Ren,Haixia (DEV CMC) BII-CN-S] [@Han,Doris (HP Medicine) BII-CN-B]  Suggested by CEC comments, CMC/QC sample will be routinely updated in CEC/PCE. Could you please review this page? Thank you.</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1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6D1AF16-6F8D-4DA0-840B-A855AE3206B0}" type="datetimeFigureOut">
              <a:rPr lang="zh-CN" altLang="en-US" smtClean="0"/>
              <a:t>2026/5/14</a:t>
            </a:fld>
            <a:endParaRPr lang="zh-CN" alt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endParaRPr lang="zh-CN" alt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6CB4BB5-E309-45E5-BB7A-A4E8DEB85991}" type="slidenum">
              <a:rPr lang="zh-CN" altLang="en-US" smtClean="0"/>
              <a:t>‹#›</a:t>
            </a:fld>
            <a:endParaRPr lang="zh-CN" altLang="en-US"/>
          </a:p>
        </p:txBody>
      </p:sp>
    </p:spTree>
    <p:extLst>
      <p:ext uri="{BB962C8B-B14F-4D97-AF65-F5344CB8AC3E}">
        <p14:creationId xmlns:p14="http://schemas.microsoft.com/office/powerpoint/2010/main" val="9545932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76250" y="611188"/>
            <a:ext cx="5903913" cy="3321050"/>
          </a:xfrm>
        </p:spPr>
      </p:sp>
      <p:sp>
        <p:nvSpPr>
          <p:cNvPr id="3" name="Notes Placeholder 2"/>
          <p:cNvSpPr>
            <a:spLocks noGrp="1"/>
          </p:cNvSpPr>
          <p:nvPr>
            <p:ph type="body" idx="1"/>
          </p:nvPr>
        </p:nvSpPr>
        <p:spPr/>
        <p:txBody>
          <a:bodyPr/>
          <a:lstStyle/>
          <a:p>
            <a:endParaRPr lang="de-DE"/>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E7E6E6"/>
                </a:solidFill>
                <a:effectLst/>
                <a:uLnTx/>
                <a:uFillTx/>
                <a:latin typeface="等线" panose="020F0502020204030204"/>
                <a:ea typeface="+mn-ea"/>
                <a:cs typeface="+mn-cs"/>
              </a:rPr>
              <a:t>Presentation title    |    ONLY FOR INTERNAL USE</a:t>
            </a:r>
          </a:p>
        </p:txBody>
      </p:sp>
      <p:sp>
        <p:nvSpPr>
          <p:cNvPr id="5" name="Slide Number Placehold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E7E6E6"/>
                </a:solidFill>
                <a:effectLst/>
                <a:uLnTx/>
                <a:uFillTx/>
                <a:latin typeface="等线"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800" b="0" i="0" u="none" strike="noStrike" kern="1200" cap="none" spc="0" normalizeH="0" baseline="0" noProof="0">
              <a:ln>
                <a:noFill/>
              </a:ln>
              <a:solidFill>
                <a:srgbClr val="E7E6E6"/>
              </a:solidFill>
              <a:effectLst/>
              <a:uLnTx/>
              <a:uFillTx/>
              <a:latin typeface="等线" panose="020F0502020204030204"/>
              <a:ea typeface="+mn-ea"/>
              <a:cs typeface="+mn-cs"/>
            </a:endParaRPr>
          </a:p>
        </p:txBody>
      </p:sp>
    </p:spTree>
    <p:extLst>
      <p:ext uri="{BB962C8B-B14F-4D97-AF65-F5344CB8AC3E}">
        <p14:creationId xmlns:p14="http://schemas.microsoft.com/office/powerpoint/2010/main" val="342309656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zh-CN" altLang="en-US"/>
          </a:p>
        </p:txBody>
      </p:sp>
      <p:sp>
        <p:nvSpPr>
          <p:cNvPr id="4" name="Slide Number Placeholder 3"/>
          <p:cNvSpPr>
            <a:spLocks noGrp="1"/>
          </p:cNvSpPr>
          <p:nvPr>
            <p:ph type="sldNum" sz="quarter" idx="5"/>
          </p:nvPr>
        </p:nvSpPr>
        <p:spPr/>
        <p:txBody>
          <a:bodyPr/>
          <a:lstStyle/>
          <a:p>
            <a:fld id="{F6CB4BB5-E309-45E5-BB7A-A4E8DEB85991}" type="slidenum">
              <a:rPr lang="zh-CN" altLang="en-US" smtClean="0"/>
              <a:t>2</a:t>
            </a:fld>
            <a:endParaRPr lang="zh-CN" altLang="en-US"/>
          </a:p>
        </p:txBody>
      </p:sp>
    </p:spTree>
    <p:extLst>
      <p:ext uri="{BB962C8B-B14F-4D97-AF65-F5344CB8AC3E}">
        <p14:creationId xmlns:p14="http://schemas.microsoft.com/office/powerpoint/2010/main" val="18171794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2817FD-24B3-9D88-3D03-0ED31369668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323E36-0718-03CF-FC32-AF2E7EF866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EA1D32-B3F3-28E7-8BE6-3D759C56667B}"/>
              </a:ext>
            </a:extLst>
          </p:cNvPr>
          <p:cNvSpPr>
            <a:spLocks noGrp="1"/>
          </p:cNvSpPr>
          <p:nvPr>
            <p:ph type="body" idx="1"/>
          </p:nvPr>
        </p:nvSpPr>
        <p:spPr/>
        <p:txBody>
          <a:bodyPr/>
          <a:lstStyle/>
          <a:p>
            <a:r>
              <a:rPr lang="en-US" altLang="zh-CN" err="1"/>
              <a:t>mannual</a:t>
            </a:r>
            <a:endParaRPr lang="zh-CN" altLang="en-US"/>
          </a:p>
        </p:txBody>
      </p:sp>
      <p:sp>
        <p:nvSpPr>
          <p:cNvPr id="4" name="Slide Number Placeholder 3">
            <a:extLst>
              <a:ext uri="{FF2B5EF4-FFF2-40B4-BE49-F238E27FC236}">
                <a16:creationId xmlns:a16="http://schemas.microsoft.com/office/drawing/2014/main" id="{CB6B1A97-B5B3-2436-D0C3-D7EC16BCB1D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0EDDAC-DE75-41AE-9B58-967EC3E860B8}" type="slidenum">
              <a:rPr kumimoji="0" lang="en-US" sz="1200" b="0" i="0" u="none" strike="noStrike" kern="1200" cap="none" spc="0" normalizeH="0" baseline="0" noProof="0" smtClean="0">
                <a:ln>
                  <a:noFill/>
                </a:ln>
                <a:solidFill>
                  <a:prstClr val="black"/>
                </a:solidFill>
                <a:effectLst/>
                <a:uLnTx/>
                <a:uFillTx/>
                <a:latin typeface="等线"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spTree>
    <p:extLst>
      <p:ext uri="{BB962C8B-B14F-4D97-AF65-F5344CB8AC3E}">
        <p14:creationId xmlns:p14="http://schemas.microsoft.com/office/powerpoint/2010/main" val="59778979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Text"/>
          <p:cNvSpPr>
            <a:spLocks noGrp="1"/>
          </p:cNvSpPr>
          <p:nvPr>
            <p:ph type="body" idx="1"/>
          </p:nvPr>
        </p:nvSpPr>
        <p:spPr/>
        <p:txBody>
          <a:bodyPr/>
          <a:lstStyle/>
          <a:p>
            <a:r>
              <a:rPr b="1"/>
              <a:t>ECR</a:t>
            </a:r>
            <a:endParaRPr/>
          </a:p>
          <a:p>
            <a:r>
              <a:rPr b="0"/>
              <a:t>No alt text provided</a:t>
            </a:r>
            <a:endParaRPr/>
          </a:p>
          <a:p>
            <a:endParaRPr/>
          </a:p>
          <a:p>
            <a:r>
              <a:rPr b="1"/>
              <a:t>pivotTable</a:t>
            </a:r>
            <a:endParaRPr/>
          </a:p>
          <a:p>
            <a:r>
              <a:rPr b="0"/>
              <a:t>No alt text provided</a:t>
            </a:r>
            <a:endParaRPr/>
          </a:p>
          <a:p>
            <a:endParaRPr/>
          </a:p>
          <a:p>
            <a:r>
              <a:rPr b="1"/>
              <a:t>image</a:t>
            </a:r>
            <a:endParaRPr/>
          </a:p>
          <a:p>
            <a:r>
              <a:rPr b="0"/>
              <a:t>No alt text provided</a:t>
            </a:r>
            <a:endParaRPr/>
          </a:p>
          <a:p>
            <a:endParaRPr/>
          </a:p>
          <a:p>
            <a:r>
              <a:rPr b="1"/>
              <a:t>textbox</a:t>
            </a:r>
            <a:endParaRPr/>
          </a:p>
          <a:p>
            <a:r>
              <a:rPr b="0"/>
              <a:t>No alt text provided</a:t>
            </a:r>
            <a:endParaRPr/>
          </a:p>
          <a:p>
            <a:endParaRPr/>
          </a:p>
          <a:p>
            <a:r>
              <a:rPr b="1"/>
              <a:t>textbox</a:t>
            </a:r>
            <a:endParaRPr/>
          </a:p>
          <a:p>
            <a:r>
              <a:rPr b="0"/>
              <a:t>No alt text provided</a:t>
            </a:r>
            <a:endParaRPr/>
          </a:p>
          <a:p>
            <a:endParaRPr/>
          </a:p>
          <a:p>
            <a:r>
              <a:rPr b="1"/>
              <a:t>card</a:t>
            </a:r>
            <a:endParaRPr/>
          </a:p>
          <a:p>
            <a:r>
              <a:rPr b="0"/>
              <a:t>No alt text provided</a:t>
            </a:r>
            <a:endParaRPr/>
          </a:p>
          <a:p>
            <a:endParaRPr/>
          </a:p>
          <a:p>
            <a:r>
              <a:rPr b="1"/>
              <a:t>IIS</a:t>
            </a:r>
            <a:endParaRPr/>
          </a:p>
          <a:p>
            <a:r>
              <a:rPr b="0"/>
              <a:t>No alt text provided</a:t>
            </a:r>
            <a:endParaRPr/>
          </a:p>
          <a:p>
            <a:endParaRPr/>
          </a:p>
          <a:p>
            <a:r>
              <a:rPr b="1"/>
              <a:t>slicer</a:t>
            </a:r>
            <a:endParaRPr/>
          </a:p>
          <a:p>
            <a:r>
              <a:rPr b="0"/>
              <a:t>No alt text provided</a:t>
            </a:r>
            <a:endParaRPr/>
          </a:p>
          <a:p>
            <a:endParaRPr/>
          </a:p>
          <a:p>
            <a:r>
              <a:rPr b="1"/>
              <a:t>slicer</a:t>
            </a:r>
            <a:endParaRPr/>
          </a:p>
          <a:p>
            <a:r>
              <a:rPr b="0"/>
              <a:t>No alt text provided</a:t>
            </a:r>
            <a:endParaRPr/>
          </a:p>
          <a:p>
            <a:endParaRPr/>
          </a:p>
          <a:p>
            <a:r>
              <a:rPr b="1"/>
              <a:t>slicer</a:t>
            </a:r>
            <a:endParaRPr/>
          </a:p>
          <a:p>
            <a:r>
              <a:rPr b="0"/>
              <a:t>No alt text provided</a:t>
            </a:r>
            <a:endParaRPr/>
          </a:p>
          <a:p>
            <a:endParaRPr/>
          </a:p>
          <a:p>
            <a:r>
              <a:rPr b="1"/>
              <a:t>slicer</a:t>
            </a:r>
            <a:endParaRPr/>
          </a:p>
          <a:p>
            <a:r>
              <a:rPr b="0"/>
              <a:t>No alt text provided</a:t>
            </a:r>
            <a:endParaRPr/>
          </a:p>
          <a:p>
            <a:endParaRPr/>
          </a:p>
          <a:p>
            <a:r>
              <a:rPr b="1"/>
              <a:t>BI-ONISed</a:t>
            </a:r>
            <a:endParaRPr/>
          </a:p>
          <a:p>
            <a:r>
              <a:rPr b="0"/>
              <a:t>No alt text provided</a:t>
            </a:r>
            <a:endParaRPr/>
          </a:p>
          <a:p>
            <a:endParaRPr/>
          </a:p>
          <a:p>
            <a:r>
              <a:rPr b="1"/>
              <a:t>BI-ONISnd</a:t>
            </a:r>
            <a:endParaRPr/>
          </a:p>
          <a:p>
            <a:r>
              <a:rPr b="0"/>
              <a:t>No alt text provided</a:t>
            </a:r>
            <a:endParaRPr/>
          </a:p>
          <a:p>
            <a:endParaRPr/>
          </a:p>
          <a:p>
            <a:r>
              <a:rPr b="1"/>
              <a:t>EAP</a:t>
            </a:r>
            <a:endParaRPr/>
          </a:p>
          <a:p>
            <a:r>
              <a:rPr b="0"/>
              <a:t>No alt text provided</a:t>
            </a:r>
            <a:endParaRPr/>
          </a:p>
          <a:p>
            <a:endParaRPr/>
          </a:p>
          <a:p>
            <a:r>
              <a:rPr b="1"/>
              <a:t>BI-Clinical trial</a:t>
            </a:r>
            <a:endParaRPr/>
          </a:p>
          <a:p>
            <a:r>
              <a:rPr b="0"/>
              <a:t>No alt text provided</a:t>
            </a:r>
            <a:endParaRPr/>
          </a:p>
          <a:p>
            <a:endParaRPr/>
          </a:p>
          <a:p>
            <a:r>
              <a:rPr b="1"/>
              <a:t>image</a:t>
            </a:r>
            <a:endParaRPr/>
          </a:p>
          <a:p>
            <a:r>
              <a:rPr b="0"/>
              <a:t>No alt text provided</a:t>
            </a:r>
            <a:endParaRPr/>
          </a:p>
          <a:p>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647232-E8F5-47F5-93FB-A3523A08FE3D}" type="slidenum">
              <a:rPr kumimoji="0" lang="zh-CN" altLang="en-US" sz="1200" b="0" i="0" u="none" strike="noStrike" kern="1200" cap="none" spc="0" normalizeH="0" baseline="0" noProof="0" smtClean="0">
                <a:ln>
                  <a:noFill/>
                </a:ln>
                <a:solidFill>
                  <a:prstClr val="black"/>
                </a:solidFill>
                <a:effectLst/>
                <a:uLnTx/>
                <a:uFillTx/>
                <a:latin typeface="BISansOpti"/>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zh-CN" altLang="en-US" sz="1200" b="0" i="0" u="none" strike="noStrike" kern="1200" cap="none" spc="0" normalizeH="0" baseline="0" noProof="0">
              <a:ln>
                <a:noFill/>
              </a:ln>
              <a:solidFill>
                <a:prstClr val="black"/>
              </a:solidFill>
              <a:effectLst/>
              <a:uLnTx/>
              <a:uFillTx/>
              <a:latin typeface="BISansOpti"/>
              <a:ea typeface="宋体" panose="02010600030101010101" pitchFamily="2" charset="-122"/>
              <a:cs typeface="+mn-cs"/>
            </a:endParaRPr>
          </a:p>
        </p:txBody>
      </p:sp>
    </p:spTree>
    <p:extLst>
      <p:ext uri="{BB962C8B-B14F-4D97-AF65-F5344CB8AC3E}">
        <p14:creationId xmlns:p14="http://schemas.microsoft.com/office/powerpoint/2010/main" val="19392316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647232-E8F5-47F5-93FB-A3523A08FE3D}" type="slidenum">
              <a:rPr kumimoji="0" lang="zh-CN" altLang="en-US" sz="1200" b="0" i="0" u="none" strike="noStrike" kern="1200" cap="none" spc="0" normalizeH="0" baseline="0" noProof="0" smtClean="0">
                <a:ln>
                  <a:noFill/>
                </a:ln>
                <a:solidFill>
                  <a:prstClr val="black"/>
                </a:solidFill>
                <a:effectLst/>
                <a:uLnTx/>
                <a:uFillTx/>
                <a:latin typeface="BISansOpti"/>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zh-CN" altLang="en-US" sz="1200" b="0" i="0" u="none" strike="noStrike" kern="1200" cap="none" spc="0" normalizeH="0" baseline="0" noProof="0">
              <a:ln>
                <a:noFill/>
              </a:ln>
              <a:solidFill>
                <a:prstClr val="black"/>
              </a:solidFill>
              <a:effectLst/>
              <a:uLnTx/>
              <a:uFillTx/>
              <a:latin typeface="BISansOpti"/>
              <a:ea typeface="宋体" panose="02010600030101010101" pitchFamily="2" charset="-122"/>
              <a:cs typeface="+mn-cs"/>
            </a:endParaRPr>
          </a:p>
        </p:txBody>
      </p:sp>
    </p:spTree>
    <p:extLst>
      <p:ext uri="{BB962C8B-B14F-4D97-AF65-F5344CB8AC3E}">
        <p14:creationId xmlns:p14="http://schemas.microsoft.com/office/powerpoint/2010/main" val="17398354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647232-E8F5-47F5-93FB-A3523A08FE3D}" type="slidenum">
              <a:rPr kumimoji="0" lang="zh-CN" altLang="en-US" sz="1200" b="0" i="0" u="none" strike="noStrike" kern="1200" cap="none" spc="0" normalizeH="0" baseline="0" noProof="0" smtClean="0">
                <a:ln>
                  <a:noFill/>
                </a:ln>
                <a:solidFill>
                  <a:prstClr val="black"/>
                </a:solidFill>
                <a:effectLst/>
                <a:uLnTx/>
                <a:uFillTx/>
                <a:latin typeface="BISansOpti"/>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zh-CN" altLang="en-US" sz="1200" b="0" i="0" u="none" strike="noStrike" kern="1200" cap="none" spc="0" normalizeH="0" baseline="0" noProof="0">
              <a:ln>
                <a:noFill/>
              </a:ln>
              <a:solidFill>
                <a:prstClr val="black"/>
              </a:solidFill>
              <a:effectLst/>
              <a:uLnTx/>
              <a:uFillTx/>
              <a:latin typeface="BISansOpti"/>
              <a:ea typeface="宋体" panose="02010600030101010101" pitchFamily="2" charset="-122"/>
              <a:cs typeface="+mn-cs"/>
            </a:endParaRPr>
          </a:p>
        </p:txBody>
      </p:sp>
    </p:spTree>
    <p:extLst>
      <p:ext uri="{BB962C8B-B14F-4D97-AF65-F5344CB8AC3E}">
        <p14:creationId xmlns:p14="http://schemas.microsoft.com/office/powerpoint/2010/main" val="37402155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8501CF-D7FE-65A6-7108-A1F34A154ED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FD99E2D-6080-B480-53A4-FC1219CC7EB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5C80856-7182-D475-DCF1-B012E89DA882}"/>
              </a:ext>
            </a:extLst>
          </p:cNvPr>
          <p:cNvSpPr>
            <a:spLocks noGrp="1"/>
          </p:cNvSpPr>
          <p:nvPr>
            <p:ph type="body" idx="1"/>
          </p:nvPr>
        </p:nvSpPr>
        <p:spPr/>
        <p:txBody>
          <a:bodyPr/>
          <a:lstStyle/>
          <a:p>
            <a:endParaRPr lang="en-US"/>
          </a:p>
        </p:txBody>
      </p:sp>
      <p:sp>
        <p:nvSpPr>
          <p:cNvPr id="4" name="灯片编号占位符 3">
            <a:extLst>
              <a:ext uri="{FF2B5EF4-FFF2-40B4-BE49-F238E27FC236}">
                <a16:creationId xmlns:a16="http://schemas.microsoft.com/office/drawing/2014/main" id="{A2C4F8E3-E88C-CB13-33E3-55373E87745F}"/>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647232-E8F5-47F5-93FB-A3523A08FE3D}" type="slidenum">
              <a:rPr kumimoji="0" lang="zh-CN" altLang="en-US" sz="1200" b="0" i="0" u="none" strike="noStrike" kern="1200" cap="none" spc="0" normalizeH="0" baseline="0" noProof="0" smtClean="0">
                <a:ln>
                  <a:noFill/>
                </a:ln>
                <a:solidFill>
                  <a:prstClr val="black"/>
                </a:solidFill>
                <a:effectLst/>
                <a:uLnTx/>
                <a:uFillTx/>
                <a:latin typeface="BISansOpti"/>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zh-CN" altLang="en-US" sz="1200" b="0" i="0" u="none" strike="noStrike" kern="1200" cap="none" spc="0" normalizeH="0" baseline="0" noProof="0">
              <a:ln>
                <a:noFill/>
              </a:ln>
              <a:solidFill>
                <a:prstClr val="black"/>
              </a:solidFill>
              <a:effectLst/>
              <a:uLnTx/>
              <a:uFillTx/>
              <a:latin typeface="BISansOpti"/>
              <a:ea typeface="宋体" panose="02010600030101010101" pitchFamily="2" charset="-122"/>
              <a:cs typeface="+mn-cs"/>
            </a:endParaRPr>
          </a:p>
        </p:txBody>
      </p:sp>
    </p:spTree>
    <p:extLst>
      <p:ext uri="{BB962C8B-B14F-4D97-AF65-F5344CB8AC3E}">
        <p14:creationId xmlns:p14="http://schemas.microsoft.com/office/powerpoint/2010/main" val="21510837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76250" y="611188"/>
            <a:ext cx="5903913" cy="3321050"/>
          </a:xfrm>
        </p:spPr>
      </p:sp>
      <p:sp>
        <p:nvSpPr>
          <p:cNvPr id="3" name="Notes Placeholder 2"/>
          <p:cNvSpPr>
            <a:spLocks noGrp="1"/>
          </p:cNvSpPr>
          <p:nvPr>
            <p:ph type="body" idx="1"/>
          </p:nvPr>
        </p:nvSpPr>
        <p:spPr/>
        <p:txBody>
          <a:bodyPr/>
          <a:lstStyle/>
          <a:p>
            <a:pPr marL="0" indent="0">
              <a:buNone/>
            </a:pPr>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rPr>
              <a:t>Presentation title    |    ONLY FOR INTERNAL USE</a:t>
            </a:r>
          </a:p>
        </p:txBody>
      </p:sp>
      <p:sp>
        <p:nvSpPr>
          <p:cNvPr id="5" name="Slide Number Placehold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08312A"/>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322797424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76250" y="611188"/>
            <a:ext cx="5903913" cy="3321050"/>
          </a:xfrm>
        </p:spPr>
      </p:sp>
      <p:sp>
        <p:nvSpPr>
          <p:cNvPr id="3" name="Notes Placeholder 2"/>
          <p:cNvSpPr>
            <a:spLocks noGrp="1"/>
          </p:cNvSpPr>
          <p:nvPr>
            <p:ph type="body" idx="1"/>
          </p:nvPr>
        </p:nvSpPr>
        <p:spPr/>
        <p:txBody>
          <a:bodyPr/>
          <a:lstStyle/>
          <a:p>
            <a:pPr defTabSz="931774">
              <a:defRPr/>
            </a:pPr>
            <a:endParaRPr lang="en-US" altLang="zh-CN">
              <a:latin typeface="+mn-ea"/>
              <a:cs typeface="Calibri" panose="020F050202020403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8D0D97-DB3F-4E61-81F7-89017C080499}"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0612667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1B5A6A-7331-D357-5CB7-34CAE992957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4836D99-5ED0-7D63-8634-E57B52C0B02E}"/>
              </a:ext>
            </a:extLst>
          </p:cNvPr>
          <p:cNvSpPr>
            <a:spLocks noGrp="1" noRot="1" noChangeAspect="1"/>
          </p:cNvSpPr>
          <p:nvPr>
            <p:ph type="sldImg"/>
          </p:nvPr>
        </p:nvSpPr>
        <p:spPr>
          <a:xfrm>
            <a:off x="193675" y="663575"/>
            <a:ext cx="6408738" cy="3605213"/>
          </a:xfrm>
        </p:spPr>
      </p:sp>
      <p:sp>
        <p:nvSpPr>
          <p:cNvPr id="3" name="备注占位符 2">
            <a:extLst>
              <a:ext uri="{FF2B5EF4-FFF2-40B4-BE49-F238E27FC236}">
                <a16:creationId xmlns:a16="http://schemas.microsoft.com/office/drawing/2014/main" id="{12C452A4-29BC-E758-F101-DEA1533311BD}"/>
              </a:ext>
            </a:extLst>
          </p:cNvPr>
          <p:cNvSpPr>
            <a:spLocks noGrp="1"/>
          </p:cNvSpPr>
          <p:nvPr>
            <p:ph type="body" idx="1"/>
          </p:nvPr>
        </p:nvSpPr>
        <p:spPr/>
        <p:txBody>
          <a:bodyPr/>
          <a:lstStyle/>
          <a:p>
            <a:endParaRPr lang="zh-CN" altLang="en-US"/>
          </a:p>
        </p:txBody>
      </p:sp>
      <p:sp>
        <p:nvSpPr>
          <p:cNvPr id="4" name="页脚占位符 3">
            <a:extLst>
              <a:ext uri="{FF2B5EF4-FFF2-40B4-BE49-F238E27FC236}">
                <a16:creationId xmlns:a16="http://schemas.microsoft.com/office/drawing/2014/main" id="{CFFB3191-CBAD-A8B1-6335-1626DD1069FD}"/>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rPr>
              <a:t>Presentation title    |    ONLY FOR INTERNAL USE</a:t>
            </a:r>
          </a:p>
        </p:txBody>
      </p:sp>
      <p:sp>
        <p:nvSpPr>
          <p:cNvPr id="5" name="灯片编号占位符 4">
            <a:extLst>
              <a:ext uri="{FF2B5EF4-FFF2-40B4-BE49-F238E27FC236}">
                <a16:creationId xmlns:a16="http://schemas.microsoft.com/office/drawing/2014/main" id="{00170125-3E39-01F6-965C-8243361A79F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08312A"/>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9621651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179411-F205-4E02-8605-0DBD4D59B6F3}"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277158031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179411-F205-4E02-8605-0DBD4D59B6F3}"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35505506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164EC-50D1-00F4-BEC6-0F7CC1A1913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3E71D45-338E-14EE-3D50-114AEC7D3AD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2ED8855-576C-1D50-6199-9A377C791AB7}"/>
              </a:ext>
            </a:extLst>
          </p:cNvPr>
          <p:cNvSpPr>
            <a:spLocks noGrp="1"/>
          </p:cNvSpPr>
          <p:nvPr>
            <p:ph type="body" idx="1"/>
          </p:nvPr>
        </p:nvSpPr>
        <p:spPr/>
        <p:txBody>
          <a:bodyPr/>
          <a:lstStyle/>
          <a:p>
            <a:pPr marL="171450" indent="-171450">
              <a:buFont typeface="Arial" panose="020B0604020202020204" pitchFamily="34" charset="0"/>
              <a:buChar char="•"/>
            </a:pPr>
            <a:endParaRPr lang="zh-CN" altLang="en-US"/>
          </a:p>
        </p:txBody>
      </p:sp>
      <p:sp>
        <p:nvSpPr>
          <p:cNvPr id="4" name="灯片编号占位符 3">
            <a:extLst>
              <a:ext uri="{FF2B5EF4-FFF2-40B4-BE49-F238E27FC236}">
                <a16:creationId xmlns:a16="http://schemas.microsoft.com/office/drawing/2014/main" id="{23BBEC33-E41D-340A-FF08-5DABE57EEA8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66536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a:effectLst/>
                <a:latin typeface="Microsoft YaHei UI" panose="020B0503020204020204" pitchFamily="34" charset="-122"/>
                <a:ea typeface="Microsoft YaHei UI" panose="020B0503020204020204" pitchFamily="34" charset="-122"/>
              </a:rPr>
              <a:t>SF: Biopsy (35.43%), data entry pending (10.96%), MRI (9.56%), Fibro (8.62%)</a:t>
            </a:r>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2879668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a:effectLst/>
                <a:latin typeface="Microsoft YaHei UI" panose="020B0503020204020204" pitchFamily="34" charset="-122"/>
                <a:ea typeface="Microsoft YaHei UI" panose="020B0503020204020204" pitchFamily="34" charset="-122"/>
              </a:rPr>
              <a:t>Biopsy 47%, </a:t>
            </a:r>
            <a:r>
              <a:rPr lang="en-US" altLang="zh-CN" sz="1200" err="1">
                <a:effectLst/>
                <a:latin typeface="Microsoft YaHei UI" panose="020B0503020204020204" pitchFamily="34" charset="-122"/>
                <a:ea typeface="Microsoft YaHei UI" panose="020B0503020204020204" pitchFamily="34" charset="-122"/>
              </a:rPr>
              <a:t>Fibroscan</a:t>
            </a:r>
            <a:r>
              <a:rPr lang="en-US" altLang="zh-CN" sz="1200">
                <a:effectLst/>
                <a:latin typeface="Microsoft YaHei UI" panose="020B0503020204020204" pitchFamily="34" charset="-122"/>
                <a:ea typeface="Microsoft YaHei UI" panose="020B0503020204020204" pitchFamily="34" charset="-122"/>
              </a:rPr>
              <a:t> 21%, Patient willing 14%, Lab 12%</a:t>
            </a:r>
          </a:p>
          <a:p>
            <a:r>
              <a:rPr lang="zh-CN" altLang="en-US"/>
              <a:t>上周新增筛选</a:t>
            </a:r>
            <a:r>
              <a:rPr lang="en-US" altLang="zh-CN"/>
              <a:t>24</a:t>
            </a:r>
            <a:r>
              <a:rPr lang="zh-CN" altLang="en-US"/>
              <a:t>例：沈阳六院（</a:t>
            </a:r>
            <a:r>
              <a:rPr lang="en-US" altLang="zh-CN"/>
              <a:t>14</a:t>
            </a:r>
            <a:r>
              <a:rPr lang="zh-CN" altLang="en-US"/>
              <a:t>例），岳阳市中心医院，吉大一（</a:t>
            </a:r>
            <a:r>
              <a:rPr lang="en-US" altLang="zh-CN"/>
              <a:t>2</a:t>
            </a:r>
            <a:r>
              <a:rPr lang="zh-CN" altLang="en-US"/>
              <a:t>例），南昌二院，苏州五院，南京二院，瑞金，邵逸夫，杭州师范，湘雅</a:t>
            </a:r>
            <a:endParaRPr lang="en-US" altLang="zh-CN"/>
          </a:p>
          <a:p>
            <a:r>
              <a:rPr lang="zh-CN" altLang="en-US"/>
              <a:t>目前</a:t>
            </a:r>
            <a:r>
              <a:rPr lang="en-US" altLang="zh-CN"/>
              <a:t>4</a:t>
            </a:r>
            <a:r>
              <a:rPr lang="zh-CN" altLang="en-US"/>
              <a:t>月共筛选</a:t>
            </a:r>
            <a:r>
              <a:rPr lang="en-US" altLang="zh-CN"/>
              <a:t>56</a:t>
            </a:r>
            <a:r>
              <a:rPr lang="zh-CN" altLang="en-US"/>
              <a:t>例，其中</a:t>
            </a:r>
            <a:r>
              <a:rPr lang="en-US" altLang="zh-CN"/>
              <a:t>26</a:t>
            </a:r>
            <a:r>
              <a:rPr lang="zh-CN" altLang="en-US"/>
              <a:t>例来自沈阳六院，</a:t>
            </a:r>
            <a:r>
              <a:rPr lang="en-US" altLang="zh-CN"/>
              <a:t>30</a:t>
            </a:r>
            <a:r>
              <a:rPr lang="zh-CN" altLang="en-US"/>
              <a:t>例来自其他研究中心</a:t>
            </a:r>
            <a:r>
              <a:rPr lang="en-US" altLang="zh-CN"/>
              <a:t>【</a:t>
            </a:r>
            <a:r>
              <a:rPr lang="zh-CN" altLang="en-US"/>
              <a:t>其他中心呈上升趋势</a:t>
            </a:r>
            <a:r>
              <a:rPr lang="en-US" altLang="zh-CN"/>
              <a:t>】</a:t>
            </a:r>
          </a:p>
          <a:p>
            <a:r>
              <a:rPr lang="zh-CN" altLang="en-US"/>
              <a:t>上周筛败率增加：</a:t>
            </a:r>
            <a:r>
              <a:rPr lang="en-US" altLang="zh-CN"/>
              <a:t>2</a:t>
            </a:r>
            <a:r>
              <a:rPr lang="zh-CN" altLang="en-US"/>
              <a:t>例病理不合格（南京鼓楼，湘雅，邵逸夫），</a:t>
            </a:r>
            <a:r>
              <a:rPr lang="en-US" altLang="zh-CN"/>
              <a:t>1</a:t>
            </a:r>
            <a:r>
              <a:rPr lang="zh-CN" altLang="en-US"/>
              <a:t>例</a:t>
            </a:r>
            <a:r>
              <a:rPr lang="en-US" altLang="zh-CN" err="1"/>
              <a:t>Fibroscan</a:t>
            </a:r>
            <a:r>
              <a:rPr lang="zh-CN" altLang="en-US"/>
              <a:t>（天津二），</a:t>
            </a:r>
            <a:r>
              <a:rPr lang="en-US" altLang="zh-CN"/>
              <a:t>3</a:t>
            </a:r>
            <a:r>
              <a:rPr lang="zh-CN" altLang="en-US"/>
              <a:t>例待确认（</a:t>
            </a:r>
            <a:r>
              <a:rPr lang="en-US" altLang="zh-CN"/>
              <a:t>2</a:t>
            </a:r>
            <a:r>
              <a:rPr lang="zh-CN" altLang="en-US"/>
              <a:t>例吉大一，</a:t>
            </a:r>
            <a:r>
              <a:rPr lang="en-US" altLang="zh-CN"/>
              <a:t>1</a:t>
            </a:r>
            <a:r>
              <a:rPr lang="zh-CN" altLang="en-US"/>
              <a:t>例张晶）</a:t>
            </a:r>
            <a:r>
              <a:rPr lang="en-US" altLang="zh-CN"/>
              <a:t>, </a:t>
            </a:r>
          </a:p>
          <a:p>
            <a:r>
              <a:rPr lang="zh-CN" altLang="en-US"/>
              <a:t>目前</a:t>
            </a:r>
            <a:r>
              <a:rPr lang="en-US" altLang="zh-CN"/>
              <a:t>1</a:t>
            </a:r>
            <a:r>
              <a:rPr lang="zh-CN" altLang="en-US"/>
              <a:t>例合格患者待随机：南京二院，本周随机</a:t>
            </a:r>
            <a:endParaRPr lang="en-US" altLang="zh-CN"/>
          </a:p>
          <a:p>
            <a:r>
              <a:rPr lang="en-US" altLang="zh-CN"/>
              <a:t>ETD – CHN25-004 </a:t>
            </a:r>
            <a:r>
              <a:rPr lang="zh-CN" altLang="en-US"/>
              <a:t>南京鼓楼 想要备孕</a:t>
            </a:r>
            <a:endParaRPr 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5404907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E9A247-359B-2144-5046-7544B0B1266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F23CA19-EBBC-1352-8420-3CD0D071652C}"/>
              </a:ext>
            </a:extLst>
          </p:cNvPr>
          <p:cNvSpPr>
            <a:spLocks noGrp="1" noRot="1" noChangeAspect="1"/>
          </p:cNvSpPr>
          <p:nvPr>
            <p:ph type="sldImg"/>
          </p:nvPr>
        </p:nvSpPr>
        <p:spPr>
          <a:xfrm>
            <a:off x="476250" y="611188"/>
            <a:ext cx="5903913" cy="3321050"/>
          </a:xfrm>
        </p:spPr>
      </p:sp>
      <p:sp>
        <p:nvSpPr>
          <p:cNvPr id="3" name="备注占位符 2">
            <a:extLst>
              <a:ext uri="{FF2B5EF4-FFF2-40B4-BE49-F238E27FC236}">
                <a16:creationId xmlns:a16="http://schemas.microsoft.com/office/drawing/2014/main" id="{769ED0D6-E601-02BA-E3E4-1AED5F0EF331}"/>
              </a:ext>
            </a:extLst>
          </p:cNvPr>
          <p:cNvSpPr>
            <a:spLocks noGrp="1"/>
          </p:cNvSpPr>
          <p:nvPr>
            <p:ph type="body" idx="1"/>
          </p:nvPr>
        </p:nvSpPr>
        <p:spPr/>
        <p:txBody>
          <a:bodyPr/>
          <a:lstStyle/>
          <a:p>
            <a:r>
              <a:rPr lang="zh-CN" altLang="en-US" sz="1200">
                <a:effectLst/>
                <a:latin typeface="Microsoft YaHei UI" panose="020B0503020204020204" pitchFamily="34" charset="-122"/>
                <a:ea typeface="Microsoft YaHei UI" panose="020B0503020204020204" pitchFamily="34" charset="-122"/>
              </a:rPr>
              <a:t>上周新增筛选</a:t>
            </a:r>
            <a:r>
              <a:rPr lang="en-US" altLang="zh-CN" sz="1200">
                <a:effectLst/>
                <a:latin typeface="Microsoft YaHei UI" panose="020B0503020204020204" pitchFamily="34" charset="-122"/>
                <a:ea typeface="Microsoft YaHei UI" panose="020B0503020204020204" pitchFamily="34" charset="-122"/>
              </a:rPr>
              <a:t>2</a:t>
            </a:r>
            <a:r>
              <a:rPr lang="zh-CN" altLang="en-US" sz="1200">
                <a:effectLst/>
                <a:latin typeface="Microsoft YaHei UI" panose="020B0503020204020204" pitchFamily="34" charset="-122"/>
                <a:ea typeface="Microsoft YaHei UI" panose="020B0503020204020204" pitchFamily="34" charset="-122"/>
              </a:rPr>
              <a:t>例</a:t>
            </a:r>
            <a:endParaRPr lang="en-US" altLang="zh-CN" sz="1200">
              <a:effectLst/>
              <a:latin typeface="Microsoft YaHei UI" panose="020B0503020204020204" pitchFamily="34" charset="-122"/>
              <a:ea typeface="Microsoft YaHei UI" panose="020B0503020204020204" pitchFamily="34" charset="-122"/>
            </a:endParaRPr>
          </a:p>
          <a:p>
            <a:r>
              <a:rPr lang="zh-CN" altLang="en-US" sz="1200">
                <a:effectLst/>
                <a:latin typeface="Microsoft YaHei UI" panose="020B0503020204020204" pitchFamily="34" charset="-122"/>
                <a:ea typeface="Microsoft YaHei UI" panose="020B0503020204020204" pitchFamily="34" charset="-122"/>
              </a:rPr>
              <a:t>有一例病理结果为</a:t>
            </a:r>
            <a:r>
              <a:rPr lang="en-US" altLang="zh-CN" sz="1200">
                <a:effectLst/>
                <a:latin typeface="Microsoft YaHei UI" panose="020B0503020204020204" pitchFamily="34" charset="-122"/>
                <a:ea typeface="Microsoft YaHei UI" panose="020B0503020204020204" pitchFamily="34" charset="-122"/>
              </a:rPr>
              <a:t>F4</a:t>
            </a:r>
            <a:r>
              <a:rPr lang="zh-CN" altLang="en-US" sz="1200">
                <a:effectLst/>
                <a:latin typeface="Microsoft YaHei UI" panose="020B0503020204020204" pitchFamily="34" charset="-122"/>
                <a:ea typeface="Microsoft YaHei UI" panose="020B0503020204020204" pitchFamily="34" charset="-122"/>
              </a:rPr>
              <a:t>，可以到</a:t>
            </a:r>
            <a:r>
              <a:rPr lang="en-US" altLang="zh-CN" sz="1200">
                <a:effectLst/>
                <a:latin typeface="Microsoft YaHei UI" panose="020B0503020204020204" pitchFamily="34" charset="-122"/>
                <a:ea typeface="Microsoft YaHei UI" panose="020B0503020204020204" pitchFamily="34" charset="-122"/>
              </a:rPr>
              <a:t>0064</a:t>
            </a:r>
            <a:r>
              <a:rPr lang="zh-CN" altLang="en-US" sz="1200">
                <a:effectLst/>
                <a:latin typeface="Microsoft YaHei UI" panose="020B0503020204020204" pitchFamily="34" charset="-122"/>
                <a:ea typeface="Microsoft YaHei UI" panose="020B0503020204020204" pitchFamily="34" charset="-122"/>
              </a:rPr>
              <a:t>研究</a:t>
            </a:r>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5FB7B40B-BFAD-6F80-00A0-E8C229321BF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7570078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24FADD-CA40-B331-ACBB-73CFABFEF72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4F09BAC-7F0C-B99E-96ED-639CB937EC8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41009DF-895E-68F1-F05C-751CF73D0595}"/>
              </a:ext>
            </a:extLst>
          </p:cNvPr>
          <p:cNvSpPr>
            <a:spLocks noGrp="1"/>
          </p:cNvSpPr>
          <p:nvPr>
            <p:ph type="body" idx="1"/>
          </p:nvPr>
        </p:nvSpPr>
        <p:spPr/>
        <p:txBody>
          <a:bodyPr/>
          <a:lstStyle/>
          <a:p>
            <a:r>
              <a:rPr lang="en-US" altLang="zh-CN" sz="1200">
                <a:effectLst/>
                <a:latin typeface="Microsoft YaHei UI" panose="020B0503020204020204" pitchFamily="34" charset="-122"/>
                <a:ea typeface="Microsoft YaHei UI" panose="020B0503020204020204" pitchFamily="34" charset="-122"/>
              </a:rPr>
              <a:t>38% (5)Biopsy (all ballooning), 15% (2)lab results</a:t>
            </a:r>
          </a:p>
          <a:p>
            <a:r>
              <a:rPr lang="en-US" altLang="zh-CN" sz="1200">
                <a:effectLst/>
                <a:latin typeface="Microsoft YaHei UI" panose="020B0503020204020204" pitchFamily="34" charset="-122"/>
                <a:ea typeface="Microsoft YaHei UI" panose="020B0503020204020204" pitchFamily="34" charset="-122"/>
              </a:rPr>
              <a:t>1</a:t>
            </a:r>
            <a:r>
              <a:rPr lang="zh-CN" altLang="en-US" sz="1200">
                <a:effectLst/>
                <a:latin typeface="Microsoft YaHei UI" panose="020B0503020204020204" pitchFamily="34" charset="-122"/>
                <a:ea typeface="Microsoft YaHei UI" panose="020B0503020204020204" pitchFamily="34" charset="-122"/>
              </a:rPr>
              <a:t>例合格患者 </a:t>
            </a:r>
            <a:r>
              <a:rPr lang="en-US" altLang="zh-CN" sz="1200">
                <a:effectLst/>
                <a:latin typeface="Microsoft YaHei UI" panose="020B0503020204020204" pitchFamily="34" charset="-122"/>
                <a:ea typeface="Microsoft YaHei UI" panose="020B0503020204020204" pitchFamily="34" charset="-122"/>
              </a:rPr>
              <a:t>HKG1-006</a:t>
            </a:r>
            <a:r>
              <a:rPr lang="zh-CN" altLang="en-US" sz="1200">
                <a:effectLst/>
                <a:latin typeface="Microsoft YaHei UI" panose="020B0503020204020204" pitchFamily="34" charset="-122"/>
                <a:ea typeface="Microsoft YaHei UI" panose="020B0503020204020204" pitchFamily="34" charset="-122"/>
              </a:rPr>
              <a:t>，需要复筛，预计</a:t>
            </a:r>
            <a:r>
              <a:rPr lang="en-US" altLang="zh-CN" sz="1200">
                <a:effectLst/>
                <a:latin typeface="Microsoft YaHei UI" panose="020B0503020204020204" pitchFamily="34" charset="-122"/>
                <a:ea typeface="Microsoft YaHei UI" panose="020B0503020204020204" pitchFamily="34" charset="-122"/>
              </a:rPr>
              <a:t>4.21</a:t>
            </a:r>
            <a:r>
              <a:rPr lang="zh-CN" altLang="en-US" sz="1200">
                <a:effectLst/>
                <a:latin typeface="Microsoft YaHei UI" panose="020B0503020204020204" pitchFamily="34" charset="-122"/>
                <a:ea typeface="Microsoft YaHei UI" panose="020B0503020204020204" pitchFamily="34" charset="-122"/>
              </a:rPr>
              <a:t>回院复筛</a:t>
            </a:r>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DA71DAE3-F281-BF10-CF48-0FB49F40488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7133634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buFont typeface="Arial" panose="020B0604020202020204" pitchFamily="34" charset="0"/>
              <a:buNone/>
            </a:pPr>
            <a:r>
              <a:rPr lang="en-US" altLang="zh-CN"/>
              <a:t>NCI monthly </a:t>
            </a:r>
            <a:r>
              <a:rPr lang="zh-CN" altLang="en-US"/>
              <a:t>中高入组潜力</a:t>
            </a:r>
            <a:r>
              <a:rPr lang="en-US" altLang="zh-CN"/>
              <a:t>sites </a:t>
            </a:r>
            <a:r>
              <a:rPr lang="zh-CN" altLang="en-US"/>
              <a:t>（</a:t>
            </a:r>
            <a:r>
              <a:rPr lang="en-US" altLang="zh-CN"/>
              <a:t>35</a:t>
            </a:r>
            <a:r>
              <a:rPr lang="zh-CN" altLang="en-US"/>
              <a:t>家）</a:t>
            </a:r>
            <a:r>
              <a:rPr lang="en-US" altLang="zh-CN"/>
              <a:t>internal evaluation total will have 63; target 96 deliver to site; </a:t>
            </a:r>
          </a:p>
          <a:p>
            <a:pPr marL="0" indent="0">
              <a:buFont typeface="Arial" panose="020B0604020202020204" pitchFamily="34" charset="0"/>
              <a:buNone/>
            </a:pPr>
            <a:r>
              <a:rPr lang="en-US" altLang="zh-CN"/>
              <a:t>3 new sites confirmed </a:t>
            </a:r>
            <a:r>
              <a:rPr lang="zh-CN" altLang="en-US"/>
              <a:t>谢青（</a:t>
            </a:r>
            <a:r>
              <a:rPr lang="en-US" altLang="zh-CN"/>
              <a:t>3+for each project</a:t>
            </a:r>
            <a:r>
              <a:rPr lang="zh-CN" altLang="en-US"/>
              <a:t>），无锡市第五人民医院；运城市中心医院；</a:t>
            </a:r>
            <a:endParaRPr lang="en-US" altLang="zh-CN"/>
          </a:p>
          <a:p>
            <a:pPr marL="0" indent="0">
              <a:buFont typeface="Arial" panose="020B0604020202020204" pitchFamily="34" charset="0"/>
              <a:buNone/>
            </a:pPr>
            <a:r>
              <a:rPr lang="zh-CN" altLang="en-US"/>
              <a:t>张晶推荐和</a:t>
            </a:r>
            <a:r>
              <a:rPr lang="en-US" altLang="zh-CN" err="1"/>
              <a:t>Echosens</a:t>
            </a:r>
            <a:r>
              <a:rPr lang="zh-CN" altLang="en-US"/>
              <a:t>合作，</a:t>
            </a:r>
            <a:r>
              <a:rPr lang="en-US" altLang="zh-CN"/>
              <a:t>PXL+ </a:t>
            </a:r>
            <a:r>
              <a:rPr lang="en-US" altLang="zh-CN" err="1"/>
              <a:t>Echosens</a:t>
            </a:r>
            <a:r>
              <a:rPr lang="en-US" altLang="zh-CN"/>
              <a:t> + BI </a:t>
            </a:r>
            <a:r>
              <a:rPr lang="zh-CN" altLang="en-US"/>
              <a:t>会议</a:t>
            </a:r>
            <a:r>
              <a:rPr lang="en-US" altLang="zh-CN"/>
              <a:t>1.30</a:t>
            </a:r>
            <a:r>
              <a:rPr lang="zh-CN" altLang="en-US"/>
              <a:t>；</a:t>
            </a:r>
            <a:r>
              <a:rPr lang="en-US" altLang="zh-CN"/>
              <a:t>PXL</a:t>
            </a:r>
            <a:r>
              <a:rPr lang="zh-CN" altLang="en-US"/>
              <a:t>招募和</a:t>
            </a:r>
            <a:r>
              <a:rPr lang="en-US" altLang="zh-CN" err="1"/>
              <a:t>Echosens</a:t>
            </a:r>
            <a:r>
              <a:rPr lang="en-US" altLang="zh-CN"/>
              <a:t> </a:t>
            </a:r>
          </a:p>
          <a:p>
            <a:pPr marL="0" indent="0">
              <a:buFont typeface="Arial" panose="020B0604020202020204" pitchFamily="34" charset="0"/>
              <a:buNone/>
            </a:pPr>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395680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171450" indent="-171450">
              <a:buFont typeface="Arial" panose="020B0604020202020204" pitchFamily="34" charset="0"/>
              <a:buChar char="•"/>
            </a:pPr>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395680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E78A38-82DD-38FE-B552-5C395ADACA7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6D6939A-8730-6000-FCD2-C44AC081592D}"/>
              </a:ext>
            </a:extLst>
          </p:cNvPr>
          <p:cNvSpPr>
            <a:spLocks noGrp="1" noRot="1" noChangeAspect="1"/>
          </p:cNvSpPr>
          <p:nvPr>
            <p:ph type="sldImg"/>
          </p:nvPr>
        </p:nvSpPr>
        <p:spPr>
          <a:xfrm>
            <a:off x="193675" y="663575"/>
            <a:ext cx="6408738" cy="3605213"/>
          </a:xfrm>
        </p:spPr>
      </p:sp>
      <p:sp>
        <p:nvSpPr>
          <p:cNvPr id="3" name="备注占位符 2">
            <a:extLst>
              <a:ext uri="{FF2B5EF4-FFF2-40B4-BE49-F238E27FC236}">
                <a16:creationId xmlns:a16="http://schemas.microsoft.com/office/drawing/2014/main" id="{5653A568-59F2-966B-DFE0-F84CFD4E802F}"/>
              </a:ext>
            </a:extLst>
          </p:cNvPr>
          <p:cNvSpPr>
            <a:spLocks noGrp="1"/>
          </p:cNvSpPr>
          <p:nvPr>
            <p:ph type="body" idx="1"/>
          </p:nvPr>
        </p:nvSpPr>
        <p:spPr/>
        <p:txBody>
          <a:bodyPr/>
          <a:lstStyle/>
          <a:p>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CE8DA0C2-FEAE-EB8B-56F9-A30AD62B1B3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26845067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4FF01-8504-25DC-555A-59C664177CE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54C4CF0-002D-24D0-588D-E692E5D22490}"/>
              </a:ext>
            </a:extLst>
          </p:cNvPr>
          <p:cNvSpPr>
            <a:spLocks noGrp="1" noRot="1" noChangeAspect="1"/>
          </p:cNvSpPr>
          <p:nvPr>
            <p:ph type="sldImg"/>
          </p:nvPr>
        </p:nvSpPr>
        <p:spPr>
          <a:xfrm>
            <a:off x="193675" y="663575"/>
            <a:ext cx="6408738" cy="3605213"/>
          </a:xfrm>
        </p:spPr>
      </p:sp>
      <p:sp>
        <p:nvSpPr>
          <p:cNvPr id="3" name="备注占位符 2">
            <a:extLst>
              <a:ext uri="{FF2B5EF4-FFF2-40B4-BE49-F238E27FC236}">
                <a16:creationId xmlns:a16="http://schemas.microsoft.com/office/drawing/2014/main" id="{4B210C79-901D-1682-E2AA-C2ADD1D0C52E}"/>
              </a:ext>
            </a:extLst>
          </p:cNvPr>
          <p:cNvSpPr>
            <a:spLocks noGrp="1"/>
          </p:cNvSpPr>
          <p:nvPr>
            <p:ph type="body" idx="1"/>
          </p:nvPr>
        </p:nvSpPr>
        <p:spPr/>
        <p:txBody>
          <a:bodyPr/>
          <a:lstStyle/>
          <a:p>
            <a:r>
              <a:rPr lang="zh-CN" altLang="en-US">
                <a:latin typeface="Microsoft YaHei UI"/>
                <a:ea typeface="Microsoft YaHei UI"/>
              </a:rPr>
              <a:t>目前有</a:t>
            </a:r>
            <a:r>
              <a:rPr lang="en-US" altLang="zh-CN">
                <a:latin typeface="Microsoft YaHei UI"/>
                <a:ea typeface="Microsoft YaHei UI"/>
              </a:rPr>
              <a:t>5</a:t>
            </a:r>
            <a:r>
              <a:rPr lang="zh-CN" altLang="en-US">
                <a:latin typeface="Microsoft YaHei UI"/>
                <a:ea typeface="Microsoft YaHei UI"/>
              </a:rPr>
              <a:t>例合格病人等待入组 （公卫 要登记筛败了，青岛市立，南京鼓楼，北京佑安，浙江邵逸夫）</a:t>
            </a:r>
            <a:endParaRPr lang="en-US" altLang="zh-CN">
              <a:latin typeface="Microsoft YaHei UI"/>
              <a:ea typeface="Microsoft YaHei UI"/>
            </a:endParaRPr>
          </a:p>
          <a:p>
            <a:r>
              <a:rPr lang="zh-CN" altLang="en-US">
                <a:latin typeface="Microsoft YaHei UI"/>
                <a:ea typeface="Microsoft YaHei UI"/>
              </a:rPr>
              <a:t>上周新增筛选</a:t>
            </a:r>
            <a:r>
              <a:rPr lang="en-US" altLang="zh-CN">
                <a:latin typeface="Microsoft YaHei UI"/>
                <a:ea typeface="Microsoft YaHei UI"/>
              </a:rPr>
              <a:t>5</a:t>
            </a:r>
            <a:r>
              <a:rPr lang="zh-CN" altLang="en-US">
                <a:latin typeface="Microsoft YaHei UI"/>
                <a:ea typeface="Microsoft YaHei UI"/>
              </a:rPr>
              <a:t>例：南京江宁，南京鼓楼，福建医科大，宁波市二，青岛市立</a:t>
            </a:r>
            <a:endParaRPr lang="en-US" altLang="zh-CN">
              <a:latin typeface="Microsoft YaHei UI"/>
              <a:ea typeface="Microsoft YaHei UI"/>
            </a:endParaRPr>
          </a:p>
          <a:p>
            <a:r>
              <a:rPr lang="zh-CN" altLang="en-US">
                <a:latin typeface="Microsoft YaHei UI"/>
                <a:ea typeface="Microsoft YaHei UI"/>
              </a:rPr>
              <a:t>上周新增</a:t>
            </a:r>
            <a:r>
              <a:rPr lang="en-US" altLang="zh-CN">
                <a:latin typeface="Microsoft YaHei UI"/>
                <a:ea typeface="Microsoft YaHei UI"/>
              </a:rPr>
              <a:t>2</a:t>
            </a:r>
            <a:r>
              <a:rPr lang="zh-CN" altLang="en-US">
                <a:latin typeface="Microsoft YaHei UI"/>
                <a:ea typeface="Microsoft YaHei UI"/>
              </a:rPr>
              <a:t>例入组：天津三院，上海东方医院</a:t>
            </a:r>
            <a:br>
              <a:rPr lang="en-US" altLang="zh-CN">
                <a:latin typeface="Microsoft YaHei UI"/>
                <a:ea typeface="Microsoft YaHei UI"/>
              </a:rPr>
            </a:br>
            <a:endParaRPr lang="en-US" altLang="zh-CN">
              <a:latin typeface="Microsoft YaHei UI"/>
              <a:ea typeface="Microsoft YaHei UI"/>
            </a:endParaRPr>
          </a:p>
          <a:p>
            <a:r>
              <a:rPr lang="en-US" altLang="zh-CN">
                <a:latin typeface="Microsoft YaHei UI"/>
                <a:ea typeface="Microsoft YaHei UI"/>
              </a:rPr>
              <a:t>42% MASH Cirrhosis indication</a:t>
            </a:r>
          </a:p>
          <a:p>
            <a:r>
              <a:rPr lang="en-US" altLang="zh-CN">
                <a:latin typeface="Microsoft YaHei UI"/>
                <a:ea typeface="Microsoft YaHei UI"/>
              </a:rPr>
              <a:t>35% Lab results</a:t>
            </a:r>
            <a:endParaRPr lang="en-US" altLang="zh-CN">
              <a:latin typeface="Microsoft YaHei UI" panose="020B0503020204020204" pitchFamily="34" charset="-122"/>
              <a:ea typeface="Microsoft YaHei UI" panose="020B0503020204020204" pitchFamily="34" charset="-122"/>
            </a:endParaRPr>
          </a:p>
          <a:p>
            <a:endParaRPr lang="en-US" altLang="zh-CN">
              <a:latin typeface="Microsoft YaHei UI" panose="020B0503020204020204" pitchFamily="34" charset="-122"/>
              <a:ea typeface="Microsoft YaHei UI" panose="020B0503020204020204" pitchFamily="34" charset="-122"/>
            </a:endParaRPr>
          </a:p>
          <a:p>
            <a:r>
              <a:rPr lang="en-US" altLang="zh-CN">
                <a:latin typeface="Microsoft YaHei UI"/>
                <a:ea typeface="Microsoft YaHei UI"/>
              </a:rPr>
              <a:t>1 – Pancreatitis</a:t>
            </a:r>
            <a:endParaRPr lang="en-US" altLang="zh-CN">
              <a:latin typeface="Microsoft YaHei UI" panose="020B0503020204020204" pitchFamily="34" charset="-122"/>
              <a:ea typeface="Microsoft YaHei UI" panose="020B0503020204020204" pitchFamily="34" charset="-122"/>
            </a:endParaRPr>
          </a:p>
          <a:p>
            <a:r>
              <a:rPr lang="en-US" altLang="zh-CN">
                <a:latin typeface="Microsoft YaHei UI"/>
                <a:ea typeface="Microsoft YaHei UI"/>
              </a:rPr>
              <a:t>2 – Work </a:t>
            </a:r>
            <a:r>
              <a:rPr lang="en-US" altLang="zh-CN" err="1">
                <a:latin typeface="Microsoft YaHei UI"/>
                <a:ea typeface="Microsoft YaHei UI"/>
              </a:rPr>
              <a:t>recolation</a:t>
            </a:r>
            <a:endParaRPr lang="en-US" altLang="zh-CN">
              <a:latin typeface="Microsoft YaHei UI"/>
              <a:ea typeface="Microsoft YaHei UI"/>
            </a:endParaRPr>
          </a:p>
          <a:p>
            <a:r>
              <a:rPr lang="en-US" altLang="zh-CN">
                <a:latin typeface="Microsoft YaHei UI"/>
                <a:ea typeface="Microsoft YaHei UI"/>
              </a:rPr>
              <a:t>3 – GI side effects</a:t>
            </a:r>
            <a:endParaRPr lang="en-US" altLang="zh-CN">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DB848966-E465-4B46-17A3-F23AD7EF68E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371946092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9B447B-BFBF-C06A-3342-3DB61DD78B2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F802B53-B087-F56B-2FEE-7AAEFAF1E02B}"/>
              </a:ext>
            </a:extLst>
          </p:cNvPr>
          <p:cNvSpPr>
            <a:spLocks noGrp="1" noRot="1" noChangeAspect="1"/>
          </p:cNvSpPr>
          <p:nvPr>
            <p:ph type="sldImg"/>
          </p:nvPr>
        </p:nvSpPr>
        <p:spPr>
          <a:xfrm>
            <a:off x="193675" y="663575"/>
            <a:ext cx="6408738" cy="3605213"/>
          </a:xfrm>
        </p:spPr>
      </p:sp>
      <p:sp>
        <p:nvSpPr>
          <p:cNvPr id="3" name="备注占位符 2">
            <a:extLst>
              <a:ext uri="{FF2B5EF4-FFF2-40B4-BE49-F238E27FC236}">
                <a16:creationId xmlns:a16="http://schemas.microsoft.com/office/drawing/2014/main" id="{6E1C9C19-033B-644E-CA98-DC32C6672B17}"/>
              </a:ext>
            </a:extLst>
          </p:cNvPr>
          <p:cNvSpPr>
            <a:spLocks noGrp="1"/>
          </p:cNvSpPr>
          <p:nvPr>
            <p:ph type="body" idx="1"/>
          </p:nvPr>
        </p:nvSpPr>
        <p:spPr/>
        <p:txBody>
          <a:bodyPr/>
          <a:lstStyle/>
          <a:p>
            <a:pPr marL="144000" indent="-144000"/>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302178F1-78FE-76BD-E000-73C26F4C92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12979459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B231B-7431-7CF6-918C-C8B758F1B6E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3224E14-0A5B-7D59-A3AC-6FA3E9DD32FF}"/>
              </a:ext>
            </a:extLst>
          </p:cNvPr>
          <p:cNvSpPr>
            <a:spLocks noGrp="1" noRot="1" noChangeAspect="1"/>
          </p:cNvSpPr>
          <p:nvPr>
            <p:ph type="sldImg"/>
          </p:nvPr>
        </p:nvSpPr>
        <p:spPr>
          <a:xfrm>
            <a:off x="193675" y="663575"/>
            <a:ext cx="6408738" cy="3605213"/>
          </a:xfrm>
        </p:spPr>
      </p:sp>
      <p:sp>
        <p:nvSpPr>
          <p:cNvPr id="3" name="备注占位符 2">
            <a:extLst>
              <a:ext uri="{FF2B5EF4-FFF2-40B4-BE49-F238E27FC236}">
                <a16:creationId xmlns:a16="http://schemas.microsoft.com/office/drawing/2014/main" id="{9A27AA36-2D41-BBDC-86D8-B4865C8D48FD}"/>
              </a:ext>
            </a:extLst>
          </p:cNvPr>
          <p:cNvSpPr>
            <a:spLocks noGrp="1"/>
          </p:cNvSpPr>
          <p:nvPr>
            <p:ph type="body" idx="1"/>
          </p:nvPr>
        </p:nvSpPr>
        <p:spPr/>
        <p:txBody>
          <a:bodyPr/>
          <a:lstStyle/>
          <a:p>
            <a:pPr marL="144000" indent="-144000"/>
            <a:r>
              <a:rPr lang="zh-CN" altLang="en-US" sz="1200">
                <a:effectLst/>
                <a:latin typeface="Microsoft YaHei UI" panose="020B0503020204020204" pitchFamily="34" charset="-122"/>
                <a:ea typeface="Microsoft YaHei UI" panose="020B0503020204020204" pitchFamily="34" charset="-122"/>
              </a:rPr>
              <a:t>新增</a:t>
            </a:r>
            <a:r>
              <a:rPr lang="en-US" altLang="zh-CN" sz="1200">
                <a:effectLst/>
                <a:latin typeface="Microsoft YaHei UI" panose="020B0503020204020204" pitchFamily="34" charset="-122"/>
                <a:ea typeface="Microsoft YaHei UI" panose="020B0503020204020204" pitchFamily="34" charset="-122"/>
              </a:rPr>
              <a:t>1</a:t>
            </a:r>
            <a:r>
              <a:rPr lang="zh-CN" altLang="en-US" sz="1200">
                <a:effectLst/>
                <a:latin typeface="Microsoft YaHei UI" panose="020B0503020204020204" pitchFamily="34" charset="-122"/>
                <a:ea typeface="Microsoft YaHei UI" panose="020B0503020204020204" pitchFamily="34" charset="-122"/>
              </a:rPr>
              <a:t>例筛败 </a:t>
            </a:r>
            <a:r>
              <a:rPr lang="en-US" altLang="zh-CN" sz="1200">
                <a:effectLst/>
                <a:latin typeface="Microsoft YaHei UI" panose="020B0503020204020204" pitchFamily="34" charset="-122"/>
                <a:ea typeface="Microsoft YaHei UI" panose="020B0503020204020204" pitchFamily="34" charset="-122"/>
              </a:rPr>
              <a:t>HKG2</a:t>
            </a:r>
            <a:r>
              <a:rPr lang="zh-CN" altLang="en-US" sz="1200">
                <a:effectLst/>
                <a:latin typeface="Microsoft YaHei UI" panose="020B0503020204020204" pitchFamily="34" charset="-122"/>
                <a:ea typeface="Microsoft YaHei UI" panose="020B0503020204020204" pitchFamily="34" charset="-122"/>
              </a:rPr>
              <a:t>，原因：</a:t>
            </a:r>
            <a:r>
              <a:rPr lang="en-US" altLang="zh-CN" sz="1200">
                <a:effectLst/>
                <a:latin typeface="Microsoft YaHei UI" panose="020B0503020204020204" pitchFamily="34" charset="-122"/>
                <a:ea typeface="Microsoft YaHei UI" panose="020B0503020204020204" pitchFamily="34" charset="-122"/>
              </a:rPr>
              <a:t>Inclusion 3</a:t>
            </a:r>
            <a:r>
              <a:rPr lang="zh-CN" altLang="en-US" sz="1200">
                <a:effectLst/>
                <a:latin typeface="Microsoft YaHei UI" panose="020B0503020204020204" pitchFamily="34" charset="-122"/>
                <a:ea typeface="Microsoft YaHei UI" panose="020B0503020204020204" pitchFamily="34" charset="-122"/>
              </a:rPr>
              <a:t>，</a:t>
            </a:r>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a:extLst>
              <a:ext uri="{FF2B5EF4-FFF2-40B4-BE49-F238E27FC236}">
                <a16:creationId xmlns:a16="http://schemas.microsoft.com/office/drawing/2014/main" id="{DA9A9D9D-6778-2A37-2197-C8E347E7E51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8507842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79EB07-3603-79D0-2BA6-C05BFAA15A9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4DDA9AC-0260-DD42-041D-8026B680957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7DFB690-B33F-C99E-8CF3-91A80D716840}"/>
              </a:ext>
            </a:extLst>
          </p:cNvPr>
          <p:cNvSpPr>
            <a:spLocks noGrp="1"/>
          </p:cNvSpPr>
          <p:nvPr>
            <p:ph type="body" idx="1"/>
          </p:nvPr>
        </p:nvSpPr>
        <p:spPr/>
        <p:txBody>
          <a:bodyPr/>
          <a:lstStyle/>
          <a:p>
            <a:pPr marL="0" indent="0">
              <a:buFont typeface="Arial" panose="020B0604020202020204" pitchFamily="34" charset="0"/>
              <a:buNone/>
            </a:pPr>
            <a:r>
              <a:rPr lang="en-US" altLang="zh-CN"/>
              <a:t>NCI gave goal to all site, screen target weekly at least 1; weekly update in </a:t>
            </a:r>
            <a:r>
              <a:rPr lang="en-US" altLang="zh-CN" err="1"/>
              <a:t>wechat</a:t>
            </a:r>
            <a:r>
              <a:rPr lang="en-US" altLang="zh-CN"/>
              <a:t> group</a:t>
            </a:r>
          </a:p>
          <a:p>
            <a:pPr marL="0" indent="0">
              <a:buFont typeface="Arial" panose="020B0604020202020204" pitchFamily="34" charset="0"/>
              <a:buNone/>
            </a:pPr>
            <a:r>
              <a:rPr lang="en-US" altLang="zh-CN"/>
              <a:t>NCI lead call zoom</a:t>
            </a:r>
            <a:r>
              <a:rPr lang="zh-CN" altLang="en-US"/>
              <a:t> </a:t>
            </a:r>
            <a:r>
              <a:rPr lang="en-US" altLang="zh-CN"/>
              <a:t>online</a:t>
            </a:r>
          </a:p>
          <a:p>
            <a:pPr marL="0" indent="0">
              <a:buFont typeface="Arial" panose="020B0604020202020204" pitchFamily="34" charset="0"/>
              <a:buNone/>
            </a:pPr>
            <a:endParaRPr lang="en-US" altLang="zh-CN"/>
          </a:p>
        </p:txBody>
      </p:sp>
      <p:sp>
        <p:nvSpPr>
          <p:cNvPr id="4" name="灯片编号占位符 3">
            <a:extLst>
              <a:ext uri="{FF2B5EF4-FFF2-40B4-BE49-F238E27FC236}">
                <a16:creationId xmlns:a16="http://schemas.microsoft.com/office/drawing/2014/main" id="{9C9148D2-A9A5-30F7-BDD4-24FEC0DC7DF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593028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C948A9-9935-566B-ABE1-9C768C4B75C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8589EC4-79A9-082C-3C3D-B8AFE4B38AC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72BF4D9-74F7-19FE-80BB-4F54E1676C02}"/>
              </a:ext>
            </a:extLst>
          </p:cNvPr>
          <p:cNvSpPr>
            <a:spLocks noGrp="1"/>
          </p:cNvSpPr>
          <p:nvPr>
            <p:ph type="body" idx="1"/>
          </p:nvPr>
        </p:nvSpPr>
        <p:spPr/>
        <p:txBody>
          <a:bodyPr/>
          <a:lstStyle/>
          <a:p>
            <a:pPr marL="171450" indent="-171450">
              <a:buFont typeface="Arial" panose="020B0604020202020204" pitchFamily="34" charset="0"/>
              <a:buChar char="•"/>
            </a:pPr>
            <a:r>
              <a:rPr lang="en-US" altLang="zh-CN"/>
              <a:t>Financial: </a:t>
            </a:r>
            <a:r>
              <a:rPr lang="zh-CN" altLang="en-US"/>
              <a:t>研究者费，提升，逐步审批中；患者补贴，已提交 </a:t>
            </a:r>
            <a:r>
              <a:rPr lang="en-US" altLang="zh-CN"/>
              <a:t>(Biopsy proposed to Global</a:t>
            </a:r>
            <a:r>
              <a:rPr lang="zh-CN" altLang="en-US"/>
              <a:t>； </a:t>
            </a:r>
            <a:r>
              <a:rPr lang="en-US" altLang="zh-CN"/>
              <a:t>MRII, </a:t>
            </a:r>
            <a:r>
              <a:rPr lang="zh-CN" altLang="en-US"/>
              <a:t>内窥镜补贴提交</a:t>
            </a:r>
            <a:r>
              <a:rPr lang="en-US" altLang="zh-CN"/>
              <a:t>global for review) </a:t>
            </a:r>
            <a:r>
              <a:rPr lang="zh-CN" altLang="en-US"/>
              <a:t>；患者关怀礼物，已提交，待审批；</a:t>
            </a:r>
            <a:endParaRPr lang="en-US" altLang="zh-CN"/>
          </a:p>
          <a:p>
            <a:pPr marL="171450" indent="-171450">
              <a:buFont typeface="Arial" panose="020B0604020202020204" pitchFamily="34" charset="0"/>
              <a:buChar char="•"/>
            </a:pPr>
            <a:r>
              <a:rPr lang="en-US" altLang="zh-CN"/>
              <a:t>Study design: will be discussed with global team</a:t>
            </a:r>
          </a:p>
          <a:p>
            <a:pPr marL="171450" indent="-171450">
              <a:buFont typeface="Arial" panose="020B0604020202020204" pitchFamily="34" charset="0"/>
              <a:buChar char="•"/>
            </a:pPr>
            <a:r>
              <a:rPr lang="en-US" altLang="zh-CN"/>
              <a:t>Site engagement</a:t>
            </a:r>
          </a:p>
          <a:p>
            <a:pPr marL="171450" indent="-171450">
              <a:buFont typeface="Arial" panose="020B0604020202020204" pitchFamily="34" charset="0"/>
              <a:buChar char="•"/>
            </a:pPr>
            <a:r>
              <a:rPr lang="en-US" altLang="zh-CN"/>
              <a:t>Pt screen number vendor onboard</a:t>
            </a:r>
            <a:r>
              <a:rPr lang="zh-CN" altLang="en-US"/>
              <a:t>后变化</a:t>
            </a:r>
            <a:endParaRPr lang="en-US" altLang="zh-CN"/>
          </a:p>
          <a:p>
            <a:pPr marL="171450" indent="-171450">
              <a:buFont typeface="Arial" panose="020B0604020202020204" pitchFamily="34" charset="0"/>
              <a:buChar char="•"/>
            </a:pPr>
            <a:endParaRPr lang="en-US" altLang="zh-CN"/>
          </a:p>
          <a:p>
            <a:pPr marL="171450" indent="-171450">
              <a:buFont typeface="Arial" panose="020B0604020202020204" pitchFamily="34" charset="0"/>
              <a:buChar char="•"/>
            </a:pPr>
            <a:r>
              <a:rPr lang="en-US" altLang="zh-CN"/>
              <a:t>8 sites are Tier-1 (13);  13 sites are Tier-2 (19)</a:t>
            </a:r>
          </a:p>
          <a:p>
            <a:pPr marL="171450" indent="-171450">
              <a:buFont typeface="Arial" panose="020B0604020202020204" pitchFamily="34" charset="0"/>
              <a:buChar char="•"/>
            </a:pPr>
            <a:r>
              <a:rPr lang="en-US" altLang="zh-CN"/>
              <a:t>12 sites are Tier-3 (18);  4 sites are Tier-4 (4)</a:t>
            </a:r>
          </a:p>
          <a:p>
            <a:pPr marL="171450" indent="-171450">
              <a:buFont typeface="Arial" panose="020B0604020202020204" pitchFamily="34" charset="0"/>
              <a:buChar char="•"/>
            </a:pPr>
            <a:r>
              <a:rPr lang="en-US" altLang="zh-CN"/>
              <a:t>1 site is Only for </a:t>
            </a:r>
            <a:r>
              <a:rPr lang="en-US" altLang="zh-CN" err="1"/>
              <a:t>Liverage</a:t>
            </a:r>
            <a:r>
              <a:rPr lang="en-US" altLang="zh-CN"/>
              <a:t> Cirrhosis</a:t>
            </a:r>
          </a:p>
          <a:p>
            <a:pPr marL="171450" indent="-171450">
              <a:buFont typeface="Arial" panose="020B0604020202020204" pitchFamily="34" charset="0"/>
              <a:buChar char="•"/>
            </a:pPr>
            <a:endParaRPr lang="zh-CN" altLang="en-US"/>
          </a:p>
        </p:txBody>
      </p:sp>
      <p:sp>
        <p:nvSpPr>
          <p:cNvPr id="4" name="灯片编号占位符 3">
            <a:extLst>
              <a:ext uri="{FF2B5EF4-FFF2-40B4-BE49-F238E27FC236}">
                <a16:creationId xmlns:a16="http://schemas.microsoft.com/office/drawing/2014/main" id="{5B3B3442-5877-CB97-A522-5C0B73107B0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9889208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CB4BB5-E309-45E5-BB7A-A4E8DEB8599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403001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1DC33-F914-6E4D-DDF4-EBB23D5475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FC33C9-631F-F580-E079-0B027C5F72EF}"/>
              </a:ext>
            </a:extLst>
          </p:cNvPr>
          <p:cNvSpPr>
            <a:spLocks noGrp="1" noRot="1" noChangeAspect="1"/>
          </p:cNvSpPr>
          <p:nvPr>
            <p:ph type="sldImg"/>
          </p:nvPr>
        </p:nvSpPr>
        <p:spPr>
          <a:xfrm>
            <a:off x="476250" y="611188"/>
            <a:ext cx="5903913" cy="3321050"/>
          </a:xfrm>
        </p:spPr>
        <p:txBody>
          <a:bodyPr/>
          <a:lstStyle/>
          <a:p>
            <a:endParaRPr lang="en-US"/>
          </a:p>
        </p:txBody>
      </p:sp>
      <p:sp>
        <p:nvSpPr>
          <p:cNvPr id="3" name="Notes Placeholder 2">
            <a:extLst>
              <a:ext uri="{FF2B5EF4-FFF2-40B4-BE49-F238E27FC236}">
                <a16:creationId xmlns:a16="http://schemas.microsoft.com/office/drawing/2014/main" id="{CC31E059-993A-58D1-D704-52E7A2D8E737}"/>
              </a:ext>
            </a:extLst>
          </p:cNvPr>
          <p:cNvSpPr>
            <a:spLocks noGrp="1"/>
          </p:cNvSpPr>
          <p:nvPr>
            <p:ph type="body" idx="1"/>
          </p:nvPr>
        </p:nvSpPr>
        <p:spPr/>
        <p:txBody>
          <a:bodyPr/>
          <a:lstStyle/>
          <a:p>
            <a:endParaRPr lang="de-DE"/>
          </a:p>
        </p:txBody>
      </p:sp>
      <p:sp>
        <p:nvSpPr>
          <p:cNvPr id="4" name="Footer Placeholder 3">
            <a:extLst>
              <a:ext uri="{FF2B5EF4-FFF2-40B4-BE49-F238E27FC236}">
                <a16:creationId xmlns:a16="http://schemas.microsoft.com/office/drawing/2014/main" id="{33FB5AE8-00D9-117C-8254-4944EE7FA3AC}"/>
              </a:ext>
            </a:extLst>
          </p:cNvPr>
          <p:cNvSpPr>
            <a:spLocks noGrp="1"/>
          </p:cNvSpPr>
          <p:nvPr>
            <p:ph type="ftr" sz="quarter" idx="4"/>
          </p:nvPr>
        </p:nvSpPr>
        <p:spPr/>
        <p:txBody>
          <a:bodyPr/>
          <a:lstStyle/>
          <a:p>
            <a:r>
              <a:rPr lang="en-US" sz="800">
                <a:solidFill>
                  <a:schemeClr val="bg2"/>
                </a:solidFill>
              </a:rPr>
              <a:t>Presentation title    |    ONLY FOR INTERNAL USE</a:t>
            </a:r>
          </a:p>
        </p:txBody>
      </p:sp>
      <p:sp>
        <p:nvSpPr>
          <p:cNvPr id="5" name="Slide Number Placeholder 4">
            <a:extLst>
              <a:ext uri="{FF2B5EF4-FFF2-40B4-BE49-F238E27FC236}">
                <a16:creationId xmlns:a16="http://schemas.microsoft.com/office/drawing/2014/main" id="{D2DC53D1-61B7-5795-8BE5-824145682281}"/>
              </a:ext>
            </a:extLst>
          </p:cNvPr>
          <p:cNvSpPr>
            <a:spLocks noGrp="1"/>
          </p:cNvSpPr>
          <p:nvPr>
            <p:ph type="sldNum" sz="quarter" idx="5"/>
          </p:nvPr>
        </p:nvSpPr>
        <p:spPr/>
        <p:txBody>
          <a:bodyPr/>
          <a:lstStyle/>
          <a:p>
            <a:fld id="{D388EF01-4040-4B6C-80FD-9D313BD6F632}" type="slidenum">
              <a:rPr lang="en-US" sz="800" smtClean="0">
                <a:solidFill>
                  <a:schemeClr val="bg2"/>
                </a:solidFill>
              </a:rPr>
              <a:pPr/>
              <a:t>39</a:t>
            </a:fld>
            <a:endParaRPr lang="en-US" sz="800">
              <a:solidFill>
                <a:schemeClr val="bg2"/>
              </a:solidFill>
            </a:endParaRPr>
          </a:p>
        </p:txBody>
      </p:sp>
    </p:spTree>
    <p:extLst>
      <p:ext uri="{BB962C8B-B14F-4D97-AF65-F5344CB8AC3E}">
        <p14:creationId xmlns:p14="http://schemas.microsoft.com/office/powerpoint/2010/main" val="247199407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76250" y="611188"/>
            <a:ext cx="5903913" cy="332105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5C700C-0E14-47AE-B5C0-287DFF49FC7A}"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932529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
          <a:extLst>
            <a:ext uri="{FF2B5EF4-FFF2-40B4-BE49-F238E27FC236}">
              <a16:creationId xmlns:a16="http://schemas.microsoft.com/office/drawing/2014/main" id="{7E832322-8587-9364-B9B9-CAD933608FD8}"/>
            </a:ext>
          </a:extLst>
        </p:cNvPr>
        <p:cNvGrpSpPr/>
        <p:nvPr/>
      </p:nvGrpSpPr>
      <p:grpSpPr>
        <a:xfrm>
          <a:off x="0" y="0"/>
          <a:ext cx="0" cy="0"/>
          <a:chOff x="0" y="0"/>
          <a:chExt cx="0" cy="0"/>
        </a:xfrm>
      </p:grpSpPr>
      <p:sp>
        <p:nvSpPr>
          <p:cNvPr id="741" name="Google Shape;741;p24:notes">
            <a:extLst>
              <a:ext uri="{FF2B5EF4-FFF2-40B4-BE49-F238E27FC236}">
                <a16:creationId xmlns:a16="http://schemas.microsoft.com/office/drawing/2014/main" id="{0E8B1F1C-28E3-014E-F129-9FB1221A0DF3}"/>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zh-CN" altLang="en-US"/>
          </a:p>
        </p:txBody>
      </p:sp>
      <p:sp>
        <p:nvSpPr>
          <p:cNvPr id="742" name="Google Shape;742;p24:notes">
            <a:extLst>
              <a:ext uri="{FF2B5EF4-FFF2-40B4-BE49-F238E27FC236}">
                <a16:creationId xmlns:a16="http://schemas.microsoft.com/office/drawing/2014/main" id="{32BECA7B-EFC3-86C4-1B49-91F92080D987}"/>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43" name="Google Shape;743;p24:notes">
            <a:extLst>
              <a:ext uri="{FF2B5EF4-FFF2-40B4-BE49-F238E27FC236}">
                <a16:creationId xmlns:a16="http://schemas.microsoft.com/office/drawing/2014/main" id="{6793326F-8F94-1D85-0A93-D4391D5D223F}"/>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GB"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41</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7369042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164104-1718-2BBA-A261-C5E7981029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3A9E5B-C1FD-D1DE-AC35-AAC0622F2933}"/>
              </a:ext>
            </a:extLst>
          </p:cNvPr>
          <p:cNvSpPr>
            <a:spLocks noGrp="1" noRot="1" noChangeAspect="1"/>
          </p:cNvSpPr>
          <p:nvPr>
            <p:ph type="sldImg"/>
          </p:nvPr>
        </p:nvSpPr>
        <p:spPr>
          <a:xfrm>
            <a:off x="476250" y="611188"/>
            <a:ext cx="5903913" cy="3321050"/>
          </a:xfrm>
        </p:spPr>
        <p:txBody>
          <a:bodyPr/>
          <a:lstStyle/>
          <a:p>
            <a:endParaRPr lang="en-US"/>
          </a:p>
        </p:txBody>
      </p:sp>
      <p:sp>
        <p:nvSpPr>
          <p:cNvPr id="3" name="Notes Placeholder 2">
            <a:extLst>
              <a:ext uri="{FF2B5EF4-FFF2-40B4-BE49-F238E27FC236}">
                <a16:creationId xmlns:a16="http://schemas.microsoft.com/office/drawing/2014/main" id="{1BB40818-4614-38CF-3596-09DB1FA2A450}"/>
              </a:ext>
            </a:extLst>
          </p:cNvPr>
          <p:cNvSpPr>
            <a:spLocks noGrp="1"/>
          </p:cNvSpPr>
          <p:nvPr>
            <p:ph type="body" idx="1"/>
          </p:nvPr>
        </p:nvSpPr>
        <p:spPr/>
        <p:txBody>
          <a:bodyPr/>
          <a:lstStyle/>
          <a:p>
            <a:endParaRPr lang="de-DE"/>
          </a:p>
        </p:txBody>
      </p:sp>
      <p:sp>
        <p:nvSpPr>
          <p:cNvPr id="4" name="Footer Placeholder 3">
            <a:extLst>
              <a:ext uri="{FF2B5EF4-FFF2-40B4-BE49-F238E27FC236}">
                <a16:creationId xmlns:a16="http://schemas.microsoft.com/office/drawing/2014/main" id="{241A23D7-AF27-866C-BDE3-00E6DAC5F5F4}"/>
              </a:ext>
            </a:extLst>
          </p:cNvPr>
          <p:cNvSpPr>
            <a:spLocks noGrp="1"/>
          </p:cNvSpPr>
          <p:nvPr>
            <p:ph type="ftr" sz="quarter" idx="4"/>
          </p:nvPr>
        </p:nvSpPr>
        <p:spPr/>
        <p:txBody>
          <a:bodyPr/>
          <a:lstStyle/>
          <a:p>
            <a:r>
              <a:rPr lang="en-US" sz="800">
                <a:solidFill>
                  <a:schemeClr val="bg2"/>
                </a:solidFill>
              </a:rPr>
              <a:t>Presentation title    |    ONLY FOR INTERNAL USE</a:t>
            </a:r>
          </a:p>
        </p:txBody>
      </p:sp>
      <p:sp>
        <p:nvSpPr>
          <p:cNvPr id="5" name="Slide Number Placeholder 4">
            <a:extLst>
              <a:ext uri="{FF2B5EF4-FFF2-40B4-BE49-F238E27FC236}">
                <a16:creationId xmlns:a16="http://schemas.microsoft.com/office/drawing/2014/main" id="{98EA6444-BB48-4CE1-CC3F-E75935E49D3A}"/>
              </a:ext>
            </a:extLst>
          </p:cNvPr>
          <p:cNvSpPr>
            <a:spLocks noGrp="1"/>
          </p:cNvSpPr>
          <p:nvPr>
            <p:ph type="sldNum" sz="quarter" idx="5"/>
          </p:nvPr>
        </p:nvSpPr>
        <p:spPr/>
        <p:txBody>
          <a:bodyPr/>
          <a:lstStyle/>
          <a:p>
            <a:fld id="{D388EF01-4040-4B6C-80FD-9D313BD6F632}" type="slidenum">
              <a:rPr lang="en-US" sz="800" smtClean="0">
                <a:solidFill>
                  <a:schemeClr val="bg2"/>
                </a:solidFill>
              </a:rPr>
              <a:pPr/>
              <a:t>43</a:t>
            </a:fld>
            <a:endParaRPr lang="en-US" sz="800">
              <a:solidFill>
                <a:schemeClr val="bg2"/>
              </a:solidFill>
            </a:endParaRPr>
          </a:p>
        </p:txBody>
      </p:sp>
    </p:spTree>
    <p:extLst>
      <p:ext uri="{BB962C8B-B14F-4D97-AF65-F5344CB8AC3E}">
        <p14:creationId xmlns:p14="http://schemas.microsoft.com/office/powerpoint/2010/main" val="251077598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ltLang="zh-CN"/>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2757C527-D302-0D4C-8820-8247C93BFD8D}" type="slidenum">
              <a:rPr lang="en-US" smtClean="0"/>
              <a:t>44</a:t>
            </a:fld>
            <a:endParaRPr lang="en-US"/>
          </a:p>
        </p:txBody>
      </p:sp>
    </p:spTree>
    <p:extLst>
      <p:ext uri="{BB962C8B-B14F-4D97-AF65-F5344CB8AC3E}">
        <p14:creationId xmlns:p14="http://schemas.microsoft.com/office/powerpoint/2010/main" val="191561226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476250" y="611188"/>
            <a:ext cx="5903913" cy="3321050"/>
          </a:xfrm>
        </p:spPr>
        <p:txBody>
          <a:bodyPr/>
          <a:lstStyle/>
          <a:p>
            <a:endParaRPr lang="en-US"/>
          </a:p>
        </p:txBody>
      </p:sp>
      <p:sp>
        <p:nvSpPr>
          <p:cNvPr id="3" name="Notizenplatzhalter 2"/>
          <p:cNvSpPr>
            <a:spLocks noGrp="1"/>
          </p:cNvSpPr>
          <p:nvPr>
            <p:ph type="body" idx="1"/>
          </p:nvPr>
        </p:nvSpPr>
        <p:spPr/>
        <p:txBody>
          <a:bodyPr/>
          <a:lstStyle/>
          <a:p>
            <a:endParaRPr lang="de-DE"/>
          </a:p>
        </p:txBody>
      </p:sp>
      <p:sp>
        <p:nvSpPr>
          <p:cNvPr id="4" name="Fußzeilenplatzhalt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rPr>
              <a:t>Presentation title    |    ONLY FOR INTERNAL USE</a:t>
            </a:r>
          </a:p>
        </p:txBody>
      </p:sp>
      <p:sp>
        <p:nvSpPr>
          <p:cNvPr id="5" name="Foliennummernplatzhalt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08312A"/>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345770635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AD6EF2-1EF3-3FA7-5B0C-C92604C6431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C73F4A-BCA6-C99F-C909-BC590013CD44}"/>
              </a:ext>
            </a:extLst>
          </p:cNvPr>
          <p:cNvSpPr>
            <a:spLocks noGrp="1" noRot="1" noChangeAspect="1"/>
          </p:cNvSpPr>
          <p:nvPr>
            <p:ph type="sldImg"/>
          </p:nvPr>
        </p:nvSpPr>
        <p:spPr>
          <a:xfrm>
            <a:off x="476250" y="611188"/>
            <a:ext cx="5903913" cy="3321050"/>
          </a:xfrm>
        </p:spPr>
        <p:txBody>
          <a:bodyPr/>
          <a:lstStyle/>
          <a:p>
            <a:endParaRPr lang="en-US"/>
          </a:p>
        </p:txBody>
      </p:sp>
      <p:sp>
        <p:nvSpPr>
          <p:cNvPr id="3" name="Notes Placeholder 2">
            <a:extLst>
              <a:ext uri="{FF2B5EF4-FFF2-40B4-BE49-F238E27FC236}">
                <a16:creationId xmlns:a16="http://schemas.microsoft.com/office/drawing/2014/main" id="{D9F4CDA7-61A1-1293-A2B1-36F7D2E6D122}"/>
              </a:ext>
            </a:extLst>
          </p:cNvPr>
          <p:cNvSpPr>
            <a:spLocks noGrp="1"/>
          </p:cNvSpPr>
          <p:nvPr>
            <p:ph type="body" idx="1"/>
          </p:nvPr>
        </p:nvSpPr>
        <p:spPr/>
        <p:txBody>
          <a:bodyPr/>
          <a:lstStyle/>
          <a:p>
            <a:endParaRPr lang="de-DE"/>
          </a:p>
        </p:txBody>
      </p:sp>
      <p:sp>
        <p:nvSpPr>
          <p:cNvPr id="4" name="Footer Placeholder 3">
            <a:extLst>
              <a:ext uri="{FF2B5EF4-FFF2-40B4-BE49-F238E27FC236}">
                <a16:creationId xmlns:a16="http://schemas.microsoft.com/office/drawing/2014/main" id="{120410E6-96DF-66B9-2A19-EBDC89E36EC9}"/>
              </a:ext>
            </a:extLst>
          </p:cNvPr>
          <p:cNvSpPr>
            <a:spLocks noGrp="1"/>
          </p:cNvSpPr>
          <p:nvPr>
            <p:ph type="ftr" sz="quarter" idx="4"/>
          </p:nvPr>
        </p:nvSpPr>
        <p:spPr/>
        <p:txBody>
          <a:bodyPr/>
          <a:lstStyle/>
          <a:p>
            <a:r>
              <a:rPr lang="en-US" sz="800">
                <a:solidFill>
                  <a:schemeClr val="bg2"/>
                </a:solidFill>
              </a:rPr>
              <a:t>Presentation title    |    ONLY FOR INTERNAL USE</a:t>
            </a:r>
          </a:p>
        </p:txBody>
      </p:sp>
      <p:sp>
        <p:nvSpPr>
          <p:cNvPr id="5" name="Slide Number Placeholder 4">
            <a:extLst>
              <a:ext uri="{FF2B5EF4-FFF2-40B4-BE49-F238E27FC236}">
                <a16:creationId xmlns:a16="http://schemas.microsoft.com/office/drawing/2014/main" id="{6FA6C116-E774-9F02-DC12-5018274D24BC}"/>
              </a:ext>
            </a:extLst>
          </p:cNvPr>
          <p:cNvSpPr>
            <a:spLocks noGrp="1"/>
          </p:cNvSpPr>
          <p:nvPr>
            <p:ph type="sldNum" sz="quarter" idx="5"/>
          </p:nvPr>
        </p:nvSpPr>
        <p:spPr/>
        <p:txBody>
          <a:bodyPr/>
          <a:lstStyle/>
          <a:p>
            <a:fld id="{D388EF01-4040-4B6C-80FD-9D313BD6F632}" type="slidenum">
              <a:rPr lang="en-US" sz="800" smtClean="0">
                <a:solidFill>
                  <a:schemeClr val="bg2"/>
                </a:solidFill>
              </a:rPr>
              <a:pPr/>
              <a:t>48</a:t>
            </a:fld>
            <a:endParaRPr lang="en-US" sz="800">
              <a:solidFill>
                <a:schemeClr val="bg2"/>
              </a:solidFill>
            </a:endParaRPr>
          </a:p>
        </p:txBody>
      </p:sp>
    </p:spTree>
    <p:extLst>
      <p:ext uri="{BB962C8B-B14F-4D97-AF65-F5344CB8AC3E}">
        <p14:creationId xmlns:p14="http://schemas.microsoft.com/office/powerpoint/2010/main" val="405563598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2757C527-D302-0D4C-8820-8247C93BFD8D}" type="slidenum">
              <a:rPr lang="en-US" smtClean="0"/>
              <a:t>49</a:t>
            </a:fld>
            <a:endParaRPr lang="en-US"/>
          </a:p>
        </p:txBody>
      </p:sp>
    </p:spTree>
    <p:extLst>
      <p:ext uri="{BB962C8B-B14F-4D97-AF65-F5344CB8AC3E}">
        <p14:creationId xmlns:p14="http://schemas.microsoft.com/office/powerpoint/2010/main" val="356012676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285456-3CCB-3352-BEE2-69613C3B6A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E4A5C7-2EBF-A872-F0CF-EA26CFF74C2D}"/>
              </a:ext>
            </a:extLst>
          </p:cNvPr>
          <p:cNvSpPr>
            <a:spLocks noGrp="1" noRot="1" noChangeAspect="1"/>
          </p:cNvSpPr>
          <p:nvPr>
            <p:ph type="sldImg"/>
          </p:nvPr>
        </p:nvSpPr>
        <p:spPr>
          <a:xfrm>
            <a:off x="476250" y="611188"/>
            <a:ext cx="5903913" cy="3321050"/>
          </a:xfrm>
        </p:spPr>
        <p:txBody>
          <a:bodyPr/>
          <a:lstStyle/>
          <a:p>
            <a:endParaRPr lang="en-US"/>
          </a:p>
        </p:txBody>
      </p:sp>
      <p:sp>
        <p:nvSpPr>
          <p:cNvPr id="3" name="Notes Placeholder 2">
            <a:extLst>
              <a:ext uri="{FF2B5EF4-FFF2-40B4-BE49-F238E27FC236}">
                <a16:creationId xmlns:a16="http://schemas.microsoft.com/office/drawing/2014/main" id="{41902802-9D2C-B887-72D2-5CC87BEAB3DA}"/>
              </a:ext>
            </a:extLst>
          </p:cNvPr>
          <p:cNvSpPr>
            <a:spLocks noGrp="1"/>
          </p:cNvSpPr>
          <p:nvPr>
            <p:ph type="body" idx="1"/>
          </p:nvPr>
        </p:nvSpPr>
        <p:spPr/>
        <p:txBody>
          <a:bodyPr/>
          <a:lstStyle/>
          <a:p>
            <a:endParaRPr lang="de-DE"/>
          </a:p>
        </p:txBody>
      </p:sp>
      <p:sp>
        <p:nvSpPr>
          <p:cNvPr id="4" name="Footer Placeholder 3">
            <a:extLst>
              <a:ext uri="{FF2B5EF4-FFF2-40B4-BE49-F238E27FC236}">
                <a16:creationId xmlns:a16="http://schemas.microsoft.com/office/drawing/2014/main" id="{EE650112-5B1F-30DF-F49B-00199043C93C}"/>
              </a:ext>
            </a:extLst>
          </p:cNvPr>
          <p:cNvSpPr>
            <a:spLocks noGrp="1"/>
          </p:cNvSpPr>
          <p:nvPr>
            <p:ph type="ftr" sz="quarter" idx="4"/>
          </p:nvPr>
        </p:nvSpPr>
        <p:spPr/>
        <p:txBody>
          <a:bodyPr/>
          <a:lstStyle/>
          <a:p>
            <a:r>
              <a:rPr lang="en-US" sz="800">
                <a:solidFill>
                  <a:schemeClr val="bg2"/>
                </a:solidFill>
              </a:rPr>
              <a:t>Presentation title    |    ONLY FOR INTERNAL USE</a:t>
            </a:r>
          </a:p>
        </p:txBody>
      </p:sp>
      <p:sp>
        <p:nvSpPr>
          <p:cNvPr id="5" name="Slide Number Placeholder 4">
            <a:extLst>
              <a:ext uri="{FF2B5EF4-FFF2-40B4-BE49-F238E27FC236}">
                <a16:creationId xmlns:a16="http://schemas.microsoft.com/office/drawing/2014/main" id="{BF3C2FAC-43B5-A7F5-E40F-060218F7F1E6}"/>
              </a:ext>
            </a:extLst>
          </p:cNvPr>
          <p:cNvSpPr>
            <a:spLocks noGrp="1"/>
          </p:cNvSpPr>
          <p:nvPr>
            <p:ph type="sldNum" sz="quarter" idx="5"/>
          </p:nvPr>
        </p:nvSpPr>
        <p:spPr/>
        <p:txBody>
          <a:bodyPr/>
          <a:lstStyle/>
          <a:p>
            <a:fld id="{D388EF01-4040-4B6C-80FD-9D313BD6F632}" type="slidenum">
              <a:rPr lang="en-US" sz="800" smtClean="0">
                <a:solidFill>
                  <a:schemeClr val="bg2"/>
                </a:solidFill>
              </a:rPr>
              <a:pPr/>
              <a:t>50</a:t>
            </a:fld>
            <a:endParaRPr lang="en-US" sz="800">
              <a:solidFill>
                <a:schemeClr val="bg2"/>
              </a:solidFill>
            </a:endParaRPr>
          </a:p>
        </p:txBody>
      </p:sp>
    </p:spTree>
    <p:extLst>
      <p:ext uri="{BB962C8B-B14F-4D97-AF65-F5344CB8AC3E}">
        <p14:creationId xmlns:p14="http://schemas.microsoft.com/office/powerpoint/2010/main" val="222838312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en-GB"/>
          </a:p>
        </p:txBody>
      </p:sp>
      <p:sp>
        <p:nvSpPr>
          <p:cNvPr id="3" name="备注占位符 2"/>
          <p:cNvSpPr>
            <a:spLocks noGrp="1"/>
          </p:cNvSpPr>
          <p:nvPr>
            <p:ph type="body" idx="1"/>
          </p:nvPr>
        </p:nvSpPr>
        <p:spPr/>
        <p:txBody>
          <a:bodyPr/>
          <a:lstStyle/>
          <a:p>
            <a:endParaRPr lang="en-US" altLang="zh-CN" sz="1200">
              <a:effectLst/>
              <a:latin typeface="Microsoft YaHei UI" panose="020B0503020204020204" pitchFamily="34" charset="-122"/>
              <a:ea typeface="Microsoft YaHei UI" panose="020B0503020204020204" pitchFamily="34" charset="-122"/>
            </a:endParaRPr>
          </a:p>
        </p:txBody>
      </p:sp>
      <p:sp>
        <p:nvSpPr>
          <p:cNvPr id="4" name="灯片编号占位符 3"/>
          <p:cNvSpPr>
            <a:spLocks noGrp="1"/>
          </p:cNvSpPr>
          <p:nvPr>
            <p:ph type="sldNum" sz="quarter" idx="5"/>
          </p:nvPr>
        </p:nvSpPr>
        <p:spPr/>
        <p:txBody>
          <a:bodyPr/>
          <a:lstStyle/>
          <a:p>
            <a:fld id="{99FE67DE-5FB7-4559-9814-A2C84A92479C}" type="slidenum">
              <a:rPr lang="en-US" smtClean="0"/>
              <a:t>51</a:t>
            </a:fld>
            <a:endParaRPr lang="en-US"/>
          </a:p>
        </p:txBody>
      </p:sp>
    </p:spTree>
    <p:extLst>
      <p:ext uri="{BB962C8B-B14F-4D97-AF65-F5344CB8AC3E}">
        <p14:creationId xmlns:p14="http://schemas.microsoft.com/office/powerpoint/2010/main" val="128796684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en-GB"/>
          </a:p>
        </p:txBody>
      </p:sp>
      <p:sp>
        <p:nvSpPr>
          <p:cNvPr id="3" name="备注占位符 2"/>
          <p:cNvSpPr>
            <a:spLocks noGrp="1"/>
          </p:cNvSpPr>
          <p:nvPr>
            <p:ph type="body" idx="1"/>
          </p:nvPr>
        </p:nvSpPr>
        <p:spPr/>
        <p:txBody>
          <a:bodyPr/>
          <a:lstStyle/>
          <a:p>
            <a:endParaRPr lang="en-US"/>
          </a:p>
        </p:txBody>
      </p:sp>
      <p:sp>
        <p:nvSpPr>
          <p:cNvPr id="4" name="灯片编号占位符 3"/>
          <p:cNvSpPr>
            <a:spLocks noGrp="1"/>
          </p:cNvSpPr>
          <p:nvPr>
            <p:ph type="sldNum" sz="quarter" idx="5"/>
          </p:nvPr>
        </p:nvSpPr>
        <p:spPr/>
        <p:txBody>
          <a:bodyPr/>
          <a:lstStyle/>
          <a:p>
            <a:fld id="{99FE67DE-5FB7-4559-9814-A2C84A92479C}" type="slidenum">
              <a:rPr lang="en-US" smtClean="0"/>
              <a:t>52</a:t>
            </a:fld>
            <a:endParaRPr lang="en-US"/>
          </a:p>
        </p:txBody>
      </p:sp>
    </p:spTree>
    <p:extLst>
      <p:ext uri="{BB962C8B-B14F-4D97-AF65-F5344CB8AC3E}">
        <p14:creationId xmlns:p14="http://schemas.microsoft.com/office/powerpoint/2010/main" val="1540490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影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en-US"/>
          </a:p>
        </p:txBody>
      </p:sp>
      <p:sp>
        <p:nvSpPr>
          <p:cNvPr id="4" name="投影片編號版面配置區 3"/>
          <p:cNvSpPr>
            <a:spLocks noGrp="1"/>
          </p:cNvSpPr>
          <p:nvPr>
            <p:ph type="sldNum" sz="quarter" idx="5"/>
          </p:nvPr>
        </p:nvSpPr>
        <p:spPr/>
        <p:txBody>
          <a:bodyPr/>
          <a:lstStyle/>
          <a:p>
            <a:fld id="{F03673A8-9855-426C-9D25-1672AC7B80DD}" type="slidenum">
              <a:rPr lang="en-US" altLang="zh-TW" smtClean="0"/>
              <a:t>54</a:t>
            </a:fld>
            <a:endParaRPr lang="zh-TW" altLang="en-US"/>
          </a:p>
        </p:txBody>
      </p:sp>
    </p:spTree>
    <p:extLst>
      <p:ext uri="{BB962C8B-B14F-4D97-AF65-F5344CB8AC3E}">
        <p14:creationId xmlns:p14="http://schemas.microsoft.com/office/powerpoint/2010/main" val="78345192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en-GB"/>
          </a:p>
        </p:txBody>
      </p:sp>
      <p:sp>
        <p:nvSpPr>
          <p:cNvPr id="3" name="备注占位符 2"/>
          <p:cNvSpPr>
            <a:spLocks noGrp="1"/>
          </p:cNvSpPr>
          <p:nvPr>
            <p:ph type="body" idx="1"/>
          </p:nvPr>
        </p:nvSpPr>
        <p:spPr/>
        <p:txBody>
          <a:bodyPr/>
          <a:lstStyle/>
          <a:p>
            <a:endParaRPr lang="en-US"/>
          </a:p>
        </p:txBody>
      </p:sp>
      <p:sp>
        <p:nvSpPr>
          <p:cNvPr id="4" name="页脚占位符 3"/>
          <p:cNvSpPr>
            <a:spLocks noGrp="1"/>
          </p:cNvSpPr>
          <p:nvPr>
            <p:ph type="ftr" sz="quarter" idx="4"/>
          </p:nvPr>
        </p:nvSpPr>
        <p:spPr/>
        <p:txBody>
          <a:bodyPr/>
          <a:lstStyle/>
          <a:p>
            <a:r>
              <a:rPr lang="en-US" sz="800">
                <a:solidFill>
                  <a:schemeClr val="bg2"/>
                </a:solidFill>
              </a:rPr>
              <a:t>Presentation title | ONLY FOR INTERNAL USE</a:t>
            </a:r>
          </a:p>
        </p:txBody>
      </p:sp>
      <p:sp>
        <p:nvSpPr>
          <p:cNvPr id="5" name="灯片编号占位符 4"/>
          <p:cNvSpPr>
            <a:spLocks noGrp="1"/>
          </p:cNvSpPr>
          <p:nvPr>
            <p:ph type="sldNum" sz="quarter" idx="5"/>
          </p:nvPr>
        </p:nvSpPr>
        <p:spPr/>
        <p:txBody>
          <a:bodyPr/>
          <a:lstStyle/>
          <a:p>
            <a:fld id="{D388EF01-4040-4B6C-80FD-9D313BD6F632}" type="slidenum">
              <a:rPr lang="en-US" sz="800" smtClean="0">
                <a:solidFill>
                  <a:schemeClr val="bg2"/>
                </a:solidFill>
              </a:rPr>
              <a:pPr/>
              <a:t>55</a:t>
            </a:fld>
            <a:endParaRPr lang="en-US" sz="800">
              <a:solidFill>
                <a:schemeClr val="bg2"/>
              </a:solidFill>
            </a:endParaRPr>
          </a:p>
        </p:txBody>
      </p:sp>
    </p:spTree>
    <p:extLst>
      <p:ext uri="{BB962C8B-B14F-4D97-AF65-F5344CB8AC3E}">
        <p14:creationId xmlns:p14="http://schemas.microsoft.com/office/powerpoint/2010/main" val="158573207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2B21E8-B7FA-486B-FFD9-669B33DB7A7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D9116D5-6734-E301-6BDD-A372E797727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20421EE-AD2D-5CB0-3283-3636308C15D3}"/>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822C8F09-34AD-2B70-7793-BC2CF245962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CB4BB5-E309-45E5-BB7A-A4E8DEB8599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833608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476250" y="611188"/>
            <a:ext cx="5903913" cy="3321050"/>
          </a:xfrm>
        </p:spPr>
      </p:sp>
      <p:sp>
        <p:nvSpPr>
          <p:cNvPr id="3" name="备注占位符 2"/>
          <p:cNvSpPr>
            <a:spLocks noGrp="1"/>
          </p:cNvSpPr>
          <p:nvPr>
            <p:ph type="body" idx="1"/>
          </p:nvPr>
        </p:nvSpPr>
        <p:spPr/>
        <p:txBody>
          <a:bodyPr/>
          <a:lstStyle/>
          <a:p>
            <a:endParaRPr lang="zh-CN" altLang="en-US"/>
          </a:p>
        </p:txBody>
      </p:sp>
      <p:sp>
        <p:nvSpPr>
          <p:cNvPr id="4" name="页脚占位符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rPr>
              <a:t>Presentation title    |    ONLY FOR INTERNAL USE</a:t>
            </a:r>
          </a:p>
        </p:txBody>
      </p:sp>
      <p:sp>
        <p:nvSpPr>
          <p:cNvPr id="5" name="灯片编号占位符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08312A"/>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403314371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699346-3147-23A2-17EA-BCAC3271EBC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2E286A0-D0B8-E7E2-1402-27E6A08CAF09}"/>
              </a:ext>
            </a:extLst>
          </p:cNvPr>
          <p:cNvSpPr>
            <a:spLocks noGrp="1" noRot="1" noChangeAspect="1"/>
          </p:cNvSpPr>
          <p:nvPr>
            <p:ph type="sldImg"/>
          </p:nvPr>
        </p:nvSpPr>
        <p:spPr>
          <a:xfrm>
            <a:off x="476250" y="611188"/>
            <a:ext cx="5903913" cy="3321050"/>
          </a:xfrm>
        </p:spPr>
      </p:sp>
      <p:sp>
        <p:nvSpPr>
          <p:cNvPr id="3" name="备注占位符 2">
            <a:extLst>
              <a:ext uri="{FF2B5EF4-FFF2-40B4-BE49-F238E27FC236}">
                <a16:creationId xmlns:a16="http://schemas.microsoft.com/office/drawing/2014/main" id="{99FD69BE-4A2C-BD9C-E4CC-F1E442D64CF8}"/>
              </a:ext>
            </a:extLst>
          </p:cNvPr>
          <p:cNvSpPr>
            <a:spLocks noGrp="1"/>
          </p:cNvSpPr>
          <p:nvPr>
            <p:ph type="body" idx="1"/>
          </p:nvPr>
        </p:nvSpPr>
        <p:spPr/>
        <p:txBody>
          <a:bodyPr/>
          <a:lstStyle/>
          <a:p>
            <a:pPr marL="0" indent="0">
              <a:buNone/>
            </a:pPr>
            <a:endParaRPr lang="zh-CN" altLang="en-US"/>
          </a:p>
        </p:txBody>
      </p:sp>
      <p:sp>
        <p:nvSpPr>
          <p:cNvPr id="4" name="页脚占位符 3">
            <a:extLst>
              <a:ext uri="{FF2B5EF4-FFF2-40B4-BE49-F238E27FC236}">
                <a16:creationId xmlns:a16="http://schemas.microsoft.com/office/drawing/2014/main" id="{CCCCCF7D-1E60-02A4-15F7-124F94B16F4E}"/>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rPr>
              <a:t>Presentation title    |    ONLY FOR INTERNAL USE</a:t>
            </a:r>
          </a:p>
        </p:txBody>
      </p:sp>
      <p:sp>
        <p:nvSpPr>
          <p:cNvPr id="5" name="灯片编号占位符 4">
            <a:extLst>
              <a:ext uri="{FF2B5EF4-FFF2-40B4-BE49-F238E27FC236}">
                <a16:creationId xmlns:a16="http://schemas.microsoft.com/office/drawing/2014/main" id="{AD3EEF0E-F2CC-C432-1580-24B463F054E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08312A"/>
                </a:solidFill>
                <a:effectLst/>
                <a:uLnTx/>
                <a:uFillTx/>
                <a:latin typeface="Boehringer Forward Text" panose="0200050000000002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800" b="0" i="0" u="none" strike="noStrike" kern="1200" cap="none" spc="0" normalizeH="0" baseline="0" noProof="0">
              <a:ln>
                <a:noFill/>
              </a:ln>
              <a:solidFill>
                <a:srgbClr val="08312A"/>
              </a:solidFill>
              <a:effectLst/>
              <a:uLnTx/>
              <a:uFillTx/>
              <a:latin typeface="Boehringer Forward Text" panose="02000500000000020000" pitchFamily="2" charset="0"/>
              <a:ea typeface="+mn-ea"/>
              <a:cs typeface="+mn-cs"/>
            </a:endParaRPr>
          </a:p>
        </p:txBody>
      </p:sp>
    </p:spTree>
    <p:extLst>
      <p:ext uri="{BB962C8B-B14F-4D97-AF65-F5344CB8AC3E}">
        <p14:creationId xmlns:p14="http://schemas.microsoft.com/office/powerpoint/2010/main" val="325554762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13B1F0-8126-F53A-5F5E-96254837747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AEB3351-8CBD-AF47-FC5C-1708D8FCB97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1FD971C-360B-B67F-19BB-498B483530C3}"/>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37D0883E-0E02-345E-5A19-03ED3517CA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CB4BB5-E309-45E5-BB7A-A4E8DEB8599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92344819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a:t>Site number: China 21</a:t>
            </a:r>
            <a:r>
              <a:rPr lang="zh-CN" altLang="en-US"/>
              <a:t>， </a:t>
            </a:r>
            <a:r>
              <a:rPr lang="en-US" altLang="zh-CN"/>
              <a:t>HK 1</a:t>
            </a:r>
            <a:r>
              <a:rPr lang="zh-CN" altLang="en-US"/>
              <a:t>， </a:t>
            </a:r>
            <a:r>
              <a:rPr lang="en-US" altLang="zh-CN"/>
              <a:t>TW 6 </a:t>
            </a:r>
          </a:p>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62366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94851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9FE67DE-5FB7-4559-9814-A2C84A9247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965338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AB0507-E97C-033D-A181-38572A8239C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B4EDCE1-07C5-9EF0-A918-88F5B1BAF35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75D663A-E33B-751A-2E4E-88270EBCCD7C}"/>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5A1AEF79-9115-7977-969F-FE355CD92A4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CB4BB5-E309-45E5-BB7A-A4E8DEB85991}"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05599903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76250" y="611188"/>
            <a:ext cx="5903913" cy="3321050"/>
          </a:xfrm>
        </p:spPr>
      </p:sp>
      <p:sp>
        <p:nvSpPr>
          <p:cNvPr id="3" name="Notes Placeholder 2"/>
          <p:cNvSpPr>
            <a:spLocks noGrp="1"/>
          </p:cNvSpPr>
          <p:nvPr>
            <p:ph type="body" idx="1"/>
          </p:nvPr>
        </p:nvSpPr>
        <p:spPr/>
        <p:txBody>
          <a:bodyPr/>
          <a:lstStyle/>
          <a:p>
            <a:endParaRPr lang="de-DE"/>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E7E6E6"/>
                </a:solidFill>
                <a:effectLst/>
                <a:uLnTx/>
                <a:uFillTx/>
                <a:latin typeface="等线" panose="020F0502020204030204"/>
                <a:ea typeface="+mn-ea"/>
                <a:cs typeface="+mn-cs"/>
              </a:rPr>
              <a:t>Presentation title    |    ONLY FOR INTERNAL USE</a:t>
            </a:r>
          </a:p>
        </p:txBody>
      </p:sp>
      <p:sp>
        <p:nvSpPr>
          <p:cNvPr id="5" name="Slide Number Placehold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88EF01-4040-4B6C-80FD-9D313BD6F632}" type="slidenum">
              <a:rPr kumimoji="0" lang="en-US" sz="800" b="0" i="0" u="none" strike="noStrike" kern="1200" cap="none" spc="0" normalizeH="0" baseline="0" noProof="0" smtClean="0">
                <a:ln>
                  <a:noFill/>
                </a:ln>
                <a:solidFill>
                  <a:srgbClr val="E7E6E6"/>
                </a:solidFill>
                <a:effectLst/>
                <a:uLnTx/>
                <a:uFillTx/>
                <a:latin typeface="等线"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800" b="0" i="0" u="none" strike="noStrike" kern="1200" cap="none" spc="0" normalizeH="0" baseline="0" noProof="0">
              <a:ln>
                <a:noFill/>
              </a:ln>
              <a:solidFill>
                <a:srgbClr val="E7E6E6"/>
              </a:solidFill>
              <a:effectLst/>
              <a:uLnTx/>
              <a:uFillTx/>
              <a:latin typeface="等线" panose="020F0502020204030204"/>
              <a:ea typeface="+mn-ea"/>
              <a:cs typeface="+mn-cs"/>
            </a:endParaRPr>
          </a:p>
        </p:txBody>
      </p:sp>
    </p:spTree>
    <p:extLst>
      <p:ext uri="{BB962C8B-B14F-4D97-AF65-F5344CB8AC3E}">
        <p14:creationId xmlns:p14="http://schemas.microsoft.com/office/powerpoint/2010/main" val="342309656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9DE5BF-3B48-4965-B978-E7D07ADFFD5D}"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80853588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56CB35-CD55-0ABE-F531-2DA87A94678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2F82398-8018-C273-FA27-B0D7C8E9450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96056E6-0218-E7F2-D40C-7F3A4844CE9F}"/>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E2794F07-2DD8-077D-239F-3AE3B6C5DA1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CB4BB5-E309-45E5-BB7A-A4E8DEB85991}"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61703328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9F47D0-AEE0-4659-08BE-1CD0B9B2C90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C581E10-FD4E-CD0E-1521-59CA0CEBB95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D55A967-697C-3B9D-2F4D-A751D1754BDF}"/>
              </a:ext>
            </a:extLst>
          </p:cNvPr>
          <p:cNvSpPr>
            <a:spLocks noGrp="1"/>
          </p:cNvSpPr>
          <p:nvPr>
            <p:ph type="body" idx="1"/>
          </p:nvPr>
        </p:nvSpPr>
        <p:spPr/>
        <p:txBody>
          <a:bodyPr/>
          <a:lstStyle/>
          <a:p>
            <a:r>
              <a:rPr lang="zh-CN" altLang="en-US"/>
              <a:t>河南科技大学附属第一医院 </a:t>
            </a:r>
          </a:p>
        </p:txBody>
      </p:sp>
      <p:sp>
        <p:nvSpPr>
          <p:cNvPr id="4" name="灯片编号占位符 3">
            <a:extLst>
              <a:ext uri="{FF2B5EF4-FFF2-40B4-BE49-F238E27FC236}">
                <a16:creationId xmlns:a16="http://schemas.microsoft.com/office/drawing/2014/main" id="{B7C53630-985E-D8E8-DFF4-B8876242E2BC}"/>
              </a:ext>
            </a:extLst>
          </p:cNvPr>
          <p:cNvSpPr>
            <a:spLocks noGrp="1"/>
          </p:cNvSpPr>
          <p:nvPr>
            <p:ph type="sldNum" sz="quarter" idx="5"/>
          </p:nvPr>
        </p:nvSpPr>
        <p:spPr/>
        <p:txBody>
          <a:bodyPr/>
          <a:lstStyle/>
          <a:p>
            <a:fld id="{299DE5BF-3B48-4965-B978-E7D07ADFFD5D}" type="slidenum">
              <a:rPr lang="zh-CN" altLang="en-US" smtClean="0"/>
              <a:t>82</a:t>
            </a:fld>
            <a:endParaRPr lang="zh-CN" altLang="en-US"/>
          </a:p>
        </p:txBody>
      </p:sp>
    </p:spTree>
    <p:extLst>
      <p:ext uri="{BB962C8B-B14F-4D97-AF65-F5344CB8AC3E}">
        <p14:creationId xmlns:p14="http://schemas.microsoft.com/office/powerpoint/2010/main" val="207162800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4AB13E-3786-5DA3-382D-538F25577BD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799947F-D45D-DF4C-7DF0-B7E8D6D87A6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95647D2-014C-13CA-D469-FD68C8496D9A}"/>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7834FB1-920E-72E8-989A-940860231922}"/>
              </a:ext>
            </a:extLst>
          </p:cNvPr>
          <p:cNvSpPr>
            <a:spLocks noGrp="1"/>
          </p:cNvSpPr>
          <p:nvPr>
            <p:ph type="sldNum" sz="quarter" idx="5"/>
          </p:nvPr>
        </p:nvSpPr>
        <p:spPr/>
        <p:txBody>
          <a:bodyPr/>
          <a:lstStyle/>
          <a:p>
            <a:fld id="{299DE5BF-3B48-4965-B978-E7D07ADFFD5D}" type="slidenum">
              <a:rPr lang="zh-CN" altLang="en-US" smtClean="0"/>
              <a:t>84</a:t>
            </a:fld>
            <a:endParaRPr lang="zh-CN" altLang="en-US"/>
          </a:p>
        </p:txBody>
      </p:sp>
    </p:spTree>
    <p:extLst>
      <p:ext uri="{BB962C8B-B14F-4D97-AF65-F5344CB8AC3E}">
        <p14:creationId xmlns:p14="http://schemas.microsoft.com/office/powerpoint/2010/main" val="330584763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CA5BB2-AF78-0329-4E07-8228627FCD9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230A822-B852-6029-3DFB-F9FF4603C24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EC867CA-4C9F-BFF1-53FE-955AC8ED4BB2}"/>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B0254E4D-FCC8-DC05-9A9C-1AD7A767625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9DE5BF-3B48-4965-B978-E7D07ADFFD5D}"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14909515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82359-FFFB-AEF3-DAE8-135F46FC1C4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B2B7E7C-FEF0-0F77-249C-0B7B7F135C3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98960B5-67BC-D312-5E5B-B7C48D99FDCD}"/>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D60444E7-CB4D-3E28-A6CA-E6527CEDB4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9DE5BF-3B48-4965-B978-E7D07ADFFD5D}"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7685527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MSA</a:t>
            </a:r>
            <a:r>
              <a:rPr lang="zh-CN" altLang="en-US"/>
              <a:t>推翻 目前确定不可走新</a:t>
            </a:r>
            <a:r>
              <a:rPr lang="en-US" altLang="zh-CN"/>
              <a:t>CTA</a:t>
            </a:r>
            <a:r>
              <a:rPr lang="zh-CN" altLang="en-US"/>
              <a:t>流程 </a:t>
            </a:r>
          </a:p>
        </p:txBody>
      </p:sp>
      <p:sp>
        <p:nvSpPr>
          <p:cNvPr id="4" name="灯片编号占位符 3"/>
          <p:cNvSpPr>
            <a:spLocks noGrp="1"/>
          </p:cNvSpPr>
          <p:nvPr>
            <p:ph type="sldNum" sz="quarter" idx="5"/>
          </p:nvPr>
        </p:nvSpPr>
        <p:spPr/>
        <p:txBody>
          <a:bodyPr/>
          <a:lstStyle/>
          <a:p>
            <a:fld id="{299DE5BF-3B48-4965-B978-E7D07ADFFD5D}" type="slidenum">
              <a:rPr lang="zh-CN" altLang="en-US" smtClean="0"/>
              <a:t>92</a:t>
            </a:fld>
            <a:endParaRPr lang="zh-CN" altLang="en-US"/>
          </a:p>
        </p:txBody>
      </p:sp>
    </p:spTree>
    <p:extLst>
      <p:ext uri="{BB962C8B-B14F-4D97-AF65-F5344CB8AC3E}">
        <p14:creationId xmlns:p14="http://schemas.microsoft.com/office/powerpoint/2010/main" val="154466404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You see the high level development plans for both programs shown here. IPF is currently conducting a Ph </a:t>
            </a:r>
            <a:r>
              <a:rPr lang="en-US" err="1"/>
              <a:t>IIa</a:t>
            </a:r>
            <a:r>
              <a:rPr lang="en-US"/>
              <a:t> PoC study. MASH is about to initiate an inpatient cohort in the MRD. PoC and Lauch for the two compounds is separated by ~ 3 years.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0BD463-D209-4FAB-A722-B2AFE81AC984}" type="slidenum">
              <a:rPr kumimoji="0" lang="de-DE" sz="1200" b="0" i="0" u="none" strike="noStrike" kern="1200" cap="none" spc="0" normalizeH="0" baseline="0" noProof="0" smtClean="0">
                <a:ln>
                  <a:noFill/>
                </a:ln>
                <a:solidFill>
                  <a:prstClr val="black"/>
                </a:solidFill>
                <a:effectLst/>
                <a:uLnTx/>
                <a:uFillTx/>
                <a:latin typeface="BISansOpt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de-DE" sz="1200" b="0" i="0" u="none" strike="noStrike" kern="1200" cap="none" spc="0" normalizeH="0" baseline="0" noProof="0">
              <a:ln>
                <a:noFill/>
              </a:ln>
              <a:solidFill>
                <a:prstClr val="black"/>
              </a:solidFill>
              <a:effectLst/>
              <a:uLnTx/>
              <a:uFillTx/>
              <a:latin typeface="BISansOpti"/>
              <a:ea typeface="+mn-ea"/>
              <a:cs typeface="+mn-cs"/>
            </a:endParaRPr>
          </a:p>
        </p:txBody>
      </p:sp>
    </p:spTree>
    <p:extLst>
      <p:ext uri="{BB962C8B-B14F-4D97-AF65-F5344CB8AC3E}">
        <p14:creationId xmlns:p14="http://schemas.microsoft.com/office/powerpoint/2010/main" val="107726753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1">
              <a:buClr>
                <a:srgbClr val="08312A"/>
              </a:buClr>
              <a:defRPr/>
            </a:pPr>
            <a:r>
              <a:rPr kumimoji="0" lang="en-US" sz="1100" b="0" i="0" u="none" strike="noStrike" kern="0" cap="none" spc="0" normalizeH="0" baseline="0" noProof="0">
                <a:ln>
                  <a:noFill/>
                </a:ln>
                <a:solidFill>
                  <a:prstClr val="black"/>
                </a:solidFill>
                <a:effectLst/>
                <a:uLnTx/>
                <a:uFillTx/>
                <a:latin typeface="Boehringer Forward Text"/>
                <a:ea typeface="+mn-ea"/>
                <a:cs typeface="Arial"/>
              </a:rPr>
              <a:t>Minimal dose for FR </a:t>
            </a:r>
            <a:r>
              <a:rPr kumimoji="0" lang="en-US" sz="1100" b="0" i="0" u="none" strike="noStrike" kern="0" cap="none" spc="0" normalizeH="0" baseline="0" noProof="0" err="1">
                <a:ln>
                  <a:noFill/>
                </a:ln>
                <a:solidFill>
                  <a:prstClr val="black"/>
                </a:solidFill>
                <a:effectLst/>
                <a:uLnTx/>
                <a:uFillTx/>
                <a:latin typeface="Boehringer Forward Text"/>
                <a:ea typeface="+mn-ea"/>
                <a:cs typeface="Arial"/>
              </a:rPr>
              <a:t>s.c.</a:t>
            </a:r>
            <a:r>
              <a:rPr kumimoji="0" lang="en-US" sz="1100" b="0" i="0" u="none" strike="noStrike" kern="0" cap="none" spc="0" normalizeH="0" baseline="0" noProof="0">
                <a:ln>
                  <a:noFill/>
                </a:ln>
                <a:solidFill>
                  <a:prstClr val="black"/>
                </a:solidFill>
                <a:effectLst/>
                <a:uLnTx/>
                <a:uFillTx/>
                <a:latin typeface="Boehringer Forward Text"/>
                <a:ea typeface="+mn-ea"/>
                <a:cs typeface="Arial"/>
              </a:rPr>
              <a:t> in MASH: 750 mg Q4W</a:t>
            </a:r>
            <a:r>
              <a:rPr kumimoji="0" lang="en-US" sz="1100" b="0" i="0" u="none" kern="0" cap="none" spc="0" normalizeH="0" baseline="0" noProof="0">
                <a:ln>
                  <a:noFill/>
                </a:ln>
                <a:effectLst/>
                <a:uLnTx/>
                <a:uFillTx/>
                <a:latin typeface="Boehringer Forward Text"/>
                <a:ea typeface="+mn-ea"/>
                <a:cs typeface="Arial"/>
              </a:rPr>
              <a:t>,</a:t>
            </a:r>
            <a:r>
              <a:rPr lang="en-US" sz="1100" b="0">
                <a:latin typeface="Boehringer Forward Text"/>
              </a:rPr>
              <a:t> </a:t>
            </a:r>
            <a:r>
              <a:rPr lang="de-DE" sz="1100" b="0">
                <a:latin typeface="Boehringer Forward Text"/>
              </a:rPr>
              <a:t>100 mg Q1W - not feasible with autoinjector / pen (limited volume) and TPP respectively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0BD463-D209-4FAB-A722-B2AFE81AC984}" type="slidenum">
              <a:rPr kumimoji="0" lang="de-DE" sz="1200" b="0" i="0" u="none" strike="noStrike" kern="1200" cap="none" spc="0" normalizeH="0" baseline="0" noProof="0" smtClean="0">
                <a:ln>
                  <a:noFill/>
                </a:ln>
                <a:solidFill>
                  <a:prstClr val="black"/>
                </a:solidFill>
                <a:effectLst/>
                <a:uLnTx/>
                <a:uFillTx/>
                <a:latin typeface="BISansOpt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de-DE" sz="1200" b="0" i="0" u="none" strike="noStrike" kern="1200" cap="none" spc="0" normalizeH="0" baseline="0" noProof="0">
              <a:ln>
                <a:noFill/>
              </a:ln>
              <a:solidFill>
                <a:prstClr val="black"/>
              </a:solidFill>
              <a:effectLst/>
              <a:uLnTx/>
              <a:uFillTx/>
              <a:latin typeface="BISansOpti"/>
              <a:ea typeface="+mn-ea"/>
              <a:cs typeface="+mn-cs"/>
            </a:endParaRPr>
          </a:p>
        </p:txBody>
      </p:sp>
    </p:spTree>
    <p:extLst>
      <p:ext uri="{BB962C8B-B14F-4D97-AF65-F5344CB8AC3E}">
        <p14:creationId xmlns:p14="http://schemas.microsoft.com/office/powerpoint/2010/main" val="17089669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xml"/><Relationship Id="rId4"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xml"/><Relationship Id="rId4" Type="http://schemas.openxmlformats.org/officeDocument/2006/relationships/image" Target="../media/image8.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xml"/><Relationship Id="rId4" Type="http://schemas.openxmlformats.org/officeDocument/2006/relationships/image" Target="../media/image1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hyperlink" Target="https://brand.boehringer-ingelheim.com/document/650#/color/introduction-color" TargetMode="External"/><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2.xml"/><Relationship Id="rId4" Type="http://schemas.openxmlformats.org/officeDocument/2006/relationships/image" Target="../media/image8.pn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2.xml"/><Relationship Id="rId4" Type="http://schemas.openxmlformats.org/officeDocument/2006/relationships/image" Target="../media/image8.png"/></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2.xml"/><Relationship Id="rId4" Type="http://schemas.openxmlformats.org/officeDocument/2006/relationships/image" Target="../media/image8.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sv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16.sv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4.svg"/><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7.svg"/><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svg"/><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16.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4.svg"/><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1.jpeg"/><Relationship Id="rId1" Type="http://schemas.openxmlformats.org/officeDocument/2006/relationships/slideMaster" Target="../slideMasters/slideMaster4.xml"/><Relationship Id="rId4" Type="http://schemas.openxmlformats.org/officeDocument/2006/relationships/image" Target="../media/image19.emf"/></Relationships>
</file>

<file path=ppt/slideLayouts/_rels/slideLayout222.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1.jpeg"/><Relationship Id="rId1" Type="http://schemas.openxmlformats.org/officeDocument/2006/relationships/slideMaster" Target="../slideMasters/slideMaster4.xml"/><Relationship Id="rId4" Type="http://schemas.openxmlformats.org/officeDocument/2006/relationships/image" Target="../media/image19.emf"/></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emf"/><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5.xml"/></Relationships>
</file>

<file path=ppt/slideLayouts/_rels/slideLayout23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5.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5.xml"/><Relationship Id="rId4" Type="http://schemas.openxmlformats.org/officeDocument/2006/relationships/image" Target="../media/image8.png"/></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5.xml"/><Relationship Id="rId4" Type="http://schemas.openxmlformats.org/officeDocument/2006/relationships/image" Target="../media/image8.png"/></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5.xml"/><Relationship Id="rId4" Type="http://schemas.openxmlformats.org/officeDocument/2006/relationships/image" Target="../media/image8.png"/></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5.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8.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7.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7.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3" Type="http://schemas.openxmlformats.org/officeDocument/2006/relationships/hyperlink" Target="https://www.boehringer-ingelheim.com/" TargetMode="External"/><Relationship Id="rId2" Type="http://schemas.openxmlformats.org/officeDocument/2006/relationships/image" Target="../media/image27.svg"/><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8.xml"/></Relationships>
</file>

<file path=ppt/slideLayouts/_rels/slideLayout315.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8.xml"/></Relationships>
</file>

<file path=ppt/slideLayouts/_rels/slideLayout316.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8.xml"/><Relationship Id="rId4" Type="http://schemas.openxmlformats.org/officeDocument/2006/relationships/image" Target="../media/image8.png"/></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8.xml"/><Relationship Id="rId4" Type="http://schemas.openxmlformats.org/officeDocument/2006/relationships/image" Target="../media/image8.png"/></Relationships>
</file>

<file path=ppt/slideLayouts/_rels/slideLayout318.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8.xml"/><Relationship Id="rId4" Type="http://schemas.openxmlformats.org/officeDocument/2006/relationships/image" Target="../media/image8.png"/></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8.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4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svg"/><Relationship Id="rId1" Type="http://schemas.openxmlformats.org/officeDocument/2006/relationships/slideMaster" Target="../slideMasters/slideMaster9.xml"/></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9.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9.xml"/><Relationship Id="rId4" Type="http://schemas.openxmlformats.org/officeDocument/2006/relationships/image" Target="../media/image8.png"/></Relationships>
</file>

<file path=ppt/slideLayouts/_rels/slideLayout35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svg"/><Relationship Id="rId1" Type="http://schemas.openxmlformats.org/officeDocument/2006/relationships/slideMaster" Target="../slideMasters/slideMaster9.xml"/><Relationship Id="rId4" Type="http://schemas.openxmlformats.org/officeDocument/2006/relationships/image" Target="../media/image8.png"/></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16.svg"/><Relationship Id="rId1" Type="http://schemas.openxmlformats.org/officeDocument/2006/relationships/slideMaster" Target="../slideMasters/slideMaster9.xml"/><Relationship Id="rId4" Type="http://schemas.openxmlformats.org/officeDocument/2006/relationships/image" Target="../media/image8.png"/></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5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14.svg"/><Relationship Id="rId1" Type="http://schemas.openxmlformats.org/officeDocument/2006/relationships/slideMaster" Target="../slideMasters/slideMaster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9.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36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6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7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6.svg"/><Relationship Id="rId1" Type="http://schemas.openxmlformats.org/officeDocument/2006/relationships/slideMaster" Target="../slideMasters/slideMaster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1.xml.rels><?xml version="1.0" encoding="UTF-8" standalone="yes"?>
<Relationships xmlns="http://schemas.openxmlformats.org/package/2006/relationships"><Relationship Id="rId3" Type="http://schemas.openxmlformats.org/officeDocument/2006/relationships/image" Target="../media/image28.emf"/><Relationship Id="rId2" Type="http://schemas.openxmlformats.org/officeDocument/2006/relationships/package" Target="../embeddings/Microsoft_Word_Document.docx"/><Relationship Id="rId1" Type="http://schemas.openxmlformats.org/officeDocument/2006/relationships/slideMaster" Target="../slideMasters/slideMaster9.xml"/></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0.xml"/></Relationships>
</file>

<file path=ppt/slideLayouts/_rels/slideLayout38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0.xml"/></Relationships>
</file>

<file path=ppt/slideLayouts/_rels/slideLayout384.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0.xml"/><Relationship Id="rId4" Type="http://schemas.openxmlformats.org/officeDocument/2006/relationships/image" Target="../media/image8.png"/></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0.xml"/><Relationship Id="rId4" Type="http://schemas.openxmlformats.org/officeDocument/2006/relationships/image" Target="../media/image8.png"/></Relationships>
</file>

<file path=ppt/slideLayouts/_rels/slideLayout386.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39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3.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8.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svg"/><Relationship Id="rId1" Type="http://schemas.openxmlformats.org/officeDocument/2006/relationships/slideMaster" Target="../slideMasters/slideMaster10.xml"/><Relationship Id="rId6" Type="http://schemas.openxmlformats.org/officeDocument/2006/relationships/image" Target="../media/image33.svg"/><Relationship Id="rId5" Type="http://schemas.openxmlformats.org/officeDocument/2006/relationships/image" Target="../media/image32.svg"/><Relationship Id="rId4" Type="http://schemas.openxmlformats.org/officeDocument/2006/relationships/image" Target="../media/image31.svg"/></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0.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4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4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4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0.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0.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2.xml.rels><?xml version="1.0" encoding="UTF-8" standalone="yes"?>
<Relationships xmlns="http://schemas.openxmlformats.org/package/2006/relationships"><Relationship Id="rId3" Type="http://schemas.openxmlformats.org/officeDocument/2006/relationships/slideMaster" Target="../slideMasters/slideMaster10.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image" Target="../media/image13.png"/><Relationship Id="rId5" Type="http://schemas.openxmlformats.org/officeDocument/2006/relationships/image" Target="../media/image34.emf"/><Relationship Id="rId4" Type="http://schemas.openxmlformats.org/officeDocument/2006/relationships/oleObject" Target="../embeddings/oleObject1.bin"/></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Master" Target="../slideMasters/slideMaster10.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1.xml"/></Relationships>
</file>

<file path=ppt/slideLayouts/_rels/slideLayout43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1.xml"/></Relationships>
</file>

<file path=ppt/slideLayouts/_rels/slideLayout434.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1.xml"/><Relationship Id="rId4" Type="http://schemas.openxmlformats.org/officeDocument/2006/relationships/image" Target="../media/image8.png"/></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1.xml"/><Relationship Id="rId4" Type="http://schemas.openxmlformats.org/officeDocument/2006/relationships/image" Target="../media/image8.png"/></Relationships>
</file>

<file path=ppt/slideLayouts/_rels/slideLayout436.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1.xml"/><Relationship Id="rId4" Type="http://schemas.openxmlformats.org/officeDocument/2006/relationships/image" Target="../media/image8.png"/></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4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4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45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5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5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5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5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1.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1.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6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1.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1.xml"/></Relationships>
</file>

<file path=ppt/slideLayouts/_rels/slideLayout467.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2.xml"/></Relationships>
</file>

<file path=ppt/slideLayouts/_rels/slideLayout468.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2.xml"/></Relationships>
</file>

<file path=ppt/slideLayouts/_rels/slideLayout469.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470.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7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2.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81.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48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48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9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9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9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2.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9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2.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0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2.xml"/></Relationships>
</file>

<file path=ppt/slideLayouts/_rels/slideLayout50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3.xml"/></Relationships>
</file>

<file path=ppt/slideLayouts/_rels/slideLayout50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3.xml"/></Relationships>
</file>

<file path=ppt/slideLayouts/_rels/slideLayout50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50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50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1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3.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5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5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5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2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9.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4.xml"/></Relationships>
</file>

<file path=ppt/slideLayouts/_rels/slideLayout540.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svg"/><Relationship Id="rId1" Type="http://schemas.openxmlformats.org/officeDocument/2006/relationships/slideMaster" Target="../slideMasters/slideMaster14.xml"/></Relationships>
</file>

<file path=ppt/slideLayouts/_rels/slideLayout54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54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sv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54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sv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4.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53.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5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svg"/><Relationship Id="rId1" Type="http://schemas.openxmlformats.org/officeDocument/2006/relationships/slideMaster" Target="../slideMasters/slideMaster1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4.xml"/><Relationship Id="rId1" Type="http://schemas.openxmlformats.org/officeDocument/2006/relationships/tags" Target="../tags/tag4.xml"/><Relationship Id="rId5" Type="http://schemas.openxmlformats.org/officeDocument/2006/relationships/image" Target="../media/image13.png"/><Relationship Id="rId4" Type="http://schemas.openxmlformats.org/officeDocument/2006/relationships/image" Target="../media/image42.emf"/></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4.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4.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80.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svg"/><Relationship Id="rId1" Type="http://schemas.openxmlformats.org/officeDocument/2006/relationships/slideMaster" Target="../slideMasters/slideMaster15.xml"/></Relationships>
</file>

<file path=ppt/slideLayouts/_rels/slideLayout581.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Slide library     |     ONLY FOR INTERNAL USE</a:t>
            </a:r>
          </a:p>
        </p:txBody>
      </p:sp>
    </p:spTree>
    <p:extLst>
      <p:ext uri="{BB962C8B-B14F-4D97-AF65-F5344CB8AC3E}">
        <p14:creationId xmlns:p14="http://schemas.microsoft.com/office/powerpoint/2010/main" val="27548769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Slide library     |     ONLY FOR INTERNAL USE</a:t>
            </a:r>
          </a:p>
        </p:txBody>
      </p:sp>
    </p:spTree>
    <p:extLst>
      <p:ext uri="{BB962C8B-B14F-4D97-AF65-F5344CB8AC3E}">
        <p14:creationId xmlns:p14="http://schemas.microsoft.com/office/powerpoint/2010/main" val="22676159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Slide library     |     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1138726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Slide library     |     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2737578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24825" y="0"/>
            <a:ext cx="40671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Slide library     |     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7" name="Group 6">
            <a:extLst>
              <a:ext uri="{FF2B5EF4-FFF2-40B4-BE49-F238E27FC236}">
                <a16:creationId xmlns:a16="http://schemas.microsoft.com/office/drawing/2014/main" id="{A57EF9D1-8084-900C-7FA7-5911AE05DF6A}"/>
              </a:ext>
            </a:extLst>
          </p:cNvPr>
          <p:cNvGrpSpPr/>
          <p:nvPr userDrawn="1"/>
        </p:nvGrpSpPr>
        <p:grpSpPr>
          <a:xfrm>
            <a:off x="-1896888" y="-1"/>
            <a:ext cx="1715078" cy="3968906"/>
            <a:chOff x="-1896888" y="-1"/>
            <a:chExt cx="1715078" cy="3968906"/>
          </a:xfrm>
        </p:grpSpPr>
        <p:grpSp>
          <p:nvGrpSpPr>
            <p:cNvPr id="8" name="Group 7">
              <a:extLst>
                <a:ext uri="{FF2B5EF4-FFF2-40B4-BE49-F238E27FC236}">
                  <a16:creationId xmlns:a16="http://schemas.microsoft.com/office/drawing/2014/main" id="{159A983F-9F6F-A926-AEC5-4FACF9E2D074}"/>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0" name="TextBox 9">
                <a:extLst>
                  <a:ext uri="{FF2B5EF4-FFF2-40B4-BE49-F238E27FC236}">
                    <a16:creationId xmlns:a16="http://schemas.microsoft.com/office/drawing/2014/main" id="{983D953E-E380-CFC6-C92D-671FF1353240}"/>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6" name="TextBox 15">
                <a:extLst>
                  <a:ext uri="{FF2B5EF4-FFF2-40B4-BE49-F238E27FC236}">
                    <a16:creationId xmlns:a16="http://schemas.microsoft.com/office/drawing/2014/main" id="{7E977E43-9AC9-5DE8-872C-DE5721584781}"/>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9" name="Picture 8">
              <a:extLst>
                <a:ext uri="{FF2B5EF4-FFF2-40B4-BE49-F238E27FC236}">
                  <a16:creationId xmlns:a16="http://schemas.microsoft.com/office/drawing/2014/main" id="{E1FE6BE3-5F4F-7DFE-63C0-033BF7E3E590}"/>
                </a:ext>
              </a:extLst>
            </p:cNvPr>
            <p:cNvPicPr>
              <a:picLocks noChangeAspect="1"/>
            </p:cNvPicPr>
            <p:nvPr userDrawn="1"/>
          </p:nvPicPr>
          <p:blipFill>
            <a:blip r:embed="rId4"/>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665953690"/>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Slide library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5303573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Slide library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0" anchor="ctr" anchorCtr="0"/>
          <a:lstStyle>
            <a:lvl1pPr marL="0" indent="0" algn="l">
              <a:lnSpc>
                <a:spcPct val="100000"/>
              </a:lnSpc>
              <a:spcAft>
                <a:spcPts val="0"/>
              </a:spcAft>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675410738"/>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Slide library     |     ONLY FOR INTERNAL USE</a:t>
            </a:r>
          </a:p>
        </p:txBody>
      </p:sp>
    </p:spTree>
    <p:extLst>
      <p:ext uri="{BB962C8B-B14F-4D97-AF65-F5344CB8AC3E}">
        <p14:creationId xmlns:p14="http://schemas.microsoft.com/office/powerpoint/2010/main" val="3389991951"/>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Slide library     |     ONLY FOR INTERNAL USE</a:t>
            </a:r>
          </a:p>
        </p:txBody>
      </p:sp>
    </p:spTree>
    <p:extLst>
      <p:ext uri="{BB962C8B-B14F-4D97-AF65-F5344CB8AC3E}">
        <p14:creationId xmlns:p14="http://schemas.microsoft.com/office/powerpoint/2010/main" val="3706095183"/>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hapter divider (3)">
    <p:bg>
      <p:bgPr>
        <a:solidFill>
          <a:srgbClr val="F5CDB9"/>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Slide library     |     ONLY FOR INTERNAL USE</a:t>
            </a:r>
          </a:p>
        </p:txBody>
      </p:sp>
      <p:sp>
        <p:nvSpPr>
          <p:cNvPr id="4" name="TextBox 7">
            <a:extLst>
              <a:ext uri="{FF2B5EF4-FFF2-40B4-BE49-F238E27FC236}">
                <a16:creationId xmlns:a16="http://schemas.microsoft.com/office/drawing/2014/main" id="{3B76FB3B-4984-A424-6CA9-1864DFD0DA47}"/>
              </a:ext>
            </a:extLst>
          </p:cNvPr>
          <p:cNvSpPr txBox="1"/>
          <p:nvPr userDrawn="1"/>
        </p:nvSpPr>
        <p:spPr bwMode="gray">
          <a:xfrm>
            <a:off x="-1896888" y="1"/>
            <a:ext cx="1715078" cy="5028593"/>
          </a:xfrm>
          <a:prstGeom prst="rect">
            <a:avLst/>
          </a:prstGeom>
          <a:solidFill>
            <a:schemeClr val="bg1"/>
          </a:solidFill>
        </p:spPr>
        <p:txBody>
          <a:bodyPr wrap="square" lIns="108000" tIns="108000" rIns="108000" bIns="108000">
            <a:spAutoFit/>
          </a:bodyPr>
          <a:lstStyle/>
          <a:p>
            <a:pPr>
              <a:lnSpc>
                <a:spcPct val="120000"/>
              </a:lnSpc>
              <a:spcAft>
                <a:spcPts val="600"/>
              </a:spcAft>
            </a:pPr>
            <a:r>
              <a:rPr lang="en-US" sz="1100" b="1" i="0">
                <a:solidFill>
                  <a:schemeClr val="tx1"/>
                </a:solidFill>
                <a:effectLst/>
                <a:latin typeface="+mj-lt"/>
              </a:rPr>
              <a:t>To change the background color:</a:t>
            </a:r>
          </a:p>
          <a:p>
            <a:pPr marL="144000" indent="-144000">
              <a:lnSpc>
                <a:spcPct val="120000"/>
              </a:lnSpc>
              <a:spcAft>
                <a:spcPts val="600"/>
              </a:spcAft>
              <a:buFont typeface="+mj-lt"/>
              <a:buAutoNum type="arabicPeriod"/>
            </a:pPr>
            <a:r>
              <a:rPr lang="en-US" sz="900" i="0">
                <a:solidFill>
                  <a:schemeClr val="tx1"/>
                </a:solidFill>
                <a:effectLst/>
                <a:latin typeface="+mn-lt"/>
              </a:rPr>
              <a:t>Open the menu </a:t>
            </a:r>
            <a:r>
              <a:rPr lang="en-US" sz="900" i="0">
                <a:solidFill>
                  <a:schemeClr val="tx1"/>
                </a:solidFill>
              </a:rPr>
              <a:t>‘Format</a:t>
            </a:r>
            <a:r>
              <a:rPr lang="en-US" sz="900" i="0">
                <a:solidFill>
                  <a:schemeClr val="tx1"/>
                </a:solidFill>
                <a:effectLst/>
                <a:latin typeface="+mn-lt"/>
              </a:rPr>
              <a:t>’</a:t>
            </a:r>
          </a:p>
          <a:p>
            <a:pPr marL="144000" indent="-144000">
              <a:lnSpc>
                <a:spcPct val="120000"/>
              </a:lnSpc>
              <a:spcAft>
                <a:spcPts val="600"/>
              </a:spcAft>
              <a:buFont typeface="+mj-lt"/>
              <a:buAutoNum type="arabicPeriod"/>
            </a:pPr>
            <a:r>
              <a:rPr lang="en-US" sz="900" i="0">
                <a:solidFill>
                  <a:schemeClr val="tx1"/>
                </a:solidFill>
                <a:effectLst/>
                <a:latin typeface="+mn-lt"/>
              </a:rPr>
              <a:t>Choose ’Slide Background…’ </a:t>
            </a:r>
            <a:r>
              <a:rPr lang="en-US" sz="900" i="0">
                <a:solidFill>
                  <a:schemeClr val="tx1"/>
                </a:solidFill>
              </a:rPr>
              <a:t>and then the preferred secondary color via the color fill selection on the left.</a:t>
            </a:r>
          </a:p>
          <a:p>
            <a:pPr marL="144000" indent="-144000">
              <a:lnSpc>
                <a:spcPct val="120000"/>
              </a:lnSpc>
              <a:spcAft>
                <a:spcPts val="600"/>
              </a:spcAft>
              <a:buFont typeface="+mj-lt"/>
              <a:buAutoNum type="arabicPeriod"/>
            </a:pPr>
            <a:r>
              <a:rPr lang="en-US" sz="900" i="0">
                <a:solidFill>
                  <a:schemeClr val="tx1"/>
                </a:solidFill>
              </a:rPr>
              <a:t>Please choose only between the first two shades to ensure readability.</a:t>
            </a: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indent="-144000">
              <a:lnSpc>
                <a:spcPct val="120000"/>
              </a:lnSpc>
              <a:spcAft>
                <a:spcPts val="600"/>
              </a:spcAft>
              <a:buFont typeface="+mj-lt"/>
              <a:buAutoNum type="arabicPeriod"/>
            </a:pPr>
            <a:endParaRPr lang="en-US" sz="900" i="0">
              <a:solidFill>
                <a:schemeClr val="tx1"/>
              </a:solidFill>
            </a:endParaRP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lang="en-US" sz="900" i="0">
                <a:solidFill>
                  <a:schemeClr val="tx1"/>
                </a:solidFill>
                <a:latin typeface="+mn-lt"/>
              </a:rPr>
              <a:t>You can find more info on color combinations in our </a:t>
            </a:r>
            <a:r>
              <a:rPr lang="en-US" sz="900" i="0">
                <a:solidFill>
                  <a:schemeClr val="tx1"/>
                </a:solidFill>
                <a:latin typeface="+mn-lt"/>
                <a:hlinkClick r:id="rId2">
                  <a:extLst>
                    <a:ext uri="{A12FA001-AC4F-418D-AE19-62706E023703}">
                      <ahyp:hlinkClr xmlns:ahyp="http://schemas.microsoft.com/office/drawing/2018/hyperlinkcolor" val="tx"/>
                    </a:ext>
                  </a:extLst>
                </a:hlinkClick>
              </a:rPr>
              <a:t>Brand Hub ↗</a:t>
            </a:r>
            <a:r>
              <a:rPr lang="en-US" sz="900" i="0">
                <a:solidFill>
                  <a:schemeClr val="tx1"/>
                </a:solidFill>
                <a:latin typeface="+mn-lt"/>
              </a:rPr>
              <a:t>.</a:t>
            </a:r>
          </a:p>
        </p:txBody>
      </p:sp>
      <p:grpSp>
        <p:nvGrpSpPr>
          <p:cNvPr id="15" name="Group 14">
            <a:extLst>
              <a:ext uri="{FF2B5EF4-FFF2-40B4-BE49-F238E27FC236}">
                <a16:creationId xmlns:a16="http://schemas.microsoft.com/office/drawing/2014/main" id="{F22798BE-7C73-C457-F66E-C697549EF9CE}"/>
              </a:ext>
            </a:extLst>
          </p:cNvPr>
          <p:cNvGrpSpPr/>
          <p:nvPr userDrawn="1"/>
        </p:nvGrpSpPr>
        <p:grpSpPr>
          <a:xfrm>
            <a:off x="-1661815" y="2492896"/>
            <a:ext cx="1220231" cy="1728192"/>
            <a:chOff x="-1661815" y="2708920"/>
            <a:chExt cx="1220231" cy="1728192"/>
          </a:xfrm>
        </p:grpSpPr>
        <p:pic>
          <p:nvPicPr>
            <p:cNvPr id="11" name="Picture 8">
              <a:extLst>
                <a:ext uri="{FF2B5EF4-FFF2-40B4-BE49-F238E27FC236}">
                  <a16:creationId xmlns:a16="http://schemas.microsoft.com/office/drawing/2014/main" id="{47EC175B-20D0-0E70-5CB3-4D572E79AD7E}"/>
                </a:ext>
              </a:extLst>
            </p:cNvPr>
            <p:cNvPicPr>
              <a:picLocks noChangeAspect="1"/>
            </p:cNvPicPr>
            <p:nvPr userDrawn="1"/>
          </p:nvPicPr>
          <p:blipFill rotWithShape="1">
            <a:blip r:embed="rId3"/>
            <a:srcRect b="17285"/>
            <a:stretch>
              <a:fillRect/>
            </a:stretch>
          </p:blipFill>
          <p:spPr bwMode="gray">
            <a:xfrm>
              <a:off x="-1661815" y="2708920"/>
              <a:ext cx="1220231" cy="1728192"/>
            </a:xfrm>
            <a:prstGeom prst="roundRect">
              <a:avLst>
                <a:gd name="adj" fmla="val 3514"/>
              </a:avLst>
            </a:prstGeom>
          </p:spPr>
        </p:pic>
        <p:sp>
          <p:nvSpPr>
            <p:cNvPr id="13" name="Rechteck 10">
              <a:extLst>
                <a:ext uri="{FF2B5EF4-FFF2-40B4-BE49-F238E27FC236}">
                  <a16:creationId xmlns:a16="http://schemas.microsoft.com/office/drawing/2014/main" id="{A937C316-2DA9-CC74-41BB-2BBB4FE925C8}"/>
                </a:ext>
              </a:extLst>
            </p:cNvPr>
            <p:cNvSpPr/>
            <p:nvPr userDrawn="1"/>
          </p:nvSpPr>
          <p:spPr bwMode="gray">
            <a:xfrm>
              <a:off x="-1555750" y="3969060"/>
              <a:ext cx="244626" cy="448121"/>
            </a:xfrm>
            <a:prstGeom prst="rect">
              <a:avLst/>
            </a:prstGeom>
            <a:solidFill>
              <a:schemeClr val="bg1">
                <a:alpha val="0"/>
              </a:schemeClr>
            </a:solid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grpSp>
    </p:spTree>
    <p:extLst>
      <p:ext uri="{BB962C8B-B14F-4D97-AF65-F5344CB8AC3E}">
        <p14:creationId xmlns:p14="http://schemas.microsoft.com/office/powerpoint/2010/main" val="926225525"/>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Slide library     |     ONLY FOR INTERNAL USE</a:t>
            </a:r>
          </a:p>
        </p:txBody>
      </p:sp>
      <p:grpSp>
        <p:nvGrpSpPr>
          <p:cNvPr id="3" name="Group 2">
            <a:extLst>
              <a:ext uri="{FF2B5EF4-FFF2-40B4-BE49-F238E27FC236}">
                <a16:creationId xmlns:a16="http://schemas.microsoft.com/office/drawing/2014/main" id="{332BB0CC-3A11-3C9E-65A1-2CA0A8650B74}"/>
              </a:ext>
            </a:extLst>
          </p:cNvPr>
          <p:cNvGrpSpPr/>
          <p:nvPr userDrawn="1"/>
        </p:nvGrpSpPr>
        <p:grpSpPr>
          <a:xfrm>
            <a:off x="-1896888" y="-1"/>
            <a:ext cx="1715078" cy="3968906"/>
            <a:chOff x="-1896888" y="-1"/>
            <a:chExt cx="1715078" cy="3968906"/>
          </a:xfrm>
        </p:grpSpPr>
        <p:grpSp>
          <p:nvGrpSpPr>
            <p:cNvPr id="4" name="Group 3">
              <a:extLst>
                <a:ext uri="{FF2B5EF4-FFF2-40B4-BE49-F238E27FC236}">
                  <a16:creationId xmlns:a16="http://schemas.microsoft.com/office/drawing/2014/main" id="{6DF3152A-B652-3162-9DB5-0FF273EF1BB9}"/>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0" name="TextBox 9">
                <a:extLst>
                  <a:ext uri="{FF2B5EF4-FFF2-40B4-BE49-F238E27FC236}">
                    <a16:creationId xmlns:a16="http://schemas.microsoft.com/office/drawing/2014/main" id="{03C1C99F-1781-E390-554A-12655ABDF370}"/>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1" name="TextBox 10">
                <a:extLst>
                  <a:ext uri="{FF2B5EF4-FFF2-40B4-BE49-F238E27FC236}">
                    <a16:creationId xmlns:a16="http://schemas.microsoft.com/office/drawing/2014/main" id="{684F1C35-A152-5AB8-B106-8785DCC018B8}"/>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6" name="Picture 5">
              <a:extLst>
                <a:ext uri="{FF2B5EF4-FFF2-40B4-BE49-F238E27FC236}">
                  <a16:creationId xmlns:a16="http://schemas.microsoft.com/office/drawing/2014/main" id="{43A0C1CA-1A75-B183-BAFA-02E9533258EB}"/>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028993702"/>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Slide library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88820633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a:t>Add Title</a:t>
            </a:r>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Slide library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282397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1" y="0"/>
            <a:ext cx="4062414"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Slide library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4" name="Titel 11">
            <a:extLst>
              <a:ext uri="{FF2B5EF4-FFF2-40B4-BE49-F238E27FC236}">
                <a16:creationId xmlns:a16="http://schemas.microsoft.com/office/drawing/2014/main" id="{221C2967-CFC1-2FD0-2816-6BAAAA36601E}"/>
              </a:ext>
            </a:extLst>
          </p:cNvPr>
          <p:cNvSpPr>
            <a:spLocks noGrp="1"/>
          </p:cNvSpPr>
          <p:nvPr>
            <p:ph type="title" hasCustomPrompt="1"/>
          </p:nvPr>
        </p:nvSpPr>
        <p:spPr bwMode="gray">
          <a:xfrm>
            <a:off x="4540176" y="475421"/>
            <a:ext cx="7172416" cy="720000"/>
          </a:xfrm>
        </p:spPr>
        <p:txBody>
          <a:bodyPr/>
          <a:lstStyle>
            <a:lvl1pPr>
              <a:defRPr/>
            </a:lvl1pPr>
          </a:lstStyle>
          <a:p>
            <a:r>
              <a:rPr lang="en-US"/>
              <a:t>Add Title</a:t>
            </a:r>
          </a:p>
        </p:txBody>
      </p:sp>
      <p:sp>
        <p:nvSpPr>
          <p:cNvPr id="15" name="Inhaltsplatzhalter 2">
            <a:extLst>
              <a:ext uri="{FF2B5EF4-FFF2-40B4-BE49-F238E27FC236}">
                <a16:creationId xmlns:a16="http://schemas.microsoft.com/office/drawing/2014/main" id="{47561CE8-7CCC-16B7-A454-AEF8C94AA1B9}"/>
              </a:ext>
            </a:extLst>
          </p:cNvPr>
          <p:cNvSpPr>
            <a:spLocks noGrp="1"/>
          </p:cNvSpPr>
          <p:nvPr>
            <p:ph idx="1" hasCustomPrompt="1"/>
          </p:nvPr>
        </p:nvSpPr>
        <p:spPr bwMode="gray">
          <a:xfrm>
            <a:off x="4540176" y="1412874"/>
            <a:ext cx="7172416"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platzhalter 7">
            <a:extLst>
              <a:ext uri="{FF2B5EF4-FFF2-40B4-BE49-F238E27FC236}">
                <a16:creationId xmlns:a16="http://schemas.microsoft.com/office/drawing/2014/main" id="{983822EB-8550-B48E-6734-E7015C06C2DA}"/>
              </a:ext>
            </a:extLst>
          </p:cNvPr>
          <p:cNvSpPr>
            <a:spLocks noGrp="1"/>
          </p:cNvSpPr>
          <p:nvPr>
            <p:ph type="body" sz="quarter" idx="13" hasCustomPrompt="1"/>
          </p:nvPr>
        </p:nvSpPr>
        <p:spPr bwMode="gray">
          <a:xfrm>
            <a:off x="4540174" y="5814746"/>
            <a:ext cx="7172417"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grpSp>
        <p:nvGrpSpPr>
          <p:cNvPr id="3" name="Group 2">
            <a:extLst>
              <a:ext uri="{FF2B5EF4-FFF2-40B4-BE49-F238E27FC236}">
                <a16:creationId xmlns:a16="http://schemas.microsoft.com/office/drawing/2014/main" id="{485EC707-655C-25FB-EA14-5E688EFDD579}"/>
              </a:ext>
            </a:extLst>
          </p:cNvPr>
          <p:cNvGrpSpPr/>
          <p:nvPr userDrawn="1"/>
        </p:nvGrpSpPr>
        <p:grpSpPr>
          <a:xfrm>
            <a:off x="-1896888" y="-1"/>
            <a:ext cx="1715078" cy="3968906"/>
            <a:chOff x="-1896888" y="-1"/>
            <a:chExt cx="1715078" cy="3968906"/>
          </a:xfrm>
        </p:grpSpPr>
        <p:grpSp>
          <p:nvGrpSpPr>
            <p:cNvPr id="4" name="Group 3">
              <a:extLst>
                <a:ext uri="{FF2B5EF4-FFF2-40B4-BE49-F238E27FC236}">
                  <a16:creationId xmlns:a16="http://schemas.microsoft.com/office/drawing/2014/main" id="{5E387D47-89E4-8299-02B4-274A4756866D}"/>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6" name="TextBox 5">
                <a:extLst>
                  <a:ext uri="{FF2B5EF4-FFF2-40B4-BE49-F238E27FC236}">
                    <a16:creationId xmlns:a16="http://schemas.microsoft.com/office/drawing/2014/main" id="{3BB1AC4E-B3BC-C5FE-B05C-AE26177A08DF}"/>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0" name="TextBox 9">
                <a:extLst>
                  <a:ext uri="{FF2B5EF4-FFF2-40B4-BE49-F238E27FC236}">
                    <a16:creationId xmlns:a16="http://schemas.microsoft.com/office/drawing/2014/main" id="{53781C6D-794C-522F-F6F2-8859F49898FA}"/>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5" name="Picture 4">
              <a:extLst>
                <a:ext uri="{FF2B5EF4-FFF2-40B4-BE49-F238E27FC236}">
                  <a16:creationId xmlns:a16="http://schemas.microsoft.com/office/drawing/2014/main" id="{EFED578D-D73A-C20C-BA51-5CA39DC0BEA5}"/>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11811422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124825" y="0"/>
            <a:ext cx="4067175"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54458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Slide library     |     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grpSp>
        <p:nvGrpSpPr>
          <p:cNvPr id="8" name="Group 7">
            <a:extLst>
              <a:ext uri="{FF2B5EF4-FFF2-40B4-BE49-F238E27FC236}">
                <a16:creationId xmlns:a16="http://schemas.microsoft.com/office/drawing/2014/main" id="{8D849437-511F-E116-819A-D2BF10EBA427}"/>
              </a:ext>
            </a:extLst>
          </p:cNvPr>
          <p:cNvGrpSpPr/>
          <p:nvPr userDrawn="1"/>
        </p:nvGrpSpPr>
        <p:grpSpPr>
          <a:xfrm>
            <a:off x="-1896888" y="-1"/>
            <a:ext cx="1715078" cy="3968906"/>
            <a:chOff x="-1896888" y="-1"/>
            <a:chExt cx="1715078" cy="3968906"/>
          </a:xfrm>
        </p:grpSpPr>
        <p:grpSp>
          <p:nvGrpSpPr>
            <p:cNvPr id="9" name="Group 8">
              <a:extLst>
                <a:ext uri="{FF2B5EF4-FFF2-40B4-BE49-F238E27FC236}">
                  <a16:creationId xmlns:a16="http://schemas.microsoft.com/office/drawing/2014/main" id="{4DFB78DB-5E31-3AE4-FADC-1D0E0D4354C7}"/>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3" name="TextBox 12">
                <a:extLst>
                  <a:ext uri="{FF2B5EF4-FFF2-40B4-BE49-F238E27FC236}">
                    <a16:creationId xmlns:a16="http://schemas.microsoft.com/office/drawing/2014/main" id="{42C01708-2C11-0077-686C-A774EB71B5B6}"/>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4" name="TextBox 13">
                <a:extLst>
                  <a:ext uri="{FF2B5EF4-FFF2-40B4-BE49-F238E27FC236}">
                    <a16:creationId xmlns:a16="http://schemas.microsoft.com/office/drawing/2014/main" id="{E9FC9C5B-D57D-C9B7-E238-D3435949CFA7}"/>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11" name="Picture 10">
              <a:extLst>
                <a:ext uri="{FF2B5EF4-FFF2-40B4-BE49-F238E27FC236}">
                  <a16:creationId xmlns:a16="http://schemas.microsoft.com/office/drawing/2014/main" id="{55F03C1C-A313-A063-47FB-3C8FAE8A4F19}"/>
                </a:ext>
              </a:extLst>
            </p:cNvPr>
            <p:cNvPicPr>
              <a:picLocks noChangeAspect="1"/>
            </p:cNvPicPr>
            <p:nvPr userDrawn="1"/>
          </p:nvPicPr>
          <p:blipFill>
            <a:blip r:embed="rId2"/>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398107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633BE5FF-4DA7-741D-6D5F-66D0BC8A54CF}"/>
              </a:ext>
            </a:extLst>
          </p:cNvPr>
          <p:cNvSpPr/>
          <p:nvPr userDrawn="1"/>
        </p:nvSpPr>
        <p:spPr bwMode="gray">
          <a:xfrm>
            <a:off x="-1" y="0"/>
            <a:ext cx="4062413" cy="6858000"/>
          </a:xfrm>
          <a:prstGeom prst="rect">
            <a:avLst/>
          </a:prstGeom>
          <a:solidFill>
            <a:schemeClr val="bg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de-DE" sz="1600">
              <a:solidFill>
                <a:schemeClr val="tx1"/>
              </a:solidFill>
            </a:endParaRPr>
          </a:p>
        </p:txBody>
      </p:sp>
      <p:sp>
        <p:nvSpPr>
          <p:cNvPr id="12" name="Titel 11"/>
          <p:cNvSpPr>
            <a:spLocks noGrp="1"/>
          </p:cNvSpPr>
          <p:nvPr>
            <p:ph type="title" hasCustomPrompt="1"/>
          </p:nvPr>
        </p:nvSpPr>
        <p:spPr bwMode="gray">
          <a:xfrm>
            <a:off x="4540176" y="475421"/>
            <a:ext cx="7172416"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4540176" y="1412874"/>
            <a:ext cx="7172416"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540176" y="5804874"/>
            <a:ext cx="7172416"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bg1"/>
                </a:solidFill>
              </a:defRPr>
            </a:lvl1pPr>
            <a:lvl2pPr>
              <a:defRPr sz="1200">
                <a:solidFill>
                  <a:schemeClr val="bg1"/>
                </a:solidFill>
              </a:defRPr>
            </a:lvl2pPr>
            <a:lvl3pPr>
              <a:defRPr sz="1200">
                <a:solidFill>
                  <a:schemeClr val="bg1"/>
                </a:solidFill>
              </a:defRPr>
            </a:lvl3pPr>
            <a:lvl4pPr>
              <a:defRPr sz="1200">
                <a:solidFill>
                  <a:schemeClr val="bg1"/>
                </a:solidFill>
              </a:defRPr>
            </a:lvl4pPr>
            <a:lvl5pPr marL="792000" indent="-216000">
              <a:defRPr sz="1200">
                <a:solidFill>
                  <a:schemeClr val="bg1"/>
                </a:solidFill>
              </a:defRPr>
            </a:lvl5pPr>
            <a:lvl6pPr marL="792000" indent="-216000">
              <a:defRPr sz="1200">
                <a:solidFill>
                  <a:schemeClr val="bg1"/>
                </a:solidFill>
              </a:defRPr>
            </a:lvl6pPr>
            <a:lvl7pPr marL="792000" indent="-216000">
              <a:defRPr sz="1200">
                <a:solidFill>
                  <a:schemeClr val="bg1"/>
                </a:solidFill>
              </a:defRPr>
            </a:lvl7pPr>
            <a:lvl8pPr marL="792000" indent="-216000">
              <a:defRPr sz="1200">
                <a:solidFill>
                  <a:schemeClr val="bg1"/>
                </a:solidFill>
              </a:defRPr>
            </a:lvl8pPr>
            <a:lvl9pPr marL="792000" indent="-216000">
              <a:defRPr sz="1200">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Slide library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5508805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1" name="Rechteck 10">
            <a:extLst>
              <a:ext uri="{FF2B5EF4-FFF2-40B4-BE49-F238E27FC236}">
                <a16:creationId xmlns:a16="http://schemas.microsoft.com/office/drawing/2014/main" id="{1ABFAEC6-4F29-EC8A-EF11-1D3B7F18DDE8}"/>
              </a:ext>
            </a:extLst>
          </p:cNvPr>
          <p:cNvSpPr/>
          <p:nvPr userDrawn="1"/>
        </p:nvSpPr>
        <p:spPr bwMode="gray">
          <a:xfrm>
            <a:off x="8124825" y="0"/>
            <a:ext cx="4067175" cy="6858000"/>
          </a:xfrm>
          <a:prstGeom prst="rect">
            <a:avLst/>
          </a:prstGeom>
          <a:solidFill>
            <a:schemeClr val="bg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de-DE"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544584" y="476670"/>
            <a:ext cx="2808000" cy="5472000"/>
          </a:xfrm>
          <a:noFill/>
        </p:spPr>
        <p:txBody>
          <a:bodyPr lIns="0" tIns="0" rIns="0"/>
          <a:lstStyle>
            <a:lvl1pPr>
              <a:defRPr sz="1200">
                <a:solidFill>
                  <a:schemeClr val="bg1"/>
                </a:solidFill>
              </a:defRPr>
            </a:lvl1pPr>
            <a:lvl2pPr>
              <a:defRPr sz="1200">
                <a:solidFill>
                  <a:schemeClr val="bg1"/>
                </a:solidFill>
              </a:defRPr>
            </a:lvl2pPr>
            <a:lvl3pPr>
              <a:defRPr sz="1200">
                <a:solidFill>
                  <a:schemeClr val="bg1"/>
                </a:solidFill>
              </a:defRPr>
            </a:lvl3pPr>
            <a:lvl4pPr>
              <a:defRPr sz="1200">
                <a:solidFill>
                  <a:schemeClr val="bg1"/>
                </a:solidFill>
              </a:defRPr>
            </a:lvl4pPr>
            <a:lvl5pPr marL="792000" indent="-216000">
              <a:defRPr sz="1200">
                <a:solidFill>
                  <a:schemeClr val="bg1"/>
                </a:solidFill>
              </a:defRPr>
            </a:lvl5pPr>
            <a:lvl6pPr marL="792000" indent="-216000">
              <a:defRPr sz="1200">
                <a:solidFill>
                  <a:schemeClr val="bg1"/>
                </a:solidFill>
              </a:defRPr>
            </a:lvl6pPr>
            <a:lvl7pPr marL="792000" indent="-216000">
              <a:defRPr sz="1200">
                <a:solidFill>
                  <a:schemeClr val="bg1"/>
                </a:solidFill>
              </a:defRPr>
            </a:lvl7pPr>
            <a:lvl8pPr marL="792000" indent="-216000">
              <a:defRPr sz="1200">
                <a:solidFill>
                  <a:schemeClr val="bg1"/>
                </a:solidFill>
              </a:defRPr>
            </a:lvl8pPr>
            <a:lvl9pPr marL="792000" indent="-216000">
              <a:defRPr sz="1200">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Slide library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4268570362"/>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Add Title</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Slide library     |     ONLY FOR INTERNAL USE</a:t>
            </a:r>
          </a:p>
        </p:txBody>
      </p:sp>
    </p:spTree>
    <p:extLst>
      <p:ext uri="{BB962C8B-B14F-4D97-AF65-F5344CB8AC3E}">
        <p14:creationId xmlns:p14="http://schemas.microsoft.com/office/powerpoint/2010/main" val="3014899515"/>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a:t>
            </a:r>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Slide library     |     ONLY FOR INTERNAL USE</a:t>
            </a:r>
          </a:p>
        </p:txBody>
      </p:sp>
    </p:spTree>
    <p:extLst>
      <p:ext uri="{BB962C8B-B14F-4D97-AF65-F5344CB8AC3E}">
        <p14:creationId xmlns:p14="http://schemas.microsoft.com/office/powerpoint/2010/main" val="145837542"/>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a:t>
            </a:r>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Slide library     |     ONLY FOR INTERNAL USE</a:t>
            </a:r>
          </a:p>
        </p:txBody>
      </p:sp>
      <p:grpSp>
        <p:nvGrpSpPr>
          <p:cNvPr id="2" name="Group 1">
            <a:extLst>
              <a:ext uri="{FF2B5EF4-FFF2-40B4-BE49-F238E27FC236}">
                <a16:creationId xmlns:a16="http://schemas.microsoft.com/office/drawing/2014/main" id="{118862CD-F611-86BD-F75D-FD3F83358A00}"/>
              </a:ext>
            </a:extLst>
          </p:cNvPr>
          <p:cNvGrpSpPr/>
          <p:nvPr userDrawn="1"/>
        </p:nvGrpSpPr>
        <p:grpSpPr>
          <a:xfrm>
            <a:off x="-1896888" y="-1"/>
            <a:ext cx="1715078" cy="3968906"/>
            <a:chOff x="-1896888" y="-1"/>
            <a:chExt cx="1715078" cy="3968906"/>
          </a:xfrm>
        </p:grpSpPr>
        <p:grpSp>
          <p:nvGrpSpPr>
            <p:cNvPr id="4" name="Group 3">
              <a:extLst>
                <a:ext uri="{FF2B5EF4-FFF2-40B4-BE49-F238E27FC236}">
                  <a16:creationId xmlns:a16="http://schemas.microsoft.com/office/drawing/2014/main" id="{5AB63AA1-18A2-2861-8905-5512B3C8753D}"/>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9" name="TextBox 8">
                <a:extLst>
                  <a:ext uri="{FF2B5EF4-FFF2-40B4-BE49-F238E27FC236}">
                    <a16:creationId xmlns:a16="http://schemas.microsoft.com/office/drawing/2014/main" id="{277443C1-71A1-8ED4-185C-0A1B0549982C}"/>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1" name="TextBox 10">
                <a:extLst>
                  <a:ext uri="{FF2B5EF4-FFF2-40B4-BE49-F238E27FC236}">
                    <a16:creationId xmlns:a16="http://schemas.microsoft.com/office/drawing/2014/main" id="{6550F27C-7DD0-A8FF-8E35-FDE632D4AE09}"/>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5" name="Picture 4">
              <a:extLst>
                <a:ext uri="{FF2B5EF4-FFF2-40B4-BE49-F238E27FC236}">
                  <a16:creationId xmlns:a16="http://schemas.microsoft.com/office/drawing/2014/main" id="{6B0A173F-40EE-AE7E-A44F-CB01AC275324}"/>
                </a:ext>
              </a:extLst>
            </p:cNvPr>
            <p:cNvPicPr>
              <a:picLocks noChangeAspect="1"/>
            </p:cNvPicPr>
            <p:nvPr userDrawn="1"/>
          </p:nvPicPr>
          <p:blipFill>
            <a:blip r:embed="rId2"/>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4152365924"/>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112520"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479425" y="1412876"/>
            <a:ext cx="5112520"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096000" y="0"/>
            <a:ext cx="609599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Slide library     |     ONLY FOR INTERNAL USE</a:t>
            </a:r>
          </a:p>
        </p:txBody>
      </p:sp>
      <p:grpSp>
        <p:nvGrpSpPr>
          <p:cNvPr id="2" name="Group 1">
            <a:extLst>
              <a:ext uri="{FF2B5EF4-FFF2-40B4-BE49-F238E27FC236}">
                <a16:creationId xmlns:a16="http://schemas.microsoft.com/office/drawing/2014/main" id="{4837D954-168A-785A-857F-DD7F62A0874A}"/>
              </a:ext>
            </a:extLst>
          </p:cNvPr>
          <p:cNvGrpSpPr/>
          <p:nvPr userDrawn="1"/>
        </p:nvGrpSpPr>
        <p:grpSpPr>
          <a:xfrm>
            <a:off x="-1896888" y="-1"/>
            <a:ext cx="1715078" cy="3968906"/>
            <a:chOff x="-1896888" y="-1"/>
            <a:chExt cx="1715078" cy="3968906"/>
          </a:xfrm>
        </p:grpSpPr>
        <p:grpSp>
          <p:nvGrpSpPr>
            <p:cNvPr id="4" name="Group 3">
              <a:extLst>
                <a:ext uri="{FF2B5EF4-FFF2-40B4-BE49-F238E27FC236}">
                  <a16:creationId xmlns:a16="http://schemas.microsoft.com/office/drawing/2014/main" id="{2F1E6725-48E2-8F9F-4A19-4A2719A6A2FB}"/>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7" name="TextBox 6">
                <a:extLst>
                  <a:ext uri="{FF2B5EF4-FFF2-40B4-BE49-F238E27FC236}">
                    <a16:creationId xmlns:a16="http://schemas.microsoft.com/office/drawing/2014/main" id="{834D2157-DA28-CC2D-161C-AE59957B9386}"/>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9" name="TextBox 8">
                <a:extLst>
                  <a:ext uri="{FF2B5EF4-FFF2-40B4-BE49-F238E27FC236}">
                    <a16:creationId xmlns:a16="http://schemas.microsoft.com/office/drawing/2014/main" id="{E1D7C967-EB9C-2BE6-02C7-3B52711421F7}"/>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5" name="Picture 4">
              <a:extLst>
                <a:ext uri="{FF2B5EF4-FFF2-40B4-BE49-F238E27FC236}">
                  <a16:creationId xmlns:a16="http://schemas.microsoft.com/office/drawing/2014/main" id="{E01690DE-DE28-F177-13EE-351244A44639}"/>
                </a:ext>
              </a:extLst>
            </p:cNvPr>
            <p:cNvPicPr>
              <a:picLocks noChangeAspect="1"/>
            </p:cNvPicPr>
            <p:nvPr userDrawn="1"/>
          </p:nvPicPr>
          <p:blipFill>
            <a:blip r:embed="rId2"/>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08529517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24825" y="0"/>
            <a:ext cx="4067175"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Slide library     |     ONLY FOR INTERNAL USE</a:t>
            </a:r>
          </a:p>
        </p:txBody>
      </p:sp>
      <p:grpSp>
        <p:nvGrpSpPr>
          <p:cNvPr id="4" name="Group 3">
            <a:extLst>
              <a:ext uri="{FF2B5EF4-FFF2-40B4-BE49-F238E27FC236}">
                <a16:creationId xmlns:a16="http://schemas.microsoft.com/office/drawing/2014/main" id="{E7E1D1F0-C8BC-AC8E-AED0-7EA14540E34B}"/>
              </a:ext>
            </a:extLst>
          </p:cNvPr>
          <p:cNvGrpSpPr/>
          <p:nvPr userDrawn="1"/>
        </p:nvGrpSpPr>
        <p:grpSpPr>
          <a:xfrm>
            <a:off x="-1896888" y="-1"/>
            <a:ext cx="1715078" cy="3968906"/>
            <a:chOff x="-1896888" y="-1"/>
            <a:chExt cx="1715078" cy="3968906"/>
          </a:xfrm>
        </p:grpSpPr>
        <p:grpSp>
          <p:nvGrpSpPr>
            <p:cNvPr id="5" name="Group 4">
              <a:extLst>
                <a:ext uri="{FF2B5EF4-FFF2-40B4-BE49-F238E27FC236}">
                  <a16:creationId xmlns:a16="http://schemas.microsoft.com/office/drawing/2014/main" id="{7882F1AD-8C47-2708-2857-B7FE30536F8A}"/>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9" name="TextBox 8">
                <a:extLst>
                  <a:ext uri="{FF2B5EF4-FFF2-40B4-BE49-F238E27FC236}">
                    <a16:creationId xmlns:a16="http://schemas.microsoft.com/office/drawing/2014/main" id="{F313B69F-74F6-F797-DFF3-52D9EC241BDD}"/>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1" name="TextBox 10">
                <a:extLst>
                  <a:ext uri="{FF2B5EF4-FFF2-40B4-BE49-F238E27FC236}">
                    <a16:creationId xmlns:a16="http://schemas.microsoft.com/office/drawing/2014/main" id="{D4325ACB-0319-4595-4CDF-09D0E364E12A}"/>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6" name="Picture 5">
              <a:extLst>
                <a:ext uri="{FF2B5EF4-FFF2-40B4-BE49-F238E27FC236}">
                  <a16:creationId xmlns:a16="http://schemas.microsoft.com/office/drawing/2014/main" id="{40A87EA6-707D-C339-3E5D-41DF4444F54B}"/>
                </a:ext>
              </a:extLst>
            </p:cNvPr>
            <p:cNvPicPr>
              <a:picLocks noChangeAspect="1"/>
            </p:cNvPicPr>
            <p:nvPr userDrawn="1"/>
          </p:nvPicPr>
          <p:blipFill>
            <a:blip r:embed="rId2"/>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01211880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a:t>Add Title</a:t>
            </a:r>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3041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Slide library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4" name="Group 3">
            <a:extLst>
              <a:ext uri="{FF2B5EF4-FFF2-40B4-BE49-F238E27FC236}">
                <a16:creationId xmlns:a16="http://schemas.microsoft.com/office/drawing/2014/main" id="{2F676E0A-5B86-4BDE-C173-C07E8C1E39FB}"/>
              </a:ext>
            </a:extLst>
          </p:cNvPr>
          <p:cNvGrpSpPr/>
          <p:nvPr userDrawn="1"/>
        </p:nvGrpSpPr>
        <p:grpSpPr>
          <a:xfrm>
            <a:off x="-1896888" y="-1"/>
            <a:ext cx="1715078" cy="3968906"/>
            <a:chOff x="-1896888" y="-1"/>
            <a:chExt cx="1715078" cy="3968906"/>
          </a:xfrm>
        </p:grpSpPr>
        <p:grpSp>
          <p:nvGrpSpPr>
            <p:cNvPr id="5" name="Group 4">
              <a:extLst>
                <a:ext uri="{FF2B5EF4-FFF2-40B4-BE49-F238E27FC236}">
                  <a16:creationId xmlns:a16="http://schemas.microsoft.com/office/drawing/2014/main" id="{52B7E581-F91D-4E16-62DF-3D9C8A6F2F71}"/>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7" name="TextBox 6">
                <a:extLst>
                  <a:ext uri="{FF2B5EF4-FFF2-40B4-BE49-F238E27FC236}">
                    <a16:creationId xmlns:a16="http://schemas.microsoft.com/office/drawing/2014/main" id="{FC1A0F3B-D470-FA76-63BB-0CC99960B730}"/>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9" name="TextBox 8">
                <a:extLst>
                  <a:ext uri="{FF2B5EF4-FFF2-40B4-BE49-F238E27FC236}">
                    <a16:creationId xmlns:a16="http://schemas.microsoft.com/office/drawing/2014/main" id="{DEEAAC38-8058-8B3E-AF30-012C2272D417}"/>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6" name="Picture 5">
              <a:extLst>
                <a:ext uri="{FF2B5EF4-FFF2-40B4-BE49-F238E27FC236}">
                  <a16:creationId xmlns:a16="http://schemas.microsoft.com/office/drawing/2014/main" id="{9F860A83-9857-9933-59A4-416099CC4E51}"/>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490739771"/>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a:t>Add Title</a:t>
            </a:r>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096000" y="0"/>
            <a:ext cx="609599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Slide library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2" name="Group 1">
            <a:extLst>
              <a:ext uri="{FF2B5EF4-FFF2-40B4-BE49-F238E27FC236}">
                <a16:creationId xmlns:a16="http://schemas.microsoft.com/office/drawing/2014/main" id="{4C06B342-2547-D62F-26F6-162EDC225A5F}"/>
              </a:ext>
            </a:extLst>
          </p:cNvPr>
          <p:cNvGrpSpPr/>
          <p:nvPr userDrawn="1"/>
        </p:nvGrpSpPr>
        <p:grpSpPr>
          <a:xfrm>
            <a:off x="-1896888" y="-1"/>
            <a:ext cx="1715078" cy="3968906"/>
            <a:chOff x="-1896888" y="-1"/>
            <a:chExt cx="1715078" cy="3968906"/>
          </a:xfrm>
        </p:grpSpPr>
        <p:grpSp>
          <p:nvGrpSpPr>
            <p:cNvPr id="4" name="Group 3">
              <a:extLst>
                <a:ext uri="{FF2B5EF4-FFF2-40B4-BE49-F238E27FC236}">
                  <a16:creationId xmlns:a16="http://schemas.microsoft.com/office/drawing/2014/main" id="{52829F3C-5C23-31D2-F5C3-83D599F38C0C}"/>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1" name="TextBox 10">
                <a:extLst>
                  <a:ext uri="{FF2B5EF4-FFF2-40B4-BE49-F238E27FC236}">
                    <a16:creationId xmlns:a16="http://schemas.microsoft.com/office/drawing/2014/main" id="{6807A221-EBE9-3712-4D79-633326B5699A}"/>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3" name="TextBox 12">
                <a:extLst>
                  <a:ext uri="{FF2B5EF4-FFF2-40B4-BE49-F238E27FC236}">
                    <a16:creationId xmlns:a16="http://schemas.microsoft.com/office/drawing/2014/main" id="{4F771A4D-E7D8-5090-A78D-267E95BF71BC}"/>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5" name="Picture 4">
              <a:extLst>
                <a:ext uri="{FF2B5EF4-FFF2-40B4-BE49-F238E27FC236}">
                  <a16:creationId xmlns:a16="http://schemas.microsoft.com/office/drawing/2014/main" id="{09D5AFEC-5331-3CF9-33D8-F469C7C6CC69}"/>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64944229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a:t>Add Title</a:t>
            </a:r>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24825" y="0"/>
            <a:ext cx="406717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Slide library     |     ONLY FOR INTERNAL USE</a:t>
            </a:r>
          </a:p>
        </p:txBody>
      </p:sp>
      <p:grpSp>
        <p:nvGrpSpPr>
          <p:cNvPr id="4" name="Group 3">
            <a:extLst>
              <a:ext uri="{FF2B5EF4-FFF2-40B4-BE49-F238E27FC236}">
                <a16:creationId xmlns:a16="http://schemas.microsoft.com/office/drawing/2014/main" id="{78A443B9-CD02-43B1-2DF0-71DEF386741A}"/>
              </a:ext>
            </a:extLst>
          </p:cNvPr>
          <p:cNvGrpSpPr/>
          <p:nvPr userDrawn="1"/>
        </p:nvGrpSpPr>
        <p:grpSpPr>
          <a:xfrm>
            <a:off x="-1896888" y="-1"/>
            <a:ext cx="1715078" cy="3968906"/>
            <a:chOff x="-1896888" y="-1"/>
            <a:chExt cx="1715078" cy="3968906"/>
          </a:xfrm>
        </p:grpSpPr>
        <p:grpSp>
          <p:nvGrpSpPr>
            <p:cNvPr id="5" name="Group 4">
              <a:extLst>
                <a:ext uri="{FF2B5EF4-FFF2-40B4-BE49-F238E27FC236}">
                  <a16:creationId xmlns:a16="http://schemas.microsoft.com/office/drawing/2014/main" id="{0859D01A-3EA6-A3A8-5C35-B2949E46258A}"/>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1" name="TextBox 10">
                <a:extLst>
                  <a:ext uri="{FF2B5EF4-FFF2-40B4-BE49-F238E27FC236}">
                    <a16:creationId xmlns:a16="http://schemas.microsoft.com/office/drawing/2014/main" id="{30E569DD-454F-C679-470B-EF08A62EEA84}"/>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3" name="TextBox 12">
                <a:extLst>
                  <a:ext uri="{FF2B5EF4-FFF2-40B4-BE49-F238E27FC236}">
                    <a16:creationId xmlns:a16="http://schemas.microsoft.com/office/drawing/2014/main" id="{71A6D072-DBF3-02A1-56DE-127BC96D85E3}"/>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9" name="Picture 8">
              <a:extLst>
                <a:ext uri="{FF2B5EF4-FFF2-40B4-BE49-F238E27FC236}">
                  <a16:creationId xmlns:a16="http://schemas.microsoft.com/office/drawing/2014/main" id="{4DFFE1A8-2A23-E54A-5F99-4F8ECF838443}"/>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142963999"/>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a:t>Add Title</a:t>
            </a:r>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3041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Slide library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4" name="Group 3">
            <a:extLst>
              <a:ext uri="{FF2B5EF4-FFF2-40B4-BE49-F238E27FC236}">
                <a16:creationId xmlns:a16="http://schemas.microsoft.com/office/drawing/2014/main" id="{3D4C05EB-E27A-6E0F-ECAD-D2D3598BB7BF}"/>
              </a:ext>
            </a:extLst>
          </p:cNvPr>
          <p:cNvGrpSpPr/>
          <p:nvPr userDrawn="1"/>
        </p:nvGrpSpPr>
        <p:grpSpPr>
          <a:xfrm>
            <a:off x="-1896888" y="-1"/>
            <a:ext cx="1715078" cy="3968906"/>
            <a:chOff x="-1896888" y="-1"/>
            <a:chExt cx="1715078" cy="3968906"/>
          </a:xfrm>
        </p:grpSpPr>
        <p:grpSp>
          <p:nvGrpSpPr>
            <p:cNvPr id="5" name="Group 4">
              <a:extLst>
                <a:ext uri="{FF2B5EF4-FFF2-40B4-BE49-F238E27FC236}">
                  <a16:creationId xmlns:a16="http://schemas.microsoft.com/office/drawing/2014/main" id="{F7D406A4-7BAB-C968-70E8-06987646A59B}"/>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7" name="TextBox 6">
                <a:extLst>
                  <a:ext uri="{FF2B5EF4-FFF2-40B4-BE49-F238E27FC236}">
                    <a16:creationId xmlns:a16="http://schemas.microsoft.com/office/drawing/2014/main" id="{E8D60ACE-71B9-0B3A-B898-AC4F9B60AC21}"/>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0" name="TextBox 9">
                <a:extLst>
                  <a:ext uri="{FF2B5EF4-FFF2-40B4-BE49-F238E27FC236}">
                    <a16:creationId xmlns:a16="http://schemas.microsoft.com/office/drawing/2014/main" id="{0BD78B00-4CB3-B522-B5AD-EBAD7F25AC21}"/>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6" name="Picture 5">
              <a:extLst>
                <a:ext uri="{FF2B5EF4-FFF2-40B4-BE49-F238E27FC236}">
                  <a16:creationId xmlns:a16="http://schemas.microsoft.com/office/drawing/2014/main" id="{D7DDB0CF-E51B-01D7-A9B9-3DEC8BBBC246}"/>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2644073427"/>
      </p:ext>
    </p:extLst>
  </p:cSld>
  <p:clrMapOvr>
    <a:masterClrMapping/>
  </p:clrMapOvr>
  <p:extLst>
    <p:ext uri="{DCECCB84-F9BA-43D5-87BE-67443E8EF086}">
      <p15:sldGuideLst xmlns:p15="http://schemas.microsoft.com/office/powerpoint/2012/main">
        <p15:guide id="1" pos="1459">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Slide library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83542539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Slide library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grpSp>
        <p:nvGrpSpPr>
          <p:cNvPr id="5" name="Group 4">
            <a:extLst>
              <a:ext uri="{FF2B5EF4-FFF2-40B4-BE49-F238E27FC236}">
                <a16:creationId xmlns:a16="http://schemas.microsoft.com/office/drawing/2014/main" id="{D150F622-C272-CD21-35F1-A6FC5187CFFB}"/>
              </a:ext>
            </a:extLst>
          </p:cNvPr>
          <p:cNvGrpSpPr/>
          <p:nvPr userDrawn="1"/>
        </p:nvGrpSpPr>
        <p:grpSpPr>
          <a:xfrm>
            <a:off x="-1896888" y="-1"/>
            <a:ext cx="1715078" cy="3968906"/>
            <a:chOff x="-1896888" y="-1"/>
            <a:chExt cx="1715078" cy="3968906"/>
          </a:xfrm>
        </p:grpSpPr>
        <p:grpSp>
          <p:nvGrpSpPr>
            <p:cNvPr id="9" name="Group 8">
              <a:extLst>
                <a:ext uri="{FF2B5EF4-FFF2-40B4-BE49-F238E27FC236}">
                  <a16:creationId xmlns:a16="http://schemas.microsoft.com/office/drawing/2014/main" id="{52679E1A-402C-1F3B-0BFD-4C2EE0A31534}"/>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1" name="TextBox 10">
                <a:extLst>
                  <a:ext uri="{FF2B5EF4-FFF2-40B4-BE49-F238E27FC236}">
                    <a16:creationId xmlns:a16="http://schemas.microsoft.com/office/drawing/2014/main" id="{FBA6A66E-E94C-40C3-E069-F966CD8C1548}"/>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2" name="TextBox 11">
                <a:extLst>
                  <a:ext uri="{FF2B5EF4-FFF2-40B4-BE49-F238E27FC236}">
                    <a16:creationId xmlns:a16="http://schemas.microsoft.com/office/drawing/2014/main" id="{E812CC21-282B-EFFB-3A6F-CA5DFE3440D0}"/>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10" name="Picture 9">
              <a:extLst>
                <a:ext uri="{FF2B5EF4-FFF2-40B4-BE49-F238E27FC236}">
                  <a16:creationId xmlns:a16="http://schemas.microsoft.com/office/drawing/2014/main" id="{275E23A7-F75F-822B-AAC2-A66D79CE125C}"/>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32240743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Slide library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grpSp>
        <p:nvGrpSpPr>
          <p:cNvPr id="6" name="Group 5">
            <a:extLst>
              <a:ext uri="{FF2B5EF4-FFF2-40B4-BE49-F238E27FC236}">
                <a16:creationId xmlns:a16="http://schemas.microsoft.com/office/drawing/2014/main" id="{A0C3E9FF-A1A9-F8C8-EC33-81D3E3003FE0}"/>
              </a:ext>
            </a:extLst>
          </p:cNvPr>
          <p:cNvGrpSpPr/>
          <p:nvPr userDrawn="1"/>
        </p:nvGrpSpPr>
        <p:grpSpPr>
          <a:xfrm>
            <a:off x="-1896888" y="-1"/>
            <a:ext cx="1715078" cy="3968906"/>
            <a:chOff x="-1896888" y="-1"/>
            <a:chExt cx="1715078" cy="3968906"/>
          </a:xfrm>
        </p:grpSpPr>
        <p:grpSp>
          <p:nvGrpSpPr>
            <p:cNvPr id="9" name="Group 8">
              <a:extLst>
                <a:ext uri="{FF2B5EF4-FFF2-40B4-BE49-F238E27FC236}">
                  <a16:creationId xmlns:a16="http://schemas.microsoft.com/office/drawing/2014/main" id="{BEB0C497-33B7-EBE3-2898-AE0CD5A56A1F}"/>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1" name="TextBox 10">
                <a:extLst>
                  <a:ext uri="{FF2B5EF4-FFF2-40B4-BE49-F238E27FC236}">
                    <a16:creationId xmlns:a16="http://schemas.microsoft.com/office/drawing/2014/main" id="{CEE22E69-C39F-4EA3-3B9A-A3381C55E6D9}"/>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3" name="TextBox 12">
                <a:extLst>
                  <a:ext uri="{FF2B5EF4-FFF2-40B4-BE49-F238E27FC236}">
                    <a16:creationId xmlns:a16="http://schemas.microsoft.com/office/drawing/2014/main" id="{70B61D5A-D3B4-E50F-774E-369124B571E9}"/>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10" name="Picture 9">
              <a:extLst>
                <a:ext uri="{FF2B5EF4-FFF2-40B4-BE49-F238E27FC236}">
                  <a16:creationId xmlns:a16="http://schemas.microsoft.com/office/drawing/2014/main" id="{0E9C475B-6D80-C87E-C93C-3F4F6285A260}"/>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1663624842"/>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Slide library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grpSp>
        <p:nvGrpSpPr>
          <p:cNvPr id="6" name="Group 5">
            <a:extLst>
              <a:ext uri="{FF2B5EF4-FFF2-40B4-BE49-F238E27FC236}">
                <a16:creationId xmlns:a16="http://schemas.microsoft.com/office/drawing/2014/main" id="{BE983778-D447-2D0A-FE23-69F2F3FAB001}"/>
              </a:ext>
            </a:extLst>
          </p:cNvPr>
          <p:cNvGrpSpPr/>
          <p:nvPr userDrawn="1"/>
        </p:nvGrpSpPr>
        <p:grpSpPr>
          <a:xfrm>
            <a:off x="-1896888" y="-1"/>
            <a:ext cx="1715078" cy="3968906"/>
            <a:chOff x="-1896888" y="-1"/>
            <a:chExt cx="1715078" cy="3968906"/>
          </a:xfrm>
        </p:grpSpPr>
        <p:grpSp>
          <p:nvGrpSpPr>
            <p:cNvPr id="9" name="Group 8">
              <a:extLst>
                <a:ext uri="{FF2B5EF4-FFF2-40B4-BE49-F238E27FC236}">
                  <a16:creationId xmlns:a16="http://schemas.microsoft.com/office/drawing/2014/main" id="{68FB2CB8-E2DE-6CD2-774B-B698E7D79256}"/>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11" name="TextBox 10">
                <a:extLst>
                  <a:ext uri="{FF2B5EF4-FFF2-40B4-BE49-F238E27FC236}">
                    <a16:creationId xmlns:a16="http://schemas.microsoft.com/office/drawing/2014/main" id="{679EA8DD-9DFD-B386-5522-898AB72891AB}"/>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3" name="TextBox 12">
                <a:extLst>
                  <a:ext uri="{FF2B5EF4-FFF2-40B4-BE49-F238E27FC236}">
                    <a16:creationId xmlns:a16="http://schemas.microsoft.com/office/drawing/2014/main" id="{279F689B-6E6F-DBC1-4D65-053CE6E51388}"/>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10" name="Picture 9">
              <a:extLst>
                <a:ext uri="{FF2B5EF4-FFF2-40B4-BE49-F238E27FC236}">
                  <a16:creationId xmlns:a16="http://schemas.microsoft.com/office/drawing/2014/main" id="{57557114-FB7B-5E6A-7F1F-D319AF6B70C9}"/>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006078620"/>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Title</a:t>
            </a:r>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Slide library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68939896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Slide library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69246903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429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Slide library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2" name="Group 1">
            <a:extLst>
              <a:ext uri="{FF2B5EF4-FFF2-40B4-BE49-F238E27FC236}">
                <a16:creationId xmlns:a16="http://schemas.microsoft.com/office/drawing/2014/main" id="{14E3F1D8-EDC9-24D2-9FB6-2F15024F7959}"/>
              </a:ext>
            </a:extLst>
          </p:cNvPr>
          <p:cNvGrpSpPr/>
          <p:nvPr userDrawn="1"/>
        </p:nvGrpSpPr>
        <p:grpSpPr>
          <a:xfrm>
            <a:off x="-1896888" y="-1"/>
            <a:ext cx="1715078" cy="3968906"/>
            <a:chOff x="-1896888" y="-1"/>
            <a:chExt cx="1715078" cy="3968906"/>
          </a:xfrm>
        </p:grpSpPr>
        <p:grpSp>
          <p:nvGrpSpPr>
            <p:cNvPr id="3" name="Group 2">
              <a:extLst>
                <a:ext uri="{FF2B5EF4-FFF2-40B4-BE49-F238E27FC236}">
                  <a16:creationId xmlns:a16="http://schemas.microsoft.com/office/drawing/2014/main" id="{40065DAE-80DE-D7DC-FCD7-59177591BD9B}"/>
                </a:ext>
                <a:ext uri="{C183D7F6-B498-43B3-948B-1728B52AA6E4}">
                  <adec:decorative xmlns:adec="http://schemas.microsoft.com/office/drawing/2017/decorative" val="1"/>
                </a:ext>
              </a:extLst>
            </p:cNvPr>
            <p:cNvGrpSpPr/>
            <p:nvPr userDrawn="1"/>
          </p:nvGrpSpPr>
          <p:grpSpPr bwMode="gray">
            <a:xfrm>
              <a:off x="-1896888" y="-1"/>
              <a:ext cx="1715078" cy="3968906"/>
              <a:chOff x="-1824880" y="2708919"/>
              <a:chExt cx="1715078" cy="3968906"/>
            </a:xfrm>
          </p:grpSpPr>
          <p:sp>
            <p:nvSpPr>
              <p:cNvPr id="6" name="TextBox 5">
                <a:extLst>
                  <a:ext uri="{FF2B5EF4-FFF2-40B4-BE49-F238E27FC236}">
                    <a16:creationId xmlns:a16="http://schemas.microsoft.com/office/drawing/2014/main" id="{47B9D09E-63CD-64F6-958C-EA9FA48DADD3}"/>
                  </a:ext>
                </a:extLst>
              </p:cNvPr>
              <p:cNvSpPr txBox="1"/>
              <p:nvPr userDrawn="1"/>
            </p:nvSpPr>
            <p:spPr bwMode="gray">
              <a:xfrm>
                <a:off x="-1824880" y="2708919"/>
                <a:ext cx="1715078" cy="3968905"/>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‘Graphics Format’</a:t>
                </a:r>
              </a:p>
              <a:p>
                <a:pPr marL="144000" indent="-144000">
                  <a:lnSpc>
                    <a:spcPct val="120000"/>
                  </a:lnSpc>
                  <a:spcAft>
                    <a:spcPts val="600"/>
                  </a:spcAft>
                  <a:buFont typeface="+mj-lt"/>
                  <a:buAutoNum type="arabicPeriod"/>
                </a:pPr>
                <a:r>
                  <a:rPr lang="en-US" sz="900">
                    <a:solidFill>
                      <a:schemeClr val="tx1"/>
                    </a:solidFill>
                    <a:effectLst/>
                    <a:latin typeface="+mn-lt"/>
                  </a:rPr>
                  <a:t>Choose ‘Change Graphic’ and then the corresponding source where the image is located</a:t>
                </a:r>
                <a:endParaRPr lang="en-US" sz="900">
                  <a:solidFill>
                    <a:schemeClr val="tx1"/>
                  </a:solidFill>
                  <a:latin typeface="+mn-lt"/>
                </a:endParaRPr>
              </a:p>
            </p:txBody>
          </p:sp>
          <p:sp>
            <p:nvSpPr>
              <p:cNvPr id="17" name="TextBox 16">
                <a:extLst>
                  <a:ext uri="{FF2B5EF4-FFF2-40B4-BE49-F238E27FC236}">
                    <a16:creationId xmlns:a16="http://schemas.microsoft.com/office/drawing/2014/main" id="{2D0176BF-2F0A-7CD2-C351-9566CEB75770}"/>
                  </a:ext>
                </a:extLst>
              </p:cNvPr>
              <p:cNvSpPr txBox="1"/>
              <p:nvPr userDrawn="1"/>
            </p:nvSpPr>
            <p:spPr bwMode="gray">
              <a:xfrm>
                <a:off x="-1824880" y="5813729"/>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pic>
          <p:nvPicPr>
            <p:cNvPr id="4" name="Picture 3">
              <a:extLst>
                <a:ext uri="{FF2B5EF4-FFF2-40B4-BE49-F238E27FC236}">
                  <a16:creationId xmlns:a16="http://schemas.microsoft.com/office/drawing/2014/main" id="{984B5FBE-FD99-4099-2B8E-2A43706BD377}"/>
                </a:ext>
              </a:extLst>
            </p:cNvPr>
            <p:cNvPicPr>
              <a:picLocks noChangeAspect="1"/>
            </p:cNvPicPr>
            <p:nvPr userDrawn="1"/>
          </p:nvPicPr>
          <p:blipFill>
            <a:blip r:embed="rId3"/>
            <a:stretch>
              <a:fillRect/>
            </a:stretch>
          </p:blipFill>
          <p:spPr>
            <a:xfrm>
              <a:off x="-1752872" y="2087812"/>
              <a:ext cx="1080120" cy="984668"/>
            </a:xfrm>
            <a:prstGeom prst="rect">
              <a:avLst/>
            </a:prstGeom>
          </p:spPr>
        </p:pic>
      </p:grpSp>
    </p:spTree>
    <p:extLst>
      <p:ext uri="{BB962C8B-B14F-4D97-AF65-F5344CB8AC3E}">
        <p14:creationId xmlns:p14="http://schemas.microsoft.com/office/powerpoint/2010/main" val="3841313893"/>
      </p:ext>
    </p:extLst>
  </p:cSld>
  <p:clrMapOvr>
    <a:masterClrMapping/>
  </p:clrMapOvr>
  <p:extLst>
    <p:ext uri="{DCECCB84-F9BA-43D5-87BE-67443E8EF086}">
      <p15:sldGuideLst xmlns:p15="http://schemas.microsoft.com/office/powerpoint/2012/main">
        <p15:guide id="1" pos="3931">
          <p15:clr>
            <a:srgbClr val="FBAE40"/>
          </p15:clr>
        </p15:guide>
        <p15:guide id="4" pos="3749">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Slide library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
        <p:nvSpPr>
          <p:cNvPr id="9" name="Titel 8">
            <a:extLst>
              <a:ext uri="{FF2B5EF4-FFF2-40B4-BE49-F238E27FC236}">
                <a16:creationId xmlns:a16="http://schemas.microsoft.com/office/drawing/2014/main" id="{EFE1E317-A225-BEF3-502F-5B3D11D8CE4D}"/>
              </a:ext>
            </a:extLst>
          </p:cNvPr>
          <p:cNvSpPr>
            <a:spLocks noGrp="1"/>
          </p:cNvSpPr>
          <p:nvPr>
            <p:ph type="title" hasCustomPrompt="1"/>
          </p:nvPr>
        </p:nvSpPr>
        <p:spPr>
          <a:xfrm>
            <a:off x="479424" y="476250"/>
            <a:ext cx="11233151" cy="720000"/>
          </a:xfrm>
        </p:spPr>
        <p:txBody>
          <a:bodyPr/>
          <a:lstStyle/>
          <a:p>
            <a:r>
              <a:rPr lang="de-DE"/>
              <a:t>Disclaimer</a:t>
            </a:r>
          </a:p>
        </p:txBody>
      </p:sp>
    </p:spTree>
    <p:extLst>
      <p:ext uri="{BB962C8B-B14F-4D97-AF65-F5344CB8AC3E}">
        <p14:creationId xmlns:p14="http://schemas.microsoft.com/office/powerpoint/2010/main" val="51768360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One content dark Outro">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a:t>Add Title</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799" b="0">
                <a:solidFill>
                  <a:schemeClr val="bg1"/>
                </a:solidFill>
              </a:defRPr>
            </a:lvl1pPr>
            <a:lvl2pPr marL="0" indent="0">
              <a:lnSpc>
                <a:spcPct val="100000"/>
              </a:lnSpc>
              <a:spcBef>
                <a:spcPts val="0"/>
              </a:spcBef>
              <a:spcAft>
                <a:spcPts val="0"/>
              </a:spcAft>
              <a:buFont typeface="Arial" panose="020B0604020202020204" pitchFamily="34" charset="0"/>
              <a:buNone/>
              <a:defRPr sz="799" b="0">
                <a:solidFill>
                  <a:schemeClr val="bg1"/>
                </a:solidFill>
              </a:defRPr>
            </a:lvl2pPr>
            <a:lvl3pPr marL="0" indent="0">
              <a:lnSpc>
                <a:spcPct val="100000"/>
              </a:lnSpc>
              <a:spcBef>
                <a:spcPts val="0"/>
              </a:spcBef>
              <a:spcAft>
                <a:spcPts val="0"/>
              </a:spcAft>
              <a:buNone/>
              <a:defRPr sz="799" b="0">
                <a:solidFill>
                  <a:schemeClr val="bg1"/>
                </a:solidFill>
              </a:defRPr>
            </a:lvl3pPr>
            <a:lvl4pPr marL="0" indent="0">
              <a:lnSpc>
                <a:spcPct val="100000"/>
              </a:lnSpc>
              <a:spcBef>
                <a:spcPts val="0"/>
              </a:spcBef>
              <a:spcAft>
                <a:spcPts val="0"/>
              </a:spcAft>
              <a:buNone/>
              <a:defRPr sz="799" b="0">
                <a:solidFill>
                  <a:schemeClr val="bg1"/>
                </a:solidFill>
              </a:defRPr>
            </a:lvl4pPr>
            <a:lvl5pPr marL="0" indent="0">
              <a:lnSpc>
                <a:spcPct val="100000"/>
              </a:lnSpc>
              <a:spcBef>
                <a:spcPts val="0"/>
              </a:spcBef>
              <a:spcAft>
                <a:spcPts val="0"/>
              </a:spcAft>
              <a:buNone/>
              <a:defRPr sz="799" b="0">
                <a:solidFill>
                  <a:schemeClr val="bg1"/>
                </a:solidFill>
              </a:defRPr>
            </a:lvl5pPr>
            <a:lvl6pPr marL="0" indent="0">
              <a:lnSpc>
                <a:spcPct val="100000"/>
              </a:lnSpc>
              <a:spcBef>
                <a:spcPts val="0"/>
              </a:spcBef>
              <a:spcAft>
                <a:spcPts val="0"/>
              </a:spcAft>
              <a:buNone/>
              <a:defRPr sz="799" b="0">
                <a:solidFill>
                  <a:schemeClr val="bg1"/>
                </a:solidFill>
              </a:defRPr>
            </a:lvl6pPr>
            <a:lvl7pPr marL="0" indent="0">
              <a:lnSpc>
                <a:spcPct val="100000"/>
              </a:lnSpc>
              <a:spcBef>
                <a:spcPts val="0"/>
              </a:spcBef>
              <a:spcAft>
                <a:spcPts val="0"/>
              </a:spcAft>
              <a:buNone/>
              <a:defRPr sz="799" b="0">
                <a:solidFill>
                  <a:schemeClr val="bg1"/>
                </a:solidFill>
              </a:defRPr>
            </a:lvl7pPr>
            <a:lvl8pPr marL="0" indent="0">
              <a:lnSpc>
                <a:spcPct val="100000"/>
              </a:lnSpc>
              <a:spcBef>
                <a:spcPts val="0"/>
              </a:spcBef>
              <a:spcAft>
                <a:spcPts val="0"/>
              </a:spcAft>
              <a:buNone/>
              <a:defRPr sz="799" b="0">
                <a:solidFill>
                  <a:schemeClr val="bg1"/>
                </a:solidFill>
              </a:defRPr>
            </a:lvl8pPr>
            <a:lvl9pPr marL="0" indent="0">
              <a:lnSpc>
                <a:spcPct val="100000"/>
              </a:lnSpc>
              <a:spcBef>
                <a:spcPts val="0"/>
              </a:spcBef>
              <a:spcAft>
                <a:spcPts val="0"/>
              </a:spcAft>
              <a:buNone/>
              <a:defRPr sz="799" b="0">
                <a:solidFill>
                  <a:schemeClr val="bg1"/>
                </a:solidFill>
              </a:defRPr>
            </a:lvl9pPr>
          </a:lstStyle>
          <a:p>
            <a:pPr lvl="0"/>
            <a:r>
              <a:rPr lang="en-US"/>
              <a:t>Footnote/Source</a:t>
            </a:r>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5" y="6165001"/>
            <a:ext cx="1234800" cy="372727"/>
          </a:xfrm>
          <a:prstGeom prst="rect">
            <a:avLst/>
          </a:prstGeom>
        </p:spPr>
      </p:pic>
    </p:spTree>
    <p:extLst>
      <p:ext uri="{BB962C8B-B14F-4D97-AF65-F5344CB8AC3E}">
        <p14:creationId xmlns:p14="http://schemas.microsoft.com/office/powerpoint/2010/main" val="268532129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a:prstGeom prst="rect">
            <a:avLst/>
          </a:prstGeom>
        </p:spPr>
        <p:txBody>
          <a:bodyPr/>
          <a:lstStyle>
            <a:lvl1pPr algn="l">
              <a:defRPr/>
            </a:lvl1pPr>
          </a:lstStyle>
          <a:p>
            <a:r>
              <a:rPr lang="en-US"/>
              <a:t>ONLY FOR INTERNAL USE</a:t>
            </a:r>
          </a:p>
        </p:txBody>
      </p:sp>
    </p:spTree>
    <p:extLst>
      <p:ext uri="{BB962C8B-B14F-4D97-AF65-F5344CB8AC3E}">
        <p14:creationId xmlns:p14="http://schemas.microsoft.com/office/powerpoint/2010/main" val="407134609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a:prstGeom prst="rect">
            <a:avLst/>
          </a:prstGeo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32256718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a:prstGeom prst="rect">
            <a:avLst/>
          </a:prstGeo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6663542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a:prstGeom prst="rect">
            <a:avLst/>
          </a:prstGeo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5906183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a:prstGeom prst="rect">
            <a:avLst/>
          </a:prstGeo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57512947"/>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425995896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618203822"/>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Tree>
    <p:extLst>
      <p:ext uri="{BB962C8B-B14F-4D97-AF65-F5344CB8AC3E}">
        <p14:creationId xmlns:p14="http://schemas.microsoft.com/office/powerpoint/2010/main" val="283000008"/>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239642849"/>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069193835"/>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6"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3882643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69376438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58357693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401269282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92461312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a:prstGeom prst="rect">
            <a:avLst/>
          </a:prstGeo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87703967"/>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414061951"/>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Tree>
    <p:extLst>
      <p:ext uri="{BB962C8B-B14F-4D97-AF65-F5344CB8AC3E}">
        <p14:creationId xmlns:p14="http://schemas.microsoft.com/office/powerpoint/2010/main" val="2327353862"/>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0785132"/>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95246037"/>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3502093"/>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49493395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83281604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809848678"/>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5861098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144811232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2"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6"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12056046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6753238"/>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825525858"/>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47643049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66275609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287317322"/>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Tree>
    <p:extLst>
      <p:ext uri="{BB962C8B-B14F-4D97-AF65-F5344CB8AC3E}">
        <p14:creationId xmlns:p14="http://schemas.microsoft.com/office/powerpoint/2010/main" val="63184497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blank">
  <p:cSld name="Leer">
    <p:spTree>
      <p:nvGrpSpPr>
        <p:cNvPr id="1" name=""/>
        <p:cNvGrpSpPr/>
        <p:nvPr/>
      </p:nvGrpSpPr>
      <p:grpSpPr>
        <a:xfrm>
          <a:off x="0" y="0"/>
          <a:ext cx="0" cy="0"/>
          <a:chOff x="0" y="0"/>
          <a:chExt cx="0" cy="0"/>
        </a:xfrm>
      </p:grpSpPr>
      <p:sp>
        <p:nvSpPr>
          <p:cNvPr id="2" name="Datumsplatzhalter 1"/>
          <p:cNvSpPr>
            <a:spLocks noGrp="1"/>
          </p:cNvSpPr>
          <p:nvPr>
            <p:ph type="dt" sz="half" idx="10"/>
          </p:nvPr>
        </p:nvSpPr>
        <p:spPr/>
        <p:txBody>
          <a:bodyPr/>
          <a:lstStyle/>
          <a:p>
            <a:fld id="{0AD1C50B-E8A2-4BF1-8E49-B64B7009FA23}" type="datetime1">
              <a:rPr lang="en-GB" noProof="0" smtClean="0"/>
              <a:t>14/05/2026</a:t>
            </a:fld>
            <a:endParaRPr lang="en-GB" noProof="0"/>
          </a:p>
        </p:txBody>
      </p:sp>
      <p:sp>
        <p:nvSpPr>
          <p:cNvPr id="3" name="Fußzeilenplatzhalter 2"/>
          <p:cNvSpPr>
            <a:spLocks noGrp="1"/>
          </p:cNvSpPr>
          <p:nvPr>
            <p:ph type="ftr" sz="quarter" idx="11"/>
          </p:nvPr>
        </p:nvSpPr>
        <p:spPr>
          <a:xfrm>
            <a:off x="6312024" y="6246836"/>
            <a:ext cx="5040560" cy="288000"/>
          </a:xfrm>
          <a:prstGeom prst="rect">
            <a:avLst/>
          </a:prstGeom>
        </p:spPr>
        <p:txBody>
          <a:bodyPr/>
          <a:lstStyle/>
          <a:p>
            <a:endParaRPr lang="en-GB" noProof="0"/>
          </a:p>
        </p:txBody>
      </p:sp>
      <p:sp>
        <p:nvSpPr>
          <p:cNvPr id="4" name="Foliennummernplatzhalter 3"/>
          <p:cNvSpPr>
            <a:spLocks noGrp="1"/>
          </p:cNvSpPr>
          <p:nvPr>
            <p:ph type="sldNum" sz="quarter" idx="12"/>
          </p:nvPr>
        </p:nvSpPr>
        <p:spPr/>
        <p:txBody>
          <a:bodyPr/>
          <a:lstStyle/>
          <a:p>
            <a:fld id="{143B55C4-4F5A-416B-997D-6CE47EB0A945}" type="slidenum">
              <a:rPr lang="en-GB" noProof="0" smtClean="0"/>
              <a:t>‹#›</a:t>
            </a:fld>
            <a:endParaRPr lang="en-GB" noProof="0"/>
          </a:p>
        </p:txBody>
      </p:sp>
      <p:pic>
        <p:nvPicPr>
          <p:cNvPr id="5" name="Grafik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2350558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96352410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56_Title Slide">
    <p:spTree>
      <p:nvGrpSpPr>
        <p:cNvPr id="1" name=""/>
        <p:cNvGrpSpPr/>
        <p:nvPr/>
      </p:nvGrpSpPr>
      <p:grpSpPr>
        <a:xfrm>
          <a:off x="0" y="0"/>
          <a:ext cx="0" cy="0"/>
          <a:chOff x="0" y="0"/>
          <a:chExt cx="0" cy="0"/>
        </a:xfrm>
      </p:grpSpPr>
      <p:sp>
        <p:nvSpPr>
          <p:cNvPr id="7" name="Picture Placeholder 2"/>
          <p:cNvSpPr>
            <a:spLocks noGrp="1"/>
          </p:cNvSpPr>
          <p:nvPr>
            <p:ph type="pic" sz="quarter" idx="11"/>
          </p:nvPr>
        </p:nvSpPr>
        <p:spPr>
          <a:xfrm>
            <a:off x="6583081" y="239892"/>
            <a:ext cx="5300117" cy="6335891"/>
          </a:xfrm>
          <a:custGeom>
            <a:avLst/>
            <a:gdLst/>
            <a:ahLst/>
            <a:cxnLst/>
            <a:rect l="l" t="t" r="r" b="b"/>
            <a:pathLst>
              <a:path w="4335753" h="5183067">
                <a:moveTo>
                  <a:pt x="2624125" y="1178296"/>
                </a:moveTo>
                <a:cubicBezTo>
                  <a:pt x="2698245" y="1173058"/>
                  <a:pt x="2774671" y="1189136"/>
                  <a:pt x="2843864" y="1229085"/>
                </a:cubicBezTo>
                <a:cubicBezTo>
                  <a:pt x="3028381" y="1335615"/>
                  <a:pt x="3091600" y="1571555"/>
                  <a:pt x="2985070" y="1756071"/>
                </a:cubicBezTo>
                <a:lnTo>
                  <a:pt x="1117895" y="4990113"/>
                </a:lnTo>
                <a:cubicBezTo>
                  <a:pt x="1011365" y="5174629"/>
                  <a:pt x="775425" y="5237849"/>
                  <a:pt x="590909" y="5131318"/>
                </a:cubicBezTo>
                <a:cubicBezTo>
                  <a:pt x="406393" y="5024788"/>
                  <a:pt x="343173" y="4788848"/>
                  <a:pt x="449703" y="4604332"/>
                </a:cubicBezTo>
                <a:lnTo>
                  <a:pt x="2316878" y="1370290"/>
                </a:lnTo>
                <a:cubicBezTo>
                  <a:pt x="2383459" y="1254968"/>
                  <a:pt x="2500592" y="1187027"/>
                  <a:pt x="2624125" y="1178296"/>
                </a:cubicBezTo>
                <a:close/>
                <a:moveTo>
                  <a:pt x="3923060" y="861165"/>
                </a:moveTo>
                <a:cubicBezTo>
                  <a:pt x="3997180" y="855927"/>
                  <a:pt x="4073605" y="872005"/>
                  <a:pt x="4142799" y="911954"/>
                </a:cubicBezTo>
                <a:cubicBezTo>
                  <a:pt x="4327315" y="1018484"/>
                  <a:pt x="4390534" y="1254424"/>
                  <a:pt x="4284004" y="1438940"/>
                </a:cubicBezTo>
                <a:lnTo>
                  <a:pt x="2416832" y="4672979"/>
                </a:lnTo>
                <a:cubicBezTo>
                  <a:pt x="2310301" y="4857495"/>
                  <a:pt x="2074361" y="4920715"/>
                  <a:pt x="1889845" y="4814185"/>
                </a:cubicBezTo>
                <a:cubicBezTo>
                  <a:pt x="1705329" y="4707654"/>
                  <a:pt x="1642109" y="4471714"/>
                  <a:pt x="1748639" y="4287198"/>
                </a:cubicBezTo>
                <a:lnTo>
                  <a:pt x="3615812" y="1053159"/>
                </a:lnTo>
                <a:cubicBezTo>
                  <a:pt x="3682394" y="937837"/>
                  <a:pt x="3799525" y="869895"/>
                  <a:pt x="3923060" y="861165"/>
                </a:cubicBezTo>
                <a:close/>
                <a:moveTo>
                  <a:pt x="2226169" y="961"/>
                </a:moveTo>
                <a:cubicBezTo>
                  <a:pt x="2300289" y="-4277"/>
                  <a:pt x="2376714" y="11800"/>
                  <a:pt x="2445908" y="51750"/>
                </a:cubicBezTo>
                <a:cubicBezTo>
                  <a:pt x="2630424" y="158280"/>
                  <a:pt x="2693644" y="394220"/>
                  <a:pt x="2587114" y="578736"/>
                </a:cubicBezTo>
                <a:lnTo>
                  <a:pt x="719942" y="3812773"/>
                </a:lnTo>
                <a:cubicBezTo>
                  <a:pt x="613411" y="3997289"/>
                  <a:pt x="377471" y="4060509"/>
                  <a:pt x="192955" y="3953979"/>
                </a:cubicBezTo>
                <a:cubicBezTo>
                  <a:pt x="8439" y="3847448"/>
                  <a:pt x="-54781" y="3611508"/>
                  <a:pt x="51749" y="3426992"/>
                </a:cubicBezTo>
                <a:lnTo>
                  <a:pt x="1918921" y="192955"/>
                </a:lnTo>
                <a:cubicBezTo>
                  <a:pt x="1985503" y="77633"/>
                  <a:pt x="2102635" y="9691"/>
                  <a:pt x="2226169" y="961"/>
                </a:cubicBezTo>
                <a:close/>
              </a:path>
            </a:pathLst>
          </a:custGeom>
          <a:noFill/>
        </p:spPr>
        <p:txBody>
          <a:bodyPr lIns="68580" tIns="34290" rIns="68580" bIns="34290" anchor="ctr">
            <a:normAutofit/>
          </a:bodyPr>
          <a:lstStyle>
            <a:lvl1pPr marL="0" indent="0" algn="ctr">
              <a:buNone/>
              <a:defRPr sz="1660" baseline="0">
                <a:latin typeface="OPPOSans M" panose="00020600040101010101" pitchFamily="18" charset="-122"/>
                <a:cs typeface="Lato Regular"/>
              </a:defRPr>
            </a:lvl1pPr>
          </a:lstStyle>
          <a:p>
            <a:endParaRPr lang="en-US"/>
          </a:p>
        </p:txBody>
      </p:sp>
    </p:spTree>
    <p:extLst>
      <p:ext uri="{BB962C8B-B14F-4D97-AF65-F5344CB8AC3E}">
        <p14:creationId xmlns:p14="http://schemas.microsoft.com/office/powerpoint/2010/main" val="127122722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标题">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0891F1F4-B9F8-8CFC-C6FD-77C2D4ACAB82}"/>
              </a:ext>
            </a:extLst>
          </p:cNvPr>
          <p:cNvSpPr>
            <a:spLocks noGrp="1"/>
          </p:cNvSpPr>
          <p:nvPr>
            <p:ph type="dt" sz="half" idx="10"/>
          </p:nvPr>
        </p:nvSpPr>
        <p:spPr/>
        <p:txBody>
          <a:bodyPr/>
          <a:lstStyle/>
          <a:p>
            <a:fld id="{5DE66590-3E96-4764-9BF7-697F166BBDD2}" type="datetimeFigureOut">
              <a:rPr lang="zh-CN" altLang="en-US" smtClean="0"/>
              <a:t>2026/5/14</a:t>
            </a:fld>
            <a:endParaRPr lang="zh-CN" altLang="en-US"/>
          </a:p>
        </p:txBody>
      </p:sp>
      <p:sp>
        <p:nvSpPr>
          <p:cNvPr id="3" name="页脚占位符 2">
            <a:extLst>
              <a:ext uri="{FF2B5EF4-FFF2-40B4-BE49-F238E27FC236}">
                <a16:creationId xmlns:a16="http://schemas.microsoft.com/office/drawing/2014/main" id="{AC5AB01F-981A-1245-32FD-CA7ED3F1EF60}"/>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40D059A1-3ADB-385A-0ACA-C3332CFAA1B5}"/>
              </a:ext>
            </a:extLst>
          </p:cNvPr>
          <p:cNvSpPr>
            <a:spLocks noGrp="1"/>
          </p:cNvSpPr>
          <p:nvPr>
            <p:ph type="sldNum" sz="quarter" idx="12"/>
          </p:nvPr>
        </p:nvSpPr>
        <p:spPr/>
        <p:txBody>
          <a:bodyPr/>
          <a:lstStyle/>
          <a:p>
            <a:fld id="{01C16240-A846-4458-80FC-BD33C1EA2FF0}" type="slidenum">
              <a:rPr lang="zh-CN" altLang="en-US" smtClean="0"/>
              <a:t>‹#›</a:t>
            </a:fld>
            <a:endParaRPr lang="zh-CN" altLang="en-US"/>
          </a:p>
        </p:txBody>
      </p:sp>
      <p:sp>
        <p:nvSpPr>
          <p:cNvPr id="6" name="文本占位符 5">
            <a:extLst>
              <a:ext uri="{FF2B5EF4-FFF2-40B4-BE49-F238E27FC236}">
                <a16:creationId xmlns:a16="http://schemas.microsoft.com/office/drawing/2014/main" id="{A7B5850D-D735-46B9-D260-373560190F41}"/>
              </a:ext>
            </a:extLst>
          </p:cNvPr>
          <p:cNvSpPr>
            <a:spLocks noGrp="1"/>
          </p:cNvSpPr>
          <p:nvPr>
            <p:ph type="body" sz="quarter" idx="13"/>
          </p:nvPr>
        </p:nvSpPr>
        <p:spPr>
          <a:xfrm>
            <a:off x="442913" y="454025"/>
            <a:ext cx="9600579" cy="398571"/>
          </a:xfrm>
        </p:spPr>
        <p:txBody>
          <a:bodyPr lIns="0" tIns="0" rIns="0" bIns="0" anchor="b" anchorCtr="0">
            <a:spAutoFit/>
          </a:bodyPr>
          <a:lstStyle>
            <a:lvl1pPr marL="0" indent="0">
              <a:buNone/>
              <a:defRPr lang="zh-CN" altLang="en-US" dirty="0">
                <a:gradFill>
                  <a:gsLst>
                    <a:gs pos="0">
                      <a:schemeClr val="accent1"/>
                    </a:gs>
                    <a:gs pos="100000">
                      <a:schemeClr val="accent1">
                        <a:lumMod val="75000"/>
                      </a:schemeClr>
                    </a:gs>
                  </a:gsLst>
                  <a:lin ang="2700000" scaled="1"/>
                </a:gradFill>
                <a:latin typeface="+mj-ea"/>
                <a:ea typeface="+mj-ea"/>
              </a:defRPr>
            </a:lvl1pPr>
          </a:lstStyle>
          <a:p>
            <a:pPr lvl="0"/>
            <a:r>
              <a:rPr lang="zh-CN" altLang="en-US"/>
              <a:t>单击此处编辑母版文本样式</a:t>
            </a:r>
          </a:p>
        </p:txBody>
      </p:sp>
    </p:spTree>
    <p:extLst>
      <p:ext uri="{BB962C8B-B14F-4D97-AF65-F5344CB8AC3E}">
        <p14:creationId xmlns:p14="http://schemas.microsoft.com/office/powerpoint/2010/main" val="378379357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3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1" y="274638"/>
            <a:ext cx="10972800" cy="582595"/>
          </a:xfrm>
          <a:prstGeom prst="rect">
            <a:avLst/>
          </a:prstGeom>
        </p:spPr>
        <p:txBody>
          <a:bodyPr lIns="91429" tIns="45715" rIns="91429" bIns="45715" anchor="ctr" anchorCtr="0"/>
          <a:lstStyle>
            <a:lvl1pPr algn="l">
              <a:defRPr sz="2880">
                <a:solidFill>
                  <a:schemeClr val="accent1"/>
                </a:solidFill>
                <a:latin typeface="+mj-ea"/>
                <a:ea typeface="+mj-ea"/>
              </a:defRPr>
            </a:lvl1pPr>
          </a:lstStyle>
          <a:p>
            <a:r>
              <a:rPr lang="zh-CN" altLang="en-US"/>
              <a:t>单击此处编辑母版标题样式</a:t>
            </a:r>
          </a:p>
        </p:txBody>
      </p:sp>
      <p:sp>
        <p:nvSpPr>
          <p:cNvPr id="7" name="内容占位符 2"/>
          <p:cNvSpPr>
            <a:spLocks noGrp="1"/>
          </p:cNvSpPr>
          <p:nvPr>
            <p:ph idx="1"/>
          </p:nvPr>
        </p:nvSpPr>
        <p:spPr>
          <a:xfrm>
            <a:off x="609601" y="988219"/>
            <a:ext cx="10972800" cy="5184000"/>
          </a:xfrm>
          <a:prstGeom prst="rect">
            <a:avLst/>
          </a:prstGeom>
        </p:spPr>
        <p:txBody>
          <a:bodyPr lIns="91429" tIns="45715" rIns="91429" bIns="45715"/>
          <a:lstStyle>
            <a:lvl1pPr>
              <a:defRPr sz="1920">
                <a:latin typeface="+mj-ea"/>
                <a:ea typeface="+mj-ea"/>
              </a:defRPr>
            </a:lvl1pPr>
            <a:lvl2pPr>
              <a:defRPr sz="1920">
                <a:latin typeface="+mj-ea"/>
                <a:ea typeface="+mj-ea"/>
              </a:defRPr>
            </a:lvl2pPr>
            <a:lvl3pPr>
              <a:defRPr sz="1680">
                <a:latin typeface="+mj-ea"/>
                <a:ea typeface="+mj-ea"/>
              </a:defRPr>
            </a:lvl3pPr>
            <a:lvl4pPr>
              <a:defRPr sz="1680">
                <a:latin typeface="+mj-ea"/>
                <a:ea typeface="+mj-ea"/>
              </a:defRPr>
            </a:lvl4pPr>
            <a:lvl5pPr>
              <a:defRPr sz="1680">
                <a:latin typeface="+mj-ea"/>
                <a:ea typeface="+mj-ea"/>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文本占位符 11"/>
          <p:cNvSpPr>
            <a:spLocks noGrp="1"/>
          </p:cNvSpPr>
          <p:nvPr>
            <p:ph type="body" sz="quarter" idx="10" hasCustomPrompt="1"/>
          </p:nvPr>
        </p:nvSpPr>
        <p:spPr>
          <a:xfrm>
            <a:off x="609605" y="6467588"/>
            <a:ext cx="8462726" cy="318256"/>
          </a:xfrm>
          <a:prstGeom prst="rect">
            <a:avLst/>
          </a:prstGeom>
        </p:spPr>
        <p:txBody>
          <a:bodyPr lIns="76179" tIns="38089" rIns="76179" bIns="38089" anchor="ctr"/>
          <a:lstStyle>
            <a:lvl1pPr marL="0" indent="0">
              <a:buNone/>
              <a:defRPr kumimoji="0" lang="zh-CN" altLang="en-US" sz="1200" b="0" i="0" u="none" strike="noStrike" kern="0" cap="none" spc="0" normalizeH="0" baseline="0" noProof="0" dirty="0" smtClean="0">
                <a:ln>
                  <a:noFill/>
                </a:ln>
                <a:solidFill>
                  <a:schemeClr val="tx1"/>
                </a:solidFill>
                <a:effectLst/>
                <a:uLnTx/>
                <a:uFillTx/>
                <a:latin typeface="+mj-ea"/>
                <a:ea typeface="+mj-ea"/>
                <a:cs typeface="+mn-cs"/>
              </a:defRPr>
            </a:lvl1pPr>
          </a:lstStyle>
          <a:p>
            <a:pPr lvl="0"/>
            <a:r>
              <a:rPr lang="zh-CN" altLang="en-US"/>
              <a:t>数据来源：</a:t>
            </a:r>
          </a:p>
        </p:txBody>
      </p:sp>
    </p:spTree>
    <p:extLst>
      <p:ext uri="{BB962C8B-B14F-4D97-AF65-F5344CB8AC3E}">
        <p14:creationId xmlns:p14="http://schemas.microsoft.com/office/powerpoint/2010/main" val="243507666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6_标题和内容">
    <p:spTree>
      <p:nvGrpSpPr>
        <p:cNvPr id="1" name=""/>
        <p:cNvGrpSpPr/>
        <p:nvPr/>
      </p:nvGrpSpPr>
      <p:grpSpPr>
        <a:xfrm>
          <a:off x="0" y="0"/>
          <a:ext cx="0" cy="0"/>
          <a:chOff x="0" y="0"/>
          <a:chExt cx="0" cy="0"/>
        </a:xfrm>
      </p:grpSpPr>
      <p:sp>
        <p:nvSpPr>
          <p:cNvPr id="4" name="标题 1"/>
          <p:cNvSpPr>
            <a:spLocks noGrp="1"/>
          </p:cNvSpPr>
          <p:nvPr>
            <p:ph type="title"/>
          </p:nvPr>
        </p:nvSpPr>
        <p:spPr>
          <a:xfrm>
            <a:off x="609601" y="274638"/>
            <a:ext cx="10972800" cy="582595"/>
          </a:xfrm>
          <a:prstGeom prst="rect">
            <a:avLst/>
          </a:prstGeom>
        </p:spPr>
        <p:txBody>
          <a:bodyPr lIns="91429" tIns="45715" rIns="91429" bIns="45715" anchor="ctr" anchorCtr="0"/>
          <a:lstStyle>
            <a:lvl1pPr algn="l">
              <a:defRPr sz="2880">
                <a:solidFill>
                  <a:schemeClr val="accent1"/>
                </a:solidFill>
                <a:latin typeface="+mj-ea"/>
                <a:ea typeface="+mj-ea"/>
              </a:defRPr>
            </a:lvl1pPr>
          </a:lstStyle>
          <a:p>
            <a:r>
              <a:rPr lang="zh-CN" altLang="en-US"/>
              <a:t>单击此处编辑母版标题样式</a:t>
            </a:r>
          </a:p>
        </p:txBody>
      </p:sp>
      <p:sp>
        <p:nvSpPr>
          <p:cNvPr id="8" name="文本占位符 11"/>
          <p:cNvSpPr>
            <a:spLocks noGrp="1"/>
          </p:cNvSpPr>
          <p:nvPr>
            <p:ph type="body" sz="quarter" idx="10" hasCustomPrompt="1"/>
          </p:nvPr>
        </p:nvSpPr>
        <p:spPr>
          <a:xfrm>
            <a:off x="609605" y="6467588"/>
            <a:ext cx="8462726" cy="318256"/>
          </a:xfrm>
          <a:prstGeom prst="rect">
            <a:avLst/>
          </a:prstGeom>
        </p:spPr>
        <p:txBody>
          <a:bodyPr lIns="76179" tIns="38089" rIns="76179" bIns="38089" anchor="ctr"/>
          <a:lstStyle>
            <a:lvl1pPr marL="0" indent="0">
              <a:buNone/>
              <a:defRPr kumimoji="0" lang="zh-CN" altLang="en-US" sz="1200" b="0" i="0" u="none" strike="noStrike" kern="0" cap="none" spc="0" normalizeH="0" baseline="0" noProof="0" dirty="0" smtClean="0">
                <a:ln>
                  <a:noFill/>
                </a:ln>
                <a:solidFill>
                  <a:schemeClr val="tx1"/>
                </a:solidFill>
                <a:effectLst/>
                <a:uLnTx/>
                <a:uFillTx/>
                <a:latin typeface="+mj-ea"/>
                <a:ea typeface="+mj-ea"/>
                <a:cs typeface="+mn-cs"/>
              </a:defRPr>
            </a:lvl1pPr>
          </a:lstStyle>
          <a:p>
            <a:pPr lvl="0"/>
            <a:r>
              <a:rPr lang="zh-CN" altLang="en-US"/>
              <a:t>数据来源：</a:t>
            </a:r>
          </a:p>
        </p:txBody>
      </p:sp>
    </p:spTree>
    <p:extLst>
      <p:ext uri="{BB962C8B-B14F-4D97-AF65-F5344CB8AC3E}">
        <p14:creationId xmlns:p14="http://schemas.microsoft.com/office/powerpoint/2010/main" val="373488531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_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823023843"/>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2495205584"/>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256692826"/>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88020923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a:prstGeom prst="rect">
            <a:avLst/>
          </a:prstGeo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917579383"/>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a:xfrm>
            <a:off x="6312024" y="6246836"/>
            <a:ext cx="5040560" cy="288000"/>
          </a:xfrm>
          <a:prstGeom prst="rect">
            <a:avLst/>
          </a:prstGeom>
        </p:spPr>
        <p:txBody>
          <a:bodyPr/>
          <a:lstStyle/>
          <a:p>
            <a:r>
              <a:rPr lang="en-US"/>
              <a:t>Presentation title    |    ONLY FOR INTERNAL USE</a:t>
            </a:r>
          </a:p>
        </p:txBody>
      </p:sp>
    </p:spTree>
    <p:extLst>
      <p:ext uri="{BB962C8B-B14F-4D97-AF65-F5344CB8AC3E}">
        <p14:creationId xmlns:p14="http://schemas.microsoft.com/office/powerpoint/2010/main" val="3647838826"/>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a:xfrm>
            <a:off x="6312024" y="6246836"/>
            <a:ext cx="5040560" cy="288000"/>
          </a:xfrm>
          <a:prstGeom prst="rect">
            <a:avLst/>
          </a:prstGeom>
        </p:spPr>
        <p:txBody>
          <a:bodyPr/>
          <a:lstStyle/>
          <a:p>
            <a:r>
              <a:rPr lang="en-US"/>
              <a:t>Presentation title    |    ONLY FOR INTERNAL USE</a:t>
            </a:r>
          </a:p>
        </p:txBody>
      </p:sp>
    </p:spTree>
    <p:extLst>
      <p:ext uri="{BB962C8B-B14F-4D97-AF65-F5344CB8AC3E}">
        <p14:creationId xmlns:p14="http://schemas.microsoft.com/office/powerpoint/2010/main" val="669779589"/>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_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a:xfrm>
            <a:off x="6312024" y="6246836"/>
            <a:ext cx="5040560" cy="288000"/>
          </a:xfrm>
          <a:prstGeom prst="rect">
            <a:avLst/>
          </a:prstGeom>
        </p:spPr>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701935177"/>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541089017"/>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_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62850968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a:xfrm>
            <a:off x="6312024" y="6246836"/>
            <a:ext cx="5040560" cy="288000"/>
          </a:xfrm>
          <a:prstGeom prst="rect">
            <a:avLst/>
          </a:prstGeom>
        </p:spPr>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74176759"/>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002671612"/>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1039427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a:xfrm>
            <a:off x="6312024" y="6246836"/>
            <a:ext cx="5040560" cy="288000"/>
          </a:xfrm>
          <a:prstGeom prst="rect">
            <a:avLst/>
          </a:prstGeom>
        </p:spPr>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1813644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a:xfrm>
            <a:off x="6312024" y="6246836"/>
            <a:ext cx="5040560" cy="288000"/>
          </a:xfrm>
          <a:prstGeom prst="rect">
            <a:avLst/>
          </a:prstGeom>
        </p:spPr>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26047683"/>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a:xfrm>
            <a:off x="6312024" y="6246836"/>
            <a:ext cx="5040560" cy="288000"/>
          </a:xfrm>
          <a:prstGeom prst="rect">
            <a:avLst/>
          </a:prstGeom>
        </p:spPr>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Tree>
    <p:extLst>
      <p:ext uri="{BB962C8B-B14F-4D97-AF65-F5344CB8AC3E}">
        <p14:creationId xmlns:p14="http://schemas.microsoft.com/office/powerpoint/2010/main" val="209571683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2D8156-BF7E-CDE9-3E99-F53A9DF5135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F37C13-3D18-1362-FC67-B374142FB52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F344C16-6798-D4A3-5624-CD52AA8D00F9}"/>
              </a:ext>
            </a:extLst>
          </p:cNvPr>
          <p:cNvSpPr>
            <a:spLocks noGrp="1"/>
          </p:cNvSpPr>
          <p:nvPr>
            <p:ph type="dt" sz="half" idx="10"/>
          </p:nvPr>
        </p:nvSpPr>
        <p:spPr/>
        <p:txBody>
          <a:bodyPr/>
          <a:lstStyle/>
          <a:p>
            <a:fld id="{5EA40026-8991-4F4A-BBF2-65E6625E483A}" type="datetimeFigureOut">
              <a:rPr lang="en-US" smtClean="0"/>
              <a:t>5/14/2026</a:t>
            </a:fld>
            <a:endParaRPr lang="en-US"/>
          </a:p>
        </p:txBody>
      </p:sp>
      <p:sp>
        <p:nvSpPr>
          <p:cNvPr id="5" name="Footer Placeholder 4">
            <a:extLst>
              <a:ext uri="{FF2B5EF4-FFF2-40B4-BE49-F238E27FC236}">
                <a16:creationId xmlns:a16="http://schemas.microsoft.com/office/drawing/2014/main" id="{2229EC4C-9B85-91E1-ED6A-2A694801D0D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2033110-F28C-3315-85FF-6974DBBAE50C}"/>
              </a:ext>
            </a:extLst>
          </p:cNvPr>
          <p:cNvSpPr>
            <a:spLocks noGrp="1"/>
          </p:cNvSpPr>
          <p:nvPr>
            <p:ph type="sldNum" sz="quarter" idx="12"/>
          </p:nvPr>
        </p:nvSpPr>
        <p:spPr/>
        <p:txBody>
          <a:bodyPr/>
          <a:lstStyle/>
          <a:p>
            <a:fld id="{8D70766E-ED60-4152-BABF-438224519024}" type="slidenum">
              <a:rPr lang="en-US" smtClean="0"/>
              <a:t>‹#›</a:t>
            </a:fld>
            <a:endParaRPr lang="en-US"/>
          </a:p>
        </p:txBody>
      </p:sp>
    </p:spTree>
    <p:extLst>
      <p:ext uri="{BB962C8B-B14F-4D97-AF65-F5344CB8AC3E}">
        <p14:creationId xmlns:p14="http://schemas.microsoft.com/office/powerpoint/2010/main" val="5085577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164810831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142628415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16915612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33179157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918098"/>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92567521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722574546"/>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Presentation title    |    ONLY FOR INTERNAL USE</a:t>
            </a:r>
          </a:p>
        </p:txBody>
      </p:sp>
    </p:spTree>
    <p:extLst>
      <p:ext uri="{BB962C8B-B14F-4D97-AF65-F5344CB8AC3E}">
        <p14:creationId xmlns:p14="http://schemas.microsoft.com/office/powerpoint/2010/main" val="4095487700"/>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3680331870"/>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042022942"/>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Presentation title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96728629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75321874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06028542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49846807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10425417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842659681"/>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647316558"/>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559441769"/>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719413699"/>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952940547"/>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203776214"/>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1453282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00887635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64438556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37300691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836377378"/>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75714847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403365824"/>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946010352"/>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426778596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709105435"/>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09423450"/>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133836166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64182417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_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96427297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60595981"/>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308441225"/>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520147415"/>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_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418789513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56089787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271744101"/>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ja-JP" altLang="en-US"/>
              <a:t>マスター テキストの書式設定</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680851259"/>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页脚占位符 1">
            <a:extLst>
              <a:ext uri="{FF2B5EF4-FFF2-40B4-BE49-F238E27FC236}">
                <a16:creationId xmlns:a16="http://schemas.microsoft.com/office/drawing/2014/main" id="{3D428F3A-D733-8B67-32B3-983F97D55E36}"/>
              </a:ext>
            </a:extLst>
          </p:cNvPr>
          <p:cNvSpPr>
            <a:spLocks noGrp="1"/>
          </p:cNvSpPr>
          <p:nvPr>
            <p:ph type="ftr" sz="quarter" idx="10"/>
          </p:nvPr>
        </p:nvSpPr>
        <p:spPr/>
        <p:txBody>
          <a:bodyPr/>
          <a:lstStyle/>
          <a:p>
            <a:r>
              <a:rPr lang="en-US"/>
              <a:t>Presentation title    |    ONLY FOR INTERNAL USE</a:t>
            </a:r>
          </a:p>
        </p:txBody>
      </p:sp>
      <p:sp>
        <p:nvSpPr>
          <p:cNvPr id="3" name="灯片编号占位符 2">
            <a:extLst>
              <a:ext uri="{FF2B5EF4-FFF2-40B4-BE49-F238E27FC236}">
                <a16:creationId xmlns:a16="http://schemas.microsoft.com/office/drawing/2014/main" id="{11AB6B05-0426-0515-46E9-30F37ACE87C0}"/>
              </a:ext>
            </a:extLst>
          </p:cNvPr>
          <p:cNvSpPr>
            <a:spLocks noGrp="1"/>
          </p:cNvSpPr>
          <p:nvPr>
            <p:ph type="sldNum" sz="quarter" idx="11"/>
          </p:nvPr>
        </p:nvSpPr>
        <p:spPr/>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126427563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0CF9AB5-BE2F-FE3B-DEFF-5DFE70D64B5F}"/>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EE122F61-45E9-3571-CF37-F5E2F79A2838}"/>
              </a:ext>
            </a:extLst>
          </p:cNvPr>
          <p:cNvSpPr>
            <a:spLocks noGrp="1"/>
          </p:cNvSpPr>
          <p:nvPr>
            <p:ph type="dt" sz="half" idx="10"/>
          </p:nvPr>
        </p:nvSpPr>
        <p:spPr/>
        <p:txBody>
          <a:bodyPr/>
          <a:lstStyle/>
          <a:p>
            <a:fld id="{B2D0DF0C-1724-4D7F-B79B-1956A41AA1E8}" type="datetimeFigureOut">
              <a:rPr lang="zh-CN" altLang="en-US" smtClean="0"/>
              <a:t>2026/5/14</a:t>
            </a:fld>
            <a:endParaRPr lang="zh-CN" altLang="en-US"/>
          </a:p>
        </p:txBody>
      </p:sp>
      <p:sp>
        <p:nvSpPr>
          <p:cNvPr id="4" name="页脚占位符 3">
            <a:extLst>
              <a:ext uri="{FF2B5EF4-FFF2-40B4-BE49-F238E27FC236}">
                <a16:creationId xmlns:a16="http://schemas.microsoft.com/office/drawing/2014/main" id="{05AB7395-3B93-4731-6233-E5EC084C176C}"/>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14B044BF-0261-6C18-DBA9-32DF8927BBAB}"/>
              </a:ext>
            </a:extLst>
          </p:cNvPr>
          <p:cNvSpPr>
            <a:spLocks noGrp="1"/>
          </p:cNvSpPr>
          <p:nvPr>
            <p:ph type="sldNum" sz="quarter" idx="12"/>
          </p:nvPr>
        </p:nvSpPr>
        <p:spPr/>
        <p:txBody>
          <a:bodyPr/>
          <a:lstStyle/>
          <a:p>
            <a:fld id="{8EEEBC61-59EE-4F34-A7D1-3D14A70EB880}" type="slidenum">
              <a:rPr lang="zh-CN" altLang="en-US" smtClean="0"/>
              <a:t>‹#›</a:t>
            </a:fld>
            <a:endParaRPr lang="zh-CN" altLang="en-US"/>
          </a:p>
        </p:txBody>
      </p:sp>
    </p:spTree>
    <p:extLst>
      <p:ext uri="{BB962C8B-B14F-4D97-AF65-F5344CB8AC3E}">
        <p14:creationId xmlns:p14="http://schemas.microsoft.com/office/powerpoint/2010/main" val="215382210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_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343025371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2180354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2_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2451764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_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7661882"/>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_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924522368"/>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_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2044974500"/>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35962295"/>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54766637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_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92472009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54844779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_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480113321"/>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3033532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63726576"/>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66708285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2_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189514647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2_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999472053"/>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536356891"/>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_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ltLang="zh-CN"/>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822743285"/>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263361377"/>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4" name="Date Placeholder 3"/>
          <p:cNvSpPr>
            <a:spLocks noGrp="1"/>
          </p:cNvSpPr>
          <p:nvPr>
            <p:ph type="dt" sz="half" idx="10"/>
          </p:nvPr>
        </p:nvSpPr>
        <p:spPr>
          <a:xfrm>
            <a:off x="10368040" y="6356351"/>
            <a:ext cx="1214361" cy="365125"/>
          </a:xfrm>
          <a:prstGeom prst="rect">
            <a:avLst/>
          </a:prstGeom>
        </p:spPr>
        <p:txBody>
          <a:bodyPr/>
          <a:lstStyle/>
          <a:p>
            <a:fld id="{C4FB99EF-D7B6-40F6-9A39-638E4454B5C6}" type="datetime1">
              <a:rPr lang="en-GB" smtClean="0"/>
              <a:t>14/05/2026</a:t>
            </a:fld>
            <a:endParaRPr lang="en-US"/>
          </a:p>
        </p:txBody>
      </p:sp>
      <p:sp>
        <p:nvSpPr>
          <p:cNvPr id="5" name="Footer Placeholder 4"/>
          <p:cNvSpPr>
            <a:spLocks noGrp="1"/>
          </p:cNvSpPr>
          <p:nvPr>
            <p:ph type="ftr" sz="quarter" idx="11"/>
          </p:nvPr>
        </p:nvSpPr>
        <p:spPr>
          <a:xfrm>
            <a:off x="609601" y="6356351"/>
            <a:ext cx="9758439" cy="365125"/>
          </a:xfrm>
          <a:prstGeom prst="rect">
            <a:avLst/>
          </a:prstGeom>
        </p:spPr>
        <p:txBody>
          <a:bodyPr/>
          <a:lstStyle>
            <a:lvl1pPr marL="0" marR="0" indent="0" algn="l" defTabSz="609585" rtl="0" eaLnBrk="1" fontAlgn="auto" latinLnBrk="0" hangingPunct="1">
              <a:lnSpc>
                <a:spcPct val="100000"/>
              </a:lnSpc>
              <a:spcBef>
                <a:spcPts val="0"/>
              </a:spcBef>
              <a:spcAft>
                <a:spcPts val="0"/>
              </a:spcAft>
              <a:buClrTx/>
              <a:buSzTx/>
              <a:buFontTx/>
              <a:buNone/>
              <a:tabLst/>
              <a:defRPr/>
            </a:lvl1pPr>
          </a:lstStyle>
          <a:p>
            <a:r>
              <a:rPr lang="en-US"/>
              <a:t>Confidential – Not for Distribution</a:t>
            </a:r>
          </a:p>
        </p:txBody>
      </p:sp>
      <p:sp>
        <p:nvSpPr>
          <p:cNvPr id="6" name="Slide Number Placeholder 5"/>
          <p:cNvSpPr>
            <a:spLocks noGrp="1"/>
          </p:cNvSpPr>
          <p:nvPr>
            <p:ph type="sldNum" sz="quarter" idx="12"/>
          </p:nvPr>
        </p:nvSpPr>
        <p:spPr>
          <a:xfrm>
            <a:off x="104587" y="6356351"/>
            <a:ext cx="505013" cy="365125"/>
          </a:xfrm>
          <a:prstGeom prst="rect">
            <a:avLst/>
          </a:prstGeom>
        </p:spPr>
        <p:txBody>
          <a:bodyPr/>
          <a:lstStyle/>
          <a:p>
            <a:fld id="{2066355A-084C-D24E-9AD2-7E4FC41EA627}" type="slidenum">
              <a:rPr lang="en-US" smtClean="0"/>
              <a:t>‹#›</a:t>
            </a:fld>
            <a:endParaRPr lang="en-US"/>
          </a:p>
        </p:txBody>
      </p:sp>
      <p:sp>
        <p:nvSpPr>
          <p:cNvPr id="7" name="Subtitle 2"/>
          <p:cNvSpPr>
            <a:spLocks noGrp="1"/>
          </p:cNvSpPr>
          <p:nvPr>
            <p:ph type="subTitle" idx="13" hasCustomPrompt="1"/>
          </p:nvPr>
        </p:nvSpPr>
        <p:spPr>
          <a:xfrm>
            <a:off x="609599" y="1053364"/>
            <a:ext cx="10972801" cy="476571"/>
          </a:xfrm>
        </p:spPr>
        <p:txBody>
          <a:bodyPr anchor="ctr">
            <a:normAutofit/>
          </a:bodyPr>
          <a:lstStyle>
            <a:lvl1pPr marL="0" indent="0" algn="l">
              <a:buNone/>
              <a:defRPr sz="2000" i="1">
                <a:solidFill>
                  <a:schemeClr val="accent5"/>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GB"/>
              <a:t>Click to add subtitle</a:t>
            </a:r>
            <a:endParaRPr lang="en-US"/>
          </a:p>
        </p:txBody>
      </p:sp>
      <p:sp>
        <p:nvSpPr>
          <p:cNvPr id="9" name="Title 1">
            <a:extLst>
              <a:ext uri="{FF2B5EF4-FFF2-40B4-BE49-F238E27FC236}">
                <a16:creationId xmlns:a16="http://schemas.microsoft.com/office/drawing/2014/main" id="{2EDF1606-B76C-A1D4-ACD3-DF0F2454C7FA}"/>
              </a:ext>
            </a:extLst>
          </p:cNvPr>
          <p:cNvSpPr>
            <a:spLocks noGrp="1"/>
          </p:cNvSpPr>
          <p:nvPr>
            <p:ph type="title" hasCustomPrompt="1"/>
          </p:nvPr>
        </p:nvSpPr>
        <p:spPr>
          <a:xfrm>
            <a:off x="609600" y="309489"/>
            <a:ext cx="9659815" cy="703385"/>
          </a:xfrm>
        </p:spPr>
        <p:txBody>
          <a:bodyPr>
            <a:normAutofit/>
          </a:bodyPr>
          <a:lstStyle>
            <a:lvl1pPr>
              <a:defRPr sz="2800"/>
            </a:lvl1pPr>
          </a:lstStyle>
          <a:p>
            <a:r>
              <a:rPr lang="en-GB"/>
              <a:t>Click to add title</a:t>
            </a:r>
            <a:endParaRPr lang="en-US"/>
          </a:p>
        </p:txBody>
      </p:sp>
      <p:sp>
        <p:nvSpPr>
          <p:cNvPr id="11" name="Text Placeholder 10">
            <a:extLst>
              <a:ext uri="{FF2B5EF4-FFF2-40B4-BE49-F238E27FC236}">
                <a16:creationId xmlns:a16="http://schemas.microsoft.com/office/drawing/2014/main" id="{660FEE9C-8182-DDB5-1087-2E992A08E161}"/>
              </a:ext>
            </a:extLst>
          </p:cNvPr>
          <p:cNvSpPr>
            <a:spLocks noGrp="1"/>
          </p:cNvSpPr>
          <p:nvPr>
            <p:ph type="body" sz="quarter" idx="14" hasCustomPrompt="1"/>
          </p:nvPr>
        </p:nvSpPr>
        <p:spPr>
          <a:xfrm>
            <a:off x="609600" y="5697099"/>
            <a:ext cx="10972800" cy="457200"/>
          </a:xfrm>
        </p:spPr>
        <p:txBody>
          <a:bodyPr>
            <a:normAutofit/>
          </a:bodyPr>
          <a:lstStyle>
            <a:lvl1pPr marL="0" indent="0">
              <a:buNone/>
              <a:defRPr sz="1200">
                <a:solidFill>
                  <a:schemeClr val="accent5"/>
                </a:solidFill>
              </a:defRPr>
            </a:lvl1pPr>
          </a:lstStyle>
          <a:p>
            <a:pPr lvl="0"/>
            <a:r>
              <a:rPr lang="en-US"/>
              <a:t>Footnotes</a:t>
            </a:r>
          </a:p>
        </p:txBody>
      </p:sp>
      <p:sp>
        <p:nvSpPr>
          <p:cNvPr id="3" name="Picture Placeholder 2">
            <a:extLst>
              <a:ext uri="{FF2B5EF4-FFF2-40B4-BE49-F238E27FC236}">
                <a16:creationId xmlns:a16="http://schemas.microsoft.com/office/drawing/2014/main" id="{F7B73F74-1592-1923-CED2-0449D1F873B7}"/>
              </a:ext>
            </a:extLst>
          </p:cNvPr>
          <p:cNvSpPr>
            <a:spLocks noGrp="1"/>
          </p:cNvSpPr>
          <p:nvPr>
            <p:ph type="pic" sz="quarter" idx="15"/>
          </p:nvPr>
        </p:nvSpPr>
        <p:spPr>
          <a:xfrm>
            <a:off x="609600" y="1600276"/>
            <a:ext cx="10972800" cy="4554024"/>
          </a:xfrm>
        </p:spPr>
        <p:txBody>
          <a:bodyPr>
            <a:normAutofit/>
          </a:bodyPr>
          <a:lstStyle>
            <a:lvl1pPr>
              <a:defRPr sz="1800"/>
            </a:lvl1pPr>
          </a:lstStyle>
          <a:p>
            <a:endParaRPr lang="en-US"/>
          </a:p>
        </p:txBody>
      </p:sp>
    </p:spTree>
    <p:extLst>
      <p:ext uri="{BB962C8B-B14F-4D97-AF65-F5344CB8AC3E}">
        <p14:creationId xmlns:p14="http://schemas.microsoft.com/office/powerpoint/2010/main" val="426307905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10368040" y="6356351"/>
            <a:ext cx="1214361" cy="365125"/>
          </a:xfrm>
          <a:prstGeom prst="rect">
            <a:avLst/>
          </a:prstGeom>
        </p:spPr>
        <p:txBody>
          <a:bodyPr/>
          <a:lstStyle/>
          <a:p>
            <a:fld id="{B77DB7CB-B8EA-4F13-9FFD-DA29D04A06A4}" type="datetime1">
              <a:rPr lang="en-GB" smtClean="0"/>
              <a:t>14/05/2026</a:t>
            </a:fld>
            <a:endParaRPr lang="en-US"/>
          </a:p>
        </p:txBody>
      </p:sp>
      <p:sp>
        <p:nvSpPr>
          <p:cNvPr id="4" name="Footer Placeholder 3"/>
          <p:cNvSpPr>
            <a:spLocks noGrp="1"/>
          </p:cNvSpPr>
          <p:nvPr>
            <p:ph type="ftr" sz="quarter" idx="11"/>
          </p:nvPr>
        </p:nvSpPr>
        <p:spPr>
          <a:xfrm>
            <a:off x="609601" y="6356351"/>
            <a:ext cx="9758439" cy="365125"/>
          </a:xfrm>
          <a:prstGeom prst="rect">
            <a:avLst/>
          </a:prstGeom>
        </p:spPr>
        <p:txBody>
          <a:bodyPr/>
          <a:lstStyle>
            <a:lvl1pPr marL="0" marR="0" indent="0" algn="l" defTabSz="609585" rtl="0" eaLnBrk="1" fontAlgn="auto" latinLnBrk="0" hangingPunct="1">
              <a:lnSpc>
                <a:spcPct val="100000"/>
              </a:lnSpc>
              <a:spcBef>
                <a:spcPts val="0"/>
              </a:spcBef>
              <a:spcAft>
                <a:spcPts val="0"/>
              </a:spcAft>
              <a:buClrTx/>
              <a:buSzTx/>
              <a:buFontTx/>
              <a:buNone/>
              <a:tabLst/>
              <a:defRPr/>
            </a:lvl1pPr>
          </a:lstStyle>
          <a:p>
            <a:r>
              <a:rPr lang="en-US"/>
              <a:t>Confidential – Not for Distribution</a:t>
            </a:r>
          </a:p>
        </p:txBody>
      </p:sp>
      <p:sp>
        <p:nvSpPr>
          <p:cNvPr id="5" name="Slide Number Placeholder 4"/>
          <p:cNvSpPr>
            <a:spLocks noGrp="1"/>
          </p:cNvSpPr>
          <p:nvPr>
            <p:ph type="sldNum" sz="quarter" idx="12"/>
          </p:nvPr>
        </p:nvSpPr>
        <p:spPr>
          <a:xfrm>
            <a:off x="104587" y="6356351"/>
            <a:ext cx="505013" cy="365125"/>
          </a:xfrm>
          <a:prstGeom prst="rect">
            <a:avLst/>
          </a:prstGeom>
        </p:spPr>
        <p:txBody>
          <a:bodyPr/>
          <a:lstStyle/>
          <a:p>
            <a:fld id="{2066355A-084C-D24E-9AD2-7E4FC41EA627}" type="slidenum">
              <a:rPr lang="en-US" smtClean="0"/>
              <a:t>‹#›</a:t>
            </a:fld>
            <a:endParaRPr lang="en-US"/>
          </a:p>
        </p:txBody>
      </p:sp>
      <p:sp>
        <p:nvSpPr>
          <p:cNvPr id="6" name="Title 1">
            <a:extLst>
              <a:ext uri="{FF2B5EF4-FFF2-40B4-BE49-F238E27FC236}">
                <a16:creationId xmlns:a16="http://schemas.microsoft.com/office/drawing/2014/main" id="{D4A6C796-3AA8-DC17-57EF-7EBACF9150E2}"/>
              </a:ext>
            </a:extLst>
          </p:cNvPr>
          <p:cNvSpPr>
            <a:spLocks noGrp="1"/>
          </p:cNvSpPr>
          <p:nvPr>
            <p:ph type="title" hasCustomPrompt="1"/>
          </p:nvPr>
        </p:nvSpPr>
        <p:spPr>
          <a:xfrm>
            <a:off x="609600" y="309489"/>
            <a:ext cx="9659815" cy="703385"/>
          </a:xfrm>
        </p:spPr>
        <p:txBody>
          <a:bodyPr>
            <a:normAutofit/>
          </a:bodyPr>
          <a:lstStyle>
            <a:lvl1pPr>
              <a:defRPr sz="2800"/>
            </a:lvl1pPr>
          </a:lstStyle>
          <a:p>
            <a:r>
              <a:rPr lang="en-GB"/>
              <a:t>Click to add title</a:t>
            </a:r>
            <a:endParaRPr lang="en-US"/>
          </a:p>
        </p:txBody>
      </p:sp>
    </p:spTree>
    <p:extLst>
      <p:ext uri="{BB962C8B-B14F-4D97-AF65-F5344CB8AC3E}">
        <p14:creationId xmlns:p14="http://schemas.microsoft.com/office/powerpoint/2010/main" val="2624892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4905755"/>
            <a:ext cx="12192000" cy="1952625"/>
          </a:xfrm>
          <a:custGeom>
            <a:avLst/>
            <a:gdLst/>
            <a:ahLst/>
            <a:cxnLst/>
            <a:rect l="l" t="t" r="r" b="b"/>
            <a:pathLst>
              <a:path w="12192000" h="1952625">
                <a:moveTo>
                  <a:pt x="12192000" y="0"/>
                </a:moveTo>
                <a:lnTo>
                  <a:pt x="0" y="0"/>
                </a:lnTo>
                <a:lnTo>
                  <a:pt x="0" y="1952244"/>
                </a:lnTo>
                <a:lnTo>
                  <a:pt x="12192000" y="1952244"/>
                </a:lnTo>
                <a:lnTo>
                  <a:pt x="12192000" y="0"/>
                </a:lnTo>
                <a:close/>
              </a:path>
            </a:pathLst>
          </a:custGeom>
          <a:solidFill>
            <a:srgbClr val="E4E2DE"/>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4800" b="1" i="0">
                <a:solidFill>
                  <a:srgbClr val="00E37B"/>
                </a:solidFill>
                <a:latin typeface="Boehringer Forward Head"/>
                <a:cs typeface="Boehringer Forward Head"/>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defRPr sz="1200" b="0" i="0">
                <a:solidFill>
                  <a:srgbClr val="07302A"/>
                </a:solidFill>
                <a:latin typeface="Boehringer Forward Head"/>
                <a:cs typeface="Boehringer Forward Head"/>
              </a:defRPr>
            </a:lvl1pPr>
          </a:lstStyle>
          <a:p>
            <a:pPr marL="12700" marR="5080">
              <a:lnSpc>
                <a:spcPct val="100000"/>
              </a:lnSpc>
              <a:spcBef>
                <a:spcPts val="120"/>
              </a:spcBef>
            </a:pPr>
            <a:r>
              <a:rPr>
                <a:solidFill>
                  <a:srgbClr val="FFFFFF"/>
                </a:solidFill>
              </a:rPr>
              <a:t>Clinical</a:t>
            </a:r>
            <a:r>
              <a:rPr spc="-45">
                <a:solidFill>
                  <a:srgbClr val="FFFFFF"/>
                </a:solidFill>
              </a:rPr>
              <a:t> </a:t>
            </a:r>
            <a:r>
              <a:rPr spc="-10">
                <a:solidFill>
                  <a:srgbClr val="FFFFFF"/>
                </a:solidFill>
              </a:rPr>
              <a:t>Development </a:t>
            </a:r>
            <a:r>
              <a:rPr>
                <a:solidFill>
                  <a:srgbClr val="FFFFFF"/>
                </a:solidFill>
              </a:rPr>
              <a:t>and</a:t>
            </a:r>
            <a:r>
              <a:rPr spc="-30">
                <a:solidFill>
                  <a:srgbClr val="FFFFFF"/>
                </a:solidFill>
              </a:rPr>
              <a:t> </a:t>
            </a:r>
            <a:r>
              <a:rPr spc="-10">
                <a:solidFill>
                  <a:srgbClr val="FFFFFF"/>
                </a:solidFill>
              </a:rPr>
              <a:t>Operations</a:t>
            </a: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5/14/2026</a:t>
            </a:fld>
            <a:endParaRPr lang="en-US"/>
          </a:p>
        </p:txBody>
      </p:sp>
      <p:sp>
        <p:nvSpPr>
          <p:cNvPr id="6" name="Holder 6"/>
          <p:cNvSpPr>
            <a:spLocks noGrp="1"/>
          </p:cNvSpPr>
          <p:nvPr>
            <p:ph type="sldNum" sz="quarter" idx="7"/>
          </p:nvPr>
        </p:nvSpPr>
        <p:spPr/>
        <p:txBody>
          <a:bodyPr lIns="0" tIns="0" rIns="0" bIns="0"/>
          <a:lstStyle>
            <a:lvl1pPr>
              <a:defRPr sz="800" b="0" i="0">
                <a:solidFill>
                  <a:srgbClr val="07302A"/>
                </a:solidFill>
                <a:latin typeface="Boehringer Forward Text"/>
                <a:cs typeface="Boehringer Forward Text"/>
              </a:defRPr>
            </a:lvl1pPr>
          </a:lstStyle>
          <a:p>
            <a:pPr marL="101600">
              <a:lnSpc>
                <a:spcPct val="100000"/>
              </a:lnSpc>
              <a:spcBef>
                <a:spcPts val="120"/>
              </a:spcBef>
            </a:pPr>
            <a:fld id="{81D60167-4931-47E6-BA6A-407CBD079E47}" type="slidenum">
              <a:rPr spc="-50" dirty="0"/>
              <a:t>‹#›</a:t>
            </a:fld>
            <a:endParaRPr spc="-50"/>
          </a:p>
        </p:txBody>
      </p:sp>
    </p:spTree>
    <p:extLst>
      <p:ext uri="{BB962C8B-B14F-4D97-AF65-F5344CB8AC3E}">
        <p14:creationId xmlns:p14="http://schemas.microsoft.com/office/powerpoint/2010/main" val="379999503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cSld name="Title and Content - IQVIA">
    <p:spTree>
      <p:nvGrpSpPr>
        <p:cNvPr id="1" name=""/>
        <p:cNvGrpSpPr/>
        <p:nvPr/>
      </p:nvGrpSpPr>
      <p:grpSpPr>
        <a:xfrm>
          <a:off x="0" y="0"/>
          <a:ext cx="0" cy="0"/>
          <a:chOff x="0" y="0"/>
          <a:chExt cx="0" cy="0"/>
        </a:xfrm>
      </p:grpSpPr>
      <p:sp>
        <p:nvSpPr>
          <p:cNvPr id="3" name="Content Placeholder 2"/>
          <p:cNvSpPr>
            <a:spLocks noGrp="1"/>
          </p:cNvSpPr>
          <p:nvPr>
            <p:ph idx="1" hasCustomPrompt="1"/>
          </p:nvPr>
        </p:nvSpPr>
        <p:spPr>
          <a:xfrm>
            <a:off x="384694" y="1286359"/>
            <a:ext cx="11338560" cy="4994125"/>
          </a:xfrm>
          <a:prstGeom prst="rect">
            <a:avLst/>
          </a:prstGeom>
        </p:spPr>
        <p:txBody>
          <a:bodyPr/>
          <a:lstStyle>
            <a:lvl1pPr marL="182880" indent="-182880">
              <a:lnSpc>
                <a:spcPct val="100000"/>
              </a:lnSpc>
              <a:spcBef>
                <a:spcPts val="1000"/>
              </a:spcBef>
              <a:defRPr sz="1600">
                <a:solidFill>
                  <a:schemeClr val="tx1"/>
                </a:solidFill>
              </a:defRPr>
            </a:lvl1pPr>
            <a:lvl2pPr marL="365760" indent="-182880">
              <a:lnSpc>
                <a:spcPct val="100000"/>
              </a:lnSpc>
              <a:spcBef>
                <a:spcPts val="800"/>
              </a:spcBef>
              <a:buFont typeface="Arial" panose="020B0604020202020204" pitchFamily="34" charset="0"/>
              <a:buChar char="-"/>
              <a:defRPr sz="1600">
                <a:solidFill>
                  <a:schemeClr val="tx1"/>
                </a:solidFill>
              </a:defRPr>
            </a:lvl2pPr>
            <a:lvl3pPr marL="548640" indent="-182880">
              <a:lnSpc>
                <a:spcPct val="100000"/>
              </a:lnSpc>
              <a:spcBef>
                <a:spcPts val="800"/>
              </a:spcBef>
              <a:buFont typeface="Arial" panose="020B0604020202020204" pitchFamily="34" charset="0"/>
              <a:buChar char="›"/>
              <a:defRPr sz="1600">
                <a:solidFill>
                  <a:schemeClr val="tx1"/>
                </a:solidFill>
              </a:defRPr>
            </a:lvl3pPr>
            <a:lvl4pPr marL="731520" indent="-182880">
              <a:lnSpc>
                <a:spcPct val="100000"/>
              </a:lnSpc>
              <a:spcBef>
                <a:spcPts val="800"/>
              </a:spcBef>
              <a:buFont typeface="Arial" panose="020B0604020202020204" pitchFamily="34" charset="0"/>
              <a:buChar char="»"/>
              <a:defRPr sz="1600">
                <a:solidFill>
                  <a:schemeClr val="tx1"/>
                </a:solidFill>
              </a:defRPr>
            </a:lvl4pPr>
            <a:lvl5pPr marL="914400" indent="-182880">
              <a:lnSpc>
                <a:spcPct val="100000"/>
              </a:lnSpc>
              <a:spcBef>
                <a:spcPts val="800"/>
              </a:spcBef>
              <a:buSzPct val="75000"/>
              <a:buFont typeface="Wingdings" panose="05000000000000000000" pitchFamily="2" charset="2"/>
              <a:buChar char="§"/>
              <a:defRPr sz="1600">
                <a:solidFill>
                  <a:schemeClr val="tx1"/>
                </a:solidFill>
              </a:defRPr>
            </a:lvl5pPr>
          </a:lstStyle>
          <a:p>
            <a:pPr lvl="0"/>
            <a:r>
              <a:rPr lang="en-US"/>
              <a:t>Arial 16pt bullet level 1</a:t>
            </a:r>
          </a:p>
          <a:p>
            <a:pPr lvl="1"/>
            <a:r>
              <a:rPr lang="en-US"/>
              <a:t>Arial 16pt bullet level 2</a:t>
            </a:r>
          </a:p>
          <a:p>
            <a:pPr lvl="2"/>
            <a:r>
              <a:rPr lang="en-US"/>
              <a:t>Arial 16pt bullet level 3</a:t>
            </a:r>
          </a:p>
          <a:p>
            <a:pPr lvl="3"/>
            <a:r>
              <a:rPr lang="en-US"/>
              <a:t>Arial 16pt bullet level 4</a:t>
            </a:r>
          </a:p>
          <a:p>
            <a:pPr lvl="4"/>
            <a:r>
              <a:rPr lang="en-US"/>
              <a:t>Arial 16pt bullet level 5</a:t>
            </a:r>
          </a:p>
        </p:txBody>
      </p:sp>
      <p:sp>
        <p:nvSpPr>
          <p:cNvPr id="13" name="Title 1"/>
          <p:cNvSpPr>
            <a:spLocks noGrp="1"/>
          </p:cNvSpPr>
          <p:nvPr>
            <p:ph type="title" hasCustomPrompt="1"/>
          </p:nvPr>
        </p:nvSpPr>
        <p:spPr>
          <a:xfrm>
            <a:off x="384694" y="294468"/>
            <a:ext cx="11338560" cy="768263"/>
          </a:xfrm>
          <a:prstGeom prst="rect">
            <a:avLst/>
          </a:prstGeom>
        </p:spPr>
        <p:txBody>
          <a:bodyPr anchor="b" anchorCtr="0"/>
          <a:lstStyle>
            <a:lvl1pPr>
              <a:defRPr sz="2800" b="1">
                <a:solidFill>
                  <a:schemeClr val="tx1"/>
                </a:solidFill>
              </a:defRPr>
            </a:lvl1pPr>
          </a:lstStyle>
          <a:p>
            <a:r>
              <a:rPr lang="en-US"/>
              <a:t>Headlines are 28pt Arial Bold sentence case</a:t>
            </a:r>
          </a:p>
        </p:txBody>
      </p:sp>
      <p:sp>
        <p:nvSpPr>
          <p:cNvPr id="54" name="Footer Placeholder 4">
            <a:extLst>
              <a:ext uri="{FF2B5EF4-FFF2-40B4-BE49-F238E27FC236}">
                <a16:creationId xmlns:a16="http://schemas.microsoft.com/office/drawing/2014/main" id="{7088911A-0046-5847-8D5E-667B718ECD33}"/>
              </a:ext>
            </a:extLst>
          </p:cNvPr>
          <p:cNvSpPr>
            <a:spLocks noGrp="1"/>
          </p:cNvSpPr>
          <p:nvPr>
            <p:ph type="ftr" sz="quarter" idx="3"/>
          </p:nvPr>
        </p:nvSpPr>
        <p:spPr bwMode="gray">
          <a:xfrm>
            <a:off x="384694" y="6387858"/>
            <a:ext cx="9285484" cy="338087"/>
          </a:xfrm>
          <a:prstGeom prst="rect">
            <a:avLst/>
          </a:prstGeom>
          <a:noFill/>
        </p:spPr>
        <p:txBody>
          <a:bodyPr vert="horz" lIns="91440" tIns="45720" rIns="91440" bIns="45720" rtlCol="0" anchor="b" anchorCtr="0"/>
          <a:lstStyle>
            <a:lvl1pPr algn="l">
              <a:defRPr sz="800">
                <a:solidFill>
                  <a:schemeClr val="tx1"/>
                </a:solidFill>
                <a:latin typeface="Arial Narrow" panose="020B0606020202030204" pitchFamily="34" charset="0"/>
              </a:defRPr>
            </a:lvl1pPr>
          </a:lstStyle>
          <a:p>
            <a:endParaRPr lang="en-US"/>
          </a:p>
        </p:txBody>
      </p:sp>
      <p:sp>
        <p:nvSpPr>
          <p:cNvPr id="30" name="Slide Number Placeholder 5">
            <a:extLst>
              <a:ext uri="{FF2B5EF4-FFF2-40B4-BE49-F238E27FC236}">
                <a16:creationId xmlns:a16="http://schemas.microsoft.com/office/drawing/2014/main" id="{FCFC63C0-5262-4767-9F93-DEDAECE24DB7}"/>
              </a:ext>
            </a:extLst>
          </p:cNvPr>
          <p:cNvSpPr txBox="1">
            <a:spLocks/>
          </p:cNvSpPr>
          <p:nvPr/>
        </p:nvSpPr>
        <p:spPr bwMode="white">
          <a:xfrm>
            <a:off x="11723254" y="6544746"/>
            <a:ext cx="353088" cy="177800"/>
          </a:xfrm>
          <a:prstGeom prst="rect">
            <a:avLst/>
          </a:prstGeom>
        </p:spPr>
        <p:txBody>
          <a:bodyPr vert="horz" lIns="0" tIns="0" rIns="0" bIns="0" rtlCol="0" anchor="ctr"/>
          <a:lstStyle>
            <a:defPPr>
              <a:defRPr lang="en-US"/>
            </a:defPPr>
            <a:lvl1pPr marL="0" algn="r" defTabSz="914400" rtl="0" eaLnBrk="1" latinLnBrk="0" hangingPunct="1">
              <a:defRPr sz="1100" b="1" kern="1200">
                <a:solidFill>
                  <a:schemeClr val="tx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C5C7A9E-C6A9-4A9D-A8BC-E29E91AD59EE}" type="slidenum">
              <a:rPr lang="en-US" sz="800" b="0" smtClean="0">
                <a:solidFill>
                  <a:srgbClr val="959CA0"/>
                </a:solidFill>
              </a:rPr>
              <a:t>‹#›</a:t>
            </a:fld>
            <a:endParaRPr lang="en-US" sz="800" b="0">
              <a:solidFill>
                <a:srgbClr val="959CA0"/>
              </a:solidFill>
            </a:endParaRPr>
          </a:p>
        </p:txBody>
      </p:sp>
      <p:pic>
        <p:nvPicPr>
          <p:cNvPr id="10" name="Graphic 9">
            <a:extLst>
              <a:ext uri="{FF2B5EF4-FFF2-40B4-BE49-F238E27FC236}">
                <a16:creationId xmlns:a16="http://schemas.microsoft.com/office/drawing/2014/main" id="{DB41C48F-5C1D-DE41-93AD-B4E269C3B3AC}"/>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376299" y="6535995"/>
            <a:ext cx="1143000" cy="215900"/>
          </a:xfrm>
          <a:prstGeom prst="rect">
            <a:avLst/>
          </a:prstGeom>
        </p:spPr>
      </p:pic>
    </p:spTree>
    <p:extLst>
      <p:ext uri="{BB962C8B-B14F-4D97-AF65-F5344CB8AC3E}">
        <p14:creationId xmlns:p14="http://schemas.microsoft.com/office/powerpoint/2010/main" val="32723363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291238259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301810755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332958440"/>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87356379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173748203"/>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47677253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752608436"/>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Presentation title    |    ONLY FOR INTERNAL USE</a:t>
            </a:r>
          </a:p>
        </p:txBody>
      </p:sp>
    </p:spTree>
    <p:extLst>
      <p:ext uri="{BB962C8B-B14F-4D97-AF65-F5344CB8AC3E}">
        <p14:creationId xmlns:p14="http://schemas.microsoft.com/office/powerpoint/2010/main" val="3875446563"/>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1480654004"/>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854663168"/>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Presentation title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705492050"/>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68732148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42671455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504609005"/>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471660377"/>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623083968"/>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1561870513"/>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3509585959"/>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651435161"/>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17547059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17893528"/>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5643944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32346885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887369497"/>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32210689"/>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272891074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716610623"/>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444289531"/>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4094873544"/>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31458915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636137668"/>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578333332"/>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2419312310"/>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4"/>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70643444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3983555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1_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20394913"/>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_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63291895"/>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1_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7" y="1412877"/>
            <a:ext cx="11233151" cy="4537075"/>
          </a:xfrm>
        </p:spPr>
        <p:txBody>
          <a:bodyPr/>
          <a:lstStyle>
            <a:lvl1pPr marL="359982" indent="-359982">
              <a:spcBef>
                <a:spcPts val="1800"/>
              </a:spcBef>
              <a:buFont typeface="+mj-lt"/>
              <a:buAutoNum type="arabicPeriod"/>
              <a:defRPr sz="2000"/>
            </a:lvl1pPr>
            <a:lvl2pPr marL="539973" indent="-179992">
              <a:spcBef>
                <a:spcPts val="200"/>
              </a:spcBef>
              <a:spcAft>
                <a:spcPts val="200"/>
              </a:spcAft>
              <a:buFont typeface="Arial" panose="020B0604020202020204" pitchFamily="34" charset="0"/>
              <a:buChar char="•"/>
              <a:defRPr/>
            </a:lvl2pPr>
            <a:lvl3pPr marL="539973" indent="-179992">
              <a:spcBef>
                <a:spcPts val="200"/>
              </a:spcBef>
              <a:spcAft>
                <a:spcPts val="200"/>
              </a:spcAft>
              <a:buFont typeface="Arial" panose="020B0604020202020204" pitchFamily="34" charset="0"/>
              <a:buChar char="•"/>
              <a:defRPr/>
            </a:lvl3pPr>
            <a:lvl4pPr marL="539973" indent="-179992">
              <a:spcBef>
                <a:spcPts val="200"/>
              </a:spcBef>
              <a:spcAft>
                <a:spcPts val="200"/>
              </a:spcAft>
              <a:buFont typeface="Arial" panose="020B0604020202020204" pitchFamily="34" charset="0"/>
              <a:buChar char="•"/>
              <a:defRPr/>
            </a:lvl4pPr>
            <a:lvl5pPr marL="539973" indent="-179992">
              <a:spcBef>
                <a:spcPts val="200"/>
              </a:spcBef>
              <a:spcAft>
                <a:spcPts val="200"/>
              </a:spcAft>
              <a:buFont typeface="Arial" panose="020B0604020202020204" pitchFamily="34" charset="0"/>
              <a:buChar char="•"/>
              <a:defRPr sz="1600"/>
            </a:lvl5pPr>
            <a:lvl6pPr marL="539973" indent="-179992">
              <a:spcBef>
                <a:spcPts val="200"/>
              </a:spcBef>
              <a:spcAft>
                <a:spcPts val="200"/>
              </a:spcAft>
              <a:buFont typeface="Arial" panose="020B0604020202020204" pitchFamily="34" charset="0"/>
              <a:buChar char="•"/>
              <a:defRPr sz="1600"/>
            </a:lvl6pPr>
            <a:lvl7pPr marL="539973" indent="-179992">
              <a:spcBef>
                <a:spcPts val="200"/>
              </a:spcBef>
              <a:spcAft>
                <a:spcPts val="200"/>
              </a:spcAft>
              <a:buFont typeface="Arial" panose="020B0604020202020204" pitchFamily="34" charset="0"/>
              <a:buChar char="•"/>
              <a:defRPr sz="1600"/>
            </a:lvl7pPr>
            <a:lvl8pPr marL="539973" indent="-179992">
              <a:spcBef>
                <a:spcPts val="200"/>
              </a:spcBef>
              <a:spcAft>
                <a:spcPts val="200"/>
              </a:spcAft>
              <a:buFont typeface="Arial" panose="020B0604020202020204" pitchFamily="34" charset="0"/>
              <a:buChar char="•"/>
              <a:defRPr sz="1600"/>
            </a:lvl8pPr>
            <a:lvl9pPr marL="539973" indent="-179992">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4225274253"/>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_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Tree>
    <p:extLst>
      <p:ext uri="{BB962C8B-B14F-4D97-AF65-F5344CB8AC3E}">
        <p14:creationId xmlns:p14="http://schemas.microsoft.com/office/powerpoint/2010/main" val="1937666444"/>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6"/>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441013239"/>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_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7" y="1412876"/>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7"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902601672"/>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_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7"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Tree>
    <p:extLst>
      <p:ext uri="{BB962C8B-B14F-4D97-AF65-F5344CB8AC3E}">
        <p14:creationId xmlns:p14="http://schemas.microsoft.com/office/powerpoint/2010/main" val="1895417819"/>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_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60" indent="-215989">
              <a:defRPr sz="1200">
                <a:solidFill>
                  <a:schemeClr val="bg2"/>
                </a:solidFill>
              </a:defRPr>
            </a:lvl5pPr>
            <a:lvl6pPr marL="791960" indent="-215989">
              <a:defRPr sz="1200">
                <a:solidFill>
                  <a:schemeClr val="bg2"/>
                </a:solidFill>
              </a:defRPr>
            </a:lvl6pPr>
            <a:lvl7pPr marL="791960" indent="-215989">
              <a:defRPr sz="1200">
                <a:solidFill>
                  <a:schemeClr val="bg2"/>
                </a:solidFill>
              </a:defRPr>
            </a:lvl7pPr>
            <a:lvl8pPr marL="791960" indent="-215989">
              <a:defRPr sz="1200">
                <a:solidFill>
                  <a:schemeClr val="bg2"/>
                </a:solidFill>
              </a:defRPr>
            </a:lvl8pPr>
            <a:lvl9pPr marL="791960" indent="-215989">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Tree>
    <p:extLst>
      <p:ext uri="{BB962C8B-B14F-4D97-AF65-F5344CB8AC3E}">
        <p14:creationId xmlns:p14="http://schemas.microsoft.com/office/powerpoint/2010/main" val="1505444387"/>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_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60" indent="-215989">
              <a:defRPr sz="1200">
                <a:solidFill>
                  <a:schemeClr val="bg2"/>
                </a:solidFill>
              </a:defRPr>
            </a:lvl5pPr>
            <a:lvl6pPr marL="791960" indent="-215989">
              <a:defRPr sz="1200">
                <a:solidFill>
                  <a:schemeClr val="bg2"/>
                </a:solidFill>
              </a:defRPr>
            </a:lvl6pPr>
            <a:lvl7pPr marL="791960" indent="-215989">
              <a:defRPr sz="1200">
                <a:solidFill>
                  <a:schemeClr val="bg2"/>
                </a:solidFill>
              </a:defRPr>
            </a:lvl7pPr>
            <a:lvl8pPr marL="791960" indent="-215989">
              <a:defRPr sz="1200">
                <a:solidFill>
                  <a:schemeClr val="bg2"/>
                </a:solidFill>
              </a:defRPr>
            </a:lvl8pPr>
            <a:lvl9pPr marL="791960" indent="-215989">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927870278"/>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_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60" indent="-215989">
              <a:defRPr sz="1200">
                <a:solidFill>
                  <a:schemeClr val="tx2"/>
                </a:solidFill>
              </a:defRPr>
            </a:lvl5pPr>
            <a:lvl6pPr marL="791960" indent="-215989">
              <a:defRPr sz="1200">
                <a:solidFill>
                  <a:schemeClr val="tx2"/>
                </a:solidFill>
              </a:defRPr>
            </a:lvl6pPr>
            <a:lvl7pPr marL="791960" indent="-215989">
              <a:defRPr sz="1200">
                <a:solidFill>
                  <a:schemeClr val="tx2"/>
                </a:solidFill>
              </a:defRPr>
            </a:lvl7pPr>
            <a:lvl8pPr marL="791960" indent="-215989">
              <a:defRPr sz="1200">
                <a:solidFill>
                  <a:schemeClr val="tx2"/>
                </a:solidFill>
              </a:defRPr>
            </a:lvl8pPr>
            <a:lvl9pPr marL="791960" indent="-215989">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Tree>
    <p:extLst>
      <p:ext uri="{BB962C8B-B14F-4D97-AF65-F5344CB8AC3E}">
        <p14:creationId xmlns:p14="http://schemas.microsoft.com/office/powerpoint/2010/main" val="305635600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_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60" indent="-215989">
              <a:defRPr sz="1200">
                <a:solidFill>
                  <a:schemeClr val="tx2"/>
                </a:solidFill>
              </a:defRPr>
            </a:lvl5pPr>
            <a:lvl6pPr marL="791960" indent="-215989">
              <a:defRPr sz="1200">
                <a:solidFill>
                  <a:schemeClr val="tx2"/>
                </a:solidFill>
              </a:defRPr>
            </a:lvl6pPr>
            <a:lvl7pPr marL="791960" indent="-215989">
              <a:defRPr sz="1200">
                <a:solidFill>
                  <a:schemeClr val="tx2"/>
                </a:solidFill>
              </a:defRPr>
            </a:lvl7pPr>
            <a:lvl8pPr marL="791960" indent="-215989">
              <a:defRPr sz="1200">
                <a:solidFill>
                  <a:schemeClr val="tx2"/>
                </a:solidFill>
              </a:defRPr>
            </a:lvl8pPr>
            <a:lvl9pPr marL="791960" indent="-215989">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40664390"/>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_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1"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770827639"/>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_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5"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06869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_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6"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3664401"/>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_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1"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3"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593600776"/>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141976538"/>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6"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40"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05600101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1_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1"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1"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5612635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_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1921491928"/>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3"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7"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80306952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443877478"/>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_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820540244"/>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_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3"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65" algn="l"/>
              </a:tabLst>
              <a:defRPr b="1">
                <a:solidFill>
                  <a:schemeClr val="bg1"/>
                </a:solidFill>
              </a:defRPr>
            </a:lvl2pPr>
            <a:lvl3pPr marL="0" indent="0" algn="l">
              <a:spcBef>
                <a:spcPts val="0"/>
              </a:spcBef>
              <a:spcAft>
                <a:spcPts val="1200"/>
              </a:spcAft>
              <a:buNone/>
              <a:tabLst>
                <a:tab pos="266687" algn="l"/>
              </a:tabLst>
              <a:defRPr sz="1400">
                <a:solidFill>
                  <a:schemeClr val="bg1"/>
                </a:solidFill>
              </a:defRPr>
            </a:lvl3pPr>
            <a:lvl4pPr marL="0" indent="0" algn="l">
              <a:spcBef>
                <a:spcPts val="0"/>
              </a:spcBef>
              <a:spcAft>
                <a:spcPts val="1200"/>
              </a:spcAft>
              <a:buNone/>
              <a:tabLst>
                <a:tab pos="723865" algn="l"/>
              </a:tabLst>
              <a:defRPr sz="1400">
                <a:solidFill>
                  <a:schemeClr val="bg1"/>
                </a:solidFill>
              </a:defRPr>
            </a:lvl4pPr>
            <a:lvl5pPr marL="0" indent="0" algn="l">
              <a:spcBef>
                <a:spcPts val="0"/>
              </a:spcBef>
              <a:spcAft>
                <a:spcPts val="1200"/>
              </a:spcAft>
              <a:buNone/>
              <a:tabLst>
                <a:tab pos="723865" algn="l"/>
              </a:tabLst>
              <a:defRPr sz="1400">
                <a:solidFill>
                  <a:schemeClr val="bg1"/>
                </a:solidFill>
              </a:defRPr>
            </a:lvl5pPr>
            <a:lvl6pPr marL="0" indent="0">
              <a:spcBef>
                <a:spcPts val="0"/>
              </a:spcBef>
              <a:spcAft>
                <a:spcPts val="1200"/>
              </a:spcAft>
              <a:buNone/>
              <a:tabLst>
                <a:tab pos="723865" algn="l"/>
              </a:tabLst>
              <a:defRPr sz="1400">
                <a:solidFill>
                  <a:schemeClr val="bg1"/>
                </a:solidFill>
              </a:defRPr>
            </a:lvl6pPr>
            <a:lvl7pPr marL="0" indent="0">
              <a:spcBef>
                <a:spcPts val="0"/>
              </a:spcBef>
              <a:spcAft>
                <a:spcPts val="1200"/>
              </a:spcAft>
              <a:buNone/>
              <a:tabLst>
                <a:tab pos="723865" algn="l"/>
              </a:tabLst>
              <a:defRPr sz="1400">
                <a:solidFill>
                  <a:schemeClr val="bg1"/>
                </a:solidFill>
              </a:defRPr>
            </a:lvl7pPr>
            <a:lvl8pPr marL="0" indent="0">
              <a:spcBef>
                <a:spcPts val="0"/>
              </a:spcBef>
              <a:spcAft>
                <a:spcPts val="1200"/>
              </a:spcAft>
              <a:buNone/>
              <a:tabLst>
                <a:tab pos="723865" algn="l"/>
              </a:tabLst>
              <a:defRPr sz="1400">
                <a:solidFill>
                  <a:schemeClr val="bg1"/>
                </a:solidFill>
              </a:defRPr>
            </a:lvl8pPr>
            <a:lvl9pPr marL="0" indent="0">
              <a:spcBef>
                <a:spcPts val="0"/>
              </a:spcBef>
              <a:spcAft>
                <a:spcPts val="1200"/>
              </a:spcAft>
              <a:buNone/>
              <a:tabLst>
                <a:tab pos="723865"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9"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65" algn="l"/>
              </a:tabLst>
              <a:defRPr b="1">
                <a:solidFill>
                  <a:schemeClr val="bg1"/>
                </a:solidFill>
              </a:defRPr>
            </a:lvl2pPr>
            <a:lvl3pPr marL="0" indent="0" algn="l">
              <a:spcBef>
                <a:spcPts val="0"/>
              </a:spcBef>
              <a:spcAft>
                <a:spcPts val="1200"/>
              </a:spcAft>
              <a:buNone/>
              <a:tabLst>
                <a:tab pos="266687" algn="l"/>
              </a:tabLst>
              <a:defRPr sz="1400">
                <a:solidFill>
                  <a:schemeClr val="bg1"/>
                </a:solidFill>
              </a:defRPr>
            </a:lvl3pPr>
            <a:lvl4pPr marL="0" indent="0" algn="l">
              <a:spcBef>
                <a:spcPts val="0"/>
              </a:spcBef>
              <a:spcAft>
                <a:spcPts val="1200"/>
              </a:spcAft>
              <a:buNone/>
              <a:tabLst>
                <a:tab pos="723865" algn="l"/>
              </a:tabLst>
              <a:defRPr sz="1400">
                <a:solidFill>
                  <a:schemeClr val="bg1"/>
                </a:solidFill>
              </a:defRPr>
            </a:lvl4pPr>
            <a:lvl5pPr marL="0" indent="0" algn="l">
              <a:spcBef>
                <a:spcPts val="0"/>
              </a:spcBef>
              <a:spcAft>
                <a:spcPts val="1200"/>
              </a:spcAft>
              <a:buNone/>
              <a:tabLst>
                <a:tab pos="723865" algn="l"/>
              </a:tabLst>
              <a:defRPr sz="1400">
                <a:solidFill>
                  <a:schemeClr val="bg1"/>
                </a:solidFill>
              </a:defRPr>
            </a:lvl5pPr>
            <a:lvl6pPr marL="0" indent="0">
              <a:spcBef>
                <a:spcPts val="0"/>
              </a:spcBef>
              <a:spcAft>
                <a:spcPts val="1200"/>
              </a:spcAft>
              <a:buNone/>
              <a:tabLst>
                <a:tab pos="723865" algn="l"/>
              </a:tabLst>
              <a:defRPr sz="1400">
                <a:solidFill>
                  <a:schemeClr val="bg1"/>
                </a:solidFill>
              </a:defRPr>
            </a:lvl6pPr>
            <a:lvl7pPr marL="0" indent="0">
              <a:spcBef>
                <a:spcPts val="0"/>
              </a:spcBef>
              <a:spcAft>
                <a:spcPts val="1200"/>
              </a:spcAft>
              <a:buNone/>
              <a:tabLst>
                <a:tab pos="723865" algn="l"/>
              </a:tabLst>
              <a:defRPr sz="1400">
                <a:solidFill>
                  <a:schemeClr val="bg1"/>
                </a:solidFill>
              </a:defRPr>
            </a:lvl7pPr>
            <a:lvl8pPr marL="0" indent="0">
              <a:spcBef>
                <a:spcPts val="0"/>
              </a:spcBef>
              <a:spcAft>
                <a:spcPts val="1200"/>
              </a:spcAft>
              <a:buNone/>
              <a:tabLst>
                <a:tab pos="723865" algn="l"/>
              </a:tabLst>
              <a:defRPr sz="1400">
                <a:solidFill>
                  <a:schemeClr val="bg1"/>
                </a:solidFill>
              </a:defRPr>
            </a:lvl8pPr>
            <a:lvl9pPr marL="0" indent="0">
              <a:spcBef>
                <a:spcPts val="0"/>
              </a:spcBef>
              <a:spcAft>
                <a:spcPts val="1200"/>
              </a:spcAft>
              <a:buNone/>
              <a:tabLst>
                <a:tab pos="723865"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3"/>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2" indent="-143992">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2" indent="-143992">
                <a:lnSpc>
                  <a:spcPct val="120000"/>
                </a:lnSpc>
                <a:spcAft>
                  <a:spcPts val="600"/>
                </a:spcAft>
                <a:buFont typeface="+mj-lt"/>
                <a:buAutoNum type="arabicPeriod"/>
              </a:pPr>
              <a:r>
                <a:rPr lang="en-US" sz="900">
                  <a:solidFill>
                    <a:schemeClr val="tx1"/>
                  </a:solidFill>
                  <a:effectLst/>
                  <a:latin typeface="+mn-lt"/>
                </a:rPr>
                <a:t>Open the menu “Insert”</a:t>
              </a:r>
            </a:p>
            <a:p>
              <a:pPr marL="143992" indent="-143992">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2" indent="-143992">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5521501"/>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Title page">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9B0F98BA-B618-4FB1-BB60-2584B932760F}"/>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2" name="Title 1"/>
          <p:cNvSpPr>
            <a:spLocks noGrp="1"/>
          </p:cNvSpPr>
          <p:nvPr>
            <p:ph type="ctrTitle" hasCustomPrompt="1"/>
          </p:nvPr>
        </p:nvSpPr>
        <p:spPr>
          <a:xfrm>
            <a:off x="497863" y="1492896"/>
            <a:ext cx="7518351" cy="1895904"/>
          </a:xfrm>
        </p:spPr>
        <p:txBody>
          <a:bodyPr anchor="b">
            <a:noAutofit/>
          </a:bodyPr>
          <a:lstStyle>
            <a:lvl1pPr algn="l">
              <a:defRPr sz="6400"/>
            </a:lvl1pPr>
          </a:lstStyle>
          <a:p>
            <a:r>
              <a:rPr lang="en-GB"/>
              <a:t>Click to add presentation title</a:t>
            </a:r>
          </a:p>
        </p:txBody>
      </p:sp>
      <p:sp>
        <p:nvSpPr>
          <p:cNvPr id="3" name="Subtitle 2"/>
          <p:cNvSpPr>
            <a:spLocks noGrp="1"/>
          </p:cNvSpPr>
          <p:nvPr>
            <p:ph type="subTitle" idx="1"/>
          </p:nvPr>
        </p:nvSpPr>
        <p:spPr>
          <a:xfrm>
            <a:off x="497863" y="3508800"/>
            <a:ext cx="7518351" cy="614400"/>
          </a:xfrm>
        </p:spPr>
        <p:txBody>
          <a:bodyPr>
            <a:noAutofit/>
          </a:bodyPr>
          <a:lstStyle>
            <a:lvl1pPr marL="0" indent="0" algn="l">
              <a:buNone/>
              <a:defRPr sz="3200">
                <a:solidFill>
                  <a:schemeClr val="bg1"/>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4" name="Date Placeholder 3" hidden="1"/>
          <p:cNvSpPr>
            <a:spLocks noGrp="1"/>
          </p:cNvSpPr>
          <p:nvPr>
            <p:ph type="dt" sz="half" idx="10"/>
          </p:nvPr>
        </p:nvSpPr>
        <p:spPr>
          <a:xfrm>
            <a:off x="838200" y="6356352"/>
            <a:ext cx="2743200" cy="365125"/>
          </a:xfrm>
          <a:prstGeom prst="rect">
            <a:avLst/>
          </a:prstGeom>
        </p:spPr>
        <p:txBody>
          <a:bodyPr/>
          <a:lstStyle/>
          <a:p>
            <a:fld id="{FF7CD7CE-12E9-AF47-99E9-72FC00316F26}" type="datetime1">
              <a:rPr lang="en-GB" smtClean="0"/>
              <a:t>14/05/2026</a:t>
            </a:fld>
            <a:endParaRPr lang="en-GB"/>
          </a:p>
        </p:txBody>
      </p:sp>
      <p:sp>
        <p:nvSpPr>
          <p:cNvPr id="5" name="Footer Placeholder 4" hidden="1"/>
          <p:cNvSpPr>
            <a:spLocks noGrp="1"/>
          </p:cNvSpPr>
          <p:nvPr>
            <p:ph type="ftr" sz="quarter" idx="11"/>
          </p:nvPr>
        </p:nvSpPr>
        <p:spPr/>
        <p:txBody>
          <a:bodyPr/>
          <a:lstStyle/>
          <a:p>
            <a:endParaRPr lang="en-GB"/>
          </a:p>
        </p:txBody>
      </p:sp>
      <p:pic>
        <p:nvPicPr>
          <p:cNvPr id="12" name="Picture 11">
            <a:extLst>
              <a:ext uri="{FF2B5EF4-FFF2-40B4-BE49-F238E27FC236}">
                <a16:creationId xmlns:a16="http://schemas.microsoft.com/office/drawing/2014/main" id="{0EF0E214-85CE-47C4-891A-5BCF8C788BD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97863" y="5982356"/>
            <a:ext cx="1663484" cy="499677"/>
          </a:xfrm>
          <a:prstGeom prst="rect">
            <a:avLst/>
          </a:prstGeom>
        </p:spPr>
      </p:pic>
      <p:sp>
        <p:nvSpPr>
          <p:cNvPr id="13" name="Slide Number Placeholder 4">
            <a:extLst>
              <a:ext uri="{FF2B5EF4-FFF2-40B4-BE49-F238E27FC236}">
                <a16:creationId xmlns:a16="http://schemas.microsoft.com/office/drawing/2014/main" id="{3154CF60-D59A-47B4-9EB3-48FF9598A0E0}"/>
              </a:ext>
            </a:extLst>
          </p:cNvPr>
          <p:cNvSpPr txBox="1">
            <a:spLocks/>
          </p:cNvSpPr>
          <p:nvPr userDrawn="1"/>
        </p:nvSpPr>
        <p:spPr>
          <a:xfrm>
            <a:off x="8943007" y="6327252"/>
            <a:ext cx="2733121" cy="164212"/>
          </a:xfrm>
          <a:prstGeom prst="rect">
            <a:avLst/>
          </a:prstGeom>
        </p:spPr>
        <p:txBody>
          <a:bodyPr vert="horz" wrap="none" lIns="0" tIns="0" rIns="0" bIns="0" rtlCol="0" anchor="ctr">
            <a:spAutoFit/>
          </a:bodyPr>
          <a:lstStyle>
            <a:defPPr>
              <a:defRPr lang="de-DE"/>
            </a:defPPr>
            <a:lvl1pPr marL="0" algn="r" defTabSz="914400" rtl="0" eaLnBrk="1" latinLnBrk="0" hangingPunct="1">
              <a:defRPr sz="900" b="0" i="0" kern="1200" baseline="0">
                <a:solidFill>
                  <a:schemeClr val="tx2"/>
                </a:solidFill>
                <a:latin typeface="BISansOptiCond"/>
                <a:ea typeface="+mn-ea"/>
                <a:cs typeface="BISansOptiCond"/>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67" spc="400">
                <a:solidFill>
                  <a:schemeClr val="bg1"/>
                </a:solidFill>
              </a:rPr>
              <a:t>WE ARE MENTAL HEALTH 2.0</a:t>
            </a:r>
          </a:p>
        </p:txBody>
      </p:sp>
    </p:spTree>
    <p:extLst>
      <p:ext uri="{BB962C8B-B14F-4D97-AF65-F5344CB8AC3E}">
        <p14:creationId xmlns:p14="http://schemas.microsoft.com/office/powerpoint/2010/main" val="109580179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18A0A5A9-C3BA-46DE-960E-466408E4A1E1}"/>
              </a:ext>
            </a:extLst>
          </p:cNvPr>
          <p:cNvPicPr>
            <a:picLocks noChangeAspect="1"/>
          </p:cNvPicPr>
          <p:nvPr userDrawn="1"/>
        </p:nvPicPr>
        <p:blipFill>
          <a:blip r:embed="rId2"/>
          <a:stretch>
            <a:fillRect/>
          </a:stretch>
        </p:blipFill>
        <p:spPr>
          <a:xfrm>
            <a:off x="0" y="2"/>
            <a:ext cx="12192000" cy="1073151"/>
          </a:xfrm>
          <a:prstGeom prst="rect">
            <a:avLst/>
          </a:prstGeom>
        </p:spPr>
      </p:pic>
      <p:sp>
        <p:nvSpPr>
          <p:cNvPr id="2" name="Title 1"/>
          <p:cNvSpPr>
            <a:spLocks noGrp="1"/>
          </p:cNvSpPr>
          <p:nvPr>
            <p:ph type="title" hasCustomPrompt="1"/>
          </p:nvPr>
        </p:nvSpPr>
        <p:spPr/>
        <p:txBody>
          <a:bodyPr/>
          <a:lstStyle/>
          <a:p>
            <a:r>
              <a:rPr lang="en-US"/>
              <a:t>Insert title text here</a:t>
            </a:r>
          </a:p>
        </p:txBody>
      </p:sp>
      <p:sp>
        <p:nvSpPr>
          <p:cNvPr id="4" name="Date Placeholder 3" hidden="1"/>
          <p:cNvSpPr>
            <a:spLocks noGrp="1"/>
          </p:cNvSpPr>
          <p:nvPr>
            <p:ph type="dt" sz="half" idx="10"/>
          </p:nvPr>
        </p:nvSpPr>
        <p:spPr>
          <a:xfrm>
            <a:off x="838200" y="6356352"/>
            <a:ext cx="2743200" cy="365125"/>
          </a:xfrm>
          <a:prstGeom prst="rect">
            <a:avLst/>
          </a:prstGeom>
        </p:spPr>
        <p:txBody>
          <a:bodyPr/>
          <a:lstStyle/>
          <a:p>
            <a:fld id="{7F98FF17-3E3E-C445-8673-DF746FCC145A}" type="datetime1">
              <a:rPr lang="en-GB" smtClean="0"/>
              <a:t>14/05/2026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lvl1pPr>
              <a:defRPr>
                <a:solidFill>
                  <a:schemeClr val="tx2"/>
                </a:solidFill>
              </a:defRPr>
            </a:lvl1pPr>
          </a:lstStyle>
          <a:p>
            <a:fld id="{2B3406A1-1950-4368-9FE9-C04F1A2975FD}" type="slidenum">
              <a:rPr lang="en-GB" smtClean="0"/>
              <a:pPr/>
              <a:t>‹#›</a:t>
            </a:fld>
            <a:endParaRPr lang="en-GB"/>
          </a:p>
        </p:txBody>
      </p:sp>
    </p:spTree>
    <p:extLst>
      <p:ext uri="{BB962C8B-B14F-4D97-AF65-F5344CB8AC3E}">
        <p14:creationId xmlns:p14="http://schemas.microsoft.com/office/powerpoint/2010/main" val="693510985"/>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Standard page 03">
    <p:spTree>
      <p:nvGrpSpPr>
        <p:cNvPr id="1" name=""/>
        <p:cNvGrpSpPr/>
        <p:nvPr/>
      </p:nvGrpSpPr>
      <p:grpSpPr>
        <a:xfrm>
          <a:off x="0" y="0"/>
          <a:ext cx="0" cy="0"/>
          <a:chOff x="0" y="0"/>
          <a:chExt cx="0" cy="0"/>
        </a:xfrm>
      </p:grpSpPr>
      <p:sp>
        <p:nvSpPr>
          <p:cNvPr id="3" name="Content Placeholder 2"/>
          <p:cNvSpPr>
            <a:spLocks noGrp="1"/>
          </p:cNvSpPr>
          <p:nvPr>
            <p:ph idx="1"/>
          </p:nvPr>
        </p:nvSpPr>
        <p:spPr>
          <a:xfrm>
            <a:off x="5121600" y="1598083"/>
            <a:ext cx="6580800" cy="45171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hidden="1"/>
          <p:cNvSpPr>
            <a:spLocks noGrp="1"/>
          </p:cNvSpPr>
          <p:nvPr>
            <p:ph type="dt" sz="half" idx="10"/>
          </p:nvPr>
        </p:nvSpPr>
        <p:spPr>
          <a:xfrm>
            <a:off x="838200" y="6356352"/>
            <a:ext cx="2743200" cy="365125"/>
          </a:xfrm>
          <a:prstGeom prst="rect">
            <a:avLst/>
          </a:prstGeom>
        </p:spPr>
        <p:txBody>
          <a:bodyPr/>
          <a:lstStyle/>
          <a:p>
            <a:fld id="{F60D3CD5-E95E-4640-B294-35FCA3B022BB}" type="datetime1">
              <a:rPr lang="en-GB" smtClean="0"/>
              <a:t>14/05/2026</a:t>
            </a:fld>
            <a:endParaRPr lang="en-GB"/>
          </a:p>
        </p:txBody>
      </p:sp>
      <p:sp>
        <p:nvSpPr>
          <p:cNvPr id="5" name="Footer Placeholder 4"/>
          <p:cNvSpPr>
            <a:spLocks noGrp="1"/>
          </p:cNvSpPr>
          <p:nvPr>
            <p:ph type="ftr" sz="quarter" idx="11"/>
          </p:nvPr>
        </p:nvSpPr>
        <p:spPr/>
        <p:txBody>
          <a:bodyPr/>
          <a:lstStyle/>
          <a:p>
            <a:endParaRPr lang="en-GB"/>
          </a:p>
        </p:txBody>
      </p:sp>
      <p:pic>
        <p:nvPicPr>
          <p:cNvPr id="7" name="Picture 6">
            <a:extLst>
              <a:ext uri="{FF2B5EF4-FFF2-40B4-BE49-F238E27FC236}">
                <a16:creationId xmlns:a16="http://schemas.microsoft.com/office/drawing/2014/main" id="{18A0A5A9-C3BA-46DE-960E-466408E4A1E1}"/>
              </a:ext>
            </a:extLst>
          </p:cNvPr>
          <p:cNvPicPr>
            <a:picLocks noChangeAspect="1"/>
          </p:cNvPicPr>
          <p:nvPr userDrawn="1"/>
        </p:nvPicPr>
        <p:blipFill>
          <a:blip r:embed="rId2"/>
          <a:stretch>
            <a:fillRect/>
          </a:stretch>
        </p:blipFill>
        <p:spPr>
          <a:xfrm>
            <a:off x="0" y="2"/>
            <a:ext cx="12192000" cy="1073151"/>
          </a:xfrm>
          <a:prstGeom prst="rect">
            <a:avLst/>
          </a:prstGeom>
        </p:spPr>
      </p:pic>
      <p:sp>
        <p:nvSpPr>
          <p:cNvPr id="2" name="Title 1"/>
          <p:cNvSpPr>
            <a:spLocks noGrp="1"/>
          </p:cNvSpPr>
          <p:nvPr>
            <p:ph type="title" hasCustomPrompt="1"/>
          </p:nvPr>
        </p:nvSpPr>
        <p:spPr/>
        <p:txBody>
          <a:bodyPr>
            <a:noAutofit/>
          </a:bodyPr>
          <a:lstStyle/>
          <a:p>
            <a:r>
              <a:rPr lang="en-US"/>
              <a:t>Insert title text here</a:t>
            </a:r>
          </a:p>
        </p:txBody>
      </p:sp>
      <p:sp>
        <p:nvSpPr>
          <p:cNvPr id="6" name="Slide Number Placeholder 5"/>
          <p:cNvSpPr>
            <a:spLocks noGrp="1"/>
          </p:cNvSpPr>
          <p:nvPr>
            <p:ph type="sldNum" sz="quarter" idx="12"/>
          </p:nvPr>
        </p:nvSpPr>
        <p:spPr/>
        <p:txBody>
          <a:bodyPr/>
          <a:lstStyle>
            <a:lvl1pPr>
              <a:defRPr>
                <a:solidFill>
                  <a:schemeClr val="tx2"/>
                </a:solidFill>
              </a:defRPr>
            </a:lvl1pPr>
          </a:lstStyle>
          <a:p>
            <a:fld id="{2B3406A1-1950-4368-9FE9-C04F1A2975FD}" type="slidenum">
              <a:rPr lang="en-GB" smtClean="0"/>
              <a:pPr/>
              <a:t>‹#›</a:t>
            </a:fld>
            <a:endParaRPr lang="en-GB"/>
          </a:p>
        </p:txBody>
      </p:sp>
      <p:sp>
        <p:nvSpPr>
          <p:cNvPr id="11" name="Bildplatzhalter 20">
            <a:extLst>
              <a:ext uri="{FF2B5EF4-FFF2-40B4-BE49-F238E27FC236}">
                <a16:creationId xmlns:a16="http://schemas.microsoft.com/office/drawing/2014/main" id="{BD27250E-EF4E-3345-BC09-0AE1430F3609}"/>
              </a:ext>
            </a:extLst>
          </p:cNvPr>
          <p:cNvSpPr>
            <a:spLocks noGrp="1"/>
          </p:cNvSpPr>
          <p:nvPr>
            <p:ph type="pic" sz="quarter" idx="13"/>
          </p:nvPr>
        </p:nvSpPr>
        <p:spPr>
          <a:xfrm>
            <a:off x="11900" y="1073152"/>
            <a:ext cx="4673600" cy="5052483"/>
          </a:xfrm>
          <a:custGeom>
            <a:avLst/>
            <a:gdLst>
              <a:gd name="connsiteX0" fmla="*/ 0 w 3582000"/>
              <a:gd name="connsiteY0" fmla="*/ 0 h 3960000"/>
              <a:gd name="connsiteX1" fmla="*/ 1791000 w 3582000"/>
              <a:gd name="connsiteY1" fmla="*/ 0 h 3960000"/>
              <a:gd name="connsiteX2" fmla="*/ 3582000 w 3582000"/>
              <a:gd name="connsiteY2" fmla="*/ 1980000 h 3960000"/>
              <a:gd name="connsiteX3" fmla="*/ 1791000 w 3582000"/>
              <a:gd name="connsiteY3" fmla="*/ 3960000 h 3960000"/>
              <a:gd name="connsiteX4" fmla="*/ 0 w 3582000"/>
              <a:gd name="connsiteY4" fmla="*/ 3960000 h 3960000"/>
              <a:gd name="connsiteX5" fmla="*/ 0 w 3582000"/>
              <a:gd name="connsiteY5" fmla="*/ 0 h 3960000"/>
              <a:gd name="connsiteX0" fmla="*/ 0 w 3669107"/>
              <a:gd name="connsiteY0" fmla="*/ 0 h 3960000"/>
              <a:gd name="connsiteX1" fmla="*/ 1791000 w 3669107"/>
              <a:gd name="connsiteY1" fmla="*/ 0 h 3960000"/>
              <a:gd name="connsiteX2" fmla="*/ 3225219 w 3669107"/>
              <a:gd name="connsiteY2" fmla="*/ 807894 h 3960000"/>
              <a:gd name="connsiteX3" fmla="*/ 3582000 w 3669107"/>
              <a:gd name="connsiteY3" fmla="*/ 1980000 h 3960000"/>
              <a:gd name="connsiteX4" fmla="*/ 1791000 w 3669107"/>
              <a:gd name="connsiteY4" fmla="*/ 3960000 h 3960000"/>
              <a:gd name="connsiteX5" fmla="*/ 0 w 3669107"/>
              <a:gd name="connsiteY5" fmla="*/ 3960000 h 3960000"/>
              <a:gd name="connsiteX6" fmla="*/ 0 w 3669107"/>
              <a:gd name="connsiteY6" fmla="*/ 0 h 3960000"/>
              <a:gd name="connsiteX0" fmla="*/ 0 w 3597300"/>
              <a:gd name="connsiteY0" fmla="*/ 0 h 3960000"/>
              <a:gd name="connsiteX1" fmla="*/ 1791000 w 3597300"/>
              <a:gd name="connsiteY1" fmla="*/ 0 h 3960000"/>
              <a:gd name="connsiteX2" fmla="*/ 3225219 w 3597300"/>
              <a:gd name="connsiteY2" fmla="*/ 807894 h 3960000"/>
              <a:gd name="connsiteX3" fmla="*/ 3582000 w 3597300"/>
              <a:gd name="connsiteY3" fmla="*/ 1980000 h 3960000"/>
              <a:gd name="connsiteX4" fmla="*/ 2862382 w 3597300"/>
              <a:gd name="connsiteY4" fmla="*/ 3307821 h 3960000"/>
              <a:gd name="connsiteX5" fmla="*/ 1791000 w 3597300"/>
              <a:gd name="connsiteY5" fmla="*/ 3960000 h 3960000"/>
              <a:gd name="connsiteX6" fmla="*/ 0 w 3597300"/>
              <a:gd name="connsiteY6" fmla="*/ 3960000 h 3960000"/>
              <a:gd name="connsiteX7" fmla="*/ 0 w 3597300"/>
              <a:gd name="connsiteY7" fmla="*/ 0 h 3960000"/>
              <a:gd name="connsiteX0" fmla="*/ 0 w 3597300"/>
              <a:gd name="connsiteY0" fmla="*/ 0 h 3960000"/>
              <a:gd name="connsiteX1" fmla="*/ 3261025 w 3597300"/>
              <a:gd name="connsiteY1" fmla="*/ 3175 h 3960000"/>
              <a:gd name="connsiteX2" fmla="*/ 3225219 w 3597300"/>
              <a:gd name="connsiteY2" fmla="*/ 807894 h 3960000"/>
              <a:gd name="connsiteX3" fmla="*/ 3582000 w 3597300"/>
              <a:gd name="connsiteY3" fmla="*/ 1980000 h 3960000"/>
              <a:gd name="connsiteX4" fmla="*/ 2862382 w 3597300"/>
              <a:gd name="connsiteY4" fmla="*/ 3307821 h 3960000"/>
              <a:gd name="connsiteX5" fmla="*/ 1791000 w 3597300"/>
              <a:gd name="connsiteY5" fmla="*/ 3960000 h 3960000"/>
              <a:gd name="connsiteX6" fmla="*/ 0 w 3597300"/>
              <a:gd name="connsiteY6" fmla="*/ 3960000 h 3960000"/>
              <a:gd name="connsiteX7" fmla="*/ 0 w 3597300"/>
              <a:gd name="connsiteY7" fmla="*/ 0 h 3960000"/>
              <a:gd name="connsiteX0" fmla="*/ 0 w 3597300"/>
              <a:gd name="connsiteY0" fmla="*/ 0 h 3960000"/>
              <a:gd name="connsiteX1" fmla="*/ 3019725 w 3597300"/>
              <a:gd name="connsiteY1" fmla="*/ 282575 h 3960000"/>
              <a:gd name="connsiteX2" fmla="*/ 3225219 w 3597300"/>
              <a:gd name="connsiteY2" fmla="*/ 807894 h 3960000"/>
              <a:gd name="connsiteX3" fmla="*/ 3582000 w 3597300"/>
              <a:gd name="connsiteY3" fmla="*/ 1980000 h 3960000"/>
              <a:gd name="connsiteX4" fmla="*/ 2862382 w 3597300"/>
              <a:gd name="connsiteY4" fmla="*/ 3307821 h 3960000"/>
              <a:gd name="connsiteX5" fmla="*/ 1791000 w 3597300"/>
              <a:gd name="connsiteY5" fmla="*/ 3960000 h 3960000"/>
              <a:gd name="connsiteX6" fmla="*/ 0 w 3597300"/>
              <a:gd name="connsiteY6" fmla="*/ 3960000 h 3960000"/>
              <a:gd name="connsiteX7" fmla="*/ 0 w 3597300"/>
              <a:gd name="connsiteY7" fmla="*/ 0 h 3960000"/>
              <a:gd name="connsiteX0" fmla="*/ 0 w 3597300"/>
              <a:gd name="connsiteY0" fmla="*/ 3175 h 3963175"/>
              <a:gd name="connsiteX1" fmla="*/ 3264200 w 3597300"/>
              <a:gd name="connsiteY1" fmla="*/ 0 h 3963175"/>
              <a:gd name="connsiteX2" fmla="*/ 3225219 w 3597300"/>
              <a:gd name="connsiteY2" fmla="*/ 811069 h 3963175"/>
              <a:gd name="connsiteX3" fmla="*/ 3582000 w 3597300"/>
              <a:gd name="connsiteY3" fmla="*/ 1983175 h 3963175"/>
              <a:gd name="connsiteX4" fmla="*/ 2862382 w 3597300"/>
              <a:gd name="connsiteY4" fmla="*/ 3310996 h 3963175"/>
              <a:gd name="connsiteX5" fmla="*/ 1791000 w 3597300"/>
              <a:gd name="connsiteY5" fmla="*/ 3963175 h 3963175"/>
              <a:gd name="connsiteX6" fmla="*/ 0 w 3597300"/>
              <a:gd name="connsiteY6" fmla="*/ 3963175 h 3963175"/>
              <a:gd name="connsiteX7" fmla="*/ 0 w 3597300"/>
              <a:gd name="connsiteY7" fmla="*/ 3175 h 3963175"/>
              <a:gd name="connsiteX0" fmla="*/ 0 w 3597300"/>
              <a:gd name="connsiteY0" fmla="*/ 3175 h 3963175"/>
              <a:gd name="connsiteX1" fmla="*/ 3264200 w 3597300"/>
              <a:gd name="connsiteY1" fmla="*/ 0 h 3963175"/>
              <a:gd name="connsiteX2" fmla="*/ 3225219 w 3597300"/>
              <a:gd name="connsiteY2" fmla="*/ 811069 h 3963175"/>
              <a:gd name="connsiteX3" fmla="*/ 3582000 w 3597300"/>
              <a:gd name="connsiteY3" fmla="*/ 1983175 h 3963175"/>
              <a:gd name="connsiteX4" fmla="*/ 2862382 w 3597300"/>
              <a:gd name="connsiteY4" fmla="*/ 3310996 h 3963175"/>
              <a:gd name="connsiteX5" fmla="*/ 1791000 w 3597300"/>
              <a:gd name="connsiteY5" fmla="*/ 3963175 h 3963175"/>
              <a:gd name="connsiteX6" fmla="*/ 0 w 3597300"/>
              <a:gd name="connsiteY6" fmla="*/ 3963175 h 3963175"/>
              <a:gd name="connsiteX7" fmla="*/ 0 w 3597300"/>
              <a:gd name="connsiteY7" fmla="*/ 3175 h 3963175"/>
              <a:gd name="connsiteX0" fmla="*/ 0 w 3616616"/>
              <a:gd name="connsiteY0" fmla="*/ 21630 h 3981630"/>
              <a:gd name="connsiteX1" fmla="*/ 3264200 w 3616616"/>
              <a:gd name="connsiteY1" fmla="*/ 18455 h 3981630"/>
              <a:gd name="connsiteX2" fmla="*/ 3323644 w 3616616"/>
              <a:gd name="connsiteY2" fmla="*/ 184999 h 3981630"/>
              <a:gd name="connsiteX3" fmla="*/ 3582000 w 3616616"/>
              <a:gd name="connsiteY3" fmla="*/ 2001630 h 3981630"/>
              <a:gd name="connsiteX4" fmla="*/ 2862382 w 3616616"/>
              <a:gd name="connsiteY4" fmla="*/ 3329451 h 3981630"/>
              <a:gd name="connsiteX5" fmla="*/ 1791000 w 3616616"/>
              <a:gd name="connsiteY5" fmla="*/ 3981630 h 3981630"/>
              <a:gd name="connsiteX6" fmla="*/ 0 w 3616616"/>
              <a:gd name="connsiteY6" fmla="*/ 3981630 h 3981630"/>
              <a:gd name="connsiteX7" fmla="*/ 0 w 3616616"/>
              <a:gd name="connsiteY7" fmla="*/ 21630 h 3981630"/>
              <a:gd name="connsiteX0" fmla="*/ 0 w 3616616"/>
              <a:gd name="connsiteY0" fmla="*/ 3175 h 3963175"/>
              <a:gd name="connsiteX1" fmla="*/ 3264200 w 3616616"/>
              <a:gd name="connsiteY1" fmla="*/ 0 h 3963175"/>
              <a:gd name="connsiteX2" fmla="*/ 3323644 w 3616616"/>
              <a:gd name="connsiteY2" fmla="*/ 166544 h 3963175"/>
              <a:gd name="connsiteX3" fmla="*/ 3582000 w 3616616"/>
              <a:gd name="connsiteY3" fmla="*/ 1983175 h 3963175"/>
              <a:gd name="connsiteX4" fmla="*/ 2862382 w 3616616"/>
              <a:gd name="connsiteY4" fmla="*/ 3310996 h 3963175"/>
              <a:gd name="connsiteX5" fmla="*/ 1791000 w 3616616"/>
              <a:gd name="connsiteY5" fmla="*/ 3963175 h 3963175"/>
              <a:gd name="connsiteX6" fmla="*/ 0 w 3616616"/>
              <a:gd name="connsiteY6" fmla="*/ 3963175 h 3963175"/>
              <a:gd name="connsiteX7" fmla="*/ 0 w 3616616"/>
              <a:gd name="connsiteY7" fmla="*/ 3175 h 3963175"/>
              <a:gd name="connsiteX0" fmla="*/ 0 w 3601265"/>
              <a:gd name="connsiteY0" fmla="*/ 3175 h 3963175"/>
              <a:gd name="connsiteX1" fmla="*/ 3264200 w 3601265"/>
              <a:gd name="connsiteY1" fmla="*/ 0 h 3963175"/>
              <a:gd name="connsiteX2" fmla="*/ 3323644 w 3601265"/>
              <a:gd name="connsiteY2" fmla="*/ 166544 h 3963175"/>
              <a:gd name="connsiteX3" fmla="*/ 3582000 w 3601265"/>
              <a:gd name="connsiteY3" fmla="*/ 1983175 h 3963175"/>
              <a:gd name="connsiteX4" fmla="*/ 2862382 w 3601265"/>
              <a:gd name="connsiteY4" fmla="*/ 3310996 h 3963175"/>
              <a:gd name="connsiteX5" fmla="*/ 1791000 w 3601265"/>
              <a:gd name="connsiteY5" fmla="*/ 3963175 h 3963175"/>
              <a:gd name="connsiteX6" fmla="*/ 0 w 3601265"/>
              <a:gd name="connsiteY6" fmla="*/ 3963175 h 3963175"/>
              <a:gd name="connsiteX7" fmla="*/ 0 w 3601265"/>
              <a:gd name="connsiteY7" fmla="*/ 3175 h 3963175"/>
              <a:gd name="connsiteX0" fmla="*/ 0 w 3364734"/>
              <a:gd name="connsiteY0" fmla="*/ 3175 h 3963175"/>
              <a:gd name="connsiteX1" fmla="*/ 3264200 w 3364734"/>
              <a:gd name="connsiteY1" fmla="*/ 0 h 3963175"/>
              <a:gd name="connsiteX2" fmla="*/ 3323644 w 3364734"/>
              <a:gd name="connsiteY2" fmla="*/ 166544 h 3963175"/>
              <a:gd name="connsiteX3" fmla="*/ 3016850 w 3364734"/>
              <a:gd name="connsiteY3" fmla="*/ 1614875 h 3963175"/>
              <a:gd name="connsiteX4" fmla="*/ 2862382 w 3364734"/>
              <a:gd name="connsiteY4" fmla="*/ 3310996 h 3963175"/>
              <a:gd name="connsiteX5" fmla="*/ 1791000 w 3364734"/>
              <a:gd name="connsiteY5" fmla="*/ 3963175 h 3963175"/>
              <a:gd name="connsiteX6" fmla="*/ 0 w 3364734"/>
              <a:gd name="connsiteY6" fmla="*/ 3963175 h 3963175"/>
              <a:gd name="connsiteX7" fmla="*/ 0 w 3364734"/>
              <a:gd name="connsiteY7" fmla="*/ 3175 h 3963175"/>
              <a:gd name="connsiteX0" fmla="*/ 0 w 3598344"/>
              <a:gd name="connsiteY0" fmla="*/ 3175 h 3963175"/>
              <a:gd name="connsiteX1" fmla="*/ 3264200 w 3598344"/>
              <a:gd name="connsiteY1" fmla="*/ 0 h 3963175"/>
              <a:gd name="connsiteX2" fmla="*/ 3323644 w 3598344"/>
              <a:gd name="connsiteY2" fmla="*/ 166544 h 3963175"/>
              <a:gd name="connsiteX3" fmla="*/ 3578825 w 3598344"/>
              <a:gd name="connsiteY3" fmla="*/ 1640275 h 3963175"/>
              <a:gd name="connsiteX4" fmla="*/ 2862382 w 3598344"/>
              <a:gd name="connsiteY4" fmla="*/ 3310996 h 3963175"/>
              <a:gd name="connsiteX5" fmla="*/ 1791000 w 3598344"/>
              <a:gd name="connsiteY5" fmla="*/ 3963175 h 3963175"/>
              <a:gd name="connsiteX6" fmla="*/ 0 w 3598344"/>
              <a:gd name="connsiteY6" fmla="*/ 3963175 h 3963175"/>
              <a:gd name="connsiteX7" fmla="*/ 0 w 3598344"/>
              <a:gd name="connsiteY7" fmla="*/ 3175 h 3963175"/>
              <a:gd name="connsiteX0" fmla="*/ 0 w 3612056"/>
              <a:gd name="connsiteY0" fmla="*/ 3175 h 3963175"/>
              <a:gd name="connsiteX1" fmla="*/ 3264200 w 3612056"/>
              <a:gd name="connsiteY1" fmla="*/ 0 h 3963175"/>
              <a:gd name="connsiteX2" fmla="*/ 3323644 w 3612056"/>
              <a:gd name="connsiteY2" fmla="*/ 166544 h 3963175"/>
              <a:gd name="connsiteX3" fmla="*/ 3578825 w 3612056"/>
              <a:gd name="connsiteY3" fmla="*/ 1640275 h 3963175"/>
              <a:gd name="connsiteX4" fmla="*/ 2862382 w 3612056"/>
              <a:gd name="connsiteY4" fmla="*/ 3310996 h 3963175"/>
              <a:gd name="connsiteX5" fmla="*/ 1791000 w 3612056"/>
              <a:gd name="connsiteY5" fmla="*/ 3963175 h 3963175"/>
              <a:gd name="connsiteX6" fmla="*/ 0 w 3612056"/>
              <a:gd name="connsiteY6" fmla="*/ 3963175 h 3963175"/>
              <a:gd name="connsiteX7" fmla="*/ 0 w 3612056"/>
              <a:gd name="connsiteY7" fmla="*/ 3175 h 3963175"/>
              <a:gd name="connsiteX0" fmla="*/ 0 w 3635528"/>
              <a:gd name="connsiteY0" fmla="*/ 3175 h 3963175"/>
              <a:gd name="connsiteX1" fmla="*/ 3264200 w 3635528"/>
              <a:gd name="connsiteY1" fmla="*/ 0 h 3963175"/>
              <a:gd name="connsiteX2" fmla="*/ 3323644 w 3635528"/>
              <a:gd name="connsiteY2" fmla="*/ 166544 h 3963175"/>
              <a:gd name="connsiteX3" fmla="*/ 3578825 w 3635528"/>
              <a:gd name="connsiteY3" fmla="*/ 1640275 h 3963175"/>
              <a:gd name="connsiteX4" fmla="*/ 2862382 w 3635528"/>
              <a:gd name="connsiteY4" fmla="*/ 3310996 h 3963175"/>
              <a:gd name="connsiteX5" fmla="*/ 1791000 w 3635528"/>
              <a:gd name="connsiteY5" fmla="*/ 3963175 h 3963175"/>
              <a:gd name="connsiteX6" fmla="*/ 0 w 3635528"/>
              <a:gd name="connsiteY6" fmla="*/ 3963175 h 3963175"/>
              <a:gd name="connsiteX7" fmla="*/ 0 w 3635528"/>
              <a:gd name="connsiteY7" fmla="*/ 3175 h 3963175"/>
              <a:gd name="connsiteX0" fmla="*/ 0 w 3578828"/>
              <a:gd name="connsiteY0" fmla="*/ 3175 h 3963175"/>
              <a:gd name="connsiteX1" fmla="*/ 3264200 w 3578828"/>
              <a:gd name="connsiteY1" fmla="*/ 0 h 3963175"/>
              <a:gd name="connsiteX2" fmla="*/ 3323644 w 3578828"/>
              <a:gd name="connsiteY2" fmla="*/ 166544 h 3963175"/>
              <a:gd name="connsiteX3" fmla="*/ 3578825 w 3578828"/>
              <a:gd name="connsiteY3" fmla="*/ 1640275 h 3963175"/>
              <a:gd name="connsiteX4" fmla="*/ 2862382 w 3578828"/>
              <a:gd name="connsiteY4" fmla="*/ 3310996 h 3963175"/>
              <a:gd name="connsiteX5" fmla="*/ 1791000 w 3578828"/>
              <a:gd name="connsiteY5" fmla="*/ 3963175 h 3963175"/>
              <a:gd name="connsiteX6" fmla="*/ 0 w 3578828"/>
              <a:gd name="connsiteY6" fmla="*/ 3963175 h 3963175"/>
              <a:gd name="connsiteX7" fmla="*/ 0 w 3578828"/>
              <a:gd name="connsiteY7" fmla="*/ 3175 h 3963175"/>
              <a:gd name="connsiteX0" fmla="*/ 0 w 3578942"/>
              <a:gd name="connsiteY0" fmla="*/ 3175 h 3963175"/>
              <a:gd name="connsiteX1" fmla="*/ 3264200 w 3578942"/>
              <a:gd name="connsiteY1" fmla="*/ 0 h 3963175"/>
              <a:gd name="connsiteX2" fmla="*/ 3323644 w 3578942"/>
              <a:gd name="connsiteY2" fmla="*/ 166544 h 3963175"/>
              <a:gd name="connsiteX3" fmla="*/ 3578825 w 3578942"/>
              <a:gd name="connsiteY3" fmla="*/ 1640275 h 3963175"/>
              <a:gd name="connsiteX4" fmla="*/ 2862382 w 3578942"/>
              <a:gd name="connsiteY4" fmla="*/ 3310996 h 3963175"/>
              <a:gd name="connsiteX5" fmla="*/ 1791000 w 3578942"/>
              <a:gd name="connsiteY5" fmla="*/ 3963175 h 3963175"/>
              <a:gd name="connsiteX6" fmla="*/ 0 w 3578942"/>
              <a:gd name="connsiteY6" fmla="*/ 3963175 h 3963175"/>
              <a:gd name="connsiteX7" fmla="*/ 0 w 3578942"/>
              <a:gd name="connsiteY7" fmla="*/ 3175 h 3963175"/>
              <a:gd name="connsiteX0" fmla="*/ 0 w 3578942"/>
              <a:gd name="connsiteY0" fmla="*/ 3175 h 3963175"/>
              <a:gd name="connsiteX1" fmla="*/ 3264200 w 3578942"/>
              <a:gd name="connsiteY1" fmla="*/ 0 h 3963175"/>
              <a:gd name="connsiteX2" fmla="*/ 3323644 w 3578942"/>
              <a:gd name="connsiteY2" fmla="*/ 166544 h 3963175"/>
              <a:gd name="connsiteX3" fmla="*/ 3578825 w 3578942"/>
              <a:gd name="connsiteY3" fmla="*/ 1640275 h 3963175"/>
              <a:gd name="connsiteX4" fmla="*/ 2862382 w 3578942"/>
              <a:gd name="connsiteY4" fmla="*/ 3310996 h 3963175"/>
              <a:gd name="connsiteX5" fmla="*/ 1791000 w 3578942"/>
              <a:gd name="connsiteY5" fmla="*/ 3963175 h 3963175"/>
              <a:gd name="connsiteX6" fmla="*/ 0 w 3578942"/>
              <a:gd name="connsiteY6" fmla="*/ 3963175 h 3963175"/>
              <a:gd name="connsiteX7" fmla="*/ 0 w 3578942"/>
              <a:gd name="connsiteY7" fmla="*/ 3175 h 3963175"/>
              <a:gd name="connsiteX0" fmla="*/ 0 w 3590408"/>
              <a:gd name="connsiteY0" fmla="*/ 3175 h 3974831"/>
              <a:gd name="connsiteX1" fmla="*/ 3264200 w 3590408"/>
              <a:gd name="connsiteY1" fmla="*/ 0 h 3974831"/>
              <a:gd name="connsiteX2" fmla="*/ 3323644 w 3590408"/>
              <a:gd name="connsiteY2" fmla="*/ 166544 h 3974831"/>
              <a:gd name="connsiteX3" fmla="*/ 3578825 w 3590408"/>
              <a:gd name="connsiteY3" fmla="*/ 1640275 h 3974831"/>
              <a:gd name="connsiteX4" fmla="*/ 3002082 w 3590408"/>
              <a:gd name="connsiteY4" fmla="*/ 3809471 h 3974831"/>
              <a:gd name="connsiteX5" fmla="*/ 1791000 w 3590408"/>
              <a:gd name="connsiteY5" fmla="*/ 3963175 h 3974831"/>
              <a:gd name="connsiteX6" fmla="*/ 0 w 3590408"/>
              <a:gd name="connsiteY6" fmla="*/ 3963175 h 3974831"/>
              <a:gd name="connsiteX7" fmla="*/ 0 w 3590408"/>
              <a:gd name="connsiteY7" fmla="*/ 3175 h 3974831"/>
              <a:gd name="connsiteX0" fmla="*/ 0 w 3590408"/>
              <a:gd name="connsiteY0" fmla="*/ 3175 h 3974831"/>
              <a:gd name="connsiteX1" fmla="*/ 3264200 w 3590408"/>
              <a:gd name="connsiteY1" fmla="*/ 0 h 3974831"/>
              <a:gd name="connsiteX2" fmla="*/ 3323644 w 3590408"/>
              <a:gd name="connsiteY2" fmla="*/ 166544 h 3974831"/>
              <a:gd name="connsiteX3" fmla="*/ 3578825 w 3590408"/>
              <a:gd name="connsiteY3" fmla="*/ 1640275 h 3974831"/>
              <a:gd name="connsiteX4" fmla="*/ 3002082 w 3590408"/>
              <a:gd name="connsiteY4" fmla="*/ 3809471 h 3974831"/>
              <a:gd name="connsiteX5" fmla="*/ 1791000 w 3590408"/>
              <a:gd name="connsiteY5" fmla="*/ 3963175 h 3974831"/>
              <a:gd name="connsiteX6" fmla="*/ 0 w 3590408"/>
              <a:gd name="connsiteY6" fmla="*/ 3963175 h 3974831"/>
              <a:gd name="connsiteX7" fmla="*/ 0 w 3590408"/>
              <a:gd name="connsiteY7" fmla="*/ 3175 h 3974831"/>
              <a:gd name="connsiteX0" fmla="*/ 0 w 3590408"/>
              <a:gd name="connsiteY0" fmla="*/ 3175 h 3975950"/>
              <a:gd name="connsiteX1" fmla="*/ 3264200 w 3590408"/>
              <a:gd name="connsiteY1" fmla="*/ 0 h 3975950"/>
              <a:gd name="connsiteX2" fmla="*/ 3323644 w 3590408"/>
              <a:gd name="connsiteY2" fmla="*/ 166544 h 3975950"/>
              <a:gd name="connsiteX3" fmla="*/ 3578825 w 3590408"/>
              <a:gd name="connsiteY3" fmla="*/ 1640275 h 3975950"/>
              <a:gd name="connsiteX4" fmla="*/ 3002082 w 3590408"/>
              <a:gd name="connsiteY4" fmla="*/ 3809471 h 3975950"/>
              <a:gd name="connsiteX5" fmla="*/ 2908600 w 3590408"/>
              <a:gd name="connsiteY5" fmla="*/ 3966350 h 3975950"/>
              <a:gd name="connsiteX6" fmla="*/ 0 w 3590408"/>
              <a:gd name="connsiteY6" fmla="*/ 3963175 h 3975950"/>
              <a:gd name="connsiteX7" fmla="*/ 0 w 3590408"/>
              <a:gd name="connsiteY7" fmla="*/ 3175 h 3975950"/>
              <a:gd name="connsiteX0" fmla="*/ 0 w 3590408"/>
              <a:gd name="connsiteY0" fmla="*/ 3175 h 3966350"/>
              <a:gd name="connsiteX1" fmla="*/ 3264200 w 3590408"/>
              <a:gd name="connsiteY1" fmla="*/ 0 h 3966350"/>
              <a:gd name="connsiteX2" fmla="*/ 3323644 w 3590408"/>
              <a:gd name="connsiteY2" fmla="*/ 166544 h 3966350"/>
              <a:gd name="connsiteX3" fmla="*/ 3578825 w 3590408"/>
              <a:gd name="connsiteY3" fmla="*/ 1640275 h 3966350"/>
              <a:gd name="connsiteX4" fmla="*/ 3002082 w 3590408"/>
              <a:gd name="connsiteY4" fmla="*/ 3809471 h 3966350"/>
              <a:gd name="connsiteX5" fmla="*/ 2908600 w 3590408"/>
              <a:gd name="connsiteY5" fmla="*/ 3966350 h 3966350"/>
              <a:gd name="connsiteX6" fmla="*/ 0 w 3590408"/>
              <a:gd name="connsiteY6" fmla="*/ 3963175 h 3966350"/>
              <a:gd name="connsiteX7" fmla="*/ 0 w 3590408"/>
              <a:gd name="connsiteY7" fmla="*/ 3175 h 3966350"/>
              <a:gd name="connsiteX0" fmla="*/ 0 w 3590408"/>
              <a:gd name="connsiteY0" fmla="*/ 3175 h 3966350"/>
              <a:gd name="connsiteX1" fmla="*/ 3264200 w 3590408"/>
              <a:gd name="connsiteY1" fmla="*/ 0 h 3966350"/>
              <a:gd name="connsiteX2" fmla="*/ 3323644 w 3590408"/>
              <a:gd name="connsiteY2" fmla="*/ 166544 h 3966350"/>
              <a:gd name="connsiteX3" fmla="*/ 3578825 w 3590408"/>
              <a:gd name="connsiteY3" fmla="*/ 1640275 h 3966350"/>
              <a:gd name="connsiteX4" fmla="*/ 3002082 w 3590408"/>
              <a:gd name="connsiteY4" fmla="*/ 3809471 h 3966350"/>
              <a:gd name="connsiteX5" fmla="*/ 2908600 w 3590408"/>
              <a:gd name="connsiteY5" fmla="*/ 3966350 h 3966350"/>
              <a:gd name="connsiteX6" fmla="*/ 0 w 3590408"/>
              <a:gd name="connsiteY6" fmla="*/ 3963175 h 3966350"/>
              <a:gd name="connsiteX7" fmla="*/ 0 w 3590408"/>
              <a:gd name="connsiteY7" fmla="*/ 3175 h 3966350"/>
              <a:gd name="connsiteX0" fmla="*/ 0 w 3590408"/>
              <a:gd name="connsiteY0" fmla="*/ 3175 h 3966350"/>
              <a:gd name="connsiteX1" fmla="*/ 3264200 w 3590408"/>
              <a:gd name="connsiteY1" fmla="*/ 0 h 3966350"/>
              <a:gd name="connsiteX2" fmla="*/ 3323644 w 3590408"/>
              <a:gd name="connsiteY2" fmla="*/ 166544 h 3966350"/>
              <a:gd name="connsiteX3" fmla="*/ 3578825 w 3590408"/>
              <a:gd name="connsiteY3" fmla="*/ 1640275 h 3966350"/>
              <a:gd name="connsiteX4" fmla="*/ 3002082 w 3590408"/>
              <a:gd name="connsiteY4" fmla="*/ 3809471 h 3966350"/>
              <a:gd name="connsiteX5" fmla="*/ 2908600 w 3590408"/>
              <a:gd name="connsiteY5" fmla="*/ 3966350 h 3966350"/>
              <a:gd name="connsiteX6" fmla="*/ 0 w 3590408"/>
              <a:gd name="connsiteY6" fmla="*/ 3963175 h 3966350"/>
              <a:gd name="connsiteX7" fmla="*/ 0 w 3590408"/>
              <a:gd name="connsiteY7" fmla="*/ 3175 h 3966350"/>
              <a:gd name="connsiteX0" fmla="*/ 0 w 3580367"/>
              <a:gd name="connsiteY0" fmla="*/ 3175 h 3966350"/>
              <a:gd name="connsiteX1" fmla="*/ 3264200 w 3580367"/>
              <a:gd name="connsiteY1" fmla="*/ 0 h 3966350"/>
              <a:gd name="connsiteX2" fmla="*/ 3323644 w 3580367"/>
              <a:gd name="connsiteY2" fmla="*/ 166544 h 3966350"/>
              <a:gd name="connsiteX3" fmla="*/ 3578825 w 3580367"/>
              <a:gd name="connsiteY3" fmla="*/ 1640275 h 3966350"/>
              <a:gd name="connsiteX4" fmla="*/ 3002082 w 3580367"/>
              <a:gd name="connsiteY4" fmla="*/ 3809471 h 3966350"/>
              <a:gd name="connsiteX5" fmla="*/ 2908600 w 3580367"/>
              <a:gd name="connsiteY5" fmla="*/ 3966350 h 3966350"/>
              <a:gd name="connsiteX6" fmla="*/ 0 w 3580367"/>
              <a:gd name="connsiteY6" fmla="*/ 3963175 h 3966350"/>
              <a:gd name="connsiteX7" fmla="*/ 0 w 3580367"/>
              <a:gd name="connsiteY7" fmla="*/ 3175 h 3966350"/>
              <a:gd name="connsiteX0" fmla="*/ 0 w 3578976"/>
              <a:gd name="connsiteY0" fmla="*/ 3175 h 3966350"/>
              <a:gd name="connsiteX1" fmla="*/ 3264200 w 3578976"/>
              <a:gd name="connsiteY1" fmla="*/ 0 h 3966350"/>
              <a:gd name="connsiteX2" fmla="*/ 3323644 w 3578976"/>
              <a:gd name="connsiteY2" fmla="*/ 166544 h 3966350"/>
              <a:gd name="connsiteX3" fmla="*/ 3578825 w 3578976"/>
              <a:gd name="connsiteY3" fmla="*/ 1640275 h 3966350"/>
              <a:gd name="connsiteX4" fmla="*/ 3002082 w 3578976"/>
              <a:gd name="connsiteY4" fmla="*/ 3809471 h 3966350"/>
              <a:gd name="connsiteX5" fmla="*/ 2908600 w 3578976"/>
              <a:gd name="connsiteY5" fmla="*/ 3966350 h 3966350"/>
              <a:gd name="connsiteX6" fmla="*/ 0 w 3578976"/>
              <a:gd name="connsiteY6" fmla="*/ 3963175 h 3966350"/>
              <a:gd name="connsiteX7" fmla="*/ 0 w 3578976"/>
              <a:gd name="connsiteY7" fmla="*/ 3175 h 3966350"/>
              <a:gd name="connsiteX0" fmla="*/ 0 w 3579143"/>
              <a:gd name="connsiteY0" fmla="*/ 3175 h 3966350"/>
              <a:gd name="connsiteX1" fmla="*/ 3264200 w 3579143"/>
              <a:gd name="connsiteY1" fmla="*/ 0 h 3966350"/>
              <a:gd name="connsiteX2" fmla="*/ 3323644 w 3579143"/>
              <a:gd name="connsiteY2" fmla="*/ 166544 h 3966350"/>
              <a:gd name="connsiteX3" fmla="*/ 3578825 w 3579143"/>
              <a:gd name="connsiteY3" fmla="*/ 1640275 h 3966350"/>
              <a:gd name="connsiteX4" fmla="*/ 3002082 w 3579143"/>
              <a:gd name="connsiteY4" fmla="*/ 3809471 h 3966350"/>
              <a:gd name="connsiteX5" fmla="*/ 2908600 w 3579143"/>
              <a:gd name="connsiteY5" fmla="*/ 3966350 h 3966350"/>
              <a:gd name="connsiteX6" fmla="*/ 0 w 3579143"/>
              <a:gd name="connsiteY6" fmla="*/ 3963175 h 3966350"/>
              <a:gd name="connsiteX7" fmla="*/ 0 w 3579143"/>
              <a:gd name="connsiteY7" fmla="*/ 3175 h 3966350"/>
              <a:gd name="connsiteX0" fmla="*/ 0 w 3579143"/>
              <a:gd name="connsiteY0" fmla="*/ 3175 h 4131450"/>
              <a:gd name="connsiteX1" fmla="*/ 3264200 w 3579143"/>
              <a:gd name="connsiteY1" fmla="*/ 0 h 4131450"/>
              <a:gd name="connsiteX2" fmla="*/ 3323644 w 3579143"/>
              <a:gd name="connsiteY2" fmla="*/ 166544 h 4131450"/>
              <a:gd name="connsiteX3" fmla="*/ 3578825 w 3579143"/>
              <a:gd name="connsiteY3" fmla="*/ 1640275 h 4131450"/>
              <a:gd name="connsiteX4" fmla="*/ 3002082 w 3579143"/>
              <a:gd name="connsiteY4" fmla="*/ 3809471 h 4131450"/>
              <a:gd name="connsiteX5" fmla="*/ 3159425 w 3579143"/>
              <a:gd name="connsiteY5" fmla="*/ 4131450 h 4131450"/>
              <a:gd name="connsiteX6" fmla="*/ 0 w 3579143"/>
              <a:gd name="connsiteY6" fmla="*/ 3963175 h 4131450"/>
              <a:gd name="connsiteX7" fmla="*/ 0 w 3579143"/>
              <a:gd name="connsiteY7" fmla="*/ 3175 h 4131450"/>
              <a:gd name="connsiteX0" fmla="*/ 0 w 3579143"/>
              <a:gd name="connsiteY0" fmla="*/ 3175 h 3963175"/>
              <a:gd name="connsiteX1" fmla="*/ 3264200 w 3579143"/>
              <a:gd name="connsiteY1" fmla="*/ 0 h 3963175"/>
              <a:gd name="connsiteX2" fmla="*/ 3323644 w 3579143"/>
              <a:gd name="connsiteY2" fmla="*/ 166544 h 3963175"/>
              <a:gd name="connsiteX3" fmla="*/ 3578825 w 3579143"/>
              <a:gd name="connsiteY3" fmla="*/ 1640275 h 3963175"/>
              <a:gd name="connsiteX4" fmla="*/ 3002082 w 3579143"/>
              <a:gd name="connsiteY4" fmla="*/ 3809471 h 3963175"/>
              <a:gd name="connsiteX5" fmla="*/ 2905425 w 3579143"/>
              <a:gd name="connsiteY5" fmla="*/ 3963175 h 3963175"/>
              <a:gd name="connsiteX6" fmla="*/ 0 w 3579143"/>
              <a:gd name="connsiteY6" fmla="*/ 3963175 h 3963175"/>
              <a:gd name="connsiteX7" fmla="*/ 0 w 3579143"/>
              <a:gd name="connsiteY7" fmla="*/ 3175 h 3963175"/>
              <a:gd name="connsiteX0" fmla="*/ 0 w 3579143"/>
              <a:gd name="connsiteY0" fmla="*/ 3175 h 3963175"/>
              <a:gd name="connsiteX1" fmla="*/ 3264200 w 3579143"/>
              <a:gd name="connsiteY1" fmla="*/ 0 h 3963175"/>
              <a:gd name="connsiteX2" fmla="*/ 3323644 w 3579143"/>
              <a:gd name="connsiteY2" fmla="*/ 166544 h 3963175"/>
              <a:gd name="connsiteX3" fmla="*/ 3578825 w 3579143"/>
              <a:gd name="connsiteY3" fmla="*/ 1640275 h 3963175"/>
              <a:gd name="connsiteX4" fmla="*/ 3002082 w 3579143"/>
              <a:gd name="connsiteY4" fmla="*/ 3809471 h 3963175"/>
              <a:gd name="connsiteX5" fmla="*/ 2905425 w 3579143"/>
              <a:gd name="connsiteY5" fmla="*/ 3963175 h 3963175"/>
              <a:gd name="connsiteX6" fmla="*/ 0 w 3579143"/>
              <a:gd name="connsiteY6" fmla="*/ 3963175 h 3963175"/>
              <a:gd name="connsiteX7" fmla="*/ 0 w 3579143"/>
              <a:gd name="connsiteY7" fmla="*/ 3175 h 3963175"/>
              <a:gd name="connsiteX0" fmla="*/ 0 w 3579143"/>
              <a:gd name="connsiteY0" fmla="*/ 3175 h 3963175"/>
              <a:gd name="connsiteX1" fmla="*/ 3264200 w 3579143"/>
              <a:gd name="connsiteY1" fmla="*/ 0 h 3963175"/>
              <a:gd name="connsiteX2" fmla="*/ 3323644 w 3579143"/>
              <a:gd name="connsiteY2" fmla="*/ 166544 h 3963175"/>
              <a:gd name="connsiteX3" fmla="*/ 3578825 w 3579143"/>
              <a:gd name="connsiteY3" fmla="*/ 1640275 h 3963175"/>
              <a:gd name="connsiteX4" fmla="*/ 3002082 w 3579143"/>
              <a:gd name="connsiteY4" fmla="*/ 3809471 h 3963175"/>
              <a:gd name="connsiteX5" fmla="*/ 2905425 w 3579143"/>
              <a:gd name="connsiteY5" fmla="*/ 3963175 h 3963175"/>
              <a:gd name="connsiteX6" fmla="*/ 0 w 3579143"/>
              <a:gd name="connsiteY6" fmla="*/ 3963175 h 3963175"/>
              <a:gd name="connsiteX7" fmla="*/ 0 w 3579143"/>
              <a:gd name="connsiteY7" fmla="*/ 3175 h 396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9143" h="3963175">
                <a:moveTo>
                  <a:pt x="0" y="3175"/>
                </a:moveTo>
                <a:lnTo>
                  <a:pt x="3264200" y="0"/>
                </a:lnTo>
                <a:cubicBezTo>
                  <a:pt x="3287387" y="61624"/>
                  <a:pt x="3301369" y="106419"/>
                  <a:pt x="3323644" y="166544"/>
                </a:cubicBezTo>
                <a:cubicBezTo>
                  <a:pt x="3491969" y="623544"/>
                  <a:pt x="3568919" y="877546"/>
                  <a:pt x="3578825" y="1640275"/>
                </a:cubicBezTo>
                <a:cubicBezTo>
                  <a:pt x="3588731" y="2403004"/>
                  <a:pt x="3367257" y="3165146"/>
                  <a:pt x="3002082" y="3809471"/>
                </a:cubicBezTo>
                <a:cubicBezTo>
                  <a:pt x="2973457" y="3863246"/>
                  <a:pt x="3011014" y="3800503"/>
                  <a:pt x="2905425" y="3963175"/>
                </a:cubicBezTo>
                <a:lnTo>
                  <a:pt x="0" y="3963175"/>
                </a:lnTo>
                <a:lnTo>
                  <a:pt x="0" y="3175"/>
                </a:lnTo>
                <a:close/>
              </a:path>
            </a:pathLst>
          </a:custGeom>
          <a:noFill/>
          <a:ln>
            <a:noFill/>
          </a:ln>
        </p:spPr>
        <p:txBody>
          <a:bodyPr lIns="720000" tIns="720000" rIns="720000" bIns="720000">
            <a:normAutofit/>
          </a:bodyPr>
          <a:lstStyle>
            <a:lvl1pPr marL="0" indent="0" algn="ctr">
              <a:buNone/>
              <a:defRPr sz="2489" baseline="0">
                <a:solidFill>
                  <a:schemeClr val="bg1"/>
                </a:solidFill>
              </a:defRPr>
            </a:lvl1pPr>
          </a:lstStyle>
          <a:p>
            <a:r>
              <a:rPr lang="en-US"/>
              <a:t>Click icon to add picture</a:t>
            </a:r>
            <a:endParaRPr lang="de-DE"/>
          </a:p>
        </p:txBody>
      </p:sp>
    </p:spTree>
    <p:extLst>
      <p:ext uri="{BB962C8B-B14F-4D97-AF65-F5344CB8AC3E}">
        <p14:creationId xmlns:p14="http://schemas.microsoft.com/office/powerpoint/2010/main" val="77984695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Standard page 04">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179DF7A2-4045-4D3D-B360-DC31A153D7F8}"/>
              </a:ext>
            </a:extLst>
          </p:cNvPr>
          <p:cNvPicPr>
            <a:picLocks noChangeAspect="1"/>
          </p:cNvPicPr>
          <p:nvPr userDrawn="1"/>
        </p:nvPicPr>
        <p:blipFill>
          <a:blip r:embed="rId2"/>
          <a:stretch>
            <a:fillRect/>
          </a:stretch>
        </p:blipFill>
        <p:spPr>
          <a:xfrm>
            <a:off x="0" y="2"/>
            <a:ext cx="12192000" cy="1073151"/>
          </a:xfrm>
          <a:prstGeom prst="rect">
            <a:avLst/>
          </a:prstGeom>
        </p:spPr>
      </p:pic>
      <p:sp>
        <p:nvSpPr>
          <p:cNvPr id="2" name="Title 1"/>
          <p:cNvSpPr>
            <a:spLocks noGrp="1"/>
          </p:cNvSpPr>
          <p:nvPr>
            <p:ph type="title" hasCustomPrompt="1"/>
          </p:nvPr>
        </p:nvSpPr>
        <p:spPr/>
        <p:txBody>
          <a:bodyPr/>
          <a:lstStyle>
            <a:lvl1pPr>
              <a:defRPr/>
            </a:lvl1pPr>
          </a:lstStyle>
          <a:p>
            <a:r>
              <a:rPr lang="en-US"/>
              <a:t>Insert title text here</a:t>
            </a:r>
          </a:p>
        </p:txBody>
      </p:sp>
      <p:sp>
        <p:nvSpPr>
          <p:cNvPr id="4" name="Date Placeholder 3" hidden="1"/>
          <p:cNvSpPr>
            <a:spLocks noGrp="1"/>
          </p:cNvSpPr>
          <p:nvPr>
            <p:ph type="dt" sz="half" idx="10"/>
          </p:nvPr>
        </p:nvSpPr>
        <p:spPr>
          <a:xfrm>
            <a:off x="838200" y="6356352"/>
            <a:ext cx="2743200" cy="365125"/>
          </a:xfrm>
          <a:prstGeom prst="rect">
            <a:avLst/>
          </a:prstGeom>
        </p:spPr>
        <p:txBody>
          <a:bodyPr/>
          <a:lstStyle/>
          <a:p>
            <a:fld id="{B3A11613-25B2-9C4F-A1A5-F58EEB8EB6C1}" type="datetime1">
              <a:rPr lang="en-GB" smtClean="0"/>
              <a:t>14/05/2026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lvl1pPr>
              <a:defRPr>
                <a:solidFill>
                  <a:schemeClr val="tx2"/>
                </a:solidFill>
              </a:defRPr>
            </a:lvl1pPr>
          </a:lstStyle>
          <a:p>
            <a:fld id="{2B3406A1-1950-4368-9FE9-C04F1A2975FD}" type="slidenum">
              <a:rPr lang="en-GB" smtClean="0"/>
              <a:pPr/>
              <a:t>‹#›</a:t>
            </a:fld>
            <a:endParaRPr lang="en-GB"/>
          </a:p>
        </p:txBody>
      </p:sp>
    </p:spTree>
    <p:extLst>
      <p:ext uri="{BB962C8B-B14F-4D97-AF65-F5344CB8AC3E}">
        <p14:creationId xmlns:p14="http://schemas.microsoft.com/office/powerpoint/2010/main" val="334821183"/>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userDrawn="1">
  <p:cSld name="Closing contact page (English)">
    <p:spTree>
      <p:nvGrpSpPr>
        <p:cNvPr id="1" name=""/>
        <p:cNvGrpSpPr/>
        <p:nvPr/>
      </p:nvGrpSpPr>
      <p:grpSpPr>
        <a:xfrm>
          <a:off x="0" y="0"/>
          <a:ext cx="0" cy="0"/>
          <a:chOff x="0" y="0"/>
          <a:chExt cx="0" cy="0"/>
        </a:xfrm>
      </p:grpSpPr>
      <p:pic>
        <p:nvPicPr>
          <p:cNvPr id="40" name="Picture 39" descr="A picture containing transport, aircraft&#10;&#10;Description automatically generated">
            <a:extLst>
              <a:ext uri="{FF2B5EF4-FFF2-40B4-BE49-F238E27FC236}">
                <a16:creationId xmlns:a16="http://schemas.microsoft.com/office/drawing/2014/main" id="{F3551687-547F-4A28-B863-923874788668}"/>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11" name="Textfeld 10"/>
          <p:cNvSpPr txBox="1"/>
          <p:nvPr userDrawn="1"/>
        </p:nvSpPr>
        <p:spPr>
          <a:xfrm>
            <a:off x="490102" y="5313971"/>
            <a:ext cx="1800924" cy="205121"/>
          </a:xfrm>
          <a:prstGeom prst="rect">
            <a:avLst/>
          </a:prstGeom>
          <a:noFill/>
        </p:spPr>
        <p:txBody>
          <a:bodyPr wrap="square" lIns="0" tIns="0" rIns="0" bIns="0" rtlCol="0">
            <a:spAutoFit/>
          </a:bodyPr>
          <a:lstStyle/>
          <a:p>
            <a:pPr algn="just"/>
            <a:r>
              <a:rPr lang="de-DE" sz="1333">
                <a:solidFill>
                  <a:schemeClr val="bg1"/>
                </a:solidFill>
                <a:latin typeface="BISansOpti"/>
                <a:cs typeface="BISansOpti"/>
              </a:rPr>
              <a:t>© Boehringer Ingelheim</a:t>
            </a:r>
          </a:p>
        </p:txBody>
      </p:sp>
      <p:sp>
        <p:nvSpPr>
          <p:cNvPr id="25" name="Textplatzhalter 6"/>
          <p:cNvSpPr>
            <a:spLocks noGrp="1"/>
          </p:cNvSpPr>
          <p:nvPr>
            <p:ph type="body" sz="quarter" idx="12" hasCustomPrompt="1"/>
          </p:nvPr>
        </p:nvSpPr>
        <p:spPr>
          <a:xfrm>
            <a:off x="9441600" y="951208"/>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Street / No.</a:t>
            </a:r>
          </a:p>
        </p:txBody>
      </p:sp>
      <p:sp>
        <p:nvSpPr>
          <p:cNvPr id="26" name="Textplatzhalter 6"/>
          <p:cNvSpPr>
            <a:spLocks noGrp="1"/>
          </p:cNvSpPr>
          <p:nvPr>
            <p:ph type="body" sz="quarter" idx="13" hasCustomPrompt="1"/>
          </p:nvPr>
        </p:nvSpPr>
        <p:spPr>
          <a:xfrm>
            <a:off x="9441600" y="1161575"/>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Postcode/ Town</a:t>
            </a:r>
          </a:p>
        </p:txBody>
      </p:sp>
      <p:sp>
        <p:nvSpPr>
          <p:cNvPr id="27" name="Textplatzhalter 6"/>
          <p:cNvSpPr>
            <a:spLocks noGrp="1"/>
          </p:cNvSpPr>
          <p:nvPr>
            <p:ph type="body" sz="quarter" idx="14" hasCustomPrompt="1"/>
          </p:nvPr>
        </p:nvSpPr>
        <p:spPr>
          <a:xfrm>
            <a:off x="9921600" y="1463708"/>
            <a:ext cx="182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Telephone number</a:t>
            </a:r>
          </a:p>
        </p:txBody>
      </p:sp>
      <p:sp>
        <p:nvSpPr>
          <p:cNvPr id="19" name="Textfeld 18"/>
          <p:cNvSpPr txBox="1"/>
          <p:nvPr userDrawn="1"/>
        </p:nvSpPr>
        <p:spPr>
          <a:xfrm>
            <a:off x="9441602" y="1463710"/>
            <a:ext cx="249107" cy="205121"/>
          </a:xfrm>
          <a:prstGeom prst="rect">
            <a:avLst/>
          </a:prstGeom>
          <a:noFill/>
        </p:spPr>
        <p:txBody>
          <a:bodyPr wrap="none" lIns="0" tIns="0" rIns="0" bIns="0" rtlCol="0">
            <a:spAutoFit/>
          </a:bodyPr>
          <a:lstStyle/>
          <a:p>
            <a:r>
              <a:rPr lang="de-DE" sz="1333">
                <a:solidFill>
                  <a:schemeClr val="bg1"/>
                </a:solidFill>
                <a:latin typeface="BISansOpti"/>
                <a:cs typeface="BISansOpti"/>
              </a:rPr>
              <a:t>Tel:</a:t>
            </a:r>
          </a:p>
        </p:txBody>
      </p:sp>
      <p:sp>
        <p:nvSpPr>
          <p:cNvPr id="28" name="Textplatzhalter 6"/>
          <p:cNvSpPr>
            <a:spLocks noGrp="1"/>
          </p:cNvSpPr>
          <p:nvPr>
            <p:ph type="body" sz="quarter" idx="15" hasCustomPrompt="1"/>
          </p:nvPr>
        </p:nvSpPr>
        <p:spPr>
          <a:xfrm>
            <a:off x="9921600" y="1675200"/>
            <a:ext cx="182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Fax-Nummer</a:t>
            </a:r>
          </a:p>
        </p:txBody>
      </p:sp>
      <p:sp>
        <p:nvSpPr>
          <p:cNvPr id="29" name="Textfeld 28"/>
          <p:cNvSpPr txBox="1"/>
          <p:nvPr userDrawn="1"/>
        </p:nvSpPr>
        <p:spPr>
          <a:xfrm>
            <a:off x="9441600" y="1675202"/>
            <a:ext cx="288412" cy="205121"/>
          </a:xfrm>
          <a:prstGeom prst="rect">
            <a:avLst/>
          </a:prstGeom>
          <a:noFill/>
        </p:spPr>
        <p:txBody>
          <a:bodyPr wrap="none" lIns="0" tIns="0" rIns="0" bIns="0" rtlCol="0">
            <a:spAutoFit/>
          </a:bodyPr>
          <a:lstStyle/>
          <a:p>
            <a:r>
              <a:rPr lang="de-DE" sz="1333">
                <a:solidFill>
                  <a:schemeClr val="bg1"/>
                </a:solidFill>
                <a:latin typeface="BISansOpti"/>
                <a:cs typeface="BISansOpti"/>
              </a:rPr>
              <a:t>Fax:</a:t>
            </a:r>
          </a:p>
        </p:txBody>
      </p:sp>
      <p:sp>
        <p:nvSpPr>
          <p:cNvPr id="30" name="Textplatzhalter 6"/>
          <p:cNvSpPr>
            <a:spLocks noGrp="1"/>
          </p:cNvSpPr>
          <p:nvPr>
            <p:ph type="body" sz="quarter" idx="16" hasCustomPrompt="1"/>
          </p:nvPr>
        </p:nvSpPr>
        <p:spPr>
          <a:xfrm>
            <a:off x="9441600" y="1971975"/>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E-Mail-Adresse</a:t>
            </a:r>
          </a:p>
        </p:txBody>
      </p:sp>
      <p:sp>
        <p:nvSpPr>
          <p:cNvPr id="31" name="Textplatzhalter 6"/>
          <p:cNvSpPr>
            <a:spLocks noGrp="1"/>
          </p:cNvSpPr>
          <p:nvPr>
            <p:ph type="body" sz="quarter" idx="17" hasCustomPrompt="1"/>
          </p:nvPr>
        </p:nvSpPr>
        <p:spPr>
          <a:xfrm>
            <a:off x="9441600" y="2184000"/>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marL="0" marR="0" lvl="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a:pPr>
            <a:r>
              <a:rPr lang="de-DE"/>
              <a:t>Website-Adresse</a:t>
            </a:r>
          </a:p>
          <a:p>
            <a:pPr lvl="0"/>
            <a:endParaRPr lang="de-DE"/>
          </a:p>
        </p:txBody>
      </p:sp>
      <p:sp>
        <p:nvSpPr>
          <p:cNvPr id="21" name="Textplatzhalter 20"/>
          <p:cNvSpPr>
            <a:spLocks noGrp="1"/>
          </p:cNvSpPr>
          <p:nvPr>
            <p:ph type="body" sz="quarter" idx="18" hasCustomPrompt="1"/>
          </p:nvPr>
        </p:nvSpPr>
        <p:spPr>
          <a:xfrm>
            <a:off x="489600" y="2760002"/>
            <a:ext cx="7166400" cy="472017"/>
          </a:xfrm>
        </p:spPr>
        <p:txBody>
          <a:bodyPr>
            <a:noAutofit/>
          </a:bodyPr>
          <a:lstStyle>
            <a:lvl1pPr marL="0" indent="0">
              <a:buNone/>
              <a:defRPr baseline="0">
                <a:solidFill>
                  <a:schemeClr val="bg1"/>
                </a:solidFill>
                <a:latin typeface="BISansOpti"/>
                <a:cs typeface="BISansOpti"/>
              </a:defRPr>
            </a:lvl1pPr>
          </a:lstStyle>
          <a:p>
            <a:pPr lvl="0"/>
            <a:r>
              <a:rPr lang="en-GB" noProof="0"/>
              <a:t>Headline for further information:</a:t>
            </a:r>
          </a:p>
        </p:txBody>
      </p:sp>
      <p:sp>
        <p:nvSpPr>
          <p:cNvPr id="33" name="Textplatzhalter 20"/>
          <p:cNvSpPr>
            <a:spLocks noGrp="1"/>
          </p:cNvSpPr>
          <p:nvPr>
            <p:ph type="body" sz="quarter" idx="19" hasCustomPrompt="1"/>
          </p:nvPr>
        </p:nvSpPr>
        <p:spPr>
          <a:xfrm>
            <a:off x="489600" y="3233728"/>
            <a:ext cx="7166400" cy="1881600"/>
          </a:xfrm>
        </p:spPr>
        <p:txBody>
          <a:bodyPr>
            <a:noAutofit/>
          </a:bodyPr>
          <a:lstStyle>
            <a:lvl1pPr marL="0" indent="0">
              <a:spcBef>
                <a:spcPts val="0"/>
              </a:spcBef>
              <a:buNone/>
              <a:defRPr sz="2400" baseline="0">
                <a:solidFill>
                  <a:schemeClr val="bg1"/>
                </a:solidFill>
                <a:latin typeface="BISansOpti"/>
                <a:cs typeface="BISansOpti"/>
              </a:defRPr>
            </a:lvl1pPr>
          </a:lstStyle>
          <a:p>
            <a:pPr lvl="0"/>
            <a:r>
              <a:rPr lang="en-GB" noProof="0"/>
              <a:t>Insert your domains here</a:t>
            </a:r>
          </a:p>
        </p:txBody>
      </p:sp>
      <p:sp>
        <p:nvSpPr>
          <p:cNvPr id="38" name="Textplatzhalter 6">
            <a:extLst>
              <a:ext uri="{FF2B5EF4-FFF2-40B4-BE49-F238E27FC236}">
                <a16:creationId xmlns:a16="http://schemas.microsoft.com/office/drawing/2014/main" id="{B2A6F781-119D-A24E-9B11-D046CEB4AC7A}"/>
              </a:ext>
            </a:extLst>
          </p:cNvPr>
          <p:cNvSpPr>
            <a:spLocks noGrp="1"/>
          </p:cNvSpPr>
          <p:nvPr>
            <p:ph type="body" sz="quarter" idx="22" hasCustomPrompt="1"/>
          </p:nvPr>
        </p:nvSpPr>
        <p:spPr>
          <a:xfrm>
            <a:off x="9441600" y="345303"/>
            <a:ext cx="2304000" cy="548663"/>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Company Name</a:t>
            </a:r>
          </a:p>
          <a:p>
            <a:pPr lvl="0"/>
            <a:endParaRPr lang="de-DE"/>
          </a:p>
        </p:txBody>
      </p:sp>
      <p:sp>
        <p:nvSpPr>
          <p:cNvPr id="20" name="Textplatzhalter 6">
            <a:extLst>
              <a:ext uri="{FF2B5EF4-FFF2-40B4-BE49-F238E27FC236}">
                <a16:creationId xmlns:a16="http://schemas.microsoft.com/office/drawing/2014/main" id="{4EDC7ED1-24E2-5641-96BD-46D64149DCF4}"/>
              </a:ext>
            </a:extLst>
          </p:cNvPr>
          <p:cNvSpPr>
            <a:spLocks noGrp="1"/>
          </p:cNvSpPr>
          <p:nvPr>
            <p:ph type="body" sz="quarter" idx="23" hasCustomPrompt="1"/>
          </p:nvPr>
        </p:nvSpPr>
        <p:spPr>
          <a:xfrm>
            <a:off x="487139" y="5547612"/>
            <a:ext cx="3160216" cy="205184"/>
          </a:xfrm>
        </p:spPr>
        <p:txBody>
          <a:bodyPr anchor="ct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Click </a:t>
            </a:r>
            <a:r>
              <a:rPr lang="de-DE" err="1"/>
              <a:t>to</a:t>
            </a:r>
            <a:r>
              <a:rPr lang="de-DE"/>
              <a:t> </a:t>
            </a:r>
            <a:r>
              <a:rPr lang="de-DE" err="1"/>
              <a:t>add</a:t>
            </a:r>
            <a:r>
              <a:rPr lang="de-DE"/>
              <a:t> </a:t>
            </a:r>
            <a:r>
              <a:rPr lang="de-DE" err="1"/>
              <a:t>copyright</a:t>
            </a:r>
            <a:r>
              <a:rPr lang="de-DE"/>
              <a:t> </a:t>
            </a:r>
            <a:r>
              <a:rPr lang="de-DE" err="1"/>
              <a:t>information</a:t>
            </a:r>
            <a:endParaRPr lang="de-DE"/>
          </a:p>
        </p:txBody>
      </p:sp>
      <p:grpSp>
        <p:nvGrpSpPr>
          <p:cNvPr id="7" name="Group 6">
            <a:extLst>
              <a:ext uri="{FF2B5EF4-FFF2-40B4-BE49-F238E27FC236}">
                <a16:creationId xmlns:a16="http://schemas.microsoft.com/office/drawing/2014/main" id="{D4D4AC70-D876-DF4F-AB97-F68596193527}"/>
              </a:ext>
            </a:extLst>
          </p:cNvPr>
          <p:cNvGrpSpPr/>
          <p:nvPr userDrawn="1"/>
        </p:nvGrpSpPr>
        <p:grpSpPr>
          <a:xfrm>
            <a:off x="490103" y="1733173"/>
            <a:ext cx="3157253" cy="415443"/>
            <a:chOff x="367576" y="1233589"/>
            <a:chExt cx="2871722" cy="377872"/>
          </a:xfrm>
        </p:grpSpPr>
        <p:sp>
          <p:nvSpPr>
            <p:cNvPr id="34" name="Freeform 1">
              <a:extLst>
                <a:ext uri="{FF2B5EF4-FFF2-40B4-BE49-F238E27FC236}">
                  <a16:creationId xmlns:a16="http://schemas.microsoft.com/office/drawing/2014/main" id="{23997390-48C4-5648-BCEF-74D214795962}"/>
                </a:ext>
              </a:extLst>
            </p:cNvPr>
            <p:cNvSpPr>
              <a:spLocks noChangeAspect="1" noChangeArrowheads="1"/>
            </p:cNvSpPr>
            <p:nvPr userDrawn="1"/>
          </p:nvSpPr>
          <p:spPr bwMode="auto">
            <a:xfrm>
              <a:off x="367576" y="1233589"/>
              <a:ext cx="359997" cy="359997"/>
            </a:xfrm>
            <a:custGeom>
              <a:avLst/>
              <a:gdLst>
                <a:gd name="T0" fmla="*/ 19 w 14438"/>
                <a:gd name="T1" fmla="*/ 766 h 14438"/>
                <a:gd name="T2" fmla="*/ 35 w 14438"/>
                <a:gd name="T3" fmla="*/ 713 h 14438"/>
                <a:gd name="T4" fmla="*/ 95 w 14438"/>
                <a:gd name="T5" fmla="*/ 535 h 14438"/>
                <a:gd name="T6" fmla="*/ 182 w 14438"/>
                <a:gd name="T7" fmla="*/ 382 h 14438"/>
                <a:gd name="T8" fmla="*/ 295 w 14438"/>
                <a:gd name="T9" fmla="*/ 253 h 14438"/>
                <a:gd name="T10" fmla="*/ 434 w 14438"/>
                <a:gd name="T11" fmla="*/ 149 h 14438"/>
                <a:gd name="T12" fmla="*/ 598 w 14438"/>
                <a:gd name="T13" fmla="*/ 69 h 14438"/>
                <a:gd name="T14" fmla="*/ 13628 w 14438"/>
                <a:gd name="T15" fmla="*/ 0 h 14438"/>
                <a:gd name="T16" fmla="*/ 13675 w 14438"/>
                <a:gd name="T17" fmla="*/ 24 h 14438"/>
                <a:gd name="T18" fmla="*/ 13780 w 14438"/>
                <a:gd name="T19" fmla="*/ 53 h 14438"/>
                <a:gd name="T20" fmla="*/ 14011 w 14438"/>
                <a:gd name="T21" fmla="*/ 154 h 14438"/>
                <a:gd name="T22" fmla="*/ 14194 w 14438"/>
                <a:gd name="T23" fmla="*/ 297 h 14438"/>
                <a:gd name="T24" fmla="*/ 14328 w 14438"/>
                <a:gd name="T25" fmla="*/ 482 h 14438"/>
                <a:gd name="T26" fmla="*/ 14409 w 14438"/>
                <a:gd name="T27" fmla="*/ 706 h 14438"/>
                <a:gd name="T28" fmla="*/ 14437 w 14438"/>
                <a:gd name="T29" fmla="*/ 966 h 14438"/>
                <a:gd name="T30" fmla="*/ 14420 w 14438"/>
                <a:gd name="T31" fmla="*/ 13674 h 14438"/>
                <a:gd name="T32" fmla="*/ 14331 w 14438"/>
                <a:gd name="T33" fmla="*/ 13951 h 14438"/>
                <a:gd name="T34" fmla="*/ 14175 w 14438"/>
                <a:gd name="T35" fmla="*/ 14172 h 14438"/>
                <a:gd name="T36" fmla="*/ 13956 w 14438"/>
                <a:gd name="T37" fmla="*/ 14330 h 14438"/>
                <a:gd name="T38" fmla="*/ 13681 w 14438"/>
                <a:gd name="T39" fmla="*/ 14419 h 14438"/>
                <a:gd name="T40" fmla="*/ 10100 w 14438"/>
                <a:gd name="T41" fmla="*/ 14436 h 14438"/>
                <a:gd name="T42" fmla="*/ 9952 w 14438"/>
                <a:gd name="T43" fmla="*/ 14430 h 14438"/>
                <a:gd name="T44" fmla="*/ 11610 w 14438"/>
                <a:gd name="T45" fmla="*/ 9040 h 14438"/>
                <a:gd name="T46" fmla="*/ 11676 w 14438"/>
                <a:gd name="T47" fmla="*/ 9035 h 14438"/>
                <a:gd name="T48" fmla="*/ 11714 w 14438"/>
                <a:gd name="T49" fmla="*/ 9022 h 14438"/>
                <a:gd name="T50" fmla="*/ 11742 w 14438"/>
                <a:gd name="T51" fmla="*/ 8998 h 14438"/>
                <a:gd name="T52" fmla="*/ 11764 w 14438"/>
                <a:gd name="T53" fmla="*/ 8961 h 14438"/>
                <a:gd name="T54" fmla="*/ 11778 w 14438"/>
                <a:gd name="T55" fmla="*/ 8907 h 14438"/>
                <a:gd name="T56" fmla="*/ 9941 w 14438"/>
                <a:gd name="T57" fmla="*/ 6760 h 14438"/>
                <a:gd name="T58" fmla="*/ 9960 w 14438"/>
                <a:gd name="T59" fmla="*/ 5621 h 14438"/>
                <a:gd name="T60" fmla="*/ 10017 w 14438"/>
                <a:gd name="T61" fmla="*/ 5333 h 14438"/>
                <a:gd name="T62" fmla="*/ 10120 w 14438"/>
                <a:gd name="T63" fmla="*/ 5080 h 14438"/>
                <a:gd name="T64" fmla="*/ 10272 w 14438"/>
                <a:gd name="T65" fmla="*/ 4871 h 14438"/>
                <a:gd name="T66" fmla="*/ 10468 w 14438"/>
                <a:gd name="T67" fmla="*/ 4711 h 14438"/>
                <a:gd name="T68" fmla="*/ 10705 w 14438"/>
                <a:gd name="T69" fmla="*/ 4604 h 14438"/>
                <a:gd name="T70" fmla="*/ 10979 w 14438"/>
                <a:gd name="T71" fmla="*/ 4553 h 14438"/>
                <a:gd name="T72" fmla="*/ 11951 w 14438"/>
                <a:gd name="T73" fmla="*/ 4524 h 14438"/>
                <a:gd name="T74" fmla="*/ 12121 w 14438"/>
                <a:gd name="T75" fmla="*/ 2250 h 14438"/>
                <a:gd name="T76" fmla="*/ 10259 w 14438"/>
                <a:gd name="T77" fmla="*/ 2251 h 14438"/>
                <a:gd name="T78" fmla="*/ 9557 w 14438"/>
                <a:gd name="T79" fmla="*/ 2358 h 14438"/>
                <a:gd name="T80" fmla="*/ 8930 w 14438"/>
                <a:gd name="T81" fmla="*/ 2653 h 14438"/>
                <a:gd name="T82" fmla="*/ 8449 w 14438"/>
                <a:gd name="T83" fmla="*/ 3073 h 14438"/>
                <a:gd name="T84" fmla="*/ 8169 w 14438"/>
                <a:gd name="T85" fmla="*/ 3441 h 14438"/>
                <a:gd name="T86" fmla="*/ 7901 w 14438"/>
                <a:gd name="T87" fmla="*/ 3976 h 14438"/>
                <a:gd name="T88" fmla="*/ 7695 w 14438"/>
                <a:gd name="T89" fmla="*/ 4854 h 14438"/>
                <a:gd name="T90" fmla="*/ 7660 w 14438"/>
                <a:gd name="T91" fmla="*/ 5883 h 14438"/>
                <a:gd name="T92" fmla="*/ 5871 w 14438"/>
                <a:gd name="T93" fmla="*/ 6766 h 14438"/>
                <a:gd name="T94" fmla="*/ 7656 w 14438"/>
                <a:gd name="T95" fmla="*/ 14428 h 14438"/>
                <a:gd name="T96" fmla="*/ 7590 w 14438"/>
                <a:gd name="T97" fmla="*/ 14436 h 14438"/>
                <a:gd name="T98" fmla="*/ 820 w 14438"/>
                <a:gd name="T99" fmla="*/ 14431 h 14438"/>
                <a:gd name="T100" fmla="*/ 608 w 14438"/>
                <a:gd name="T101" fmla="*/ 14386 h 14438"/>
                <a:gd name="T102" fmla="*/ 418 w 14438"/>
                <a:gd name="T103" fmla="*/ 14292 h 14438"/>
                <a:gd name="T104" fmla="*/ 257 w 14438"/>
                <a:gd name="T105" fmla="*/ 14157 h 14438"/>
                <a:gd name="T106" fmla="*/ 132 w 14438"/>
                <a:gd name="T107" fmla="*/ 13987 h 14438"/>
                <a:gd name="T108" fmla="*/ 48 w 14438"/>
                <a:gd name="T109" fmla="*/ 13788 h 1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38" h="14438">
                  <a:moveTo>
                    <a:pt x="0" y="13628"/>
                  </a:moveTo>
                  <a:lnTo>
                    <a:pt x="0" y="818"/>
                  </a:lnTo>
                  <a:lnTo>
                    <a:pt x="19" y="766"/>
                  </a:lnTo>
                  <a:lnTo>
                    <a:pt x="28" y="740"/>
                  </a:lnTo>
                  <a:lnTo>
                    <a:pt x="32" y="726"/>
                  </a:lnTo>
                  <a:lnTo>
                    <a:pt x="35" y="713"/>
                  </a:lnTo>
                  <a:lnTo>
                    <a:pt x="52" y="651"/>
                  </a:lnTo>
                  <a:lnTo>
                    <a:pt x="72" y="591"/>
                  </a:lnTo>
                  <a:lnTo>
                    <a:pt x="95" y="535"/>
                  </a:lnTo>
                  <a:lnTo>
                    <a:pt x="122" y="481"/>
                  </a:lnTo>
                  <a:lnTo>
                    <a:pt x="150" y="430"/>
                  </a:lnTo>
                  <a:lnTo>
                    <a:pt x="182" y="382"/>
                  </a:lnTo>
                  <a:lnTo>
                    <a:pt x="217" y="336"/>
                  </a:lnTo>
                  <a:lnTo>
                    <a:pt x="255" y="293"/>
                  </a:lnTo>
                  <a:lnTo>
                    <a:pt x="295" y="253"/>
                  </a:lnTo>
                  <a:lnTo>
                    <a:pt x="339" y="216"/>
                  </a:lnTo>
                  <a:lnTo>
                    <a:pt x="385" y="181"/>
                  </a:lnTo>
                  <a:lnTo>
                    <a:pt x="434" y="149"/>
                  </a:lnTo>
                  <a:lnTo>
                    <a:pt x="486" y="120"/>
                  </a:lnTo>
                  <a:lnTo>
                    <a:pt x="541" y="93"/>
                  </a:lnTo>
                  <a:lnTo>
                    <a:pt x="598" y="69"/>
                  </a:lnTo>
                  <a:lnTo>
                    <a:pt x="659" y="48"/>
                  </a:lnTo>
                  <a:lnTo>
                    <a:pt x="818" y="0"/>
                  </a:lnTo>
                  <a:lnTo>
                    <a:pt x="13628" y="0"/>
                  </a:lnTo>
                  <a:lnTo>
                    <a:pt x="13659" y="16"/>
                  </a:lnTo>
                  <a:lnTo>
                    <a:pt x="13667" y="20"/>
                  </a:lnTo>
                  <a:lnTo>
                    <a:pt x="13675" y="24"/>
                  </a:lnTo>
                  <a:lnTo>
                    <a:pt x="13684" y="27"/>
                  </a:lnTo>
                  <a:lnTo>
                    <a:pt x="13692" y="29"/>
                  </a:lnTo>
                  <a:lnTo>
                    <a:pt x="13780" y="53"/>
                  </a:lnTo>
                  <a:lnTo>
                    <a:pt x="13862" y="81"/>
                  </a:lnTo>
                  <a:lnTo>
                    <a:pt x="13939" y="115"/>
                  </a:lnTo>
                  <a:lnTo>
                    <a:pt x="14011" y="154"/>
                  </a:lnTo>
                  <a:lnTo>
                    <a:pt x="14078" y="197"/>
                  </a:lnTo>
                  <a:lnTo>
                    <a:pt x="14139" y="245"/>
                  </a:lnTo>
                  <a:lnTo>
                    <a:pt x="14194" y="297"/>
                  </a:lnTo>
                  <a:lnTo>
                    <a:pt x="14245" y="355"/>
                  </a:lnTo>
                  <a:lnTo>
                    <a:pt x="14289" y="416"/>
                  </a:lnTo>
                  <a:lnTo>
                    <a:pt x="14328" y="482"/>
                  </a:lnTo>
                  <a:lnTo>
                    <a:pt x="14361" y="553"/>
                  </a:lnTo>
                  <a:lnTo>
                    <a:pt x="14388" y="627"/>
                  </a:lnTo>
                  <a:lnTo>
                    <a:pt x="14409" y="706"/>
                  </a:lnTo>
                  <a:lnTo>
                    <a:pt x="14425" y="788"/>
                  </a:lnTo>
                  <a:lnTo>
                    <a:pt x="14434" y="875"/>
                  </a:lnTo>
                  <a:lnTo>
                    <a:pt x="14437" y="966"/>
                  </a:lnTo>
                  <a:lnTo>
                    <a:pt x="14437" y="13462"/>
                  </a:lnTo>
                  <a:lnTo>
                    <a:pt x="14433" y="13571"/>
                  </a:lnTo>
                  <a:lnTo>
                    <a:pt x="14420" y="13674"/>
                  </a:lnTo>
                  <a:lnTo>
                    <a:pt x="14398" y="13772"/>
                  </a:lnTo>
                  <a:lnTo>
                    <a:pt x="14369" y="13864"/>
                  </a:lnTo>
                  <a:lnTo>
                    <a:pt x="14331" y="13951"/>
                  </a:lnTo>
                  <a:lnTo>
                    <a:pt x="14286" y="14031"/>
                  </a:lnTo>
                  <a:lnTo>
                    <a:pt x="14234" y="14105"/>
                  </a:lnTo>
                  <a:lnTo>
                    <a:pt x="14175" y="14172"/>
                  </a:lnTo>
                  <a:lnTo>
                    <a:pt x="14108" y="14232"/>
                  </a:lnTo>
                  <a:lnTo>
                    <a:pt x="14035" y="14284"/>
                  </a:lnTo>
                  <a:lnTo>
                    <a:pt x="13956" y="14330"/>
                  </a:lnTo>
                  <a:lnTo>
                    <a:pt x="13870" y="14368"/>
                  </a:lnTo>
                  <a:lnTo>
                    <a:pt x="13779" y="14397"/>
                  </a:lnTo>
                  <a:lnTo>
                    <a:pt x="13681" y="14419"/>
                  </a:lnTo>
                  <a:lnTo>
                    <a:pt x="13579" y="14432"/>
                  </a:lnTo>
                  <a:lnTo>
                    <a:pt x="13471" y="14437"/>
                  </a:lnTo>
                  <a:lnTo>
                    <a:pt x="10100" y="14436"/>
                  </a:lnTo>
                  <a:lnTo>
                    <a:pt x="10063" y="14435"/>
                  </a:lnTo>
                  <a:lnTo>
                    <a:pt x="10026" y="14434"/>
                  </a:lnTo>
                  <a:lnTo>
                    <a:pt x="9952" y="14430"/>
                  </a:lnTo>
                  <a:lnTo>
                    <a:pt x="9952" y="9038"/>
                  </a:lnTo>
                  <a:lnTo>
                    <a:pt x="10115" y="9038"/>
                  </a:lnTo>
                  <a:lnTo>
                    <a:pt x="11610" y="9040"/>
                  </a:lnTo>
                  <a:lnTo>
                    <a:pt x="11646" y="9039"/>
                  </a:lnTo>
                  <a:lnTo>
                    <a:pt x="11661" y="9038"/>
                  </a:lnTo>
                  <a:lnTo>
                    <a:pt x="11676" y="9035"/>
                  </a:lnTo>
                  <a:lnTo>
                    <a:pt x="11690" y="9032"/>
                  </a:lnTo>
                  <a:lnTo>
                    <a:pt x="11702" y="9027"/>
                  </a:lnTo>
                  <a:lnTo>
                    <a:pt x="11714" y="9022"/>
                  </a:lnTo>
                  <a:lnTo>
                    <a:pt x="11724" y="9015"/>
                  </a:lnTo>
                  <a:lnTo>
                    <a:pt x="11734" y="9007"/>
                  </a:lnTo>
                  <a:lnTo>
                    <a:pt x="11742" y="8998"/>
                  </a:lnTo>
                  <a:lnTo>
                    <a:pt x="11750" y="8987"/>
                  </a:lnTo>
                  <a:lnTo>
                    <a:pt x="11757" y="8975"/>
                  </a:lnTo>
                  <a:lnTo>
                    <a:pt x="11764" y="8961"/>
                  </a:lnTo>
                  <a:lnTo>
                    <a:pt x="11769" y="8945"/>
                  </a:lnTo>
                  <a:lnTo>
                    <a:pt x="11774" y="8927"/>
                  </a:lnTo>
                  <a:lnTo>
                    <a:pt x="11778" y="8907"/>
                  </a:lnTo>
                  <a:lnTo>
                    <a:pt x="12106" y="7266"/>
                  </a:lnTo>
                  <a:lnTo>
                    <a:pt x="12201" y="6760"/>
                  </a:lnTo>
                  <a:lnTo>
                    <a:pt x="9941" y="6760"/>
                  </a:lnTo>
                  <a:lnTo>
                    <a:pt x="9944" y="5817"/>
                  </a:lnTo>
                  <a:lnTo>
                    <a:pt x="9950" y="5719"/>
                  </a:lnTo>
                  <a:lnTo>
                    <a:pt x="9960" y="5621"/>
                  </a:lnTo>
                  <a:lnTo>
                    <a:pt x="9976" y="5523"/>
                  </a:lnTo>
                  <a:lnTo>
                    <a:pt x="9994" y="5427"/>
                  </a:lnTo>
                  <a:lnTo>
                    <a:pt x="10017" y="5333"/>
                  </a:lnTo>
                  <a:lnTo>
                    <a:pt x="10046" y="5244"/>
                  </a:lnTo>
                  <a:lnTo>
                    <a:pt x="10080" y="5159"/>
                  </a:lnTo>
                  <a:lnTo>
                    <a:pt x="10120" y="5080"/>
                  </a:lnTo>
                  <a:lnTo>
                    <a:pt x="10166" y="5005"/>
                  </a:lnTo>
                  <a:lnTo>
                    <a:pt x="10216" y="4936"/>
                  </a:lnTo>
                  <a:lnTo>
                    <a:pt x="10272" y="4871"/>
                  </a:lnTo>
                  <a:lnTo>
                    <a:pt x="10332" y="4812"/>
                  </a:lnTo>
                  <a:lnTo>
                    <a:pt x="10398" y="4759"/>
                  </a:lnTo>
                  <a:lnTo>
                    <a:pt x="10468" y="4711"/>
                  </a:lnTo>
                  <a:lnTo>
                    <a:pt x="10542" y="4669"/>
                  </a:lnTo>
                  <a:lnTo>
                    <a:pt x="10621" y="4633"/>
                  </a:lnTo>
                  <a:lnTo>
                    <a:pt x="10705" y="4604"/>
                  </a:lnTo>
                  <a:lnTo>
                    <a:pt x="10792" y="4580"/>
                  </a:lnTo>
                  <a:lnTo>
                    <a:pt x="10884" y="4563"/>
                  </a:lnTo>
                  <a:lnTo>
                    <a:pt x="10979" y="4553"/>
                  </a:lnTo>
                  <a:lnTo>
                    <a:pt x="11222" y="4539"/>
                  </a:lnTo>
                  <a:lnTo>
                    <a:pt x="11465" y="4532"/>
                  </a:lnTo>
                  <a:lnTo>
                    <a:pt x="11951" y="4524"/>
                  </a:lnTo>
                  <a:lnTo>
                    <a:pt x="12187" y="4524"/>
                  </a:lnTo>
                  <a:lnTo>
                    <a:pt x="12187" y="2254"/>
                  </a:lnTo>
                  <a:lnTo>
                    <a:pt x="12121" y="2250"/>
                  </a:lnTo>
                  <a:lnTo>
                    <a:pt x="12092" y="2249"/>
                  </a:lnTo>
                  <a:lnTo>
                    <a:pt x="12064" y="2248"/>
                  </a:lnTo>
                  <a:lnTo>
                    <a:pt x="10259" y="2251"/>
                  </a:lnTo>
                  <a:lnTo>
                    <a:pt x="10017" y="2266"/>
                  </a:lnTo>
                  <a:lnTo>
                    <a:pt x="9783" y="2301"/>
                  </a:lnTo>
                  <a:lnTo>
                    <a:pt x="9557" y="2358"/>
                  </a:lnTo>
                  <a:lnTo>
                    <a:pt x="9339" y="2435"/>
                  </a:lnTo>
                  <a:lnTo>
                    <a:pt x="9130" y="2533"/>
                  </a:lnTo>
                  <a:lnTo>
                    <a:pt x="8930" y="2653"/>
                  </a:lnTo>
                  <a:lnTo>
                    <a:pt x="8740" y="2794"/>
                  </a:lnTo>
                  <a:lnTo>
                    <a:pt x="8559" y="2958"/>
                  </a:lnTo>
                  <a:lnTo>
                    <a:pt x="8449" y="3073"/>
                  </a:lnTo>
                  <a:lnTo>
                    <a:pt x="8348" y="3193"/>
                  </a:lnTo>
                  <a:lnTo>
                    <a:pt x="8254" y="3315"/>
                  </a:lnTo>
                  <a:lnTo>
                    <a:pt x="8169" y="3441"/>
                  </a:lnTo>
                  <a:lnTo>
                    <a:pt x="8091" y="3570"/>
                  </a:lnTo>
                  <a:lnTo>
                    <a:pt x="8021" y="3703"/>
                  </a:lnTo>
                  <a:lnTo>
                    <a:pt x="7901" y="3976"/>
                  </a:lnTo>
                  <a:lnTo>
                    <a:pt x="7808" y="4259"/>
                  </a:lnTo>
                  <a:lnTo>
                    <a:pt x="7740" y="4553"/>
                  </a:lnTo>
                  <a:lnTo>
                    <a:pt x="7695" y="4854"/>
                  </a:lnTo>
                  <a:lnTo>
                    <a:pt x="7670" y="5164"/>
                  </a:lnTo>
                  <a:lnTo>
                    <a:pt x="7660" y="5523"/>
                  </a:lnTo>
                  <a:lnTo>
                    <a:pt x="7660" y="5883"/>
                  </a:lnTo>
                  <a:lnTo>
                    <a:pt x="7665" y="6603"/>
                  </a:lnTo>
                  <a:lnTo>
                    <a:pt x="7665" y="6766"/>
                  </a:lnTo>
                  <a:lnTo>
                    <a:pt x="5871" y="6766"/>
                  </a:lnTo>
                  <a:lnTo>
                    <a:pt x="5871" y="9041"/>
                  </a:lnTo>
                  <a:lnTo>
                    <a:pt x="7656" y="9041"/>
                  </a:lnTo>
                  <a:lnTo>
                    <a:pt x="7656" y="14428"/>
                  </a:lnTo>
                  <a:lnTo>
                    <a:pt x="7616" y="14433"/>
                  </a:lnTo>
                  <a:lnTo>
                    <a:pt x="7598" y="14435"/>
                  </a:lnTo>
                  <a:lnTo>
                    <a:pt x="7590" y="14436"/>
                  </a:lnTo>
                  <a:lnTo>
                    <a:pt x="7581" y="14436"/>
                  </a:lnTo>
                  <a:lnTo>
                    <a:pt x="895" y="14434"/>
                  </a:lnTo>
                  <a:lnTo>
                    <a:pt x="820" y="14431"/>
                  </a:lnTo>
                  <a:lnTo>
                    <a:pt x="748" y="14422"/>
                  </a:lnTo>
                  <a:lnTo>
                    <a:pt x="677" y="14407"/>
                  </a:lnTo>
                  <a:lnTo>
                    <a:pt x="608" y="14386"/>
                  </a:lnTo>
                  <a:lnTo>
                    <a:pt x="542" y="14360"/>
                  </a:lnTo>
                  <a:lnTo>
                    <a:pt x="479" y="14328"/>
                  </a:lnTo>
                  <a:lnTo>
                    <a:pt x="418" y="14292"/>
                  </a:lnTo>
                  <a:lnTo>
                    <a:pt x="361" y="14252"/>
                  </a:lnTo>
                  <a:lnTo>
                    <a:pt x="307" y="14207"/>
                  </a:lnTo>
                  <a:lnTo>
                    <a:pt x="257" y="14157"/>
                  </a:lnTo>
                  <a:lnTo>
                    <a:pt x="211" y="14104"/>
                  </a:lnTo>
                  <a:lnTo>
                    <a:pt x="169" y="14047"/>
                  </a:lnTo>
                  <a:lnTo>
                    <a:pt x="132" y="13987"/>
                  </a:lnTo>
                  <a:lnTo>
                    <a:pt x="99" y="13923"/>
                  </a:lnTo>
                  <a:lnTo>
                    <a:pt x="71" y="13857"/>
                  </a:lnTo>
                  <a:lnTo>
                    <a:pt x="48" y="13788"/>
                  </a:lnTo>
                  <a:lnTo>
                    <a:pt x="0" y="13628"/>
                  </a:lnTo>
                </a:path>
              </a:pathLst>
            </a:custGeom>
            <a:solidFill>
              <a:schemeClr val="bg1"/>
            </a:solidFill>
            <a:ln>
              <a:noFill/>
            </a:ln>
            <a:effectLst/>
          </p:spPr>
          <p:txBody>
            <a:bodyPr wrap="none" anchor="ctr"/>
            <a:lstStyle/>
            <a:p>
              <a:endParaRPr lang="de-DE" sz="2400">
                <a:solidFill>
                  <a:srgbClr val="123563"/>
                </a:solidFill>
                <a:latin typeface="BISansOpti"/>
              </a:endParaRPr>
            </a:p>
          </p:txBody>
        </p:sp>
        <p:sp>
          <p:nvSpPr>
            <p:cNvPr id="35" name="Freeform 2">
              <a:extLst>
                <a:ext uri="{FF2B5EF4-FFF2-40B4-BE49-F238E27FC236}">
                  <a16:creationId xmlns:a16="http://schemas.microsoft.com/office/drawing/2014/main" id="{E2621E1A-070D-5F47-BCB6-F3E348E76101}"/>
                </a:ext>
              </a:extLst>
            </p:cNvPr>
            <p:cNvSpPr>
              <a:spLocks noChangeAspect="1" noChangeArrowheads="1"/>
            </p:cNvSpPr>
            <p:nvPr userDrawn="1"/>
          </p:nvSpPr>
          <p:spPr bwMode="auto">
            <a:xfrm>
              <a:off x="1020233" y="1260552"/>
              <a:ext cx="396000" cy="323404"/>
            </a:xfrm>
            <a:custGeom>
              <a:avLst/>
              <a:gdLst>
                <a:gd name="T0" fmla="*/ 2302 w 14384"/>
                <a:gd name="T1" fmla="*/ 10229 h 11746"/>
                <a:gd name="T2" fmla="*/ 4222 w 14384"/>
                <a:gd name="T3" fmla="*/ 9176 h 11746"/>
                <a:gd name="T4" fmla="*/ 3544 w 14384"/>
                <a:gd name="T5" fmla="*/ 9052 h 11746"/>
                <a:gd name="T6" fmla="*/ 2627 w 14384"/>
                <a:gd name="T7" fmla="*/ 8581 h 11746"/>
                <a:gd name="T8" fmla="*/ 2100 w 14384"/>
                <a:gd name="T9" fmla="*/ 8065 h 11746"/>
                <a:gd name="T10" fmla="*/ 1633 w 14384"/>
                <a:gd name="T11" fmla="*/ 7227 h 11746"/>
                <a:gd name="T12" fmla="*/ 1622 w 14384"/>
                <a:gd name="T13" fmla="*/ 7169 h 11746"/>
                <a:gd name="T14" fmla="*/ 1631 w 14384"/>
                <a:gd name="T15" fmla="*/ 7150 h 11746"/>
                <a:gd name="T16" fmla="*/ 1654 w 14384"/>
                <a:gd name="T17" fmla="*/ 7142 h 11746"/>
                <a:gd name="T18" fmla="*/ 1884 w 14384"/>
                <a:gd name="T19" fmla="*/ 7165 h 11746"/>
                <a:gd name="T20" fmla="*/ 2540 w 14384"/>
                <a:gd name="T21" fmla="*/ 7153 h 11746"/>
                <a:gd name="T22" fmla="*/ 2848 w 14384"/>
                <a:gd name="T23" fmla="*/ 7095 h 11746"/>
                <a:gd name="T24" fmla="*/ 1895 w 14384"/>
                <a:gd name="T25" fmla="*/ 6602 h 11746"/>
                <a:gd name="T26" fmla="*/ 974 w 14384"/>
                <a:gd name="T27" fmla="*/ 5689 h 11746"/>
                <a:gd name="T28" fmla="*/ 567 w 14384"/>
                <a:gd name="T29" fmla="*/ 4595 h 11746"/>
                <a:gd name="T30" fmla="*/ 1040 w 14384"/>
                <a:gd name="T31" fmla="*/ 4344 h 11746"/>
                <a:gd name="T32" fmla="*/ 1878 w 14384"/>
                <a:gd name="T33" fmla="*/ 4497 h 11746"/>
                <a:gd name="T34" fmla="*/ 1298 w 14384"/>
                <a:gd name="T35" fmla="*/ 3967 h 11746"/>
                <a:gd name="T36" fmla="*/ 726 w 14384"/>
                <a:gd name="T37" fmla="*/ 2940 h 11746"/>
                <a:gd name="T38" fmla="*/ 592 w 14384"/>
                <a:gd name="T39" fmla="*/ 1831 h 11746"/>
                <a:gd name="T40" fmla="*/ 824 w 14384"/>
                <a:gd name="T41" fmla="*/ 868 h 11746"/>
                <a:gd name="T42" fmla="*/ 964 w 14384"/>
                <a:gd name="T43" fmla="*/ 589 h 11746"/>
                <a:gd name="T44" fmla="*/ 983 w 14384"/>
                <a:gd name="T45" fmla="*/ 577 h 11746"/>
                <a:gd name="T46" fmla="*/ 1005 w 14384"/>
                <a:gd name="T47" fmla="*/ 584 h 11746"/>
                <a:gd name="T48" fmla="*/ 1596 w 14384"/>
                <a:gd name="T49" fmla="*/ 1214 h 11746"/>
                <a:gd name="T50" fmla="*/ 4660 w 14384"/>
                <a:gd name="T51" fmla="*/ 3154 h 11746"/>
                <a:gd name="T52" fmla="*/ 6964 w 14384"/>
                <a:gd name="T53" fmla="*/ 3640 h 11746"/>
                <a:gd name="T54" fmla="*/ 7045 w 14384"/>
                <a:gd name="T55" fmla="*/ 3637 h 11746"/>
                <a:gd name="T56" fmla="*/ 7063 w 14384"/>
                <a:gd name="T57" fmla="*/ 3624 h 11746"/>
                <a:gd name="T58" fmla="*/ 7074 w 14384"/>
                <a:gd name="T59" fmla="*/ 3590 h 11746"/>
                <a:gd name="T60" fmla="*/ 7020 w 14384"/>
                <a:gd name="T61" fmla="*/ 2949 h 11746"/>
                <a:gd name="T62" fmla="*/ 7333 w 14384"/>
                <a:gd name="T63" fmla="*/ 1628 h 11746"/>
                <a:gd name="T64" fmla="*/ 8184 w 14384"/>
                <a:gd name="T65" fmla="*/ 606 h 11746"/>
                <a:gd name="T66" fmla="*/ 9383 w 14384"/>
                <a:gd name="T67" fmla="*/ 70 h 11746"/>
                <a:gd name="T68" fmla="*/ 10325 w 14384"/>
                <a:gd name="T69" fmla="*/ 15 h 11746"/>
                <a:gd name="T70" fmla="*/ 11198 w 14384"/>
                <a:gd name="T71" fmla="*/ 263 h 11746"/>
                <a:gd name="T72" fmla="*/ 11995 w 14384"/>
                <a:gd name="T73" fmla="*/ 807 h 11746"/>
                <a:gd name="T74" fmla="*/ 12123 w 14384"/>
                <a:gd name="T75" fmla="*/ 892 h 11746"/>
                <a:gd name="T76" fmla="*/ 12231 w 14384"/>
                <a:gd name="T77" fmla="*/ 915 h 11746"/>
                <a:gd name="T78" fmla="*/ 12744 w 14384"/>
                <a:gd name="T79" fmla="*/ 787 h 11746"/>
                <a:gd name="T80" fmla="*/ 13860 w 14384"/>
                <a:gd name="T81" fmla="*/ 315 h 11746"/>
                <a:gd name="T82" fmla="*/ 13966 w 14384"/>
                <a:gd name="T83" fmla="*/ 263 h 11746"/>
                <a:gd name="T84" fmla="*/ 13995 w 14384"/>
                <a:gd name="T85" fmla="*/ 269 h 11746"/>
                <a:gd name="T86" fmla="*/ 13527 w 14384"/>
                <a:gd name="T87" fmla="*/ 1148 h 11746"/>
                <a:gd name="T88" fmla="*/ 12830 w 14384"/>
                <a:gd name="T89" fmla="*/ 1838 h 11746"/>
                <a:gd name="T90" fmla="*/ 13292 w 14384"/>
                <a:gd name="T91" fmla="*/ 1763 h 11746"/>
                <a:gd name="T92" fmla="*/ 13785 w 14384"/>
                <a:gd name="T93" fmla="*/ 1631 h 11746"/>
                <a:gd name="T94" fmla="*/ 14219 w 14384"/>
                <a:gd name="T95" fmla="*/ 1479 h 11746"/>
                <a:gd name="T96" fmla="*/ 14275 w 14384"/>
                <a:gd name="T97" fmla="*/ 1604 h 11746"/>
                <a:gd name="T98" fmla="*/ 13501 w 14384"/>
                <a:gd name="T99" fmla="*/ 2473 h 11746"/>
                <a:gd name="T100" fmla="*/ 13009 w 14384"/>
                <a:gd name="T101" fmla="*/ 2877 h 11746"/>
                <a:gd name="T102" fmla="*/ 12970 w 14384"/>
                <a:gd name="T103" fmla="*/ 2930 h 11746"/>
                <a:gd name="T104" fmla="*/ 12953 w 14384"/>
                <a:gd name="T105" fmla="*/ 2990 h 11746"/>
                <a:gd name="T106" fmla="*/ 12687 w 14384"/>
                <a:gd name="T107" fmla="*/ 5388 h 11746"/>
                <a:gd name="T108" fmla="*/ 10923 w 14384"/>
                <a:gd name="T109" fmla="*/ 8821 h 11746"/>
                <a:gd name="T110" fmla="*/ 8211 w 14384"/>
                <a:gd name="T111" fmla="*/ 10949 h 11746"/>
                <a:gd name="T112" fmla="*/ 4606 w 14384"/>
                <a:gd name="T113" fmla="*/ 11745 h 11746"/>
                <a:gd name="T114" fmla="*/ 819 w 14384"/>
                <a:gd name="T115" fmla="*/ 10882 h 11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84" h="11746">
                  <a:moveTo>
                    <a:pt x="0" y="10417"/>
                  </a:moveTo>
                  <a:lnTo>
                    <a:pt x="600" y="10448"/>
                  </a:lnTo>
                  <a:lnTo>
                    <a:pt x="1183" y="10428"/>
                  </a:lnTo>
                  <a:lnTo>
                    <a:pt x="1751" y="10355"/>
                  </a:lnTo>
                  <a:lnTo>
                    <a:pt x="2302" y="10229"/>
                  </a:lnTo>
                  <a:lnTo>
                    <a:pt x="2839" y="10049"/>
                  </a:lnTo>
                  <a:lnTo>
                    <a:pt x="3362" y="9816"/>
                  </a:lnTo>
                  <a:lnTo>
                    <a:pt x="3872" y="9528"/>
                  </a:lnTo>
                  <a:lnTo>
                    <a:pt x="4370" y="9184"/>
                  </a:lnTo>
                  <a:lnTo>
                    <a:pt x="4222" y="9176"/>
                  </a:lnTo>
                  <a:lnTo>
                    <a:pt x="4079" y="9163"/>
                  </a:lnTo>
                  <a:lnTo>
                    <a:pt x="3940" y="9144"/>
                  </a:lnTo>
                  <a:lnTo>
                    <a:pt x="3805" y="9120"/>
                  </a:lnTo>
                  <a:lnTo>
                    <a:pt x="3674" y="9089"/>
                  </a:lnTo>
                  <a:lnTo>
                    <a:pt x="3544" y="9052"/>
                  </a:lnTo>
                  <a:lnTo>
                    <a:pt x="3418" y="9010"/>
                  </a:lnTo>
                  <a:lnTo>
                    <a:pt x="3293" y="8960"/>
                  </a:lnTo>
                  <a:lnTo>
                    <a:pt x="3010" y="8825"/>
                  </a:lnTo>
                  <a:lnTo>
                    <a:pt x="2749" y="8667"/>
                  </a:lnTo>
                  <a:lnTo>
                    <a:pt x="2627" y="8581"/>
                  </a:lnTo>
                  <a:lnTo>
                    <a:pt x="2511" y="8488"/>
                  </a:lnTo>
                  <a:lnTo>
                    <a:pt x="2400" y="8391"/>
                  </a:lnTo>
                  <a:lnTo>
                    <a:pt x="2294" y="8288"/>
                  </a:lnTo>
                  <a:lnTo>
                    <a:pt x="2195" y="8179"/>
                  </a:lnTo>
                  <a:lnTo>
                    <a:pt x="2100" y="8065"/>
                  </a:lnTo>
                  <a:lnTo>
                    <a:pt x="2012" y="7946"/>
                  </a:lnTo>
                  <a:lnTo>
                    <a:pt x="1928" y="7822"/>
                  </a:lnTo>
                  <a:lnTo>
                    <a:pt x="1778" y="7557"/>
                  </a:lnTo>
                  <a:lnTo>
                    <a:pt x="1650" y="7271"/>
                  </a:lnTo>
                  <a:lnTo>
                    <a:pt x="1633" y="7227"/>
                  </a:lnTo>
                  <a:lnTo>
                    <a:pt x="1628" y="7209"/>
                  </a:lnTo>
                  <a:lnTo>
                    <a:pt x="1624" y="7194"/>
                  </a:lnTo>
                  <a:lnTo>
                    <a:pt x="1622" y="7180"/>
                  </a:lnTo>
                  <a:lnTo>
                    <a:pt x="1621" y="7175"/>
                  </a:lnTo>
                  <a:lnTo>
                    <a:pt x="1622" y="7169"/>
                  </a:lnTo>
                  <a:lnTo>
                    <a:pt x="1622" y="7164"/>
                  </a:lnTo>
                  <a:lnTo>
                    <a:pt x="1624" y="7160"/>
                  </a:lnTo>
                  <a:lnTo>
                    <a:pt x="1625" y="7156"/>
                  </a:lnTo>
                  <a:lnTo>
                    <a:pt x="1628" y="7153"/>
                  </a:lnTo>
                  <a:lnTo>
                    <a:pt x="1631" y="7150"/>
                  </a:lnTo>
                  <a:lnTo>
                    <a:pt x="1634" y="7148"/>
                  </a:lnTo>
                  <a:lnTo>
                    <a:pt x="1638" y="7146"/>
                  </a:lnTo>
                  <a:lnTo>
                    <a:pt x="1643" y="7144"/>
                  </a:lnTo>
                  <a:lnTo>
                    <a:pt x="1648" y="7143"/>
                  </a:lnTo>
                  <a:lnTo>
                    <a:pt x="1654" y="7142"/>
                  </a:lnTo>
                  <a:lnTo>
                    <a:pt x="1668" y="7141"/>
                  </a:lnTo>
                  <a:lnTo>
                    <a:pt x="1685" y="7142"/>
                  </a:lnTo>
                  <a:lnTo>
                    <a:pt x="1704" y="7143"/>
                  </a:lnTo>
                  <a:lnTo>
                    <a:pt x="1752" y="7149"/>
                  </a:lnTo>
                  <a:lnTo>
                    <a:pt x="1884" y="7165"/>
                  </a:lnTo>
                  <a:lnTo>
                    <a:pt x="2015" y="7175"/>
                  </a:lnTo>
                  <a:lnTo>
                    <a:pt x="2147" y="7178"/>
                  </a:lnTo>
                  <a:lnTo>
                    <a:pt x="2278" y="7176"/>
                  </a:lnTo>
                  <a:lnTo>
                    <a:pt x="2409" y="7167"/>
                  </a:lnTo>
                  <a:lnTo>
                    <a:pt x="2540" y="7153"/>
                  </a:lnTo>
                  <a:lnTo>
                    <a:pt x="2671" y="7134"/>
                  </a:lnTo>
                  <a:lnTo>
                    <a:pt x="2802" y="7109"/>
                  </a:lnTo>
                  <a:lnTo>
                    <a:pt x="2813" y="7106"/>
                  </a:lnTo>
                  <a:lnTo>
                    <a:pt x="2825" y="7103"/>
                  </a:lnTo>
                  <a:lnTo>
                    <a:pt x="2848" y="7095"/>
                  </a:lnTo>
                  <a:lnTo>
                    <a:pt x="2900" y="7074"/>
                  </a:lnTo>
                  <a:lnTo>
                    <a:pt x="2631" y="6984"/>
                  </a:lnTo>
                  <a:lnTo>
                    <a:pt x="2373" y="6874"/>
                  </a:lnTo>
                  <a:lnTo>
                    <a:pt x="2128" y="6747"/>
                  </a:lnTo>
                  <a:lnTo>
                    <a:pt x="1895" y="6602"/>
                  </a:lnTo>
                  <a:lnTo>
                    <a:pt x="1677" y="6443"/>
                  </a:lnTo>
                  <a:lnTo>
                    <a:pt x="1475" y="6271"/>
                  </a:lnTo>
                  <a:lnTo>
                    <a:pt x="1289" y="6087"/>
                  </a:lnTo>
                  <a:lnTo>
                    <a:pt x="1122" y="5892"/>
                  </a:lnTo>
                  <a:lnTo>
                    <a:pt x="974" y="5689"/>
                  </a:lnTo>
                  <a:lnTo>
                    <a:pt x="846" y="5479"/>
                  </a:lnTo>
                  <a:lnTo>
                    <a:pt x="741" y="5262"/>
                  </a:lnTo>
                  <a:lnTo>
                    <a:pt x="658" y="5042"/>
                  </a:lnTo>
                  <a:lnTo>
                    <a:pt x="600" y="4819"/>
                  </a:lnTo>
                  <a:lnTo>
                    <a:pt x="567" y="4595"/>
                  </a:lnTo>
                  <a:lnTo>
                    <a:pt x="560" y="4372"/>
                  </a:lnTo>
                  <a:lnTo>
                    <a:pt x="582" y="4151"/>
                  </a:lnTo>
                  <a:lnTo>
                    <a:pt x="733" y="4222"/>
                  </a:lnTo>
                  <a:lnTo>
                    <a:pt x="885" y="4286"/>
                  </a:lnTo>
                  <a:lnTo>
                    <a:pt x="1040" y="4344"/>
                  </a:lnTo>
                  <a:lnTo>
                    <a:pt x="1199" y="4394"/>
                  </a:lnTo>
                  <a:lnTo>
                    <a:pt x="1361" y="4435"/>
                  </a:lnTo>
                  <a:lnTo>
                    <a:pt x="1528" y="4466"/>
                  </a:lnTo>
                  <a:lnTo>
                    <a:pt x="1700" y="4487"/>
                  </a:lnTo>
                  <a:lnTo>
                    <a:pt x="1878" y="4497"/>
                  </a:lnTo>
                  <a:lnTo>
                    <a:pt x="1717" y="4366"/>
                  </a:lnTo>
                  <a:lnTo>
                    <a:pt x="1566" y="4238"/>
                  </a:lnTo>
                  <a:lnTo>
                    <a:pt x="1426" y="4106"/>
                  </a:lnTo>
                  <a:lnTo>
                    <a:pt x="1361" y="4038"/>
                  </a:lnTo>
                  <a:lnTo>
                    <a:pt x="1298" y="3967"/>
                  </a:lnTo>
                  <a:lnTo>
                    <a:pt x="1149" y="3775"/>
                  </a:lnTo>
                  <a:lnTo>
                    <a:pt x="1017" y="3577"/>
                  </a:lnTo>
                  <a:lnTo>
                    <a:pt x="903" y="3371"/>
                  </a:lnTo>
                  <a:lnTo>
                    <a:pt x="806" y="3159"/>
                  </a:lnTo>
                  <a:lnTo>
                    <a:pt x="726" y="2940"/>
                  </a:lnTo>
                  <a:lnTo>
                    <a:pt x="664" y="2713"/>
                  </a:lnTo>
                  <a:lnTo>
                    <a:pt x="620" y="2479"/>
                  </a:lnTo>
                  <a:lnTo>
                    <a:pt x="594" y="2237"/>
                  </a:lnTo>
                  <a:lnTo>
                    <a:pt x="586" y="2032"/>
                  </a:lnTo>
                  <a:lnTo>
                    <a:pt x="592" y="1831"/>
                  </a:lnTo>
                  <a:lnTo>
                    <a:pt x="612" y="1633"/>
                  </a:lnTo>
                  <a:lnTo>
                    <a:pt x="645" y="1438"/>
                  </a:lnTo>
                  <a:lnTo>
                    <a:pt x="692" y="1245"/>
                  </a:lnTo>
                  <a:lnTo>
                    <a:pt x="752" y="1056"/>
                  </a:lnTo>
                  <a:lnTo>
                    <a:pt x="824" y="868"/>
                  </a:lnTo>
                  <a:lnTo>
                    <a:pt x="910" y="684"/>
                  </a:lnTo>
                  <a:lnTo>
                    <a:pt x="933" y="638"/>
                  </a:lnTo>
                  <a:lnTo>
                    <a:pt x="952" y="606"/>
                  </a:lnTo>
                  <a:lnTo>
                    <a:pt x="960" y="594"/>
                  </a:lnTo>
                  <a:lnTo>
                    <a:pt x="964" y="589"/>
                  </a:lnTo>
                  <a:lnTo>
                    <a:pt x="968" y="585"/>
                  </a:lnTo>
                  <a:lnTo>
                    <a:pt x="972" y="582"/>
                  </a:lnTo>
                  <a:lnTo>
                    <a:pt x="976" y="580"/>
                  </a:lnTo>
                  <a:lnTo>
                    <a:pt x="980" y="578"/>
                  </a:lnTo>
                  <a:lnTo>
                    <a:pt x="983" y="577"/>
                  </a:lnTo>
                  <a:lnTo>
                    <a:pt x="987" y="577"/>
                  </a:lnTo>
                  <a:lnTo>
                    <a:pt x="992" y="578"/>
                  </a:lnTo>
                  <a:lnTo>
                    <a:pt x="996" y="579"/>
                  </a:lnTo>
                  <a:lnTo>
                    <a:pt x="1000" y="581"/>
                  </a:lnTo>
                  <a:lnTo>
                    <a:pt x="1005" y="584"/>
                  </a:lnTo>
                  <a:lnTo>
                    <a:pt x="1010" y="587"/>
                  </a:lnTo>
                  <a:lnTo>
                    <a:pt x="1020" y="596"/>
                  </a:lnTo>
                  <a:lnTo>
                    <a:pt x="1045" y="623"/>
                  </a:lnTo>
                  <a:lnTo>
                    <a:pt x="1078" y="660"/>
                  </a:lnTo>
                  <a:lnTo>
                    <a:pt x="1596" y="1214"/>
                  </a:lnTo>
                  <a:lnTo>
                    <a:pt x="2145" y="1714"/>
                  </a:lnTo>
                  <a:lnTo>
                    <a:pt x="2726" y="2158"/>
                  </a:lnTo>
                  <a:lnTo>
                    <a:pt x="3338" y="2546"/>
                  </a:lnTo>
                  <a:lnTo>
                    <a:pt x="3983" y="2878"/>
                  </a:lnTo>
                  <a:lnTo>
                    <a:pt x="4660" y="3154"/>
                  </a:lnTo>
                  <a:lnTo>
                    <a:pt x="5369" y="3373"/>
                  </a:lnTo>
                  <a:lnTo>
                    <a:pt x="6112" y="3535"/>
                  </a:lnTo>
                  <a:lnTo>
                    <a:pt x="6324" y="3567"/>
                  </a:lnTo>
                  <a:lnTo>
                    <a:pt x="6537" y="3593"/>
                  </a:lnTo>
                  <a:lnTo>
                    <a:pt x="6964" y="3640"/>
                  </a:lnTo>
                  <a:lnTo>
                    <a:pt x="6997" y="3643"/>
                  </a:lnTo>
                  <a:lnTo>
                    <a:pt x="7011" y="3643"/>
                  </a:lnTo>
                  <a:lnTo>
                    <a:pt x="7024" y="3642"/>
                  </a:lnTo>
                  <a:lnTo>
                    <a:pt x="7035" y="3640"/>
                  </a:lnTo>
                  <a:lnTo>
                    <a:pt x="7045" y="3637"/>
                  </a:lnTo>
                  <a:lnTo>
                    <a:pt x="7049" y="3635"/>
                  </a:lnTo>
                  <a:lnTo>
                    <a:pt x="7053" y="3633"/>
                  </a:lnTo>
                  <a:lnTo>
                    <a:pt x="7057" y="3631"/>
                  </a:lnTo>
                  <a:lnTo>
                    <a:pt x="7060" y="3628"/>
                  </a:lnTo>
                  <a:lnTo>
                    <a:pt x="7063" y="3624"/>
                  </a:lnTo>
                  <a:lnTo>
                    <a:pt x="7066" y="3621"/>
                  </a:lnTo>
                  <a:lnTo>
                    <a:pt x="7068" y="3617"/>
                  </a:lnTo>
                  <a:lnTo>
                    <a:pt x="7070" y="3612"/>
                  </a:lnTo>
                  <a:lnTo>
                    <a:pt x="7073" y="3602"/>
                  </a:lnTo>
                  <a:lnTo>
                    <a:pt x="7074" y="3590"/>
                  </a:lnTo>
                  <a:lnTo>
                    <a:pt x="7075" y="3576"/>
                  </a:lnTo>
                  <a:lnTo>
                    <a:pt x="7074" y="3560"/>
                  </a:lnTo>
                  <a:lnTo>
                    <a:pt x="7069" y="3523"/>
                  </a:lnTo>
                  <a:lnTo>
                    <a:pt x="7031" y="3234"/>
                  </a:lnTo>
                  <a:lnTo>
                    <a:pt x="7020" y="2949"/>
                  </a:lnTo>
                  <a:lnTo>
                    <a:pt x="7035" y="2669"/>
                  </a:lnTo>
                  <a:lnTo>
                    <a:pt x="7074" y="2395"/>
                  </a:lnTo>
                  <a:lnTo>
                    <a:pt x="7137" y="2130"/>
                  </a:lnTo>
                  <a:lnTo>
                    <a:pt x="7224" y="1873"/>
                  </a:lnTo>
                  <a:lnTo>
                    <a:pt x="7333" y="1628"/>
                  </a:lnTo>
                  <a:lnTo>
                    <a:pt x="7463" y="1394"/>
                  </a:lnTo>
                  <a:lnTo>
                    <a:pt x="7614" y="1174"/>
                  </a:lnTo>
                  <a:lnTo>
                    <a:pt x="7785" y="968"/>
                  </a:lnTo>
                  <a:lnTo>
                    <a:pt x="7976" y="778"/>
                  </a:lnTo>
                  <a:lnTo>
                    <a:pt x="8184" y="606"/>
                  </a:lnTo>
                  <a:lnTo>
                    <a:pt x="8410" y="452"/>
                  </a:lnTo>
                  <a:lnTo>
                    <a:pt x="8653" y="319"/>
                  </a:lnTo>
                  <a:lnTo>
                    <a:pt x="8912" y="207"/>
                  </a:lnTo>
                  <a:lnTo>
                    <a:pt x="9186" y="118"/>
                  </a:lnTo>
                  <a:lnTo>
                    <a:pt x="9383" y="70"/>
                  </a:lnTo>
                  <a:lnTo>
                    <a:pt x="9577" y="34"/>
                  </a:lnTo>
                  <a:lnTo>
                    <a:pt x="9768" y="11"/>
                  </a:lnTo>
                  <a:lnTo>
                    <a:pt x="9956" y="0"/>
                  </a:lnTo>
                  <a:lnTo>
                    <a:pt x="10142" y="1"/>
                  </a:lnTo>
                  <a:lnTo>
                    <a:pt x="10325" y="15"/>
                  </a:lnTo>
                  <a:lnTo>
                    <a:pt x="10506" y="40"/>
                  </a:lnTo>
                  <a:lnTo>
                    <a:pt x="10683" y="78"/>
                  </a:lnTo>
                  <a:lnTo>
                    <a:pt x="10858" y="128"/>
                  </a:lnTo>
                  <a:lnTo>
                    <a:pt x="11029" y="189"/>
                  </a:lnTo>
                  <a:lnTo>
                    <a:pt x="11198" y="263"/>
                  </a:lnTo>
                  <a:lnTo>
                    <a:pt x="11364" y="348"/>
                  </a:lnTo>
                  <a:lnTo>
                    <a:pt x="11526" y="445"/>
                  </a:lnTo>
                  <a:lnTo>
                    <a:pt x="11686" y="554"/>
                  </a:lnTo>
                  <a:lnTo>
                    <a:pt x="11842" y="675"/>
                  </a:lnTo>
                  <a:lnTo>
                    <a:pt x="11995" y="807"/>
                  </a:lnTo>
                  <a:lnTo>
                    <a:pt x="12039" y="843"/>
                  </a:lnTo>
                  <a:lnTo>
                    <a:pt x="12060" y="858"/>
                  </a:lnTo>
                  <a:lnTo>
                    <a:pt x="12081" y="871"/>
                  </a:lnTo>
                  <a:lnTo>
                    <a:pt x="12102" y="883"/>
                  </a:lnTo>
                  <a:lnTo>
                    <a:pt x="12123" y="892"/>
                  </a:lnTo>
                  <a:lnTo>
                    <a:pt x="12144" y="900"/>
                  </a:lnTo>
                  <a:lnTo>
                    <a:pt x="12165" y="906"/>
                  </a:lnTo>
                  <a:lnTo>
                    <a:pt x="12187" y="911"/>
                  </a:lnTo>
                  <a:lnTo>
                    <a:pt x="12209" y="914"/>
                  </a:lnTo>
                  <a:lnTo>
                    <a:pt x="12231" y="915"/>
                  </a:lnTo>
                  <a:lnTo>
                    <a:pt x="12254" y="914"/>
                  </a:lnTo>
                  <a:lnTo>
                    <a:pt x="12278" y="912"/>
                  </a:lnTo>
                  <a:lnTo>
                    <a:pt x="12302" y="909"/>
                  </a:lnTo>
                  <a:lnTo>
                    <a:pt x="12354" y="898"/>
                  </a:lnTo>
                  <a:lnTo>
                    <a:pt x="12744" y="787"/>
                  </a:lnTo>
                  <a:lnTo>
                    <a:pt x="13126" y="654"/>
                  </a:lnTo>
                  <a:lnTo>
                    <a:pt x="13313" y="579"/>
                  </a:lnTo>
                  <a:lnTo>
                    <a:pt x="13498" y="497"/>
                  </a:lnTo>
                  <a:lnTo>
                    <a:pt x="13680" y="409"/>
                  </a:lnTo>
                  <a:lnTo>
                    <a:pt x="13860" y="315"/>
                  </a:lnTo>
                  <a:lnTo>
                    <a:pt x="13960" y="264"/>
                  </a:lnTo>
                  <a:lnTo>
                    <a:pt x="13961" y="263"/>
                  </a:lnTo>
                  <a:lnTo>
                    <a:pt x="13963" y="263"/>
                  </a:lnTo>
                  <a:lnTo>
                    <a:pt x="13964" y="263"/>
                  </a:lnTo>
                  <a:lnTo>
                    <a:pt x="13966" y="263"/>
                  </a:lnTo>
                  <a:lnTo>
                    <a:pt x="13968" y="263"/>
                  </a:lnTo>
                  <a:lnTo>
                    <a:pt x="13970" y="264"/>
                  </a:lnTo>
                  <a:lnTo>
                    <a:pt x="13975" y="265"/>
                  </a:lnTo>
                  <a:lnTo>
                    <a:pt x="13987" y="268"/>
                  </a:lnTo>
                  <a:lnTo>
                    <a:pt x="13995" y="269"/>
                  </a:lnTo>
                  <a:lnTo>
                    <a:pt x="14004" y="271"/>
                  </a:lnTo>
                  <a:lnTo>
                    <a:pt x="13912" y="511"/>
                  </a:lnTo>
                  <a:lnTo>
                    <a:pt x="13801" y="736"/>
                  </a:lnTo>
                  <a:lnTo>
                    <a:pt x="13673" y="949"/>
                  </a:lnTo>
                  <a:lnTo>
                    <a:pt x="13527" y="1148"/>
                  </a:lnTo>
                  <a:lnTo>
                    <a:pt x="13363" y="1336"/>
                  </a:lnTo>
                  <a:lnTo>
                    <a:pt x="13182" y="1513"/>
                  </a:lnTo>
                  <a:lnTo>
                    <a:pt x="12984" y="1679"/>
                  </a:lnTo>
                  <a:lnTo>
                    <a:pt x="12768" y="1836"/>
                  </a:lnTo>
                  <a:lnTo>
                    <a:pt x="12830" y="1838"/>
                  </a:lnTo>
                  <a:lnTo>
                    <a:pt x="12888" y="1836"/>
                  </a:lnTo>
                  <a:lnTo>
                    <a:pt x="12943" y="1831"/>
                  </a:lnTo>
                  <a:lnTo>
                    <a:pt x="12996" y="1823"/>
                  </a:lnTo>
                  <a:lnTo>
                    <a:pt x="13192" y="1783"/>
                  </a:lnTo>
                  <a:lnTo>
                    <a:pt x="13292" y="1763"/>
                  </a:lnTo>
                  <a:lnTo>
                    <a:pt x="13392" y="1741"/>
                  </a:lnTo>
                  <a:lnTo>
                    <a:pt x="13491" y="1717"/>
                  </a:lnTo>
                  <a:lnTo>
                    <a:pt x="13590" y="1691"/>
                  </a:lnTo>
                  <a:lnTo>
                    <a:pt x="13688" y="1662"/>
                  </a:lnTo>
                  <a:lnTo>
                    <a:pt x="13785" y="1631"/>
                  </a:lnTo>
                  <a:lnTo>
                    <a:pt x="13979" y="1569"/>
                  </a:lnTo>
                  <a:lnTo>
                    <a:pt x="14026" y="1553"/>
                  </a:lnTo>
                  <a:lnTo>
                    <a:pt x="14073" y="1535"/>
                  </a:lnTo>
                  <a:lnTo>
                    <a:pt x="14169" y="1497"/>
                  </a:lnTo>
                  <a:lnTo>
                    <a:pt x="14219" y="1479"/>
                  </a:lnTo>
                  <a:lnTo>
                    <a:pt x="14271" y="1462"/>
                  </a:lnTo>
                  <a:lnTo>
                    <a:pt x="14325" y="1448"/>
                  </a:lnTo>
                  <a:lnTo>
                    <a:pt x="14383" y="1437"/>
                  </a:lnTo>
                  <a:lnTo>
                    <a:pt x="14329" y="1522"/>
                  </a:lnTo>
                  <a:lnTo>
                    <a:pt x="14275" y="1604"/>
                  </a:lnTo>
                  <a:lnTo>
                    <a:pt x="14161" y="1758"/>
                  </a:lnTo>
                  <a:lnTo>
                    <a:pt x="14044" y="1901"/>
                  </a:lnTo>
                  <a:lnTo>
                    <a:pt x="13924" y="2039"/>
                  </a:lnTo>
                  <a:lnTo>
                    <a:pt x="13717" y="2261"/>
                  </a:lnTo>
                  <a:lnTo>
                    <a:pt x="13501" y="2473"/>
                  </a:lnTo>
                  <a:lnTo>
                    <a:pt x="13274" y="2673"/>
                  </a:lnTo>
                  <a:lnTo>
                    <a:pt x="13155" y="2767"/>
                  </a:lnTo>
                  <a:lnTo>
                    <a:pt x="13033" y="2858"/>
                  </a:lnTo>
                  <a:lnTo>
                    <a:pt x="13020" y="2867"/>
                  </a:lnTo>
                  <a:lnTo>
                    <a:pt x="13009" y="2877"/>
                  </a:lnTo>
                  <a:lnTo>
                    <a:pt x="12999" y="2887"/>
                  </a:lnTo>
                  <a:lnTo>
                    <a:pt x="12990" y="2898"/>
                  </a:lnTo>
                  <a:lnTo>
                    <a:pt x="12982" y="2908"/>
                  </a:lnTo>
                  <a:lnTo>
                    <a:pt x="12975" y="2919"/>
                  </a:lnTo>
                  <a:lnTo>
                    <a:pt x="12970" y="2930"/>
                  </a:lnTo>
                  <a:lnTo>
                    <a:pt x="12965" y="2941"/>
                  </a:lnTo>
                  <a:lnTo>
                    <a:pt x="12961" y="2953"/>
                  </a:lnTo>
                  <a:lnTo>
                    <a:pt x="12957" y="2965"/>
                  </a:lnTo>
                  <a:lnTo>
                    <a:pt x="12955" y="2977"/>
                  </a:lnTo>
                  <a:lnTo>
                    <a:pt x="12953" y="2990"/>
                  </a:lnTo>
                  <a:lnTo>
                    <a:pt x="12950" y="3017"/>
                  </a:lnTo>
                  <a:lnTo>
                    <a:pt x="12950" y="3047"/>
                  </a:lnTo>
                  <a:lnTo>
                    <a:pt x="12929" y="3850"/>
                  </a:lnTo>
                  <a:lnTo>
                    <a:pt x="12841" y="4631"/>
                  </a:lnTo>
                  <a:lnTo>
                    <a:pt x="12687" y="5388"/>
                  </a:lnTo>
                  <a:lnTo>
                    <a:pt x="12467" y="6122"/>
                  </a:lnTo>
                  <a:lnTo>
                    <a:pt x="12180" y="6832"/>
                  </a:lnTo>
                  <a:lnTo>
                    <a:pt x="11827" y="7519"/>
                  </a:lnTo>
                  <a:lnTo>
                    <a:pt x="11408" y="8182"/>
                  </a:lnTo>
                  <a:lnTo>
                    <a:pt x="10923" y="8821"/>
                  </a:lnTo>
                  <a:lnTo>
                    <a:pt x="10445" y="9353"/>
                  </a:lnTo>
                  <a:lnTo>
                    <a:pt x="9935" y="9832"/>
                  </a:lnTo>
                  <a:lnTo>
                    <a:pt x="9392" y="10258"/>
                  </a:lnTo>
                  <a:lnTo>
                    <a:pt x="8817" y="10630"/>
                  </a:lnTo>
                  <a:lnTo>
                    <a:pt x="8211" y="10949"/>
                  </a:lnTo>
                  <a:lnTo>
                    <a:pt x="7574" y="11215"/>
                  </a:lnTo>
                  <a:lnTo>
                    <a:pt x="6907" y="11427"/>
                  </a:lnTo>
                  <a:lnTo>
                    <a:pt x="6210" y="11586"/>
                  </a:lnTo>
                  <a:lnTo>
                    <a:pt x="5402" y="11701"/>
                  </a:lnTo>
                  <a:lnTo>
                    <a:pt x="4606" y="11745"/>
                  </a:lnTo>
                  <a:lnTo>
                    <a:pt x="3823" y="11718"/>
                  </a:lnTo>
                  <a:lnTo>
                    <a:pt x="3053" y="11619"/>
                  </a:lnTo>
                  <a:lnTo>
                    <a:pt x="2295" y="11447"/>
                  </a:lnTo>
                  <a:lnTo>
                    <a:pt x="1550" y="11201"/>
                  </a:lnTo>
                  <a:lnTo>
                    <a:pt x="819" y="10882"/>
                  </a:lnTo>
                  <a:lnTo>
                    <a:pt x="101" y="10488"/>
                  </a:lnTo>
                  <a:lnTo>
                    <a:pt x="83" y="10477"/>
                  </a:lnTo>
                  <a:lnTo>
                    <a:pt x="63" y="10462"/>
                  </a:lnTo>
                  <a:lnTo>
                    <a:pt x="0" y="10417"/>
                  </a:lnTo>
                </a:path>
              </a:pathLst>
            </a:custGeom>
            <a:solidFill>
              <a:schemeClr val="bg1"/>
            </a:solidFill>
            <a:ln>
              <a:noFill/>
            </a:ln>
            <a:effectLst/>
          </p:spPr>
          <p:txBody>
            <a:bodyPr wrap="none" anchor="ctr"/>
            <a:lstStyle/>
            <a:p>
              <a:endParaRPr lang="de-DE" sz="2400">
                <a:latin typeface="BISansOpti"/>
              </a:endParaRPr>
            </a:p>
          </p:txBody>
        </p:sp>
        <p:sp>
          <p:nvSpPr>
            <p:cNvPr id="36" name="Freeform 2">
              <a:extLst>
                <a:ext uri="{FF2B5EF4-FFF2-40B4-BE49-F238E27FC236}">
                  <a16:creationId xmlns:a16="http://schemas.microsoft.com/office/drawing/2014/main" id="{1DAAE9F8-EEFF-5640-ABD4-C683F3C93882}"/>
                </a:ext>
              </a:extLst>
            </p:cNvPr>
            <p:cNvSpPr>
              <a:spLocks noChangeAspect="1" noChangeArrowheads="1"/>
            </p:cNvSpPr>
            <p:nvPr userDrawn="1"/>
          </p:nvSpPr>
          <p:spPr bwMode="auto">
            <a:xfrm>
              <a:off x="1651481" y="1281034"/>
              <a:ext cx="360000" cy="269395"/>
            </a:xfrm>
            <a:custGeom>
              <a:avLst/>
              <a:gdLst>
                <a:gd name="T0" fmla="*/ 14325 w 14438"/>
                <a:gd name="T1" fmla="*/ 8118 h 10806"/>
                <a:gd name="T2" fmla="*/ 14255 w 14438"/>
                <a:gd name="T3" fmla="*/ 8647 h 10806"/>
                <a:gd name="T4" fmla="*/ 14181 w 14438"/>
                <a:gd name="T5" fmla="*/ 8993 h 10806"/>
                <a:gd name="T6" fmla="*/ 14077 w 14438"/>
                <a:gd name="T7" fmla="*/ 9332 h 10806"/>
                <a:gd name="T8" fmla="*/ 13964 w 14438"/>
                <a:gd name="T9" fmla="*/ 9609 h 10806"/>
                <a:gd name="T10" fmla="*/ 13852 w 14438"/>
                <a:gd name="T11" fmla="*/ 9813 h 10806"/>
                <a:gd name="T12" fmla="*/ 13721 w 14438"/>
                <a:gd name="T13" fmla="*/ 9995 h 10806"/>
                <a:gd name="T14" fmla="*/ 13572 w 14438"/>
                <a:gd name="T15" fmla="*/ 10155 h 10806"/>
                <a:gd name="T16" fmla="*/ 13405 w 14438"/>
                <a:gd name="T17" fmla="*/ 10292 h 10806"/>
                <a:gd name="T18" fmla="*/ 13220 w 14438"/>
                <a:gd name="T19" fmla="*/ 10406 h 10806"/>
                <a:gd name="T20" fmla="*/ 13016 w 14438"/>
                <a:gd name="T21" fmla="*/ 10497 h 10806"/>
                <a:gd name="T22" fmla="*/ 12795 w 14438"/>
                <a:gd name="T23" fmla="*/ 10564 h 10806"/>
                <a:gd name="T24" fmla="*/ 12403 w 14438"/>
                <a:gd name="T25" fmla="*/ 10631 h 10806"/>
                <a:gd name="T26" fmla="*/ 11849 w 14438"/>
                <a:gd name="T27" fmla="*/ 10683 h 10806"/>
                <a:gd name="T28" fmla="*/ 7794 w 14438"/>
                <a:gd name="T29" fmla="*/ 10805 h 10806"/>
                <a:gd name="T30" fmla="*/ 2034 w 14438"/>
                <a:gd name="T31" fmla="*/ 10612 h 10806"/>
                <a:gd name="T32" fmla="*/ 1725 w 14438"/>
                <a:gd name="T33" fmla="*/ 10567 h 10806"/>
                <a:gd name="T34" fmla="*/ 1442 w 14438"/>
                <a:gd name="T35" fmla="*/ 10487 h 10806"/>
                <a:gd name="T36" fmla="*/ 1186 w 14438"/>
                <a:gd name="T37" fmla="*/ 10372 h 10806"/>
                <a:gd name="T38" fmla="*/ 957 w 14438"/>
                <a:gd name="T39" fmla="*/ 10222 h 10806"/>
                <a:gd name="T40" fmla="*/ 756 w 14438"/>
                <a:gd name="T41" fmla="*/ 10035 h 10806"/>
                <a:gd name="T42" fmla="*/ 584 w 14438"/>
                <a:gd name="T43" fmla="*/ 9811 h 10806"/>
                <a:gd name="T44" fmla="*/ 440 w 14438"/>
                <a:gd name="T45" fmla="*/ 9549 h 10806"/>
                <a:gd name="T46" fmla="*/ 327 w 14438"/>
                <a:gd name="T47" fmla="*/ 9249 h 10806"/>
                <a:gd name="T48" fmla="*/ 215 w 14438"/>
                <a:gd name="T49" fmla="*/ 8800 h 10806"/>
                <a:gd name="T50" fmla="*/ 142 w 14438"/>
                <a:gd name="T51" fmla="*/ 8345 h 10806"/>
                <a:gd name="T52" fmla="*/ 60 w 14438"/>
                <a:gd name="T53" fmla="*/ 7429 h 10806"/>
                <a:gd name="T54" fmla="*/ 0 w 14438"/>
                <a:gd name="T55" fmla="*/ 4261 h 10806"/>
                <a:gd name="T56" fmla="*/ 19 w 14438"/>
                <a:gd name="T57" fmla="*/ 4179 h 10806"/>
                <a:gd name="T58" fmla="*/ 22 w 14438"/>
                <a:gd name="T59" fmla="*/ 4152 h 10806"/>
                <a:gd name="T60" fmla="*/ 124 w 14438"/>
                <a:gd name="T61" fmla="*/ 2563 h 10806"/>
                <a:gd name="T62" fmla="*/ 181 w 14438"/>
                <a:gd name="T63" fmla="*/ 2160 h 10806"/>
                <a:gd name="T64" fmla="*/ 268 w 14438"/>
                <a:gd name="T65" fmla="*/ 1763 h 10806"/>
                <a:gd name="T66" fmla="*/ 394 w 14438"/>
                <a:gd name="T67" fmla="*/ 1373 h 10806"/>
                <a:gd name="T68" fmla="*/ 495 w 14438"/>
                <a:gd name="T69" fmla="*/ 1146 h 10806"/>
                <a:gd name="T70" fmla="*/ 616 w 14438"/>
                <a:gd name="T71" fmla="*/ 940 h 10806"/>
                <a:gd name="T72" fmla="*/ 756 w 14438"/>
                <a:gd name="T73" fmla="*/ 757 h 10806"/>
                <a:gd name="T74" fmla="*/ 916 w 14438"/>
                <a:gd name="T75" fmla="*/ 598 h 10806"/>
                <a:gd name="T76" fmla="*/ 1095 w 14438"/>
                <a:gd name="T77" fmla="*/ 464 h 10806"/>
                <a:gd name="T78" fmla="*/ 1295 w 14438"/>
                <a:gd name="T79" fmla="*/ 355 h 10806"/>
                <a:gd name="T80" fmla="*/ 1515 w 14438"/>
                <a:gd name="T81" fmla="*/ 272 h 10806"/>
                <a:gd name="T82" fmla="*/ 1755 w 14438"/>
                <a:gd name="T83" fmla="*/ 217 h 10806"/>
                <a:gd name="T84" fmla="*/ 2523 w 14438"/>
                <a:gd name="T85" fmla="*/ 126 h 10806"/>
                <a:gd name="T86" fmla="*/ 3297 w 14438"/>
                <a:gd name="T87" fmla="*/ 84 h 10806"/>
                <a:gd name="T88" fmla="*/ 10458 w 14438"/>
                <a:gd name="T89" fmla="*/ 57 h 10806"/>
                <a:gd name="T90" fmla="*/ 12041 w 14438"/>
                <a:gd name="T91" fmla="*/ 144 h 10806"/>
                <a:gd name="T92" fmla="*/ 12686 w 14438"/>
                <a:gd name="T93" fmla="*/ 211 h 10806"/>
                <a:gd name="T94" fmla="*/ 12911 w 14438"/>
                <a:gd name="T95" fmla="*/ 262 h 10806"/>
                <a:gd name="T96" fmla="*/ 13122 w 14438"/>
                <a:gd name="T97" fmla="*/ 339 h 10806"/>
                <a:gd name="T98" fmla="*/ 13316 w 14438"/>
                <a:gd name="T99" fmla="*/ 440 h 10806"/>
                <a:gd name="T100" fmla="*/ 13493 w 14438"/>
                <a:gd name="T101" fmla="*/ 567 h 10806"/>
                <a:gd name="T102" fmla="*/ 13651 w 14438"/>
                <a:gd name="T103" fmla="*/ 718 h 10806"/>
                <a:gd name="T104" fmla="*/ 13790 w 14438"/>
                <a:gd name="T105" fmla="*/ 894 h 10806"/>
                <a:gd name="T106" fmla="*/ 13909 w 14438"/>
                <a:gd name="T107" fmla="*/ 1094 h 10806"/>
                <a:gd name="T108" fmla="*/ 14062 w 14438"/>
                <a:gd name="T109" fmla="*/ 1453 h 10806"/>
                <a:gd name="T110" fmla="*/ 14150 w 14438"/>
                <a:gd name="T111" fmla="*/ 1710 h 10806"/>
                <a:gd name="T112" fmla="*/ 14218 w 14438"/>
                <a:gd name="T113" fmla="*/ 1973 h 10806"/>
                <a:gd name="T114" fmla="*/ 14260 w 14438"/>
                <a:gd name="T115" fmla="*/ 2237 h 10806"/>
                <a:gd name="T116" fmla="*/ 14437 w 14438"/>
                <a:gd name="T117" fmla="*/ 5189 h 10806"/>
                <a:gd name="T118" fmla="*/ 5417 w 14438"/>
                <a:gd name="T119" fmla="*/ 8122 h 10806"/>
                <a:gd name="T120" fmla="*/ 5417 w 14438"/>
                <a:gd name="T121" fmla="*/ 2686 h 10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38" h="10806">
                  <a:moveTo>
                    <a:pt x="14437" y="5994"/>
                  </a:moveTo>
                  <a:lnTo>
                    <a:pt x="14325" y="8118"/>
                  </a:lnTo>
                  <a:lnTo>
                    <a:pt x="14284" y="8472"/>
                  </a:lnTo>
                  <a:lnTo>
                    <a:pt x="14255" y="8647"/>
                  </a:lnTo>
                  <a:lnTo>
                    <a:pt x="14222" y="8821"/>
                  </a:lnTo>
                  <a:lnTo>
                    <a:pt x="14181" y="8993"/>
                  </a:lnTo>
                  <a:lnTo>
                    <a:pt x="14133" y="9164"/>
                  </a:lnTo>
                  <a:lnTo>
                    <a:pt x="14077" y="9332"/>
                  </a:lnTo>
                  <a:lnTo>
                    <a:pt x="14013" y="9499"/>
                  </a:lnTo>
                  <a:lnTo>
                    <a:pt x="13964" y="9609"/>
                  </a:lnTo>
                  <a:lnTo>
                    <a:pt x="13910" y="9714"/>
                  </a:lnTo>
                  <a:lnTo>
                    <a:pt x="13852" y="9813"/>
                  </a:lnTo>
                  <a:lnTo>
                    <a:pt x="13789" y="9907"/>
                  </a:lnTo>
                  <a:lnTo>
                    <a:pt x="13721" y="9995"/>
                  </a:lnTo>
                  <a:lnTo>
                    <a:pt x="13649" y="10078"/>
                  </a:lnTo>
                  <a:lnTo>
                    <a:pt x="13572" y="10155"/>
                  </a:lnTo>
                  <a:lnTo>
                    <a:pt x="13491" y="10226"/>
                  </a:lnTo>
                  <a:lnTo>
                    <a:pt x="13405" y="10292"/>
                  </a:lnTo>
                  <a:lnTo>
                    <a:pt x="13315" y="10352"/>
                  </a:lnTo>
                  <a:lnTo>
                    <a:pt x="13220" y="10406"/>
                  </a:lnTo>
                  <a:lnTo>
                    <a:pt x="13120" y="10454"/>
                  </a:lnTo>
                  <a:lnTo>
                    <a:pt x="13016" y="10497"/>
                  </a:lnTo>
                  <a:lnTo>
                    <a:pt x="12907" y="10533"/>
                  </a:lnTo>
                  <a:lnTo>
                    <a:pt x="12795" y="10564"/>
                  </a:lnTo>
                  <a:lnTo>
                    <a:pt x="12677" y="10588"/>
                  </a:lnTo>
                  <a:lnTo>
                    <a:pt x="12403" y="10631"/>
                  </a:lnTo>
                  <a:lnTo>
                    <a:pt x="12127" y="10662"/>
                  </a:lnTo>
                  <a:lnTo>
                    <a:pt x="11849" y="10683"/>
                  </a:lnTo>
                  <a:lnTo>
                    <a:pt x="11571" y="10696"/>
                  </a:lnTo>
                  <a:lnTo>
                    <a:pt x="7794" y="10805"/>
                  </a:lnTo>
                  <a:lnTo>
                    <a:pt x="4552" y="10756"/>
                  </a:lnTo>
                  <a:lnTo>
                    <a:pt x="2034" y="10612"/>
                  </a:lnTo>
                  <a:lnTo>
                    <a:pt x="1876" y="10594"/>
                  </a:lnTo>
                  <a:lnTo>
                    <a:pt x="1725" y="10567"/>
                  </a:lnTo>
                  <a:lnTo>
                    <a:pt x="1581" y="10531"/>
                  </a:lnTo>
                  <a:lnTo>
                    <a:pt x="1442" y="10487"/>
                  </a:lnTo>
                  <a:lnTo>
                    <a:pt x="1311" y="10434"/>
                  </a:lnTo>
                  <a:lnTo>
                    <a:pt x="1186" y="10372"/>
                  </a:lnTo>
                  <a:lnTo>
                    <a:pt x="1068" y="10302"/>
                  </a:lnTo>
                  <a:lnTo>
                    <a:pt x="957" y="10222"/>
                  </a:lnTo>
                  <a:lnTo>
                    <a:pt x="853" y="10133"/>
                  </a:lnTo>
                  <a:lnTo>
                    <a:pt x="756" y="10035"/>
                  </a:lnTo>
                  <a:lnTo>
                    <a:pt x="666" y="9927"/>
                  </a:lnTo>
                  <a:lnTo>
                    <a:pt x="584" y="9811"/>
                  </a:lnTo>
                  <a:lnTo>
                    <a:pt x="508" y="9685"/>
                  </a:lnTo>
                  <a:lnTo>
                    <a:pt x="440" y="9549"/>
                  </a:lnTo>
                  <a:lnTo>
                    <a:pt x="380" y="9404"/>
                  </a:lnTo>
                  <a:lnTo>
                    <a:pt x="327" y="9249"/>
                  </a:lnTo>
                  <a:lnTo>
                    <a:pt x="265" y="9025"/>
                  </a:lnTo>
                  <a:lnTo>
                    <a:pt x="215" y="8800"/>
                  </a:lnTo>
                  <a:lnTo>
                    <a:pt x="174" y="8573"/>
                  </a:lnTo>
                  <a:lnTo>
                    <a:pt x="142" y="8345"/>
                  </a:lnTo>
                  <a:lnTo>
                    <a:pt x="96" y="7888"/>
                  </a:lnTo>
                  <a:lnTo>
                    <a:pt x="60" y="7429"/>
                  </a:lnTo>
                  <a:lnTo>
                    <a:pt x="0" y="6548"/>
                  </a:lnTo>
                  <a:lnTo>
                    <a:pt x="0" y="4261"/>
                  </a:lnTo>
                  <a:lnTo>
                    <a:pt x="13" y="4207"/>
                  </a:lnTo>
                  <a:lnTo>
                    <a:pt x="19" y="4179"/>
                  </a:lnTo>
                  <a:lnTo>
                    <a:pt x="21" y="4166"/>
                  </a:lnTo>
                  <a:lnTo>
                    <a:pt x="22" y="4152"/>
                  </a:lnTo>
                  <a:lnTo>
                    <a:pt x="89" y="2970"/>
                  </a:lnTo>
                  <a:lnTo>
                    <a:pt x="124" y="2563"/>
                  </a:lnTo>
                  <a:lnTo>
                    <a:pt x="150" y="2361"/>
                  </a:lnTo>
                  <a:lnTo>
                    <a:pt x="181" y="2160"/>
                  </a:lnTo>
                  <a:lnTo>
                    <a:pt x="220" y="1960"/>
                  </a:lnTo>
                  <a:lnTo>
                    <a:pt x="268" y="1763"/>
                  </a:lnTo>
                  <a:lnTo>
                    <a:pt x="326" y="1567"/>
                  </a:lnTo>
                  <a:lnTo>
                    <a:pt x="394" y="1373"/>
                  </a:lnTo>
                  <a:lnTo>
                    <a:pt x="442" y="1257"/>
                  </a:lnTo>
                  <a:lnTo>
                    <a:pt x="495" y="1146"/>
                  </a:lnTo>
                  <a:lnTo>
                    <a:pt x="553" y="1040"/>
                  </a:lnTo>
                  <a:lnTo>
                    <a:pt x="616" y="940"/>
                  </a:lnTo>
                  <a:lnTo>
                    <a:pt x="684" y="846"/>
                  </a:lnTo>
                  <a:lnTo>
                    <a:pt x="756" y="757"/>
                  </a:lnTo>
                  <a:lnTo>
                    <a:pt x="833" y="675"/>
                  </a:lnTo>
                  <a:lnTo>
                    <a:pt x="916" y="598"/>
                  </a:lnTo>
                  <a:lnTo>
                    <a:pt x="1003" y="528"/>
                  </a:lnTo>
                  <a:lnTo>
                    <a:pt x="1095" y="464"/>
                  </a:lnTo>
                  <a:lnTo>
                    <a:pt x="1193" y="406"/>
                  </a:lnTo>
                  <a:lnTo>
                    <a:pt x="1295" y="355"/>
                  </a:lnTo>
                  <a:lnTo>
                    <a:pt x="1402" y="310"/>
                  </a:lnTo>
                  <a:lnTo>
                    <a:pt x="1515" y="272"/>
                  </a:lnTo>
                  <a:lnTo>
                    <a:pt x="1632" y="241"/>
                  </a:lnTo>
                  <a:lnTo>
                    <a:pt x="1755" y="217"/>
                  </a:lnTo>
                  <a:lnTo>
                    <a:pt x="2137" y="163"/>
                  </a:lnTo>
                  <a:lnTo>
                    <a:pt x="2523" y="126"/>
                  </a:lnTo>
                  <a:lnTo>
                    <a:pt x="2910" y="101"/>
                  </a:lnTo>
                  <a:lnTo>
                    <a:pt x="3297" y="84"/>
                  </a:lnTo>
                  <a:lnTo>
                    <a:pt x="6666" y="0"/>
                  </a:lnTo>
                  <a:lnTo>
                    <a:pt x="10458" y="57"/>
                  </a:lnTo>
                  <a:lnTo>
                    <a:pt x="11514" y="105"/>
                  </a:lnTo>
                  <a:lnTo>
                    <a:pt x="12041" y="144"/>
                  </a:lnTo>
                  <a:lnTo>
                    <a:pt x="12567" y="195"/>
                  </a:lnTo>
                  <a:lnTo>
                    <a:pt x="12686" y="211"/>
                  </a:lnTo>
                  <a:lnTo>
                    <a:pt x="12800" y="233"/>
                  </a:lnTo>
                  <a:lnTo>
                    <a:pt x="12911" y="262"/>
                  </a:lnTo>
                  <a:lnTo>
                    <a:pt x="13019" y="297"/>
                  </a:lnTo>
                  <a:lnTo>
                    <a:pt x="13122" y="339"/>
                  </a:lnTo>
                  <a:lnTo>
                    <a:pt x="13221" y="386"/>
                  </a:lnTo>
                  <a:lnTo>
                    <a:pt x="13316" y="440"/>
                  </a:lnTo>
                  <a:lnTo>
                    <a:pt x="13406" y="500"/>
                  </a:lnTo>
                  <a:lnTo>
                    <a:pt x="13493" y="567"/>
                  </a:lnTo>
                  <a:lnTo>
                    <a:pt x="13574" y="639"/>
                  </a:lnTo>
                  <a:lnTo>
                    <a:pt x="13651" y="718"/>
                  </a:lnTo>
                  <a:lnTo>
                    <a:pt x="13723" y="803"/>
                  </a:lnTo>
                  <a:lnTo>
                    <a:pt x="13790" y="894"/>
                  </a:lnTo>
                  <a:lnTo>
                    <a:pt x="13852" y="991"/>
                  </a:lnTo>
                  <a:lnTo>
                    <a:pt x="13909" y="1094"/>
                  </a:lnTo>
                  <a:lnTo>
                    <a:pt x="13960" y="1203"/>
                  </a:lnTo>
                  <a:lnTo>
                    <a:pt x="14062" y="1453"/>
                  </a:lnTo>
                  <a:lnTo>
                    <a:pt x="14108" y="1581"/>
                  </a:lnTo>
                  <a:lnTo>
                    <a:pt x="14150" y="1710"/>
                  </a:lnTo>
                  <a:lnTo>
                    <a:pt x="14187" y="1841"/>
                  </a:lnTo>
                  <a:lnTo>
                    <a:pt x="14218" y="1973"/>
                  </a:lnTo>
                  <a:lnTo>
                    <a:pt x="14242" y="2105"/>
                  </a:lnTo>
                  <a:lnTo>
                    <a:pt x="14260" y="2237"/>
                  </a:lnTo>
                  <a:lnTo>
                    <a:pt x="14427" y="4739"/>
                  </a:lnTo>
                  <a:lnTo>
                    <a:pt x="14437" y="5189"/>
                  </a:lnTo>
                  <a:lnTo>
                    <a:pt x="14437" y="5994"/>
                  </a:lnTo>
                  <a:close/>
                  <a:moveTo>
                    <a:pt x="5417" y="8122"/>
                  </a:moveTo>
                  <a:lnTo>
                    <a:pt x="9947" y="5404"/>
                  </a:lnTo>
                  <a:lnTo>
                    <a:pt x="5417" y="2686"/>
                  </a:lnTo>
                  <a:lnTo>
                    <a:pt x="5417" y="8122"/>
                  </a:lnTo>
                  <a:close/>
                </a:path>
              </a:pathLst>
            </a:custGeom>
            <a:solidFill>
              <a:schemeClr val="bg1"/>
            </a:solidFill>
            <a:ln>
              <a:noFill/>
            </a:ln>
            <a:effectLst/>
          </p:spPr>
          <p:txBody>
            <a:bodyPr wrap="none" anchor="ctr"/>
            <a:lstStyle/>
            <a:p>
              <a:endParaRPr lang="de-DE" sz="2400">
                <a:latin typeface="BISansOpti"/>
              </a:endParaRPr>
            </a:p>
          </p:txBody>
        </p:sp>
        <p:sp>
          <p:nvSpPr>
            <p:cNvPr id="37" name="Freeform 2">
              <a:extLst>
                <a:ext uri="{FF2B5EF4-FFF2-40B4-BE49-F238E27FC236}">
                  <a16:creationId xmlns:a16="http://schemas.microsoft.com/office/drawing/2014/main" id="{CE40BF37-00C4-E940-860A-E550D477F54B}"/>
                </a:ext>
              </a:extLst>
            </p:cNvPr>
            <p:cNvSpPr>
              <a:spLocks noChangeAspect="1" noChangeArrowheads="1"/>
            </p:cNvSpPr>
            <p:nvPr userDrawn="1"/>
          </p:nvSpPr>
          <p:spPr bwMode="auto">
            <a:xfrm>
              <a:off x="2312456" y="1240070"/>
              <a:ext cx="287999" cy="371391"/>
            </a:xfrm>
            <a:custGeom>
              <a:avLst/>
              <a:gdLst>
                <a:gd name="T0" fmla="*/ 3118 w 9837"/>
                <a:gd name="T1" fmla="*/ 11425 h 12686"/>
                <a:gd name="T2" fmla="*/ 2294 w 9837"/>
                <a:gd name="T3" fmla="*/ 12646 h 12686"/>
                <a:gd name="T4" fmla="*/ 2234 w 9837"/>
                <a:gd name="T5" fmla="*/ 12679 h 12686"/>
                <a:gd name="T6" fmla="*/ 2189 w 9837"/>
                <a:gd name="T7" fmla="*/ 12684 h 12686"/>
                <a:gd name="T8" fmla="*/ 2154 w 9837"/>
                <a:gd name="T9" fmla="*/ 12659 h 12686"/>
                <a:gd name="T10" fmla="*/ 2115 w 9837"/>
                <a:gd name="T11" fmla="*/ 12581 h 12686"/>
                <a:gd name="T12" fmla="*/ 2014 w 9837"/>
                <a:gd name="T13" fmla="*/ 11008 h 12686"/>
                <a:gd name="T14" fmla="*/ 3053 w 9837"/>
                <a:gd name="T15" fmla="*/ 5966 h 12686"/>
                <a:gd name="T16" fmla="*/ 3042 w 9837"/>
                <a:gd name="T17" fmla="*/ 5815 h 12686"/>
                <a:gd name="T18" fmla="*/ 2842 w 9837"/>
                <a:gd name="T19" fmla="*/ 4798 h 12686"/>
                <a:gd name="T20" fmla="*/ 3098 w 9837"/>
                <a:gd name="T21" fmla="*/ 3624 h 12686"/>
                <a:gd name="T22" fmla="*/ 3521 w 9837"/>
                <a:gd name="T23" fmla="*/ 3104 h 12686"/>
                <a:gd name="T24" fmla="*/ 4132 w 9837"/>
                <a:gd name="T25" fmla="*/ 2846 h 12686"/>
                <a:gd name="T26" fmla="*/ 4671 w 9837"/>
                <a:gd name="T27" fmla="*/ 2922 h 12686"/>
                <a:gd name="T28" fmla="*/ 5025 w 9837"/>
                <a:gd name="T29" fmla="*/ 3211 h 12686"/>
                <a:gd name="T30" fmla="*/ 5210 w 9837"/>
                <a:gd name="T31" fmla="*/ 3670 h 12686"/>
                <a:gd name="T32" fmla="*/ 5155 w 9837"/>
                <a:gd name="T33" fmla="*/ 4529 h 12686"/>
                <a:gd name="T34" fmla="*/ 4590 w 9837"/>
                <a:gd name="T35" fmla="*/ 7081 h 12686"/>
                <a:gd name="T36" fmla="*/ 5138 w 9837"/>
                <a:gd name="T37" fmla="*/ 7774 h 12686"/>
                <a:gd name="T38" fmla="*/ 6107 w 9837"/>
                <a:gd name="T39" fmla="*/ 7877 h 12686"/>
                <a:gd name="T40" fmla="*/ 6907 w 9837"/>
                <a:gd name="T41" fmla="*/ 7429 h 12686"/>
                <a:gd name="T42" fmla="*/ 7658 w 9837"/>
                <a:gd name="T43" fmla="*/ 6268 h 12686"/>
                <a:gd name="T44" fmla="*/ 8036 w 9837"/>
                <a:gd name="T45" fmla="*/ 4561 h 12686"/>
                <a:gd name="T46" fmla="*/ 7946 w 9837"/>
                <a:gd name="T47" fmla="*/ 3244 h 12686"/>
                <a:gd name="T48" fmla="*/ 7471 w 9837"/>
                <a:gd name="T49" fmla="*/ 2262 h 12686"/>
                <a:gd name="T50" fmla="*/ 6646 w 9837"/>
                <a:gd name="T51" fmla="*/ 1607 h 12686"/>
                <a:gd name="T52" fmla="*/ 5184 w 9837"/>
                <a:gd name="T53" fmla="*/ 1253 h 12686"/>
                <a:gd name="T54" fmla="*/ 3867 w 9837"/>
                <a:gd name="T55" fmla="*/ 1402 h 12686"/>
                <a:gd name="T56" fmla="*/ 2664 w 9837"/>
                <a:gd name="T57" fmla="*/ 2075 h 12686"/>
                <a:gd name="T58" fmla="*/ 1782 w 9837"/>
                <a:gd name="T59" fmla="*/ 3159 h 12686"/>
                <a:gd name="T60" fmla="*/ 1441 w 9837"/>
                <a:gd name="T61" fmla="*/ 4444 h 12686"/>
                <a:gd name="T62" fmla="*/ 1565 w 9837"/>
                <a:gd name="T63" fmla="*/ 5601 h 12686"/>
                <a:gd name="T64" fmla="*/ 1877 w 9837"/>
                <a:gd name="T65" fmla="*/ 6126 h 12686"/>
                <a:gd name="T66" fmla="*/ 2001 w 9837"/>
                <a:gd name="T67" fmla="*/ 6319 h 12686"/>
                <a:gd name="T68" fmla="*/ 2029 w 9837"/>
                <a:gd name="T69" fmla="*/ 6526 h 12686"/>
                <a:gd name="T70" fmla="*/ 1959 w 9837"/>
                <a:gd name="T71" fmla="*/ 6794 h 12686"/>
                <a:gd name="T72" fmla="*/ 1816 w 9837"/>
                <a:gd name="T73" fmla="*/ 7275 h 12686"/>
                <a:gd name="T74" fmla="*/ 1678 w 9837"/>
                <a:gd name="T75" fmla="*/ 7368 h 12686"/>
                <a:gd name="T76" fmla="*/ 1479 w 9837"/>
                <a:gd name="T77" fmla="*/ 7335 h 12686"/>
                <a:gd name="T78" fmla="*/ 785 w 9837"/>
                <a:gd name="T79" fmla="*/ 6867 h 12686"/>
                <a:gd name="T80" fmla="*/ 124 w 9837"/>
                <a:gd name="T81" fmla="*/ 5565 h 12686"/>
                <a:gd name="T82" fmla="*/ 8 w 9837"/>
                <a:gd name="T83" fmla="*/ 4355 h 12686"/>
                <a:gd name="T84" fmla="*/ 473 w 9837"/>
                <a:gd name="T85" fmla="*/ 2695 h 12686"/>
                <a:gd name="T86" fmla="*/ 1407 w 9837"/>
                <a:gd name="T87" fmla="*/ 1407 h 12686"/>
                <a:gd name="T88" fmla="*/ 2703 w 9837"/>
                <a:gd name="T89" fmla="*/ 537 h 12686"/>
                <a:gd name="T90" fmla="*/ 5376 w 9837"/>
                <a:gd name="T91" fmla="*/ 0 h 12686"/>
                <a:gd name="T92" fmla="*/ 7729 w 9837"/>
                <a:gd name="T93" fmla="*/ 664 h 12686"/>
                <a:gd name="T94" fmla="*/ 8900 w 9837"/>
                <a:gd name="T95" fmla="*/ 1632 h 12686"/>
                <a:gd name="T96" fmla="*/ 9626 w 9837"/>
                <a:gd name="T97" fmla="*/ 2968 h 12686"/>
                <a:gd name="T98" fmla="*/ 9835 w 9837"/>
                <a:gd name="T99" fmla="*/ 4374 h 12686"/>
                <a:gd name="T100" fmla="*/ 9529 w 9837"/>
                <a:gd name="T101" fmla="*/ 6232 h 12686"/>
                <a:gd name="T102" fmla="*/ 8493 w 9837"/>
                <a:gd name="T103" fmla="*/ 8045 h 12686"/>
                <a:gd name="T104" fmla="*/ 7525 w 9837"/>
                <a:gd name="T105" fmla="*/ 8795 h 12686"/>
                <a:gd name="T106" fmla="*/ 6357 w 9837"/>
                <a:gd name="T107" fmla="*/ 9150 h 12686"/>
                <a:gd name="T108" fmla="*/ 5273 w 9837"/>
                <a:gd name="T109" fmla="*/ 9099 h 12686"/>
                <a:gd name="T110" fmla="*/ 4591 w 9837"/>
                <a:gd name="T111" fmla="*/ 8776 h 1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837" h="12686">
                  <a:moveTo>
                    <a:pt x="4115" y="8296"/>
                  </a:moveTo>
                  <a:lnTo>
                    <a:pt x="3659" y="10080"/>
                  </a:lnTo>
                  <a:lnTo>
                    <a:pt x="3556" y="10434"/>
                  </a:lnTo>
                  <a:lnTo>
                    <a:pt x="3431" y="10775"/>
                  </a:lnTo>
                  <a:lnTo>
                    <a:pt x="3284" y="11105"/>
                  </a:lnTo>
                  <a:lnTo>
                    <a:pt x="3118" y="11425"/>
                  </a:lnTo>
                  <a:lnTo>
                    <a:pt x="2936" y="11736"/>
                  </a:lnTo>
                  <a:lnTo>
                    <a:pt x="2740" y="12039"/>
                  </a:lnTo>
                  <a:lnTo>
                    <a:pt x="2313" y="12628"/>
                  </a:lnTo>
                  <a:lnTo>
                    <a:pt x="2307" y="12634"/>
                  </a:lnTo>
                  <a:lnTo>
                    <a:pt x="2301" y="12640"/>
                  </a:lnTo>
                  <a:lnTo>
                    <a:pt x="2294" y="12646"/>
                  </a:lnTo>
                  <a:lnTo>
                    <a:pt x="2286" y="12652"/>
                  </a:lnTo>
                  <a:lnTo>
                    <a:pt x="2278" y="12658"/>
                  </a:lnTo>
                  <a:lnTo>
                    <a:pt x="2270" y="12663"/>
                  </a:lnTo>
                  <a:lnTo>
                    <a:pt x="2252" y="12672"/>
                  </a:lnTo>
                  <a:lnTo>
                    <a:pt x="2243" y="12676"/>
                  </a:lnTo>
                  <a:lnTo>
                    <a:pt x="2234" y="12679"/>
                  </a:lnTo>
                  <a:lnTo>
                    <a:pt x="2225" y="12682"/>
                  </a:lnTo>
                  <a:lnTo>
                    <a:pt x="2216" y="12684"/>
                  </a:lnTo>
                  <a:lnTo>
                    <a:pt x="2207" y="12685"/>
                  </a:lnTo>
                  <a:lnTo>
                    <a:pt x="2200" y="12685"/>
                  </a:lnTo>
                  <a:lnTo>
                    <a:pt x="2192" y="12685"/>
                  </a:lnTo>
                  <a:lnTo>
                    <a:pt x="2189" y="12684"/>
                  </a:lnTo>
                  <a:lnTo>
                    <a:pt x="2186" y="12683"/>
                  </a:lnTo>
                  <a:lnTo>
                    <a:pt x="2179" y="12680"/>
                  </a:lnTo>
                  <a:lnTo>
                    <a:pt x="2173" y="12676"/>
                  </a:lnTo>
                  <a:lnTo>
                    <a:pt x="2166" y="12671"/>
                  </a:lnTo>
                  <a:lnTo>
                    <a:pt x="2160" y="12666"/>
                  </a:lnTo>
                  <a:lnTo>
                    <a:pt x="2154" y="12659"/>
                  </a:lnTo>
                  <a:lnTo>
                    <a:pt x="2148" y="12652"/>
                  </a:lnTo>
                  <a:lnTo>
                    <a:pt x="2143" y="12644"/>
                  </a:lnTo>
                  <a:lnTo>
                    <a:pt x="2138" y="12636"/>
                  </a:lnTo>
                  <a:lnTo>
                    <a:pt x="2129" y="12618"/>
                  </a:lnTo>
                  <a:lnTo>
                    <a:pt x="2121" y="12600"/>
                  </a:lnTo>
                  <a:lnTo>
                    <a:pt x="2115" y="12581"/>
                  </a:lnTo>
                  <a:lnTo>
                    <a:pt x="2113" y="12573"/>
                  </a:lnTo>
                  <a:lnTo>
                    <a:pt x="2112" y="12564"/>
                  </a:lnTo>
                  <a:lnTo>
                    <a:pt x="2063" y="12174"/>
                  </a:lnTo>
                  <a:lnTo>
                    <a:pt x="2030" y="11785"/>
                  </a:lnTo>
                  <a:lnTo>
                    <a:pt x="2013" y="11396"/>
                  </a:lnTo>
                  <a:lnTo>
                    <a:pt x="2014" y="11008"/>
                  </a:lnTo>
                  <a:lnTo>
                    <a:pt x="2034" y="10620"/>
                  </a:lnTo>
                  <a:lnTo>
                    <a:pt x="2075" y="10233"/>
                  </a:lnTo>
                  <a:lnTo>
                    <a:pt x="2139" y="9846"/>
                  </a:lnTo>
                  <a:lnTo>
                    <a:pt x="2226" y="9459"/>
                  </a:lnTo>
                  <a:lnTo>
                    <a:pt x="3051" y="5979"/>
                  </a:lnTo>
                  <a:lnTo>
                    <a:pt x="3053" y="5966"/>
                  </a:lnTo>
                  <a:lnTo>
                    <a:pt x="3055" y="5953"/>
                  </a:lnTo>
                  <a:lnTo>
                    <a:pt x="3057" y="5926"/>
                  </a:lnTo>
                  <a:lnTo>
                    <a:pt x="3056" y="5898"/>
                  </a:lnTo>
                  <a:lnTo>
                    <a:pt x="3053" y="5871"/>
                  </a:lnTo>
                  <a:lnTo>
                    <a:pt x="3049" y="5843"/>
                  </a:lnTo>
                  <a:lnTo>
                    <a:pt x="3042" y="5815"/>
                  </a:lnTo>
                  <a:lnTo>
                    <a:pt x="3035" y="5788"/>
                  </a:lnTo>
                  <a:lnTo>
                    <a:pt x="3027" y="5763"/>
                  </a:lnTo>
                  <a:lnTo>
                    <a:pt x="2952" y="5522"/>
                  </a:lnTo>
                  <a:lnTo>
                    <a:pt x="2895" y="5281"/>
                  </a:lnTo>
                  <a:lnTo>
                    <a:pt x="2858" y="5040"/>
                  </a:lnTo>
                  <a:lnTo>
                    <a:pt x="2842" y="4798"/>
                  </a:lnTo>
                  <a:lnTo>
                    <a:pt x="2848" y="4557"/>
                  </a:lnTo>
                  <a:lnTo>
                    <a:pt x="2876" y="4315"/>
                  </a:lnTo>
                  <a:lnTo>
                    <a:pt x="2929" y="4073"/>
                  </a:lnTo>
                  <a:lnTo>
                    <a:pt x="3007" y="3832"/>
                  </a:lnTo>
                  <a:lnTo>
                    <a:pt x="3050" y="3726"/>
                  </a:lnTo>
                  <a:lnTo>
                    <a:pt x="3098" y="3624"/>
                  </a:lnTo>
                  <a:lnTo>
                    <a:pt x="3153" y="3526"/>
                  </a:lnTo>
                  <a:lnTo>
                    <a:pt x="3213" y="3432"/>
                  </a:lnTo>
                  <a:lnTo>
                    <a:pt x="3280" y="3343"/>
                  </a:lnTo>
                  <a:lnTo>
                    <a:pt x="3354" y="3258"/>
                  </a:lnTo>
                  <a:lnTo>
                    <a:pt x="3434" y="3178"/>
                  </a:lnTo>
                  <a:lnTo>
                    <a:pt x="3521" y="3104"/>
                  </a:lnTo>
                  <a:lnTo>
                    <a:pt x="3614" y="3035"/>
                  </a:lnTo>
                  <a:lnTo>
                    <a:pt x="3711" y="2977"/>
                  </a:lnTo>
                  <a:lnTo>
                    <a:pt x="3812" y="2929"/>
                  </a:lnTo>
                  <a:lnTo>
                    <a:pt x="3915" y="2891"/>
                  </a:lnTo>
                  <a:lnTo>
                    <a:pt x="4022" y="2863"/>
                  </a:lnTo>
                  <a:lnTo>
                    <a:pt x="4132" y="2846"/>
                  </a:lnTo>
                  <a:lnTo>
                    <a:pt x="4245" y="2840"/>
                  </a:lnTo>
                  <a:lnTo>
                    <a:pt x="4362" y="2844"/>
                  </a:lnTo>
                  <a:lnTo>
                    <a:pt x="4443" y="2854"/>
                  </a:lnTo>
                  <a:lnTo>
                    <a:pt x="4522" y="2870"/>
                  </a:lnTo>
                  <a:lnTo>
                    <a:pt x="4598" y="2893"/>
                  </a:lnTo>
                  <a:lnTo>
                    <a:pt x="4671" y="2922"/>
                  </a:lnTo>
                  <a:lnTo>
                    <a:pt x="4739" y="2956"/>
                  </a:lnTo>
                  <a:lnTo>
                    <a:pt x="4805" y="2997"/>
                  </a:lnTo>
                  <a:lnTo>
                    <a:pt x="4866" y="3043"/>
                  </a:lnTo>
                  <a:lnTo>
                    <a:pt x="4923" y="3094"/>
                  </a:lnTo>
                  <a:lnTo>
                    <a:pt x="4976" y="3150"/>
                  </a:lnTo>
                  <a:lnTo>
                    <a:pt x="5025" y="3211"/>
                  </a:lnTo>
                  <a:lnTo>
                    <a:pt x="5068" y="3277"/>
                  </a:lnTo>
                  <a:lnTo>
                    <a:pt x="5107" y="3348"/>
                  </a:lnTo>
                  <a:lnTo>
                    <a:pt x="5141" y="3422"/>
                  </a:lnTo>
                  <a:lnTo>
                    <a:pt x="5170" y="3501"/>
                  </a:lnTo>
                  <a:lnTo>
                    <a:pt x="5193" y="3584"/>
                  </a:lnTo>
                  <a:lnTo>
                    <a:pt x="5210" y="3670"/>
                  </a:lnTo>
                  <a:lnTo>
                    <a:pt x="5228" y="3816"/>
                  </a:lnTo>
                  <a:lnTo>
                    <a:pt x="5232" y="3961"/>
                  </a:lnTo>
                  <a:lnTo>
                    <a:pt x="5226" y="4105"/>
                  </a:lnTo>
                  <a:lnTo>
                    <a:pt x="5209" y="4247"/>
                  </a:lnTo>
                  <a:lnTo>
                    <a:pt x="5185" y="4389"/>
                  </a:lnTo>
                  <a:lnTo>
                    <a:pt x="5155" y="4529"/>
                  </a:lnTo>
                  <a:lnTo>
                    <a:pt x="5082" y="4809"/>
                  </a:lnTo>
                  <a:lnTo>
                    <a:pt x="4617" y="6403"/>
                  </a:lnTo>
                  <a:lnTo>
                    <a:pt x="4574" y="6584"/>
                  </a:lnTo>
                  <a:lnTo>
                    <a:pt x="4556" y="6758"/>
                  </a:lnTo>
                  <a:lnTo>
                    <a:pt x="4562" y="6924"/>
                  </a:lnTo>
                  <a:lnTo>
                    <a:pt x="4590" y="7081"/>
                  </a:lnTo>
                  <a:lnTo>
                    <a:pt x="4639" y="7228"/>
                  </a:lnTo>
                  <a:lnTo>
                    <a:pt x="4706" y="7364"/>
                  </a:lnTo>
                  <a:lnTo>
                    <a:pt x="4791" y="7487"/>
                  </a:lnTo>
                  <a:lnTo>
                    <a:pt x="4892" y="7598"/>
                  </a:lnTo>
                  <a:lnTo>
                    <a:pt x="5008" y="7693"/>
                  </a:lnTo>
                  <a:lnTo>
                    <a:pt x="5138" y="7774"/>
                  </a:lnTo>
                  <a:lnTo>
                    <a:pt x="5278" y="7838"/>
                  </a:lnTo>
                  <a:lnTo>
                    <a:pt x="5430" y="7885"/>
                  </a:lnTo>
                  <a:lnTo>
                    <a:pt x="5589" y="7914"/>
                  </a:lnTo>
                  <a:lnTo>
                    <a:pt x="5757" y="7922"/>
                  </a:lnTo>
                  <a:lnTo>
                    <a:pt x="5930" y="7911"/>
                  </a:lnTo>
                  <a:lnTo>
                    <a:pt x="6107" y="7877"/>
                  </a:lnTo>
                  <a:lnTo>
                    <a:pt x="6260" y="7832"/>
                  </a:lnTo>
                  <a:lnTo>
                    <a:pt x="6405" y="7774"/>
                  </a:lnTo>
                  <a:lnTo>
                    <a:pt x="6541" y="7704"/>
                  </a:lnTo>
                  <a:lnTo>
                    <a:pt x="6670" y="7623"/>
                  </a:lnTo>
                  <a:lnTo>
                    <a:pt x="6792" y="7531"/>
                  </a:lnTo>
                  <a:lnTo>
                    <a:pt x="6907" y="7429"/>
                  </a:lnTo>
                  <a:lnTo>
                    <a:pt x="7016" y="7318"/>
                  </a:lnTo>
                  <a:lnTo>
                    <a:pt x="7118" y="7198"/>
                  </a:lnTo>
                  <a:lnTo>
                    <a:pt x="7282" y="6978"/>
                  </a:lnTo>
                  <a:lnTo>
                    <a:pt x="7426" y="6749"/>
                  </a:lnTo>
                  <a:lnTo>
                    <a:pt x="7551" y="6512"/>
                  </a:lnTo>
                  <a:lnTo>
                    <a:pt x="7658" y="6268"/>
                  </a:lnTo>
                  <a:lnTo>
                    <a:pt x="7749" y="6017"/>
                  </a:lnTo>
                  <a:lnTo>
                    <a:pt x="7826" y="5760"/>
                  </a:lnTo>
                  <a:lnTo>
                    <a:pt x="7890" y="5498"/>
                  </a:lnTo>
                  <a:lnTo>
                    <a:pt x="7943" y="5232"/>
                  </a:lnTo>
                  <a:lnTo>
                    <a:pt x="8012" y="4785"/>
                  </a:lnTo>
                  <a:lnTo>
                    <a:pt x="8036" y="4561"/>
                  </a:lnTo>
                  <a:lnTo>
                    <a:pt x="8052" y="4336"/>
                  </a:lnTo>
                  <a:lnTo>
                    <a:pt x="8056" y="4111"/>
                  </a:lnTo>
                  <a:lnTo>
                    <a:pt x="8048" y="3887"/>
                  </a:lnTo>
                  <a:lnTo>
                    <a:pt x="8027" y="3662"/>
                  </a:lnTo>
                  <a:lnTo>
                    <a:pt x="7990" y="3438"/>
                  </a:lnTo>
                  <a:lnTo>
                    <a:pt x="7946" y="3244"/>
                  </a:lnTo>
                  <a:lnTo>
                    <a:pt x="7891" y="3058"/>
                  </a:lnTo>
                  <a:lnTo>
                    <a:pt x="7827" y="2881"/>
                  </a:lnTo>
                  <a:lnTo>
                    <a:pt x="7752" y="2713"/>
                  </a:lnTo>
                  <a:lnTo>
                    <a:pt x="7668" y="2554"/>
                  </a:lnTo>
                  <a:lnTo>
                    <a:pt x="7574" y="2403"/>
                  </a:lnTo>
                  <a:lnTo>
                    <a:pt x="7471" y="2262"/>
                  </a:lnTo>
                  <a:lnTo>
                    <a:pt x="7357" y="2130"/>
                  </a:lnTo>
                  <a:lnTo>
                    <a:pt x="7234" y="2006"/>
                  </a:lnTo>
                  <a:lnTo>
                    <a:pt x="7101" y="1892"/>
                  </a:lnTo>
                  <a:lnTo>
                    <a:pt x="6959" y="1788"/>
                  </a:lnTo>
                  <a:lnTo>
                    <a:pt x="6807" y="1693"/>
                  </a:lnTo>
                  <a:lnTo>
                    <a:pt x="6646" y="1607"/>
                  </a:lnTo>
                  <a:lnTo>
                    <a:pt x="6475" y="1531"/>
                  </a:lnTo>
                  <a:lnTo>
                    <a:pt x="6295" y="1464"/>
                  </a:lnTo>
                  <a:lnTo>
                    <a:pt x="6105" y="1408"/>
                  </a:lnTo>
                  <a:lnTo>
                    <a:pt x="5642" y="1307"/>
                  </a:lnTo>
                  <a:lnTo>
                    <a:pt x="5412" y="1273"/>
                  </a:lnTo>
                  <a:lnTo>
                    <a:pt x="5184" y="1253"/>
                  </a:lnTo>
                  <a:lnTo>
                    <a:pt x="4959" y="1244"/>
                  </a:lnTo>
                  <a:lnTo>
                    <a:pt x="4735" y="1249"/>
                  </a:lnTo>
                  <a:lnTo>
                    <a:pt x="4514" y="1266"/>
                  </a:lnTo>
                  <a:lnTo>
                    <a:pt x="4296" y="1298"/>
                  </a:lnTo>
                  <a:lnTo>
                    <a:pt x="4080" y="1343"/>
                  </a:lnTo>
                  <a:lnTo>
                    <a:pt x="3867" y="1402"/>
                  </a:lnTo>
                  <a:lnTo>
                    <a:pt x="3658" y="1476"/>
                  </a:lnTo>
                  <a:lnTo>
                    <a:pt x="3451" y="1565"/>
                  </a:lnTo>
                  <a:lnTo>
                    <a:pt x="3249" y="1669"/>
                  </a:lnTo>
                  <a:lnTo>
                    <a:pt x="3050" y="1788"/>
                  </a:lnTo>
                  <a:lnTo>
                    <a:pt x="2855" y="1923"/>
                  </a:lnTo>
                  <a:lnTo>
                    <a:pt x="2664" y="2075"/>
                  </a:lnTo>
                  <a:lnTo>
                    <a:pt x="2479" y="2241"/>
                  </a:lnTo>
                  <a:lnTo>
                    <a:pt x="2309" y="2413"/>
                  </a:lnTo>
                  <a:lnTo>
                    <a:pt x="2155" y="2590"/>
                  </a:lnTo>
                  <a:lnTo>
                    <a:pt x="2015" y="2774"/>
                  </a:lnTo>
                  <a:lnTo>
                    <a:pt x="1891" y="2964"/>
                  </a:lnTo>
                  <a:lnTo>
                    <a:pt x="1782" y="3159"/>
                  </a:lnTo>
                  <a:lnTo>
                    <a:pt x="1687" y="3360"/>
                  </a:lnTo>
                  <a:lnTo>
                    <a:pt x="1608" y="3566"/>
                  </a:lnTo>
                  <a:lnTo>
                    <a:pt x="1544" y="3778"/>
                  </a:lnTo>
                  <a:lnTo>
                    <a:pt x="1495" y="3995"/>
                  </a:lnTo>
                  <a:lnTo>
                    <a:pt x="1460" y="4217"/>
                  </a:lnTo>
                  <a:lnTo>
                    <a:pt x="1441" y="4444"/>
                  </a:lnTo>
                  <a:lnTo>
                    <a:pt x="1437" y="4677"/>
                  </a:lnTo>
                  <a:lnTo>
                    <a:pt x="1447" y="4914"/>
                  </a:lnTo>
                  <a:lnTo>
                    <a:pt x="1473" y="5156"/>
                  </a:lnTo>
                  <a:lnTo>
                    <a:pt x="1513" y="5403"/>
                  </a:lnTo>
                  <a:lnTo>
                    <a:pt x="1536" y="5503"/>
                  </a:lnTo>
                  <a:lnTo>
                    <a:pt x="1565" y="5601"/>
                  </a:lnTo>
                  <a:lnTo>
                    <a:pt x="1602" y="5697"/>
                  </a:lnTo>
                  <a:lnTo>
                    <a:pt x="1644" y="5789"/>
                  </a:lnTo>
                  <a:lnTo>
                    <a:pt x="1694" y="5879"/>
                  </a:lnTo>
                  <a:lnTo>
                    <a:pt x="1749" y="5965"/>
                  </a:lnTo>
                  <a:lnTo>
                    <a:pt x="1810" y="6047"/>
                  </a:lnTo>
                  <a:lnTo>
                    <a:pt x="1877" y="6126"/>
                  </a:lnTo>
                  <a:lnTo>
                    <a:pt x="1904" y="6157"/>
                  </a:lnTo>
                  <a:lnTo>
                    <a:pt x="1929" y="6189"/>
                  </a:lnTo>
                  <a:lnTo>
                    <a:pt x="1951" y="6221"/>
                  </a:lnTo>
                  <a:lnTo>
                    <a:pt x="1970" y="6253"/>
                  </a:lnTo>
                  <a:lnTo>
                    <a:pt x="1987" y="6286"/>
                  </a:lnTo>
                  <a:lnTo>
                    <a:pt x="2001" y="6319"/>
                  </a:lnTo>
                  <a:lnTo>
                    <a:pt x="2012" y="6352"/>
                  </a:lnTo>
                  <a:lnTo>
                    <a:pt x="2021" y="6386"/>
                  </a:lnTo>
                  <a:lnTo>
                    <a:pt x="2027" y="6420"/>
                  </a:lnTo>
                  <a:lnTo>
                    <a:pt x="2030" y="6455"/>
                  </a:lnTo>
                  <a:lnTo>
                    <a:pt x="2031" y="6490"/>
                  </a:lnTo>
                  <a:lnTo>
                    <a:pt x="2029" y="6526"/>
                  </a:lnTo>
                  <a:lnTo>
                    <a:pt x="2024" y="6563"/>
                  </a:lnTo>
                  <a:lnTo>
                    <a:pt x="2016" y="6601"/>
                  </a:lnTo>
                  <a:lnTo>
                    <a:pt x="2006" y="6640"/>
                  </a:lnTo>
                  <a:lnTo>
                    <a:pt x="1994" y="6679"/>
                  </a:lnTo>
                  <a:lnTo>
                    <a:pt x="1975" y="6736"/>
                  </a:lnTo>
                  <a:lnTo>
                    <a:pt x="1959" y="6794"/>
                  </a:lnTo>
                  <a:lnTo>
                    <a:pt x="1930" y="6910"/>
                  </a:lnTo>
                  <a:lnTo>
                    <a:pt x="1874" y="7142"/>
                  </a:lnTo>
                  <a:lnTo>
                    <a:pt x="1862" y="7181"/>
                  </a:lnTo>
                  <a:lnTo>
                    <a:pt x="1848" y="7215"/>
                  </a:lnTo>
                  <a:lnTo>
                    <a:pt x="1833" y="7247"/>
                  </a:lnTo>
                  <a:lnTo>
                    <a:pt x="1816" y="7275"/>
                  </a:lnTo>
                  <a:lnTo>
                    <a:pt x="1797" y="7299"/>
                  </a:lnTo>
                  <a:lnTo>
                    <a:pt x="1777" y="7320"/>
                  </a:lnTo>
                  <a:lnTo>
                    <a:pt x="1755" y="7337"/>
                  </a:lnTo>
                  <a:lnTo>
                    <a:pt x="1731" y="7351"/>
                  </a:lnTo>
                  <a:lnTo>
                    <a:pt x="1705" y="7361"/>
                  </a:lnTo>
                  <a:lnTo>
                    <a:pt x="1678" y="7368"/>
                  </a:lnTo>
                  <a:lnTo>
                    <a:pt x="1649" y="7372"/>
                  </a:lnTo>
                  <a:lnTo>
                    <a:pt x="1618" y="7372"/>
                  </a:lnTo>
                  <a:lnTo>
                    <a:pt x="1586" y="7368"/>
                  </a:lnTo>
                  <a:lnTo>
                    <a:pt x="1552" y="7361"/>
                  </a:lnTo>
                  <a:lnTo>
                    <a:pt x="1516" y="7350"/>
                  </a:lnTo>
                  <a:lnTo>
                    <a:pt x="1479" y="7335"/>
                  </a:lnTo>
                  <a:lnTo>
                    <a:pt x="1282" y="7241"/>
                  </a:lnTo>
                  <a:lnTo>
                    <a:pt x="1102" y="7132"/>
                  </a:lnTo>
                  <a:lnTo>
                    <a:pt x="1017" y="7071"/>
                  </a:lnTo>
                  <a:lnTo>
                    <a:pt x="936" y="7007"/>
                  </a:lnTo>
                  <a:lnTo>
                    <a:pt x="859" y="6939"/>
                  </a:lnTo>
                  <a:lnTo>
                    <a:pt x="785" y="6867"/>
                  </a:lnTo>
                  <a:lnTo>
                    <a:pt x="650" y="6713"/>
                  </a:lnTo>
                  <a:lnTo>
                    <a:pt x="529" y="6545"/>
                  </a:lnTo>
                  <a:lnTo>
                    <a:pt x="422" y="6364"/>
                  </a:lnTo>
                  <a:lnTo>
                    <a:pt x="330" y="6170"/>
                  </a:lnTo>
                  <a:lnTo>
                    <a:pt x="182" y="5767"/>
                  </a:lnTo>
                  <a:lnTo>
                    <a:pt x="124" y="5565"/>
                  </a:lnTo>
                  <a:lnTo>
                    <a:pt x="78" y="5363"/>
                  </a:lnTo>
                  <a:lnTo>
                    <a:pt x="42" y="5162"/>
                  </a:lnTo>
                  <a:lnTo>
                    <a:pt x="17" y="4960"/>
                  </a:lnTo>
                  <a:lnTo>
                    <a:pt x="3" y="4758"/>
                  </a:lnTo>
                  <a:lnTo>
                    <a:pt x="0" y="4556"/>
                  </a:lnTo>
                  <a:lnTo>
                    <a:pt x="8" y="4355"/>
                  </a:lnTo>
                  <a:lnTo>
                    <a:pt x="26" y="4153"/>
                  </a:lnTo>
                  <a:lnTo>
                    <a:pt x="55" y="3952"/>
                  </a:lnTo>
                  <a:lnTo>
                    <a:pt x="94" y="3751"/>
                  </a:lnTo>
                  <a:lnTo>
                    <a:pt x="204" y="3350"/>
                  </a:lnTo>
                  <a:lnTo>
                    <a:pt x="355" y="2951"/>
                  </a:lnTo>
                  <a:lnTo>
                    <a:pt x="473" y="2695"/>
                  </a:lnTo>
                  <a:lnTo>
                    <a:pt x="602" y="2450"/>
                  </a:lnTo>
                  <a:lnTo>
                    <a:pt x="742" y="2218"/>
                  </a:lnTo>
                  <a:lnTo>
                    <a:pt x="893" y="1998"/>
                  </a:lnTo>
                  <a:lnTo>
                    <a:pt x="1054" y="1789"/>
                  </a:lnTo>
                  <a:lnTo>
                    <a:pt x="1226" y="1592"/>
                  </a:lnTo>
                  <a:lnTo>
                    <a:pt x="1407" y="1407"/>
                  </a:lnTo>
                  <a:lnTo>
                    <a:pt x="1599" y="1233"/>
                  </a:lnTo>
                  <a:lnTo>
                    <a:pt x="1801" y="1071"/>
                  </a:lnTo>
                  <a:lnTo>
                    <a:pt x="2012" y="921"/>
                  </a:lnTo>
                  <a:lnTo>
                    <a:pt x="2233" y="781"/>
                  </a:lnTo>
                  <a:lnTo>
                    <a:pt x="2463" y="653"/>
                  </a:lnTo>
                  <a:lnTo>
                    <a:pt x="2703" y="537"/>
                  </a:lnTo>
                  <a:lnTo>
                    <a:pt x="2952" y="431"/>
                  </a:lnTo>
                  <a:lnTo>
                    <a:pt x="3478" y="254"/>
                  </a:lnTo>
                  <a:lnTo>
                    <a:pt x="3953" y="135"/>
                  </a:lnTo>
                  <a:lnTo>
                    <a:pt x="4428" y="52"/>
                  </a:lnTo>
                  <a:lnTo>
                    <a:pt x="4903" y="6"/>
                  </a:lnTo>
                  <a:lnTo>
                    <a:pt x="5376" y="0"/>
                  </a:lnTo>
                  <a:lnTo>
                    <a:pt x="5848" y="37"/>
                  </a:lnTo>
                  <a:lnTo>
                    <a:pt x="6317" y="118"/>
                  </a:lnTo>
                  <a:lnTo>
                    <a:pt x="6783" y="245"/>
                  </a:lnTo>
                  <a:lnTo>
                    <a:pt x="7245" y="422"/>
                  </a:lnTo>
                  <a:lnTo>
                    <a:pt x="7493" y="538"/>
                  </a:lnTo>
                  <a:lnTo>
                    <a:pt x="7729" y="664"/>
                  </a:lnTo>
                  <a:lnTo>
                    <a:pt x="7954" y="801"/>
                  </a:lnTo>
                  <a:lnTo>
                    <a:pt x="8167" y="947"/>
                  </a:lnTo>
                  <a:lnTo>
                    <a:pt x="8369" y="1103"/>
                  </a:lnTo>
                  <a:lnTo>
                    <a:pt x="8558" y="1269"/>
                  </a:lnTo>
                  <a:lnTo>
                    <a:pt x="8735" y="1446"/>
                  </a:lnTo>
                  <a:lnTo>
                    <a:pt x="8900" y="1632"/>
                  </a:lnTo>
                  <a:lnTo>
                    <a:pt x="9053" y="1829"/>
                  </a:lnTo>
                  <a:lnTo>
                    <a:pt x="9193" y="2036"/>
                  </a:lnTo>
                  <a:lnTo>
                    <a:pt x="9321" y="2254"/>
                  </a:lnTo>
                  <a:lnTo>
                    <a:pt x="9435" y="2481"/>
                  </a:lnTo>
                  <a:lnTo>
                    <a:pt x="9537" y="2719"/>
                  </a:lnTo>
                  <a:lnTo>
                    <a:pt x="9626" y="2968"/>
                  </a:lnTo>
                  <a:lnTo>
                    <a:pt x="9702" y="3227"/>
                  </a:lnTo>
                  <a:lnTo>
                    <a:pt x="9765" y="3497"/>
                  </a:lnTo>
                  <a:lnTo>
                    <a:pt x="9802" y="3716"/>
                  </a:lnTo>
                  <a:lnTo>
                    <a:pt x="9825" y="3935"/>
                  </a:lnTo>
                  <a:lnTo>
                    <a:pt x="9836" y="4155"/>
                  </a:lnTo>
                  <a:lnTo>
                    <a:pt x="9835" y="4374"/>
                  </a:lnTo>
                  <a:lnTo>
                    <a:pt x="9825" y="4594"/>
                  </a:lnTo>
                  <a:lnTo>
                    <a:pt x="9806" y="4813"/>
                  </a:lnTo>
                  <a:lnTo>
                    <a:pt x="9751" y="5252"/>
                  </a:lnTo>
                  <a:lnTo>
                    <a:pt x="9694" y="5585"/>
                  </a:lnTo>
                  <a:lnTo>
                    <a:pt x="9620" y="5912"/>
                  </a:lnTo>
                  <a:lnTo>
                    <a:pt x="9529" y="6232"/>
                  </a:lnTo>
                  <a:lnTo>
                    <a:pt x="9420" y="6545"/>
                  </a:lnTo>
                  <a:lnTo>
                    <a:pt x="9291" y="6850"/>
                  </a:lnTo>
                  <a:lnTo>
                    <a:pt x="9140" y="7146"/>
                  </a:lnTo>
                  <a:lnTo>
                    <a:pt x="8968" y="7434"/>
                  </a:lnTo>
                  <a:lnTo>
                    <a:pt x="8772" y="7712"/>
                  </a:lnTo>
                  <a:lnTo>
                    <a:pt x="8493" y="8045"/>
                  </a:lnTo>
                  <a:lnTo>
                    <a:pt x="8346" y="8196"/>
                  </a:lnTo>
                  <a:lnTo>
                    <a:pt x="8193" y="8337"/>
                  </a:lnTo>
                  <a:lnTo>
                    <a:pt x="8034" y="8467"/>
                  </a:lnTo>
                  <a:lnTo>
                    <a:pt x="7870" y="8587"/>
                  </a:lnTo>
                  <a:lnTo>
                    <a:pt x="7701" y="8696"/>
                  </a:lnTo>
                  <a:lnTo>
                    <a:pt x="7525" y="8795"/>
                  </a:lnTo>
                  <a:lnTo>
                    <a:pt x="7345" y="8882"/>
                  </a:lnTo>
                  <a:lnTo>
                    <a:pt x="7159" y="8958"/>
                  </a:lnTo>
                  <a:lnTo>
                    <a:pt x="6967" y="9023"/>
                  </a:lnTo>
                  <a:lnTo>
                    <a:pt x="6769" y="9077"/>
                  </a:lnTo>
                  <a:lnTo>
                    <a:pt x="6566" y="9119"/>
                  </a:lnTo>
                  <a:lnTo>
                    <a:pt x="6357" y="9150"/>
                  </a:lnTo>
                  <a:lnTo>
                    <a:pt x="6143" y="9169"/>
                  </a:lnTo>
                  <a:lnTo>
                    <a:pt x="5922" y="9176"/>
                  </a:lnTo>
                  <a:lnTo>
                    <a:pt x="5655" y="9165"/>
                  </a:lnTo>
                  <a:lnTo>
                    <a:pt x="5525" y="9150"/>
                  </a:lnTo>
                  <a:lnTo>
                    <a:pt x="5398" y="9128"/>
                  </a:lnTo>
                  <a:lnTo>
                    <a:pt x="5273" y="9099"/>
                  </a:lnTo>
                  <a:lnTo>
                    <a:pt x="5152" y="9063"/>
                  </a:lnTo>
                  <a:lnTo>
                    <a:pt x="5034" y="9020"/>
                  </a:lnTo>
                  <a:lnTo>
                    <a:pt x="4918" y="8970"/>
                  </a:lnTo>
                  <a:lnTo>
                    <a:pt x="4806" y="8913"/>
                  </a:lnTo>
                  <a:lnTo>
                    <a:pt x="4697" y="8848"/>
                  </a:lnTo>
                  <a:lnTo>
                    <a:pt x="4591" y="8776"/>
                  </a:lnTo>
                  <a:lnTo>
                    <a:pt x="4489" y="8696"/>
                  </a:lnTo>
                  <a:lnTo>
                    <a:pt x="4390" y="8608"/>
                  </a:lnTo>
                  <a:lnTo>
                    <a:pt x="4295" y="8512"/>
                  </a:lnTo>
                  <a:lnTo>
                    <a:pt x="4203" y="8408"/>
                  </a:lnTo>
                  <a:lnTo>
                    <a:pt x="4115" y="8296"/>
                  </a:lnTo>
                </a:path>
              </a:pathLst>
            </a:custGeom>
            <a:solidFill>
              <a:schemeClr val="bg1"/>
            </a:solidFill>
            <a:ln>
              <a:noFill/>
            </a:ln>
            <a:effectLst/>
          </p:spPr>
          <p:txBody>
            <a:bodyPr wrap="none" anchor="ctr"/>
            <a:lstStyle/>
            <a:p>
              <a:endParaRPr lang="de-DE" sz="2400">
                <a:latin typeface="BISansOpti"/>
              </a:endParaRPr>
            </a:p>
          </p:txBody>
        </p:sp>
        <p:sp>
          <p:nvSpPr>
            <p:cNvPr id="39" name="Freeform 2">
              <a:extLst>
                <a:ext uri="{FF2B5EF4-FFF2-40B4-BE49-F238E27FC236}">
                  <a16:creationId xmlns:a16="http://schemas.microsoft.com/office/drawing/2014/main" id="{4590C141-B571-564D-806B-C71453F580A2}"/>
                </a:ext>
              </a:extLst>
            </p:cNvPr>
            <p:cNvSpPr>
              <a:spLocks noChangeAspect="1" noChangeArrowheads="1"/>
            </p:cNvSpPr>
            <p:nvPr userDrawn="1"/>
          </p:nvSpPr>
          <p:spPr bwMode="auto">
            <a:xfrm>
              <a:off x="2915299" y="1272056"/>
              <a:ext cx="323999" cy="323999"/>
            </a:xfrm>
            <a:custGeom>
              <a:avLst/>
              <a:gdLst>
                <a:gd name="T0" fmla="*/ 12913 w 14438"/>
                <a:gd name="T1" fmla="*/ 17 h 14438"/>
                <a:gd name="T2" fmla="*/ 13781 w 14438"/>
                <a:gd name="T3" fmla="*/ 392 h 14438"/>
                <a:gd name="T4" fmla="*/ 14305 w 14438"/>
                <a:gd name="T5" fmla="*/ 1097 h 14438"/>
                <a:gd name="T6" fmla="*/ 14432 w 14438"/>
                <a:gd name="T7" fmla="*/ 12796 h 14438"/>
                <a:gd name="T8" fmla="*/ 14249 w 14438"/>
                <a:gd name="T9" fmla="*/ 13460 h 14438"/>
                <a:gd name="T10" fmla="*/ 13703 w 14438"/>
                <a:gd name="T11" fmla="*/ 14108 h 14438"/>
                <a:gd name="T12" fmla="*/ 12896 w 14438"/>
                <a:gd name="T13" fmla="*/ 14422 h 14438"/>
                <a:gd name="T14" fmla="*/ 1127 w 14438"/>
                <a:gd name="T15" fmla="*/ 14320 h 14438"/>
                <a:gd name="T16" fmla="*/ 473 w 14438"/>
                <a:gd name="T17" fmla="*/ 13875 h 14438"/>
                <a:gd name="T18" fmla="*/ 75 w 14438"/>
                <a:gd name="T19" fmla="*/ 13174 h 14438"/>
                <a:gd name="T20" fmla="*/ 19 w 14438"/>
                <a:gd name="T21" fmla="*/ 1490 h 14438"/>
                <a:gd name="T22" fmla="*/ 243 w 14438"/>
                <a:gd name="T23" fmla="*/ 870 h 14438"/>
                <a:gd name="T24" fmla="*/ 717 w 14438"/>
                <a:gd name="T25" fmla="*/ 343 h 14438"/>
                <a:gd name="T26" fmla="*/ 1356 w 14438"/>
                <a:gd name="T27" fmla="*/ 46 h 14438"/>
                <a:gd name="T28" fmla="*/ 11674 w 14438"/>
                <a:gd name="T29" fmla="*/ 6803 h 14438"/>
                <a:gd name="T30" fmla="*/ 11511 w 14438"/>
                <a:gd name="T31" fmla="*/ 8713 h 14438"/>
                <a:gd name="T32" fmla="*/ 10505 w 14438"/>
                <a:gd name="T33" fmla="*/ 10313 h 14438"/>
                <a:gd name="T34" fmla="*/ 8796 w 14438"/>
                <a:gd name="T35" fmla="*/ 11441 h 14438"/>
                <a:gd name="T36" fmla="*/ 6950 w 14438"/>
                <a:gd name="T37" fmla="*/ 11727 h 14438"/>
                <a:gd name="T38" fmla="*/ 5067 w 14438"/>
                <a:gd name="T39" fmla="*/ 11137 h 14438"/>
                <a:gd name="T40" fmla="*/ 3387 w 14438"/>
                <a:gd name="T41" fmla="*/ 9647 h 14438"/>
                <a:gd name="T42" fmla="*/ 2759 w 14438"/>
                <a:gd name="T43" fmla="*/ 7666 h 14438"/>
                <a:gd name="T44" fmla="*/ 1801 w 14438"/>
                <a:gd name="T45" fmla="*/ 6048 h 14438"/>
                <a:gd name="T46" fmla="*/ 1831 w 14438"/>
                <a:gd name="T47" fmla="*/ 12398 h 14438"/>
                <a:gd name="T48" fmla="*/ 1969 w 14438"/>
                <a:gd name="T49" fmla="*/ 12574 h 14438"/>
                <a:gd name="T50" fmla="*/ 2231 w 14438"/>
                <a:gd name="T51" fmla="*/ 12635 h 14438"/>
                <a:gd name="T52" fmla="*/ 12355 w 14438"/>
                <a:gd name="T53" fmla="*/ 12615 h 14438"/>
                <a:gd name="T54" fmla="*/ 12494 w 14438"/>
                <a:gd name="T55" fmla="*/ 12559 h 14438"/>
                <a:gd name="T56" fmla="*/ 12584 w 14438"/>
                <a:gd name="T57" fmla="*/ 12451 h 14438"/>
                <a:gd name="T58" fmla="*/ 12630 w 14438"/>
                <a:gd name="T59" fmla="*/ 12242 h 14438"/>
                <a:gd name="T60" fmla="*/ 7228 w 14438"/>
                <a:gd name="T61" fmla="*/ 10019 h 14438"/>
                <a:gd name="T62" fmla="*/ 8762 w 14438"/>
                <a:gd name="T63" fmla="*/ 9581 h 14438"/>
                <a:gd name="T64" fmla="*/ 9907 w 14438"/>
                <a:gd name="T65" fmla="*/ 8263 h 14438"/>
                <a:gd name="T66" fmla="*/ 10045 w 14438"/>
                <a:gd name="T67" fmla="*/ 6516 h 14438"/>
                <a:gd name="T68" fmla="*/ 9166 w 14438"/>
                <a:gd name="T69" fmla="*/ 5099 h 14438"/>
                <a:gd name="T70" fmla="*/ 7702 w 14438"/>
                <a:gd name="T71" fmla="*/ 4419 h 14438"/>
                <a:gd name="T72" fmla="*/ 6052 w 14438"/>
                <a:gd name="T73" fmla="*/ 4623 h 14438"/>
                <a:gd name="T74" fmla="*/ 4844 w 14438"/>
                <a:gd name="T75" fmla="*/ 5593 h 14438"/>
                <a:gd name="T76" fmla="*/ 4336 w 14438"/>
                <a:gd name="T77" fmla="*/ 7017 h 14438"/>
                <a:gd name="T78" fmla="*/ 4649 w 14438"/>
                <a:gd name="T79" fmla="*/ 8481 h 14438"/>
                <a:gd name="T80" fmla="*/ 5608 w 14438"/>
                <a:gd name="T81" fmla="*/ 9522 h 14438"/>
                <a:gd name="T82" fmla="*/ 6977 w 14438"/>
                <a:gd name="T83" fmla="*/ 10006 h 14438"/>
                <a:gd name="T84" fmla="*/ 9947 w 14438"/>
                <a:gd name="T85" fmla="*/ 4184 h 14438"/>
                <a:gd name="T86" fmla="*/ 10089 w 14438"/>
                <a:gd name="T87" fmla="*/ 4407 h 14438"/>
                <a:gd name="T88" fmla="*/ 10342 w 14438"/>
                <a:gd name="T89" fmla="*/ 4506 h 14438"/>
                <a:gd name="T90" fmla="*/ 12359 w 14438"/>
                <a:gd name="T91" fmla="*/ 4474 h 14438"/>
                <a:gd name="T92" fmla="*/ 12560 w 14438"/>
                <a:gd name="T93" fmla="*/ 4309 h 14438"/>
                <a:gd name="T94" fmla="*/ 12635 w 14438"/>
                <a:gd name="T95" fmla="*/ 4037 h 14438"/>
                <a:gd name="T96" fmla="*/ 12582 w 14438"/>
                <a:gd name="T97" fmla="*/ 2038 h 14438"/>
                <a:gd name="T98" fmla="*/ 12395 w 14438"/>
                <a:gd name="T99" fmla="*/ 1854 h 14438"/>
                <a:gd name="T100" fmla="*/ 10408 w 14438"/>
                <a:gd name="T101" fmla="*/ 1802 h 14438"/>
                <a:gd name="T102" fmla="*/ 10126 w 14438"/>
                <a:gd name="T103" fmla="*/ 1877 h 14438"/>
                <a:gd name="T104" fmla="*/ 9962 w 14438"/>
                <a:gd name="T105" fmla="*/ 2086 h 1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38" h="14438">
                  <a:moveTo>
                    <a:pt x="12872" y="0"/>
                  </a:moveTo>
                  <a:lnTo>
                    <a:pt x="12892" y="10"/>
                  </a:lnTo>
                  <a:lnTo>
                    <a:pt x="12897" y="12"/>
                  </a:lnTo>
                  <a:lnTo>
                    <a:pt x="12903" y="14"/>
                  </a:lnTo>
                  <a:lnTo>
                    <a:pt x="12908" y="16"/>
                  </a:lnTo>
                  <a:lnTo>
                    <a:pt x="12913" y="17"/>
                  </a:lnTo>
                  <a:lnTo>
                    <a:pt x="13079" y="54"/>
                  </a:lnTo>
                  <a:lnTo>
                    <a:pt x="13237" y="102"/>
                  </a:lnTo>
                  <a:lnTo>
                    <a:pt x="13387" y="160"/>
                  </a:lnTo>
                  <a:lnTo>
                    <a:pt x="13527" y="227"/>
                  </a:lnTo>
                  <a:lnTo>
                    <a:pt x="13659" y="305"/>
                  </a:lnTo>
                  <a:lnTo>
                    <a:pt x="13781" y="392"/>
                  </a:lnTo>
                  <a:lnTo>
                    <a:pt x="13894" y="488"/>
                  </a:lnTo>
                  <a:lnTo>
                    <a:pt x="13997" y="594"/>
                  </a:lnTo>
                  <a:lnTo>
                    <a:pt x="14089" y="707"/>
                  </a:lnTo>
                  <a:lnTo>
                    <a:pt x="14172" y="829"/>
                  </a:lnTo>
                  <a:lnTo>
                    <a:pt x="14244" y="959"/>
                  </a:lnTo>
                  <a:lnTo>
                    <a:pt x="14305" y="1097"/>
                  </a:lnTo>
                  <a:lnTo>
                    <a:pt x="14355" y="1242"/>
                  </a:lnTo>
                  <a:lnTo>
                    <a:pt x="14394" y="1394"/>
                  </a:lnTo>
                  <a:lnTo>
                    <a:pt x="14421" y="1553"/>
                  </a:lnTo>
                  <a:lnTo>
                    <a:pt x="14437" y="1718"/>
                  </a:lnTo>
                  <a:lnTo>
                    <a:pt x="14437" y="12716"/>
                  </a:lnTo>
                  <a:lnTo>
                    <a:pt x="14432" y="12796"/>
                  </a:lnTo>
                  <a:lnTo>
                    <a:pt x="14424" y="12876"/>
                  </a:lnTo>
                  <a:lnTo>
                    <a:pt x="14412" y="12955"/>
                  </a:lnTo>
                  <a:lnTo>
                    <a:pt x="14397" y="13033"/>
                  </a:lnTo>
                  <a:lnTo>
                    <a:pt x="14358" y="13182"/>
                  </a:lnTo>
                  <a:lnTo>
                    <a:pt x="14308" y="13325"/>
                  </a:lnTo>
                  <a:lnTo>
                    <a:pt x="14249" y="13460"/>
                  </a:lnTo>
                  <a:lnTo>
                    <a:pt x="14179" y="13588"/>
                  </a:lnTo>
                  <a:lnTo>
                    <a:pt x="14101" y="13709"/>
                  </a:lnTo>
                  <a:lnTo>
                    <a:pt x="14014" y="13821"/>
                  </a:lnTo>
                  <a:lnTo>
                    <a:pt x="13918" y="13925"/>
                  </a:lnTo>
                  <a:lnTo>
                    <a:pt x="13814" y="14021"/>
                  </a:lnTo>
                  <a:lnTo>
                    <a:pt x="13703" y="14108"/>
                  </a:lnTo>
                  <a:lnTo>
                    <a:pt x="13584" y="14185"/>
                  </a:lnTo>
                  <a:lnTo>
                    <a:pt x="13458" y="14253"/>
                  </a:lnTo>
                  <a:lnTo>
                    <a:pt x="13326" y="14311"/>
                  </a:lnTo>
                  <a:lnTo>
                    <a:pt x="13189" y="14358"/>
                  </a:lnTo>
                  <a:lnTo>
                    <a:pt x="13045" y="14396"/>
                  </a:lnTo>
                  <a:lnTo>
                    <a:pt x="12896" y="14422"/>
                  </a:lnTo>
                  <a:lnTo>
                    <a:pt x="12743" y="14437"/>
                  </a:lnTo>
                  <a:lnTo>
                    <a:pt x="1655" y="14437"/>
                  </a:lnTo>
                  <a:lnTo>
                    <a:pt x="1518" y="14423"/>
                  </a:lnTo>
                  <a:lnTo>
                    <a:pt x="1384" y="14398"/>
                  </a:lnTo>
                  <a:lnTo>
                    <a:pt x="1253" y="14364"/>
                  </a:lnTo>
                  <a:lnTo>
                    <a:pt x="1127" y="14320"/>
                  </a:lnTo>
                  <a:lnTo>
                    <a:pt x="1004" y="14266"/>
                  </a:lnTo>
                  <a:lnTo>
                    <a:pt x="887" y="14204"/>
                  </a:lnTo>
                  <a:lnTo>
                    <a:pt x="774" y="14134"/>
                  </a:lnTo>
                  <a:lnTo>
                    <a:pt x="668" y="14055"/>
                  </a:lnTo>
                  <a:lnTo>
                    <a:pt x="567" y="13969"/>
                  </a:lnTo>
                  <a:lnTo>
                    <a:pt x="473" y="13875"/>
                  </a:lnTo>
                  <a:lnTo>
                    <a:pt x="387" y="13774"/>
                  </a:lnTo>
                  <a:lnTo>
                    <a:pt x="307" y="13666"/>
                  </a:lnTo>
                  <a:lnTo>
                    <a:pt x="236" y="13552"/>
                  </a:lnTo>
                  <a:lnTo>
                    <a:pt x="173" y="13431"/>
                  </a:lnTo>
                  <a:lnTo>
                    <a:pt x="119" y="13305"/>
                  </a:lnTo>
                  <a:lnTo>
                    <a:pt x="75" y="13174"/>
                  </a:lnTo>
                  <a:lnTo>
                    <a:pt x="55" y="13101"/>
                  </a:lnTo>
                  <a:lnTo>
                    <a:pt x="36" y="13028"/>
                  </a:lnTo>
                  <a:lnTo>
                    <a:pt x="0" y="12881"/>
                  </a:lnTo>
                  <a:lnTo>
                    <a:pt x="0" y="1558"/>
                  </a:lnTo>
                  <a:lnTo>
                    <a:pt x="13" y="1513"/>
                  </a:lnTo>
                  <a:lnTo>
                    <a:pt x="19" y="1490"/>
                  </a:lnTo>
                  <a:lnTo>
                    <a:pt x="24" y="1468"/>
                  </a:lnTo>
                  <a:lnTo>
                    <a:pt x="55" y="1337"/>
                  </a:lnTo>
                  <a:lnTo>
                    <a:pt x="92" y="1211"/>
                  </a:lnTo>
                  <a:lnTo>
                    <a:pt x="136" y="1092"/>
                  </a:lnTo>
                  <a:lnTo>
                    <a:pt x="186" y="978"/>
                  </a:lnTo>
                  <a:lnTo>
                    <a:pt x="243" y="870"/>
                  </a:lnTo>
                  <a:lnTo>
                    <a:pt x="306" y="767"/>
                  </a:lnTo>
                  <a:lnTo>
                    <a:pt x="375" y="671"/>
                  </a:lnTo>
                  <a:lnTo>
                    <a:pt x="451" y="580"/>
                  </a:lnTo>
                  <a:lnTo>
                    <a:pt x="533" y="495"/>
                  </a:lnTo>
                  <a:lnTo>
                    <a:pt x="622" y="416"/>
                  </a:lnTo>
                  <a:lnTo>
                    <a:pt x="717" y="343"/>
                  </a:lnTo>
                  <a:lnTo>
                    <a:pt x="819" y="276"/>
                  </a:lnTo>
                  <a:lnTo>
                    <a:pt x="927" y="214"/>
                  </a:lnTo>
                  <a:lnTo>
                    <a:pt x="1042" y="159"/>
                  </a:lnTo>
                  <a:lnTo>
                    <a:pt x="1163" y="109"/>
                  </a:lnTo>
                  <a:lnTo>
                    <a:pt x="1291" y="65"/>
                  </a:lnTo>
                  <a:lnTo>
                    <a:pt x="1356" y="46"/>
                  </a:lnTo>
                  <a:lnTo>
                    <a:pt x="1422" y="30"/>
                  </a:lnTo>
                  <a:lnTo>
                    <a:pt x="1554" y="0"/>
                  </a:lnTo>
                  <a:lnTo>
                    <a:pt x="12872" y="0"/>
                  </a:lnTo>
                  <a:close/>
                  <a:moveTo>
                    <a:pt x="11550" y="6105"/>
                  </a:moveTo>
                  <a:lnTo>
                    <a:pt x="11623" y="6457"/>
                  </a:lnTo>
                  <a:lnTo>
                    <a:pt x="11674" y="6803"/>
                  </a:lnTo>
                  <a:lnTo>
                    <a:pt x="11703" y="7141"/>
                  </a:lnTo>
                  <a:lnTo>
                    <a:pt x="11710" y="7472"/>
                  </a:lnTo>
                  <a:lnTo>
                    <a:pt x="11695" y="7794"/>
                  </a:lnTo>
                  <a:lnTo>
                    <a:pt x="11656" y="8109"/>
                  </a:lnTo>
                  <a:lnTo>
                    <a:pt x="11595" y="8415"/>
                  </a:lnTo>
                  <a:lnTo>
                    <a:pt x="11511" y="8713"/>
                  </a:lnTo>
                  <a:lnTo>
                    <a:pt x="11404" y="9002"/>
                  </a:lnTo>
                  <a:lnTo>
                    <a:pt x="11272" y="9283"/>
                  </a:lnTo>
                  <a:lnTo>
                    <a:pt x="11117" y="9554"/>
                  </a:lnTo>
                  <a:lnTo>
                    <a:pt x="10937" y="9817"/>
                  </a:lnTo>
                  <a:lnTo>
                    <a:pt x="10733" y="10070"/>
                  </a:lnTo>
                  <a:lnTo>
                    <a:pt x="10505" y="10313"/>
                  </a:lnTo>
                  <a:lnTo>
                    <a:pt x="10251" y="10547"/>
                  </a:lnTo>
                  <a:lnTo>
                    <a:pt x="9972" y="10770"/>
                  </a:lnTo>
                  <a:lnTo>
                    <a:pt x="9684" y="10973"/>
                  </a:lnTo>
                  <a:lnTo>
                    <a:pt x="9391" y="11153"/>
                  </a:lnTo>
                  <a:lnTo>
                    <a:pt x="9095" y="11309"/>
                  </a:lnTo>
                  <a:lnTo>
                    <a:pt x="8796" y="11441"/>
                  </a:lnTo>
                  <a:lnTo>
                    <a:pt x="8493" y="11549"/>
                  </a:lnTo>
                  <a:lnTo>
                    <a:pt x="8189" y="11633"/>
                  </a:lnTo>
                  <a:lnTo>
                    <a:pt x="7881" y="11693"/>
                  </a:lnTo>
                  <a:lnTo>
                    <a:pt x="7572" y="11728"/>
                  </a:lnTo>
                  <a:lnTo>
                    <a:pt x="7262" y="11740"/>
                  </a:lnTo>
                  <a:lnTo>
                    <a:pt x="6950" y="11727"/>
                  </a:lnTo>
                  <a:lnTo>
                    <a:pt x="6636" y="11690"/>
                  </a:lnTo>
                  <a:lnTo>
                    <a:pt x="6323" y="11629"/>
                  </a:lnTo>
                  <a:lnTo>
                    <a:pt x="6008" y="11543"/>
                  </a:lnTo>
                  <a:lnTo>
                    <a:pt x="5694" y="11432"/>
                  </a:lnTo>
                  <a:lnTo>
                    <a:pt x="5380" y="11297"/>
                  </a:lnTo>
                  <a:lnTo>
                    <a:pt x="5067" y="11137"/>
                  </a:lnTo>
                  <a:lnTo>
                    <a:pt x="4711" y="10926"/>
                  </a:lnTo>
                  <a:lnTo>
                    <a:pt x="4386" y="10699"/>
                  </a:lnTo>
                  <a:lnTo>
                    <a:pt x="4092" y="10457"/>
                  </a:lnTo>
                  <a:lnTo>
                    <a:pt x="3827" y="10202"/>
                  </a:lnTo>
                  <a:lnTo>
                    <a:pt x="3592" y="9931"/>
                  </a:lnTo>
                  <a:lnTo>
                    <a:pt x="3387" y="9647"/>
                  </a:lnTo>
                  <a:lnTo>
                    <a:pt x="3210" y="9349"/>
                  </a:lnTo>
                  <a:lnTo>
                    <a:pt x="3063" y="9038"/>
                  </a:lnTo>
                  <a:lnTo>
                    <a:pt x="2945" y="8714"/>
                  </a:lnTo>
                  <a:lnTo>
                    <a:pt x="2855" y="8377"/>
                  </a:lnTo>
                  <a:lnTo>
                    <a:pt x="2793" y="8028"/>
                  </a:lnTo>
                  <a:lnTo>
                    <a:pt x="2759" y="7666"/>
                  </a:lnTo>
                  <a:lnTo>
                    <a:pt x="2753" y="7292"/>
                  </a:lnTo>
                  <a:lnTo>
                    <a:pt x="2774" y="6907"/>
                  </a:lnTo>
                  <a:lnTo>
                    <a:pt x="2822" y="6510"/>
                  </a:lnTo>
                  <a:lnTo>
                    <a:pt x="2898" y="6103"/>
                  </a:lnTo>
                  <a:lnTo>
                    <a:pt x="1801" y="5865"/>
                  </a:lnTo>
                  <a:lnTo>
                    <a:pt x="1801" y="6048"/>
                  </a:lnTo>
                  <a:lnTo>
                    <a:pt x="1801" y="11985"/>
                  </a:lnTo>
                  <a:lnTo>
                    <a:pt x="1802" y="12211"/>
                  </a:lnTo>
                  <a:lnTo>
                    <a:pt x="1805" y="12263"/>
                  </a:lnTo>
                  <a:lnTo>
                    <a:pt x="1810" y="12312"/>
                  </a:lnTo>
                  <a:lnTo>
                    <a:pt x="1819" y="12357"/>
                  </a:lnTo>
                  <a:lnTo>
                    <a:pt x="1831" y="12398"/>
                  </a:lnTo>
                  <a:lnTo>
                    <a:pt x="1846" y="12436"/>
                  </a:lnTo>
                  <a:lnTo>
                    <a:pt x="1864" y="12470"/>
                  </a:lnTo>
                  <a:lnTo>
                    <a:pt x="1885" y="12501"/>
                  </a:lnTo>
                  <a:lnTo>
                    <a:pt x="1910" y="12529"/>
                  </a:lnTo>
                  <a:lnTo>
                    <a:pt x="1938" y="12553"/>
                  </a:lnTo>
                  <a:lnTo>
                    <a:pt x="1969" y="12574"/>
                  </a:lnTo>
                  <a:lnTo>
                    <a:pt x="2004" y="12592"/>
                  </a:lnTo>
                  <a:lnTo>
                    <a:pt x="2042" y="12606"/>
                  </a:lnTo>
                  <a:lnTo>
                    <a:pt x="2084" y="12618"/>
                  </a:lnTo>
                  <a:lnTo>
                    <a:pt x="2129" y="12627"/>
                  </a:lnTo>
                  <a:lnTo>
                    <a:pt x="2178" y="12632"/>
                  </a:lnTo>
                  <a:lnTo>
                    <a:pt x="2231" y="12635"/>
                  </a:lnTo>
                  <a:lnTo>
                    <a:pt x="2315" y="12636"/>
                  </a:lnTo>
                  <a:lnTo>
                    <a:pt x="12118" y="12635"/>
                  </a:lnTo>
                  <a:lnTo>
                    <a:pt x="12178" y="12634"/>
                  </a:lnTo>
                  <a:lnTo>
                    <a:pt x="12237" y="12630"/>
                  </a:lnTo>
                  <a:lnTo>
                    <a:pt x="12296" y="12624"/>
                  </a:lnTo>
                  <a:lnTo>
                    <a:pt x="12355" y="12615"/>
                  </a:lnTo>
                  <a:lnTo>
                    <a:pt x="12382" y="12609"/>
                  </a:lnTo>
                  <a:lnTo>
                    <a:pt x="12407" y="12602"/>
                  </a:lnTo>
                  <a:lnTo>
                    <a:pt x="12431" y="12593"/>
                  </a:lnTo>
                  <a:lnTo>
                    <a:pt x="12453" y="12583"/>
                  </a:lnTo>
                  <a:lnTo>
                    <a:pt x="12474" y="12572"/>
                  </a:lnTo>
                  <a:lnTo>
                    <a:pt x="12494" y="12559"/>
                  </a:lnTo>
                  <a:lnTo>
                    <a:pt x="12513" y="12544"/>
                  </a:lnTo>
                  <a:lnTo>
                    <a:pt x="12530" y="12528"/>
                  </a:lnTo>
                  <a:lnTo>
                    <a:pt x="12545" y="12511"/>
                  </a:lnTo>
                  <a:lnTo>
                    <a:pt x="12560" y="12493"/>
                  </a:lnTo>
                  <a:lnTo>
                    <a:pt x="12573" y="12473"/>
                  </a:lnTo>
                  <a:lnTo>
                    <a:pt x="12584" y="12451"/>
                  </a:lnTo>
                  <a:lnTo>
                    <a:pt x="12594" y="12429"/>
                  </a:lnTo>
                  <a:lnTo>
                    <a:pt x="12602" y="12405"/>
                  </a:lnTo>
                  <a:lnTo>
                    <a:pt x="12610" y="12380"/>
                  </a:lnTo>
                  <a:lnTo>
                    <a:pt x="12615" y="12353"/>
                  </a:lnTo>
                  <a:lnTo>
                    <a:pt x="12624" y="12298"/>
                  </a:lnTo>
                  <a:lnTo>
                    <a:pt x="12630" y="12242"/>
                  </a:lnTo>
                  <a:lnTo>
                    <a:pt x="12634" y="12186"/>
                  </a:lnTo>
                  <a:lnTo>
                    <a:pt x="12635" y="12130"/>
                  </a:lnTo>
                  <a:lnTo>
                    <a:pt x="12636" y="6023"/>
                  </a:lnTo>
                  <a:lnTo>
                    <a:pt x="12636" y="5865"/>
                  </a:lnTo>
                  <a:lnTo>
                    <a:pt x="11550" y="6105"/>
                  </a:lnTo>
                  <a:close/>
                  <a:moveTo>
                    <a:pt x="7228" y="10019"/>
                  </a:moveTo>
                  <a:lnTo>
                    <a:pt x="7564" y="9978"/>
                  </a:lnTo>
                  <a:lnTo>
                    <a:pt x="7731" y="9954"/>
                  </a:lnTo>
                  <a:lnTo>
                    <a:pt x="7897" y="9923"/>
                  </a:lnTo>
                  <a:lnTo>
                    <a:pt x="8204" y="9839"/>
                  </a:lnTo>
                  <a:lnTo>
                    <a:pt x="8493" y="9724"/>
                  </a:lnTo>
                  <a:lnTo>
                    <a:pt x="8762" y="9581"/>
                  </a:lnTo>
                  <a:lnTo>
                    <a:pt x="9011" y="9412"/>
                  </a:lnTo>
                  <a:lnTo>
                    <a:pt x="9239" y="9220"/>
                  </a:lnTo>
                  <a:lnTo>
                    <a:pt x="9443" y="9007"/>
                  </a:lnTo>
                  <a:lnTo>
                    <a:pt x="9624" y="8775"/>
                  </a:lnTo>
                  <a:lnTo>
                    <a:pt x="9779" y="8526"/>
                  </a:lnTo>
                  <a:lnTo>
                    <a:pt x="9907" y="8263"/>
                  </a:lnTo>
                  <a:lnTo>
                    <a:pt x="10007" y="7988"/>
                  </a:lnTo>
                  <a:lnTo>
                    <a:pt x="10078" y="7704"/>
                  </a:lnTo>
                  <a:lnTo>
                    <a:pt x="10119" y="7412"/>
                  </a:lnTo>
                  <a:lnTo>
                    <a:pt x="10128" y="7115"/>
                  </a:lnTo>
                  <a:lnTo>
                    <a:pt x="10103" y="6816"/>
                  </a:lnTo>
                  <a:lnTo>
                    <a:pt x="10045" y="6516"/>
                  </a:lnTo>
                  <a:lnTo>
                    <a:pt x="9950" y="6218"/>
                  </a:lnTo>
                  <a:lnTo>
                    <a:pt x="9837" y="5959"/>
                  </a:lnTo>
                  <a:lnTo>
                    <a:pt x="9700" y="5717"/>
                  </a:lnTo>
                  <a:lnTo>
                    <a:pt x="9541" y="5493"/>
                  </a:lnTo>
                  <a:lnTo>
                    <a:pt x="9363" y="5286"/>
                  </a:lnTo>
                  <a:lnTo>
                    <a:pt x="9166" y="5099"/>
                  </a:lnTo>
                  <a:lnTo>
                    <a:pt x="8952" y="4931"/>
                  </a:lnTo>
                  <a:lnTo>
                    <a:pt x="8724" y="4784"/>
                  </a:lnTo>
                  <a:lnTo>
                    <a:pt x="8484" y="4658"/>
                  </a:lnTo>
                  <a:lnTo>
                    <a:pt x="8232" y="4555"/>
                  </a:lnTo>
                  <a:lnTo>
                    <a:pt x="7970" y="4475"/>
                  </a:lnTo>
                  <a:lnTo>
                    <a:pt x="7702" y="4419"/>
                  </a:lnTo>
                  <a:lnTo>
                    <a:pt x="7428" y="4387"/>
                  </a:lnTo>
                  <a:lnTo>
                    <a:pt x="7149" y="4381"/>
                  </a:lnTo>
                  <a:lnTo>
                    <a:pt x="6869" y="4402"/>
                  </a:lnTo>
                  <a:lnTo>
                    <a:pt x="6589" y="4450"/>
                  </a:lnTo>
                  <a:lnTo>
                    <a:pt x="6310" y="4526"/>
                  </a:lnTo>
                  <a:lnTo>
                    <a:pt x="6052" y="4623"/>
                  </a:lnTo>
                  <a:lnTo>
                    <a:pt x="5809" y="4741"/>
                  </a:lnTo>
                  <a:lnTo>
                    <a:pt x="5582" y="4878"/>
                  </a:lnTo>
                  <a:lnTo>
                    <a:pt x="5371" y="5033"/>
                  </a:lnTo>
                  <a:lnTo>
                    <a:pt x="5177" y="5205"/>
                  </a:lnTo>
                  <a:lnTo>
                    <a:pt x="5001" y="5392"/>
                  </a:lnTo>
                  <a:lnTo>
                    <a:pt x="4844" y="5593"/>
                  </a:lnTo>
                  <a:lnTo>
                    <a:pt x="4706" y="5807"/>
                  </a:lnTo>
                  <a:lnTo>
                    <a:pt x="4588" y="6032"/>
                  </a:lnTo>
                  <a:lnTo>
                    <a:pt x="4492" y="6267"/>
                  </a:lnTo>
                  <a:lnTo>
                    <a:pt x="4417" y="6510"/>
                  </a:lnTo>
                  <a:lnTo>
                    <a:pt x="4365" y="6761"/>
                  </a:lnTo>
                  <a:lnTo>
                    <a:pt x="4336" y="7017"/>
                  </a:lnTo>
                  <a:lnTo>
                    <a:pt x="4332" y="7278"/>
                  </a:lnTo>
                  <a:lnTo>
                    <a:pt x="4352" y="7542"/>
                  </a:lnTo>
                  <a:lnTo>
                    <a:pt x="4399" y="7807"/>
                  </a:lnTo>
                  <a:lnTo>
                    <a:pt x="4462" y="8041"/>
                  </a:lnTo>
                  <a:lnTo>
                    <a:pt x="4546" y="8266"/>
                  </a:lnTo>
                  <a:lnTo>
                    <a:pt x="4649" y="8481"/>
                  </a:lnTo>
                  <a:lnTo>
                    <a:pt x="4771" y="8686"/>
                  </a:lnTo>
                  <a:lnTo>
                    <a:pt x="4909" y="8879"/>
                  </a:lnTo>
                  <a:lnTo>
                    <a:pt x="5062" y="9060"/>
                  </a:lnTo>
                  <a:lnTo>
                    <a:pt x="5231" y="9228"/>
                  </a:lnTo>
                  <a:lnTo>
                    <a:pt x="5413" y="9382"/>
                  </a:lnTo>
                  <a:lnTo>
                    <a:pt x="5608" y="9522"/>
                  </a:lnTo>
                  <a:lnTo>
                    <a:pt x="5814" y="9646"/>
                  </a:lnTo>
                  <a:lnTo>
                    <a:pt x="6030" y="9754"/>
                  </a:lnTo>
                  <a:lnTo>
                    <a:pt x="6256" y="9845"/>
                  </a:lnTo>
                  <a:lnTo>
                    <a:pt x="6490" y="9918"/>
                  </a:lnTo>
                  <a:lnTo>
                    <a:pt x="6730" y="9971"/>
                  </a:lnTo>
                  <a:lnTo>
                    <a:pt x="6977" y="10006"/>
                  </a:lnTo>
                  <a:lnTo>
                    <a:pt x="7228" y="10019"/>
                  </a:lnTo>
                  <a:close/>
                  <a:moveTo>
                    <a:pt x="9927" y="3148"/>
                  </a:moveTo>
                  <a:lnTo>
                    <a:pt x="9927" y="4036"/>
                  </a:lnTo>
                  <a:lnTo>
                    <a:pt x="9930" y="4087"/>
                  </a:lnTo>
                  <a:lnTo>
                    <a:pt x="9936" y="4137"/>
                  </a:lnTo>
                  <a:lnTo>
                    <a:pt x="9947" y="4184"/>
                  </a:lnTo>
                  <a:lnTo>
                    <a:pt x="9962" y="4228"/>
                  </a:lnTo>
                  <a:lnTo>
                    <a:pt x="9980" y="4270"/>
                  </a:lnTo>
                  <a:lnTo>
                    <a:pt x="10002" y="4309"/>
                  </a:lnTo>
                  <a:lnTo>
                    <a:pt x="10028" y="4345"/>
                  </a:lnTo>
                  <a:lnTo>
                    <a:pt x="10056" y="4378"/>
                  </a:lnTo>
                  <a:lnTo>
                    <a:pt x="10089" y="4407"/>
                  </a:lnTo>
                  <a:lnTo>
                    <a:pt x="10124" y="4433"/>
                  </a:lnTo>
                  <a:lnTo>
                    <a:pt x="10162" y="4455"/>
                  </a:lnTo>
                  <a:lnTo>
                    <a:pt x="10203" y="4474"/>
                  </a:lnTo>
                  <a:lnTo>
                    <a:pt x="10247" y="4489"/>
                  </a:lnTo>
                  <a:lnTo>
                    <a:pt x="10293" y="4500"/>
                  </a:lnTo>
                  <a:lnTo>
                    <a:pt x="10342" y="4506"/>
                  </a:lnTo>
                  <a:lnTo>
                    <a:pt x="10393" y="4509"/>
                  </a:lnTo>
                  <a:lnTo>
                    <a:pt x="12168" y="4509"/>
                  </a:lnTo>
                  <a:lnTo>
                    <a:pt x="12219" y="4506"/>
                  </a:lnTo>
                  <a:lnTo>
                    <a:pt x="12268" y="4500"/>
                  </a:lnTo>
                  <a:lnTo>
                    <a:pt x="12315" y="4489"/>
                  </a:lnTo>
                  <a:lnTo>
                    <a:pt x="12359" y="4474"/>
                  </a:lnTo>
                  <a:lnTo>
                    <a:pt x="12400" y="4455"/>
                  </a:lnTo>
                  <a:lnTo>
                    <a:pt x="12438" y="4433"/>
                  </a:lnTo>
                  <a:lnTo>
                    <a:pt x="12474" y="4407"/>
                  </a:lnTo>
                  <a:lnTo>
                    <a:pt x="12506" y="4378"/>
                  </a:lnTo>
                  <a:lnTo>
                    <a:pt x="12535" y="4345"/>
                  </a:lnTo>
                  <a:lnTo>
                    <a:pt x="12560" y="4309"/>
                  </a:lnTo>
                  <a:lnTo>
                    <a:pt x="12583" y="4270"/>
                  </a:lnTo>
                  <a:lnTo>
                    <a:pt x="12601" y="4229"/>
                  </a:lnTo>
                  <a:lnTo>
                    <a:pt x="12616" y="4185"/>
                  </a:lnTo>
                  <a:lnTo>
                    <a:pt x="12626" y="4138"/>
                  </a:lnTo>
                  <a:lnTo>
                    <a:pt x="12633" y="4088"/>
                  </a:lnTo>
                  <a:lnTo>
                    <a:pt x="12635" y="4037"/>
                  </a:lnTo>
                  <a:lnTo>
                    <a:pt x="12635" y="2275"/>
                  </a:lnTo>
                  <a:lnTo>
                    <a:pt x="12633" y="2222"/>
                  </a:lnTo>
                  <a:lnTo>
                    <a:pt x="12626" y="2172"/>
                  </a:lnTo>
                  <a:lnTo>
                    <a:pt x="12615" y="2124"/>
                  </a:lnTo>
                  <a:lnTo>
                    <a:pt x="12601" y="2080"/>
                  </a:lnTo>
                  <a:lnTo>
                    <a:pt x="12582" y="2038"/>
                  </a:lnTo>
                  <a:lnTo>
                    <a:pt x="12560" y="1999"/>
                  </a:lnTo>
                  <a:lnTo>
                    <a:pt x="12533" y="1963"/>
                  </a:lnTo>
                  <a:lnTo>
                    <a:pt x="12504" y="1931"/>
                  </a:lnTo>
                  <a:lnTo>
                    <a:pt x="12471" y="1902"/>
                  </a:lnTo>
                  <a:lnTo>
                    <a:pt x="12435" y="1876"/>
                  </a:lnTo>
                  <a:lnTo>
                    <a:pt x="12395" y="1854"/>
                  </a:lnTo>
                  <a:lnTo>
                    <a:pt x="12353" y="1836"/>
                  </a:lnTo>
                  <a:lnTo>
                    <a:pt x="12307" y="1821"/>
                  </a:lnTo>
                  <a:lnTo>
                    <a:pt x="12259" y="1811"/>
                  </a:lnTo>
                  <a:lnTo>
                    <a:pt x="12208" y="1804"/>
                  </a:lnTo>
                  <a:lnTo>
                    <a:pt x="12155" y="1802"/>
                  </a:lnTo>
                  <a:lnTo>
                    <a:pt x="10408" y="1802"/>
                  </a:lnTo>
                  <a:lnTo>
                    <a:pt x="10354" y="1804"/>
                  </a:lnTo>
                  <a:lnTo>
                    <a:pt x="10302" y="1811"/>
                  </a:lnTo>
                  <a:lnTo>
                    <a:pt x="10254" y="1821"/>
                  </a:lnTo>
                  <a:lnTo>
                    <a:pt x="10208" y="1836"/>
                  </a:lnTo>
                  <a:lnTo>
                    <a:pt x="10166" y="1855"/>
                  </a:lnTo>
                  <a:lnTo>
                    <a:pt x="10126" y="1877"/>
                  </a:lnTo>
                  <a:lnTo>
                    <a:pt x="10090" y="1903"/>
                  </a:lnTo>
                  <a:lnTo>
                    <a:pt x="10057" y="1933"/>
                  </a:lnTo>
                  <a:lnTo>
                    <a:pt x="10028" y="1966"/>
                  </a:lnTo>
                  <a:lnTo>
                    <a:pt x="10002" y="2003"/>
                  </a:lnTo>
                  <a:lnTo>
                    <a:pt x="9980" y="2043"/>
                  </a:lnTo>
                  <a:lnTo>
                    <a:pt x="9962" y="2086"/>
                  </a:lnTo>
                  <a:lnTo>
                    <a:pt x="9947" y="2132"/>
                  </a:lnTo>
                  <a:lnTo>
                    <a:pt x="9936" y="2182"/>
                  </a:lnTo>
                  <a:lnTo>
                    <a:pt x="9930" y="2234"/>
                  </a:lnTo>
                  <a:lnTo>
                    <a:pt x="9927" y="2289"/>
                  </a:lnTo>
                  <a:lnTo>
                    <a:pt x="9927" y="3148"/>
                  </a:lnTo>
                  <a:close/>
                </a:path>
              </a:pathLst>
            </a:custGeom>
            <a:solidFill>
              <a:schemeClr val="bg1"/>
            </a:solidFill>
            <a:ln>
              <a:noFill/>
            </a:ln>
            <a:effectLst/>
          </p:spPr>
          <p:txBody>
            <a:bodyPr wrap="none" anchor="ctr"/>
            <a:lstStyle/>
            <a:p>
              <a:endParaRPr lang="de-DE" sz="2400">
                <a:latin typeface="BISansOpti"/>
              </a:endParaRPr>
            </a:p>
          </p:txBody>
        </p:sp>
      </p:grpSp>
      <p:pic>
        <p:nvPicPr>
          <p:cNvPr id="41" name="Picture 40">
            <a:extLst>
              <a:ext uri="{FF2B5EF4-FFF2-40B4-BE49-F238E27FC236}">
                <a16:creationId xmlns:a16="http://schemas.microsoft.com/office/drawing/2014/main" id="{48089703-DF56-714C-83CE-95B1A58E9A5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0" y="2488705"/>
            <a:ext cx="12192000" cy="25400"/>
          </a:xfrm>
          <a:prstGeom prst="rect">
            <a:avLst/>
          </a:prstGeom>
        </p:spPr>
      </p:pic>
      <p:pic>
        <p:nvPicPr>
          <p:cNvPr id="43" name="Picture 42">
            <a:extLst>
              <a:ext uri="{FF2B5EF4-FFF2-40B4-BE49-F238E27FC236}">
                <a16:creationId xmlns:a16="http://schemas.microsoft.com/office/drawing/2014/main" id="{DA533275-901D-4D27-BF55-586DEB2F75AA}"/>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497863" y="5982356"/>
            <a:ext cx="1663484" cy="499677"/>
          </a:xfrm>
          <a:prstGeom prst="rect">
            <a:avLst/>
          </a:prstGeom>
        </p:spPr>
      </p:pic>
      <p:sp>
        <p:nvSpPr>
          <p:cNvPr id="44" name="Slide Number Placeholder 4">
            <a:extLst>
              <a:ext uri="{FF2B5EF4-FFF2-40B4-BE49-F238E27FC236}">
                <a16:creationId xmlns:a16="http://schemas.microsoft.com/office/drawing/2014/main" id="{8B62953A-772F-432B-8827-59ABAFD262B6}"/>
              </a:ext>
            </a:extLst>
          </p:cNvPr>
          <p:cNvSpPr txBox="1">
            <a:spLocks/>
          </p:cNvSpPr>
          <p:nvPr userDrawn="1"/>
        </p:nvSpPr>
        <p:spPr>
          <a:xfrm>
            <a:off x="8943007" y="6327252"/>
            <a:ext cx="2733121" cy="164212"/>
          </a:xfrm>
          <a:prstGeom prst="rect">
            <a:avLst/>
          </a:prstGeom>
        </p:spPr>
        <p:txBody>
          <a:bodyPr vert="horz" wrap="none" lIns="0" tIns="0" rIns="0" bIns="0" rtlCol="0" anchor="ctr">
            <a:spAutoFit/>
          </a:bodyPr>
          <a:lstStyle>
            <a:defPPr>
              <a:defRPr lang="de-DE"/>
            </a:defPPr>
            <a:lvl1pPr marL="0" algn="r" defTabSz="914400" rtl="0" eaLnBrk="1" latinLnBrk="0" hangingPunct="1">
              <a:defRPr sz="900" b="0" i="0" kern="1200" baseline="0">
                <a:solidFill>
                  <a:schemeClr val="tx2"/>
                </a:solidFill>
                <a:latin typeface="BISansOptiCond"/>
                <a:ea typeface="+mn-ea"/>
                <a:cs typeface="BISansOptiCond"/>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67" spc="400">
                <a:solidFill>
                  <a:schemeClr val="bg1"/>
                </a:solidFill>
              </a:rPr>
              <a:t>WE ARE MENTAL HEALTH 2.0</a:t>
            </a:r>
          </a:p>
        </p:txBody>
      </p:sp>
    </p:spTree>
    <p:extLst>
      <p:ext uri="{BB962C8B-B14F-4D97-AF65-F5344CB8AC3E}">
        <p14:creationId xmlns:p14="http://schemas.microsoft.com/office/powerpoint/2010/main" val="2071708475"/>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Closing contact page (German)">
    <p:spTree>
      <p:nvGrpSpPr>
        <p:cNvPr id="1" name=""/>
        <p:cNvGrpSpPr/>
        <p:nvPr/>
      </p:nvGrpSpPr>
      <p:grpSpPr>
        <a:xfrm>
          <a:off x="0" y="0"/>
          <a:ext cx="0" cy="0"/>
          <a:chOff x="0" y="0"/>
          <a:chExt cx="0" cy="0"/>
        </a:xfrm>
      </p:grpSpPr>
      <p:pic>
        <p:nvPicPr>
          <p:cNvPr id="32" name="Picture 31" descr="A picture containing transport, aircraft&#10;&#10;Description automatically generated">
            <a:extLst>
              <a:ext uri="{FF2B5EF4-FFF2-40B4-BE49-F238E27FC236}">
                <a16:creationId xmlns:a16="http://schemas.microsoft.com/office/drawing/2014/main" id="{11AC220F-A326-4013-84F2-8328944C8CB2}"/>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11" name="Textfeld 10"/>
          <p:cNvSpPr txBox="1"/>
          <p:nvPr userDrawn="1"/>
        </p:nvSpPr>
        <p:spPr>
          <a:xfrm>
            <a:off x="490100" y="5313971"/>
            <a:ext cx="6163984" cy="636008"/>
          </a:xfrm>
          <a:prstGeom prst="rect">
            <a:avLst/>
          </a:prstGeom>
          <a:noFill/>
        </p:spPr>
        <p:txBody>
          <a:bodyPr wrap="square" lIns="0" tIns="0" rIns="0" bIns="0" rtlCol="0">
            <a:spAutoFit/>
          </a:bodyPr>
          <a:lstStyle/>
          <a:p>
            <a:pPr marL="0" marR="0" lvl="0" indent="0" algn="just" defTabSz="1219140" rtl="0" eaLnBrk="1" fontAlgn="auto" latinLnBrk="0" hangingPunct="1">
              <a:lnSpc>
                <a:spcPct val="100000"/>
              </a:lnSpc>
              <a:spcBef>
                <a:spcPts val="0"/>
              </a:spcBef>
              <a:spcAft>
                <a:spcPts val="0"/>
              </a:spcAft>
              <a:buClrTx/>
              <a:buSzTx/>
              <a:buFontTx/>
              <a:buNone/>
              <a:tabLst/>
              <a:defRPr/>
            </a:pPr>
            <a:r>
              <a:rPr lang="de-DE" sz="1333">
                <a:solidFill>
                  <a:schemeClr val="bg1"/>
                </a:solidFill>
                <a:latin typeface="BISansOpti"/>
                <a:cs typeface="BISansOpti"/>
              </a:rPr>
              <a:t>© Boehringer Ingelheim </a:t>
            </a:r>
            <a:r>
              <a:rPr lang="de-DE" sz="1400" noProof="0">
                <a:solidFill>
                  <a:schemeClr val="bg2"/>
                </a:solidFill>
              </a:rPr>
              <a:t>Zum Einfügen des Copyright-Jahres hier klicken</a:t>
            </a:r>
          </a:p>
          <a:p>
            <a:pPr marL="0" marR="0" lvl="0" indent="0" algn="just" defTabSz="1219140" rtl="0" eaLnBrk="1" fontAlgn="auto" latinLnBrk="0" hangingPunct="1">
              <a:lnSpc>
                <a:spcPct val="100000"/>
              </a:lnSpc>
              <a:spcBef>
                <a:spcPts val="0"/>
              </a:spcBef>
              <a:spcAft>
                <a:spcPts val="0"/>
              </a:spcAft>
              <a:buClrTx/>
              <a:buSzTx/>
              <a:buFontTx/>
              <a:buNone/>
              <a:tabLst/>
              <a:defRPr/>
            </a:pPr>
            <a:endParaRPr lang="de-DE" sz="1400" noProof="0">
              <a:solidFill>
                <a:schemeClr val="bg2"/>
              </a:solidFill>
            </a:endParaRPr>
          </a:p>
          <a:p>
            <a:pPr algn="just"/>
            <a:endParaRPr lang="de-DE" sz="1333">
              <a:solidFill>
                <a:schemeClr val="bg1"/>
              </a:solidFill>
              <a:latin typeface="BISansOpti"/>
              <a:cs typeface="BISansOpti"/>
            </a:endParaRPr>
          </a:p>
        </p:txBody>
      </p:sp>
      <p:sp>
        <p:nvSpPr>
          <p:cNvPr id="25" name="Textplatzhalter 6"/>
          <p:cNvSpPr>
            <a:spLocks noGrp="1"/>
          </p:cNvSpPr>
          <p:nvPr>
            <p:ph type="body" sz="quarter" idx="12" hasCustomPrompt="1"/>
          </p:nvPr>
        </p:nvSpPr>
        <p:spPr>
          <a:xfrm>
            <a:off x="9441600" y="951208"/>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Straße / Nr.</a:t>
            </a:r>
          </a:p>
        </p:txBody>
      </p:sp>
      <p:sp>
        <p:nvSpPr>
          <p:cNvPr id="26" name="Textplatzhalter 6"/>
          <p:cNvSpPr>
            <a:spLocks noGrp="1"/>
          </p:cNvSpPr>
          <p:nvPr>
            <p:ph type="body" sz="quarter" idx="13" hasCustomPrompt="1"/>
          </p:nvPr>
        </p:nvSpPr>
        <p:spPr>
          <a:xfrm>
            <a:off x="9441600" y="1161575"/>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Postcode/ Town</a:t>
            </a:r>
          </a:p>
        </p:txBody>
      </p:sp>
      <p:sp>
        <p:nvSpPr>
          <p:cNvPr id="27" name="Textplatzhalter 6"/>
          <p:cNvSpPr>
            <a:spLocks noGrp="1"/>
          </p:cNvSpPr>
          <p:nvPr>
            <p:ph type="body" sz="quarter" idx="14" hasCustomPrompt="1"/>
          </p:nvPr>
        </p:nvSpPr>
        <p:spPr>
          <a:xfrm>
            <a:off x="9921600" y="1463708"/>
            <a:ext cx="182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Telefonnummer</a:t>
            </a:r>
          </a:p>
        </p:txBody>
      </p:sp>
      <p:sp>
        <p:nvSpPr>
          <p:cNvPr id="19" name="Textfeld 18"/>
          <p:cNvSpPr txBox="1"/>
          <p:nvPr userDrawn="1"/>
        </p:nvSpPr>
        <p:spPr>
          <a:xfrm>
            <a:off x="9441602" y="1463710"/>
            <a:ext cx="249107" cy="205121"/>
          </a:xfrm>
          <a:prstGeom prst="rect">
            <a:avLst/>
          </a:prstGeom>
          <a:noFill/>
        </p:spPr>
        <p:txBody>
          <a:bodyPr wrap="none" lIns="0" tIns="0" rIns="0" bIns="0" rtlCol="0">
            <a:spAutoFit/>
          </a:bodyPr>
          <a:lstStyle/>
          <a:p>
            <a:r>
              <a:rPr lang="de-DE" sz="1333">
                <a:solidFill>
                  <a:schemeClr val="bg1"/>
                </a:solidFill>
                <a:latin typeface="BISansOpti"/>
                <a:cs typeface="BISansOpti"/>
              </a:rPr>
              <a:t>Tel:</a:t>
            </a:r>
          </a:p>
        </p:txBody>
      </p:sp>
      <p:sp>
        <p:nvSpPr>
          <p:cNvPr id="28" name="Textplatzhalter 6"/>
          <p:cNvSpPr>
            <a:spLocks noGrp="1"/>
          </p:cNvSpPr>
          <p:nvPr>
            <p:ph type="body" sz="quarter" idx="15" hasCustomPrompt="1"/>
          </p:nvPr>
        </p:nvSpPr>
        <p:spPr>
          <a:xfrm>
            <a:off x="9921600" y="1675200"/>
            <a:ext cx="182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fax machine</a:t>
            </a:r>
          </a:p>
        </p:txBody>
      </p:sp>
      <p:sp>
        <p:nvSpPr>
          <p:cNvPr id="29" name="Textfeld 28"/>
          <p:cNvSpPr txBox="1"/>
          <p:nvPr userDrawn="1"/>
        </p:nvSpPr>
        <p:spPr>
          <a:xfrm>
            <a:off x="9441600" y="1675202"/>
            <a:ext cx="288412" cy="205121"/>
          </a:xfrm>
          <a:prstGeom prst="rect">
            <a:avLst/>
          </a:prstGeom>
          <a:noFill/>
        </p:spPr>
        <p:txBody>
          <a:bodyPr wrap="none" lIns="0" tIns="0" rIns="0" bIns="0" rtlCol="0">
            <a:spAutoFit/>
          </a:bodyPr>
          <a:lstStyle/>
          <a:p>
            <a:r>
              <a:rPr lang="de-DE" sz="1333">
                <a:solidFill>
                  <a:schemeClr val="bg1"/>
                </a:solidFill>
                <a:latin typeface="BISansOpti"/>
                <a:cs typeface="BISansOpti"/>
              </a:rPr>
              <a:t>Fax:</a:t>
            </a:r>
          </a:p>
        </p:txBody>
      </p:sp>
      <p:sp>
        <p:nvSpPr>
          <p:cNvPr id="30" name="Textplatzhalter 6"/>
          <p:cNvSpPr>
            <a:spLocks noGrp="1"/>
          </p:cNvSpPr>
          <p:nvPr>
            <p:ph type="body" sz="quarter" idx="16" hasCustomPrompt="1"/>
          </p:nvPr>
        </p:nvSpPr>
        <p:spPr>
          <a:xfrm>
            <a:off x="9441600" y="1971975"/>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Email-address</a:t>
            </a:r>
          </a:p>
        </p:txBody>
      </p:sp>
      <p:sp>
        <p:nvSpPr>
          <p:cNvPr id="31" name="Textplatzhalter 6"/>
          <p:cNvSpPr>
            <a:spLocks noGrp="1"/>
          </p:cNvSpPr>
          <p:nvPr>
            <p:ph type="body" sz="quarter" idx="17" hasCustomPrompt="1"/>
          </p:nvPr>
        </p:nvSpPr>
        <p:spPr>
          <a:xfrm>
            <a:off x="9441600" y="2184000"/>
            <a:ext cx="2304000" cy="206400"/>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Website</a:t>
            </a:r>
          </a:p>
        </p:txBody>
      </p:sp>
      <p:sp>
        <p:nvSpPr>
          <p:cNvPr id="21" name="Textplatzhalter 20"/>
          <p:cNvSpPr>
            <a:spLocks noGrp="1"/>
          </p:cNvSpPr>
          <p:nvPr>
            <p:ph type="body" sz="quarter" idx="18" hasCustomPrompt="1"/>
          </p:nvPr>
        </p:nvSpPr>
        <p:spPr>
          <a:xfrm>
            <a:off x="489600" y="2760002"/>
            <a:ext cx="7166400" cy="472017"/>
          </a:xfrm>
        </p:spPr>
        <p:txBody>
          <a:bodyPr>
            <a:noAutofit/>
          </a:bodyPr>
          <a:lstStyle>
            <a:lvl1pPr marL="0" indent="0">
              <a:buNone/>
              <a:defRPr baseline="0">
                <a:solidFill>
                  <a:schemeClr val="bg1"/>
                </a:solidFill>
                <a:latin typeface="BISansOpti"/>
                <a:cs typeface="BISansOpti"/>
              </a:defRPr>
            </a:lvl1pPr>
          </a:lstStyle>
          <a:p>
            <a:pPr marL="0" marR="0" lvl="0" indent="0" algn="l" defTabSz="1219140" rtl="0" eaLnBrk="1" fontAlgn="auto" latinLnBrk="0" hangingPunct="1">
              <a:lnSpc>
                <a:spcPct val="100000"/>
              </a:lnSpc>
              <a:spcBef>
                <a:spcPts val="533"/>
              </a:spcBef>
              <a:spcAft>
                <a:spcPts val="0"/>
              </a:spcAft>
              <a:buClrTx/>
              <a:buSzTx/>
              <a:buFont typeface="Arial" panose="020B0604020202020204" pitchFamily="34" charset="0"/>
              <a:buNone/>
              <a:tabLst/>
              <a:defRPr/>
            </a:pPr>
            <a:r>
              <a:rPr lang="de-DE" noProof="0"/>
              <a:t>Überschrift für weitere Informationen:</a:t>
            </a:r>
          </a:p>
          <a:p>
            <a:pPr lvl="0"/>
            <a:endParaRPr lang="en-GB" noProof="0"/>
          </a:p>
        </p:txBody>
      </p:sp>
      <p:sp>
        <p:nvSpPr>
          <p:cNvPr id="33" name="Textplatzhalter 20"/>
          <p:cNvSpPr>
            <a:spLocks noGrp="1"/>
          </p:cNvSpPr>
          <p:nvPr>
            <p:ph type="body" sz="quarter" idx="19" hasCustomPrompt="1"/>
          </p:nvPr>
        </p:nvSpPr>
        <p:spPr>
          <a:xfrm>
            <a:off x="489600" y="3233728"/>
            <a:ext cx="7166400" cy="1881600"/>
          </a:xfrm>
        </p:spPr>
        <p:txBody>
          <a:bodyPr>
            <a:noAutofit/>
          </a:bodyPr>
          <a:lstStyle>
            <a:lvl1pPr marL="0" indent="0">
              <a:spcBef>
                <a:spcPts val="0"/>
              </a:spcBef>
              <a:buNone/>
              <a:defRPr sz="2400" baseline="0">
                <a:solidFill>
                  <a:schemeClr val="bg1"/>
                </a:solidFill>
                <a:latin typeface="BISansOpti"/>
                <a:cs typeface="BISansOpti"/>
              </a:defRPr>
            </a:lvl1pPr>
          </a:lstStyle>
          <a:p>
            <a:pPr lvl="0"/>
            <a:r>
              <a:rPr lang="de-DE"/>
              <a:t>Fügen Sie hier die Website-Adressen ein</a:t>
            </a:r>
          </a:p>
        </p:txBody>
      </p:sp>
      <p:sp>
        <p:nvSpPr>
          <p:cNvPr id="38" name="Textplatzhalter 6">
            <a:extLst>
              <a:ext uri="{FF2B5EF4-FFF2-40B4-BE49-F238E27FC236}">
                <a16:creationId xmlns:a16="http://schemas.microsoft.com/office/drawing/2014/main" id="{B2A6F781-119D-A24E-9B11-D046CEB4AC7A}"/>
              </a:ext>
            </a:extLst>
          </p:cNvPr>
          <p:cNvSpPr>
            <a:spLocks noGrp="1"/>
          </p:cNvSpPr>
          <p:nvPr>
            <p:ph type="body" sz="quarter" idx="22" hasCustomPrompt="1"/>
          </p:nvPr>
        </p:nvSpPr>
        <p:spPr>
          <a:xfrm>
            <a:off x="9441600" y="345303"/>
            <a:ext cx="2304000" cy="548663"/>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Firmenbezeichnung</a:t>
            </a:r>
          </a:p>
        </p:txBody>
      </p:sp>
      <p:pic>
        <p:nvPicPr>
          <p:cNvPr id="41" name="Picture 40">
            <a:extLst>
              <a:ext uri="{FF2B5EF4-FFF2-40B4-BE49-F238E27FC236}">
                <a16:creationId xmlns:a16="http://schemas.microsoft.com/office/drawing/2014/main" id="{48089703-DF56-714C-83CE-95B1A58E9A5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0" y="2488705"/>
            <a:ext cx="12192000" cy="25400"/>
          </a:xfrm>
          <a:prstGeom prst="rect">
            <a:avLst/>
          </a:prstGeom>
        </p:spPr>
      </p:pic>
      <p:sp>
        <p:nvSpPr>
          <p:cNvPr id="24" name="Textplatzhalter 6">
            <a:extLst>
              <a:ext uri="{FF2B5EF4-FFF2-40B4-BE49-F238E27FC236}">
                <a16:creationId xmlns:a16="http://schemas.microsoft.com/office/drawing/2014/main" id="{8A3A6A9D-FE9A-4651-8EBB-515BB8269E41}"/>
              </a:ext>
            </a:extLst>
          </p:cNvPr>
          <p:cNvSpPr>
            <a:spLocks noGrp="1"/>
          </p:cNvSpPr>
          <p:nvPr>
            <p:ph type="body" sz="quarter" idx="23" hasCustomPrompt="1"/>
          </p:nvPr>
        </p:nvSpPr>
        <p:spPr>
          <a:xfrm>
            <a:off x="487139" y="5547612"/>
            <a:ext cx="4260872" cy="316104"/>
          </a:xfrm>
        </p:spPr>
        <p:txBody>
          <a:bodyPr/>
          <a:lstStyle>
            <a:lvl1pPr marL="0" marR="0" indent="0" algn="l" defTabSz="1219140" rtl="0" eaLnBrk="1" fontAlgn="auto" latinLnBrk="0" hangingPunct="1">
              <a:lnSpc>
                <a:spcPct val="100000"/>
              </a:lnSpc>
              <a:spcBef>
                <a:spcPts val="0"/>
              </a:spcBef>
              <a:spcAft>
                <a:spcPts val="0"/>
              </a:spcAft>
              <a:buClrTx/>
              <a:buSzTx/>
              <a:buFont typeface="Arial" panose="020B0604020202020204" pitchFamily="34" charset="0"/>
              <a:buNone/>
              <a:tabLst/>
              <a:defRPr sz="1333" b="0" i="0" baseline="0">
                <a:solidFill>
                  <a:schemeClr val="bg1"/>
                </a:solidFill>
                <a:latin typeface="BISansOpti"/>
                <a:cs typeface="BISansOpti"/>
              </a:defRPr>
            </a:lvl1pPr>
          </a:lstStyle>
          <a:p>
            <a:pPr lvl="0"/>
            <a:r>
              <a:rPr lang="de-DE"/>
              <a:t>Zum Einfügen des Copyright-Textes hier klicken</a:t>
            </a:r>
          </a:p>
        </p:txBody>
      </p:sp>
      <p:grpSp>
        <p:nvGrpSpPr>
          <p:cNvPr id="42" name="Group 41">
            <a:extLst>
              <a:ext uri="{FF2B5EF4-FFF2-40B4-BE49-F238E27FC236}">
                <a16:creationId xmlns:a16="http://schemas.microsoft.com/office/drawing/2014/main" id="{059F6757-A6A6-754E-AAAD-D335E6C6F19A}"/>
              </a:ext>
            </a:extLst>
          </p:cNvPr>
          <p:cNvGrpSpPr/>
          <p:nvPr userDrawn="1"/>
        </p:nvGrpSpPr>
        <p:grpSpPr>
          <a:xfrm>
            <a:off x="490103" y="1733173"/>
            <a:ext cx="3157253" cy="415443"/>
            <a:chOff x="367576" y="1233589"/>
            <a:chExt cx="2871722" cy="377872"/>
          </a:xfrm>
        </p:grpSpPr>
        <p:sp>
          <p:nvSpPr>
            <p:cNvPr id="43" name="Freeform 1">
              <a:extLst>
                <a:ext uri="{FF2B5EF4-FFF2-40B4-BE49-F238E27FC236}">
                  <a16:creationId xmlns:a16="http://schemas.microsoft.com/office/drawing/2014/main" id="{1B1174CA-AEBC-9743-831A-0EBAA305A7A9}"/>
                </a:ext>
              </a:extLst>
            </p:cNvPr>
            <p:cNvSpPr>
              <a:spLocks noChangeAspect="1" noChangeArrowheads="1"/>
            </p:cNvSpPr>
            <p:nvPr userDrawn="1"/>
          </p:nvSpPr>
          <p:spPr bwMode="auto">
            <a:xfrm>
              <a:off x="367576" y="1233589"/>
              <a:ext cx="359997" cy="359997"/>
            </a:xfrm>
            <a:custGeom>
              <a:avLst/>
              <a:gdLst>
                <a:gd name="T0" fmla="*/ 19 w 14438"/>
                <a:gd name="T1" fmla="*/ 766 h 14438"/>
                <a:gd name="T2" fmla="*/ 35 w 14438"/>
                <a:gd name="T3" fmla="*/ 713 h 14438"/>
                <a:gd name="T4" fmla="*/ 95 w 14438"/>
                <a:gd name="T5" fmla="*/ 535 h 14438"/>
                <a:gd name="T6" fmla="*/ 182 w 14438"/>
                <a:gd name="T7" fmla="*/ 382 h 14438"/>
                <a:gd name="T8" fmla="*/ 295 w 14438"/>
                <a:gd name="T9" fmla="*/ 253 h 14438"/>
                <a:gd name="T10" fmla="*/ 434 w 14438"/>
                <a:gd name="T11" fmla="*/ 149 h 14438"/>
                <a:gd name="T12" fmla="*/ 598 w 14438"/>
                <a:gd name="T13" fmla="*/ 69 h 14438"/>
                <a:gd name="T14" fmla="*/ 13628 w 14438"/>
                <a:gd name="T15" fmla="*/ 0 h 14438"/>
                <a:gd name="T16" fmla="*/ 13675 w 14438"/>
                <a:gd name="T17" fmla="*/ 24 h 14438"/>
                <a:gd name="T18" fmla="*/ 13780 w 14438"/>
                <a:gd name="T19" fmla="*/ 53 h 14438"/>
                <a:gd name="T20" fmla="*/ 14011 w 14438"/>
                <a:gd name="T21" fmla="*/ 154 h 14438"/>
                <a:gd name="T22" fmla="*/ 14194 w 14438"/>
                <a:gd name="T23" fmla="*/ 297 h 14438"/>
                <a:gd name="T24" fmla="*/ 14328 w 14438"/>
                <a:gd name="T25" fmla="*/ 482 h 14438"/>
                <a:gd name="T26" fmla="*/ 14409 w 14438"/>
                <a:gd name="T27" fmla="*/ 706 h 14438"/>
                <a:gd name="T28" fmla="*/ 14437 w 14438"/>
                <a:gd name="T29" fmla="*/ 966 h 14438"/>
                <a:gd name="T30" fmla="*/ 14420 w 14438"/>
                <a:gd name="T31" fmla="*/ 13674 h 14438"/>
                <a:gd name="T32" fmla="*/ 14331 w 14438"/>
                <a:gd name="T33" fmla="*/ 13951 h 14438"/>
                <a:gd name="T34" fmla="*/ 14175 w 14438"/>
                <a:gd name="T35" fmla="*/ 14172 h 14438"/>
                <a:gd name="T36" fmla="*/ 13956 w 14438"/>
                <a:gd name="T37" fmla="*/ 14330 h 14438"/>
                <a:gd name="T38" fmla="*/ 13681 w 14438"/>
                <a:gd name="T39" fmla="*/ 14419 h 14438"/>
                <a:gd name="T40" fmla="*/ 10100 w 14438"/>
                <a:gd name="T41" fmla="*/ 14436 h 14438"/>
                <a:gd name="T42" fmla="*/ 9952 w 14438"/>
                <a:gd name="T43" fmla="*/ 14430 h 14438"/>
                <a:gd name="T44" fmla="*/ 11610 w 14438"/>
                <a:gd name="T45" fmla="*/ 9040 h 14438"/>
                <a:gd name="T46" fmla="*/ 11676 w 14438"/>
                <a:gd name="T47" fmla="*/ 9035 h 14438"/>
                <a:gd name="T48" fmla="*/ 11714 w 14438"/>
                <a:gd name="T49" fmla="*/ 9022 h 14438"/>
                <a:gd name="T50" fmla="*/ 11742 w 14438"/>
                <a:gd name="T51" fmla="*/ 8998 h 14438"/>
                <a:gd name="T52" fmla="*/ 11764 w 14438"/>
                <a:gd name="T53" fmla="*/ 8961 h 14438"/>
                <a:gd name="T54" fmla="*/ 11778 w 14438"/>
                <a:gd name="T55" fmla="*/ 8907 h 14438"/>
                <a:gd name="T56" fmla="*/ 9941 w 14438"/>
                <a:gd name="T57" fmla="*/ 6760 h 14438"/>
                <a:gd name="T58" fmla="*/ 9960 w 14438"/>
                <a:gd name="T59" fmla="*/ 5621 h 14438"/>
                <a:gd name="T60" fmla="*/ 10017 w 14438"/>
                <a:gd name="T61" fmla="*/ 5333 h 14438"/>
                <a:gd name="T62" fmla="*/ 10120 w 14438"/>
                <a:gd name="T63" fmla="*/ 5080 h 14438"/>
                <a:gd name="T64" fmla="*/ 10272 w 14438"/>
                <a:gd name="T65" fmla="*/ 4871 h 14438"/>
                <a:gd name="T66" fmla="*/ 10468 w 14438"/>
                <a:gd name="T67" fmla="*/ 4711 h 14438"/>
                <a:gd name="T68" fmla="*/ 10705 w 14438"/>
                <a:gd name="T69" fmla="*/ 4604 h 14438"/>
                <a:gd name="T70" fmla="*/ 10979 w 14438"/>
                <a:gd name="T71" fmla="*/ 4553 h 14438"/>
                <a:gd name="T72" fmla="*/ 11951 w 14438"/>
                <a:gd name="T73" fmla="*/ 4524 h 14438"/>
                <a:gd name="T74" fmla="*/ 12121 w 14438"/>
                <a:gd name="T75" fmla="*/ 2250 h 14438"/>
                <a:gd name="T76" fmla="*/ 10259 w 14438"/>
                <a:gd name="T77" fmla="*/ 2251 h 14438"/>
                <a:gd name="T78" fmla="*/ 9557 w 14438"/>
                <a:gd name="T79" fmla="*/ 2358 h 14438"/>
                <a:gd name="T80" fmla="*/ 8930 w 14438"/>
                <a:gd name="T81" fmla="*/ 2653 h 14438"/>
                <a:gd name="T82" fmla="*/ 8449 w 14438"/>
                <a:gd name="T83" fmla="*/ 3073 h 14438"/>
                <a:gd name="T84" fmla="*/ 8169 w 14438"/>
                <a:gd name="T85" fmla="*/ 3441 h 14438"/>
                <a:gd name="T86" fmla="*/ 7901 w 14438"/>
                <a:gd name="T87" fmla="*/ 3976 h 14438"/>
                <a:gd name="T88" fmla="*/ 7695 w 14438"/>
                <a:gd name="T89" fmla="*/ 4854 h 14438"/>
                <a:gd name="T90" fmla="*/ 7660 w 14438"/>
                <a:gd name="T91" fmla="*/ 5883 h 14438"/>
                <a:gd name="T92" fmla="*/ 5871 w 14438"/>
                <a:gd name="T93" fmla="*/ 6766 h 14438"/>
                <a:gd name="T94" fmla="*/ 7656 w 14438"/>
                <a:gd name="T95" fmla="*/ 14428 h 14438"/>
                <a:gd name="T96" fmla="*/ 7590 w 14438"/>
                <a:gd name="T97" fmla="*/ 14436 h 14438"/>
                <a:gd name="T98" fmla="*/ 820 w 14438"/>
                <a:gd name="T99" fmla="*/ 14431 h 14438"/>
                <a:gd name="T100" fmla="*/ 608 w 14438"/>
                <a:gd name="T101" fmla="*/ 14386 h 14438"/>
                <a:gd name="T102" fmla="*/ 418 w 14438"/>
                <a:gd name="T103" fmla="*/ 14292 h 14438"/>
                <a:gd name="T104" fmla="*/ 257 w 14438"/>
                <a:gd name="T105" fmla="*/ 14157 h 14438"/>
                <a:gd name="T106" fmla="*/ 132 w 14438"/>
                <a:gd name="T107" fmla="*/ 13987 h 14438"/>
                <a:gd name="T108" fmla="*/ 48 w 14438"/>
                <a:gd name="T109" fmla="*/ 13788 h 1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38" h="14438">
                  <a:moveTo>
                    <a:pt x="0" y="13628"/>
                  </a:moveTo>
                  <a:lnTo>
                    <a:pt x="0" y="818"/>
                  </a:lnTo>
                  <a:lnTo>
                    <a:pt x="19" y="766"/>
                  </a:lnTo>
                  <a:lnTo>
                    <a:pt x="28" y="740"/>
                  </a:lnTo>
                  <a:lnTo>
                    <a:pt x="32" y="726"/>
                  </a:lnTo>
                  <a:lnTo>
                    <a:pt x="35" y="713"/>
                  </a:lnTo>
                  <a:lnTo>
                    <a:pt x="52" y="651"/>
                  </a:lnTo>
                  <a:lnTo>
                    <a:pt x="72" y="591"/>
                  </a:lnTo>
                  <a:lnTo>
                    <a:pt x="95" y="535"/>
                  </a:lnTo>
                  <a:lnTo>
                    <a:pt x="122" y="481"/>
                  </a:lnTo>
                  <a:lnTo>
                    <a:pt x="150" y="430"/>
                  </a:lnTo>
                  <a:lnTo>
                    <a:pt x="182" y="382"/>
                  </a:lnTo>
                  <a:lnTo>
                    <a:pt x="217" y="336"/>
                  </a:lnTo>
                  <a:lnTo>
                    <a:pt x="255" y="293"/>
                  </a:lnTo>
                  <a:lnTo>
                    <a:pt x="295" y="253"/>
                  </a:lnTo>
                  <a:lnTo>
                    <a:pt x="339" y="216"/>
                  </a:lnTo>
                  <a:lnTo>
                    <a:pt x="385" y="181"/>
                  </a:lnTo>
                  <a:lnTo>
                    <a:pt x="434" y="149"/>
                  </a:lnTo>
                  <a:lnTo>
                    <a:pt x="486" y="120"/>
                  </a:lnTo>
                  <a:lnTo>
                    <a:pt x="541" y="93"/>
                  </a:lnTo>
                  <a:lnTo>
                    <a:pt x="598" y="69"/>
                  </a:lnTo>
                  <a:lnTo>
                    <a:pt x="659" y="48"/>
                  </a:lnTo>
                  <a:lnTo>
                    <a:pt x="818" y="0"/>
                  </a:lnTo>
                  <a:lnTo>
                    <a:pt x="13628" y="0"/>
                  </a:lnTo>
                  <a:lnTo>
                    <a:pt x="13659" y="16"/>
                  </a:lnTo>
                  <a:lnTo>
                    <a:pt x="13667" y="20"/>
                  </a:lnTo>
                  <a:lnTo>
                    <a:pt x="13675" y="24"/>
                  </a:lnTo>
                  <a:lnTo>
                    <a:pt x="13684" y="27"/>
                  </a:lnTo>
                  <a:lnTo>
                    <a:pt x="13692" y="29"/>
                  </a:lnTo>
                  <a:lnTo>
                    <a:pt x="13780" y="53"/>
                  </a:lnTo>
                  <a:lnTo>
                    <a:pt x="13862" y="81"/>
                  </a:lnTo>
                  <a:lnTo>
                    <a:pt x="13939" y="115"/>
                  </a:lnTo>
                  <a:lnTo>
                    <a:pt x="14011" y="154"/>
                  </a:lnTo>
                  <a:lnTo>
                    <a:pt x="14078" y="197"/>
                  </a:lnTo>
                  <a:lnTo>
                    <a:pt x="14139" y="245"/>
                  </a:lnTo>
                  <a:lnTo>
                    <a:pt x="14194" y="297"/>
                  </a:lnTo>
                  <a:lnTo>
                    <a:pt x="14245" y="355"/>
                  </a:lnTo>
                  <a:lnTo>
                    <a:pt x="14289" y="416"/>
                  </a:lnTo>
                  <a:lnTo>
                    <a:pt x="14328" y="482"/>
                  </a:lnTo>
                  <a:lnTo>
                    <a:pt x="14361" y="553"/>
                  </a:lnTo>
                  <a:lnTo>
                    <a:pt x="14388" y="627"/>
                  </a:lnTo>
                  <a:lnTo>
                    <a:pt x="14409" y="706"/>
                  </a:lnTo>
                  <a:lnTo>
                    <a:pt x="14425" y="788"/>
                  </a:lnTo>
                  <a:lnTo>
                    <a:pt x="14434" y="875"/>
                  </a:lnTo>
                  <a:lnTo>
                    <a:pt x="14437" y="966"/>
                  </a:lnTo>
                  <a:lnTo>
                    <a:pt x="14437" y="13462"/>
                  </a:lnTo>
                  <a:lnTo>
                    <a:pt x="14433" y="13571"/>
                  </a:lnTo>
                  <a:lnTo>
                    <a:pt x="14420" y="13674"/>
                  </a:lnTo>
                  <a:lnTo>
                    <a:pt x="14398" y="13772"/>
                  </a:lnTo>
                  <a:lnTo>
                    <a:pt x="14369" y="13864"/>
                  </a:lnTo>
                  <a:lnTo>
                    <a:pt x="14331" y="13951"/>
                  </a:lnTo>
                  <a:lnTo>
                    <a:pt x="14286" y="14031"/>
                  </a:lnTo>
                  <a:lnTo>
                    <a:pt x="14234" y="14105"/>
                  </a:lnTo>
                  <a:lnTo>
                    <a:pt x="14175" y="14172"/>
                  </a:lnTo>
                  <a:lnTo>
                    <a:pt x="14108" y="14232"/>
                  </a:lnTo>
                  <a:lnTo>
                    <a:pt x="14035" y="14284"/>
                  </a:lnTo>
                  <a:lnTo>
                    <a:pt x="13956" y="14330"/>
                  </a:lnTo>
                  <a:lnTo>
                    <a:pt x="13870" y="14368"/>
                  </a:lnTo>
                  <a:lnTo>
                    <a:pt x="13779" y="14397"/>
                  </a:lnTo>
                  <a:lnTo>
                    <a:pt x="13681" y="14419"/>
                  </a:lnTo>
                  <a:lnTo>
                    <a:pt x="13579" y="14432"/>
                  </a:lnTo>
                  <a:lnTo>
                    <a:pt x="13471" y="14437"/>
                  </a:lnTo>
                  <a:lnTo>
                    <a:pt x="10100" y="14436"/>
                  </a:lnTo>
                  <a:lnTo>
                    <a:pt x="10063" y="14435"/>
                  </a:lnTo>
                  <a:lnTo>
                    <a:pt x="10026" y="14434"/>
                  </a:lnTo>
                  <a:lnTo>
                    <a:pt x="9952" y="14430"/>
                  </a:lnTo>
                  <a:lnTo>
                    <a:pt x="9952" y="9038"/>
                  </a:lnTo>
                  <a:lnTo>
                    <a:pt x="10115" y="9038"/>
                  </a:lnTo>
                  <a:lnTo>
                    <a:pt x="11610" y="9040"/>
                  </a:lnTo>
                  <a:lnTo>
                    <a:pt x="11646" y="9039"/>
                  </a:lnTo>
                  <a:lnTo>
                    <a:pt x="11661" y="9038"/>
                  </a:lnTo>
                  <a:lnTo>
                    <a:pt x="11676" y="9035"/>
                  </a:lnTo>
                  <a:lnTo>
                    <a:pt x="11690" y="9032"/>
                  </a:lnTo>
                  <a:lnTo>
                    <a:pt x="11702" y="9027"/>
                  </a:lnTo>
                  <a:lnTo>
                    <a:pt x="11714" y="9022"/>
                  </a:lnTo>
                  <a:lnTo>
                    <a:pt x="11724" y="9015"/>
                  </a:lnTo>
                  <a:lnTo>
                    <a:pt x="11734" y="9007"/>
                  </a:lnTo>
                  <a:lnTo>
                    <a:pt x="11742" y="8998"/>
                  </a:lnTo>
                  <a:lnTo>
                    <a:pt x="11750" y="8987"/>
                  </a:lnTo>
                  <a:lnTo>
                    <a:pt x="11757" y="8975"/>
                  </a:lnTo>
                  <a:lnTo>
                    <a:pt x="11764" y="8961"/>
                  </a:lnTo>
                  <a:lnTo>
                    <a:pt x="11769" y="8945"/>
                  </a:lnTo>
                  <a:lnTo>
                    <a:pt x="11774" y="8927"/>
                  </a:lnTo>
                  <a:lnTo>
                    <a:pt x="11778" y="8907"/>
                  </a:lnTo>
                  <a:lnTo>
                    <a:pt x="12106" y="7266"/>
                  </a:lnTo>
                  <a:lnTo>
                    <a:pt x="12201" y="6760"/>
                  </a:lnTo>
                  <a:lnTo>
                    <a:pt x="9941" y="6760"/>
                  </a:lnTo>
                  <a:lnTo>
                    <a:pt x="9944" y="5817"/>
                  </a:lnTo>
                  <a:lnTo>
                    <a:pt x="9950" y="5719"/>
                  </a:lnTo>
                  <a:lnTo>
                    <a:pt x="9960" y="5621"/>
                  </a:lnTo>
                  <a:lnTo>
                    <a:pt x="9976" y="5523"/>
                  </a:lnTo>
                  <a:lnTo>
                    <a:pt x="9994" y="5427"/>
                  </a:lnTo>
                  <a:lnTo>
                    <a:pt x="10017" y="5333"/>
                  </a:lnTo>
                  <a:lnTo>
                    <a:pt x="10046" y="5244"/>
                  </a:lnTo>
                  <a:lnTo>
                    <a:pt x="10080" y="5159"/>
                  </a:lnTo>
                  <a:lnTo>
                    <a:pt x="10120" y="5080"/>
                  </a:lnTo>
                  <a:lnTo>
                    <a:pt x="10166" y="5005"/>
                  </a:lnTo>
                  <a:lnTo>
                    <a:pt x="10216" y="4936"/>
                  </a:lnTo>
                  <a:lnTo>
                    <a:pt x="10272" y="4871"/>
                  </a:lnTo>
                  <a:lnTo>
                    <a:pt x="10332" y="4812"/>
                  </a:lnTo>
                  <a:lnTo>
                    <a:pt x="10398" y="4759"/>
                  </a:lnTo>
                  <a:lnTo>
                    <a:pt x="10468" y="4711"/>
                  </a:lnTo>
                  <a:lnTo>
                    <a:pt x="10542" y="4669"/>
                  </a:lnTo>
                  <a:lnTo>
                    <a:pt x="10621" y="4633"/>
                  </a:lnTo>
                  <a:lnTo>
                    <a:pt x="10705" y="4604"/>
                  </a:lnTo>
                  <a:lnTo>
                    <a:pt x="10792" y="4580"/>
                  </a:lnTo>
                  <a:lnTo>
                    <a:pt x="10884" y="4563"/>
                  </a:lnTo>
                  <a:lnTo>
                    <a:pt x="10979" y="4553"/>
                  </a:lnTo>
                  <a:lnTo>
                    <a:pt x="11222" y="4539"/>
                  </a:lnTo>
                  <a:lnTo>
                    <a:pt x="11465" y="4532"/>
                  </a:lnTo>
                  <a:lnTo>
                    <a:pt x="11951" y="4524"/>
                  </a:lnTo>
                  <a:lnTo>
                    <a:pt x="12187" y="4524"/>
                  </a:lnTo>
                  <a:lnTo>
                    <a:pt x="12187" y="2254"/>
                  </a:lnTo>
                  <a:lnTo>
                    <a:pt x="12121" y="2250"/>
                  </a:lnTo>
                  <a:lnTo>
                    <a:pt x="12092" y="2249"/>
                  </a:lnTo>
                  <a:lnTo>
                    <a:pt x="12064" y="2248"/>
                  </a:lnTo>
                  <a:lnTo>
                    <a:pt x="10259" y="2251"/>
                  </a:lnTo>
                  <a:lnTo>
                    <a:pt x="10017" y="2266"/>
                  </a:lnTo>
                  <a:lnTo>
                    <a:pt x="9783" y="2301"/>
                  </a:lnTo>
                  <a:lnTo>
                    <a:pt x="9557" y="2358"/>
                  </a:lnTo>
                  <a:lnTo>
                    <a:pt x="9339" y="2435"/>
                  </a:lnTo>
                  <a:lnTo>
                    <a:pt x="9130" y="2533"/>
                  </a:lnTo>
                  <a:lnTo>
                    <a:pt x="8930" y="2653"/>
                  </a:lnTo>
                  <a:lnTo>
                    <a:pt x="8740" y="2794"/>
                  </a:lnTo>
                  <a:lnTo>
                    <a:pt x="8559" y="2958"/>
                  </a:lnTo>
                  <a:lnTo>
                    <a:pt x="8449" y="3073"/>
                  </a:lnTo>
                  <a:lnTo>
                    <a:pt x="8348" y="3193"/>
                  </a:lnTo>
                  <a:lnTo>
                    <a:pt x="8254" y="3315"/>
                  </a:lnTo>
                  <a:lnTo>
                    <a:pt x="8169" y="3441"/>
                  </a:lnTo>
                  <a:lnTo>
                    <a:pt x="8091" y="3570"/>
                  </a:lnTo>
                  <a:lnTo>
                    <a:pt x="8021" y="3703"/>
                  </a:lnTo>
                  <a:lnTo>
                    <a:pt x="7901" y="3976"/>
                  </a:lnTo>
                  <a:lnTo>
                    <a:pt x="7808" y="4259"/>
                  </a:lnTo>
                  <a:lnTo>
                    <a:pt x="7740" y="4553"/>
                  </a:lnTo>
                  <a:lnTo>
                    <a:pt x="7695" y="4854"/>
                  </a:lnTo>
                  <a:lnTo>
                    <a:pt x="7670" y="5164"/>
                  </a:lnTo>
                  <a:lnTo>
                    <a:pt x="7660" y="5523"/>
                  </a:lnTo>
                  <a:lnTo>
                    <a:pt x="7660" y="5883"/>
                  </a:lnTo>
                  <a:lnTo>
                    <a:pt x="7665" y="6603"/>
                  </a:lnTo>
                  <a:lnTo>
                    <a:pt x="7665" y="6766"/>
                  </a:lnTo>
                  <a:lnTo>
                    <a:pt x="5871" y="6766"/>
                  </a:lnTo>
                  <a:lnTo>
                    <a:pt x="5871" y="9041"/>
                  </a:lnTo>
                  <a:lnTo>
                    <a:pt x="7656" y="9041"/>
                  </a:lnTo>
                  <a:lnTo>
                    <a:pt x="7656" y="14428"/>
                  </a:lnTo>
                  <a:lnTo>
                    <a:pt x="7616" y="14433"/>
                  </a:lnTo>
                  <a:lnTo>
                    <a:pt x="7598" y="14435"/>
                  </a:lnTo>
                  <a:lnTo>
                    <a:pt x="7590" y="14436"/>
                  </a:lnTo>
                  <a:lnTo>
                    <a:pt x="7581" y="14436"/>
                  </a:lnTo>
                  <a:lnTo>
                    <a:pt x="895" y="14434"/>
                  </a:lnTo>
                  <a:lnTo>
                    <a:pt x="820" y="14431"/>
                  </a:lnTo>
                  <a:lnTo>
                    <a:pt x="748" y="14422"/>
                  </a:lnTo>
                  <a:lnTo>
                    <a:pt x="677" y="14407"/>
                  </a:lnTo>
                  <a:lnTo>
                    <a:pt x="608" y="14386"/>
                  </a:lnTo>
                  <a:lnTo>
                    <a:pt x="542" y="14360"/>
                  </a:lnTo>
                  <a:lnTo>
                    <a:pt x="479" y="14328"/>
                  </a:lnTo>
                  <a:lnTo>
                    <a:pt x="418" y="14292"/>
                  </a:lnTo>
                  <a:lnTo>
                    <a:pt x="361" y="14252"/>
                  </a:lnTo>
                  <a:lnTo>
                    <a:pt x="307" y="14207"/>
                  </a:lnTo>
                  <a:lnTo>
                    <a:pt x="257" y="14157"/>
                  </a:lnTo>
                  <a:lnTo>
                    <a:pt x="211" y="14104"/>
                  </a:lnTo>
                  <a:lnTo>
                    <a:pt x="169" y="14047"/>
                  </a:lnTo>
                  <a:lnTo>
                    <a:pt x="132" y="13987"/>
                  </a:lnTo>
                  <a:lnTo>
                    <a:pt x="99" y="13923"/>
                  </a:lnTo>
                  <a:lnTo>
                    <a:pt x="71" y="13857"/>
                  </a:lnTo>
                  <a:lnTo>
                    <a:pt x="48" y="13788"/>
                  </a:lnTo>
                  <a:lnTo>
                    <a:pt x="0" y="13628"/>
                  </a:lnTo>
                </a:path>
              </a:pathLst>
            </a:custGeom>
            <a:solidFill>
              <a:schemeClr val="bg1"/>
            </a:solidFill>
            <a:ln>
              <a:noFill/>
            </a:ln>
            <a:effectLst/>
          </p:spPr>
          <p:txBody>
            <a:bodyPr wrap="none" anchor="ctr"/>
            <a:lstStyle/>
            <a:p>
              <a:endParaRPr lang="de-DE" sz="2400">
                <a:solidFill>
                  <a:srgbClr val="123563"/>
                </a:solidFill>
                <a:latin typeface="BISansOpti"/>
              </a:endParaRPr>
            </a:p>
          </p:txBody>
        </p:sp>
        <p:sp>
          <p:nvSpPr>
            <p:cNvPr id="44" name="Freeform 2">
              <a:extLst>
                <a:ext uri="{FF2B5EF4-FFF2-40B4-BE49-F238E27FC236}">
                  <a16:creationId xmlns:a16="http://schemas.microsoft.com/office/drawing/2014/main" id="{F2AD258C-A247-1443-A955-18353BAFDB15}"/>
                </a:ext>
              </a:extLst>
            </p:cNvPr>
            <p:cNvSpPr>
              <a:spLocks noChangeAspect="1" noChangeArrowheads="1"/>
            </p:cNvSpPr>
            <p:nvPr userDrawn="1"/>
          </p:nvSpPr>
          <p:spPr bwMode="auto">
            <a:xfrm>
              <a:off x="1020233" y="1260552"/>
              <a:ext cx="396000" cy="323404"/>
            </a:xfrm>
            <a:custGeom>
              <a:avLst/>
              <a:gdLst>
                <a:gd name="T0" fmla="*/ 2302 w 14384"/>
                <a:gd name="T1" fmla="*/ 10229 h 11746"/>
                <a:gd name="T2" fmla="*/ 4222 w 14384"/>
                <a:gd name="T3" fmla="*/ 9176 h 11746"/>
                <a:gd name="T4" fmla="*/ 3544 w 14384"/>
                <a:gd name="T5" fmla="*/ 9052 h 11746"/>
                <a:gd name="T6" fmla="*/ 2627 w 14384"/>
                <a:gd name="T7" fmla="*/ 8581 h 11746"/>
                <a:gd name="T8" fmla="*/ 2100 w 14384"/>
                <a:gd name="T9" fmla="*/ 8065 h 11746"/>
                <a:gd name="T10" fmla="*/ 1633 w 14384"/>
                <a:gd name="T11" fmla="*/ 7227 h 11746"/>
                <a:gd name="T12" fmla="*/ 1622 w 14384"/>
                <a:gd name="T13" fmla="*/ 7169 h 11746"/>
                <a:gd name="T14" fmla="*/ 1631 w 14384"/>
                <a:gd name="T15" fmla="*/ 7150 h 11746"/>
                <a:gd name="T16" fmla="*/ 1654 w 14384"/>
                <a:gd name="T17" fmla="*/ 7142 h 11746"/>
                <a:gd name="T18" fmla="*/ 1884 w 14384"/>
                <a:gd name="T19" fmla="*/ 7165 h 11746"/>
                <a:gd name="T20" fmla="*/ 2540 w 14384"/>
                <a:gd name="T21" fmla="*/ 7153 h 11746"/>
                <a:gd name="T22" fmla="*/ 2848 w 14384"/>
                <a:gd name="T23" fmla="*/ 7095 h 11746"/>
                <a:gd name="T24" fmla="*/ 1895 w 14384"/>
                <a:gd name="T25" fmla="*/ 6602 h 11746"/>
                <a:gd name="T26" fmla="*/ 974 w 14384"/>
                <a:gd name="T27" fmla="*/ 5689 h 11746"/>
                <a:gd name="T28" fmla="*/ 567 w 14384"/>
                <a:gd name="T29" fmla="*/ 4595 h 11746"/>
                <a:gd name="T30" fmla="*/ 1040 w 14384"/>
                <a:gd name="T31" fmla="*/ 4344 h 11746"/>
                <a:gd name="T32" fmla="*/ 1878 w 14384"/>
                <a:gd name="T33" fmla="*/ 4497 h 11746"/>
                <a:gd name="T34" fmla="*/ 1298 w 14384"/>
                <a:gd name="T35" fmla="*/ 3967 h 11746"/>
                <a:gd name="T36" fmla="*/ 726 w 14384"/>
                <a:gd name="T37" fmla="*/ 2940 h 11746"/>
                <a:gd name="T38" fmla="*/ 592 w 14384"/>
                <a:gd name="T39" fmla="*/ 1831 h 11746"/>
                <a:gd name="T40" fmla="*/ 824 w 14384"/>
                <a:gd name="T41" fmla="*/ 868 h 11746"/>
                <a:gd name="T42" fmla="*/ 964 w 14384"/>
                <a:gd name="T43" fmla="*/ 589 h 11746"/>
                <a:gd name="T44" fmla="*/ 983 w 14384"/>
                <a:gd name="T45" fmla="*/ 577 h 11746"/>
                <a:gd name="T46" fmla="*/ 1005 w 14384"/>
                <a:gd name="T47" fmla="*/ 584 h 11746"/>
                <a:gd name="T48" fmla="*/ 1596 w 14384"/>
                <a:gd name="T49" fmla="*/ 1214 h 11746"/>
                <a:gd name="T50" fmla="*/ 4660 w 14384"/>
                <a:gd name="T51" fmla="*/ 3154 h 11746"/>
                <a:gd name="T52" fmla="*/ 6964 w 14384"/>
                <a:gd name="T53" fmla="*/ 3640 h 11746"/>
                <a:gd name="T54" fmla="*/ 7045 w 14384"/>
                <a:gd name="T55" fmla="*/ 3637 h 11746"/>
                <a:gd name="T56" fmla="*/ 7063 w 14384"/>
                <a:gd name="T57" fmla="*/ 3624 h 11746"/>
                <a:gd name="T58" fmla="*/ 7074 w 14384"/>
                <a:gd name="T59" fmla="*/ 3590 h 11746"/>
                <a:gd name="T60" fmla="*/ 7020 w 14384"/>
                <a:gd name="T61" fmla="*/ 2949 h 11746"/>
                <a:gd name="T62" fmla="*/ 7333 w 14384"/>
                <a:gd name="T63" fmla="*/ 1628 h 11746"/>
                <a:gd name="T64" fmla="*/ 8184 w 14384"/>
                <a:gd name="T65" fmla="*/ 606 h 11746"/>
                <a:gd name="T66" fmla="*/ 9383 w 14384"/>
                <a:gd name="T67" fmla="*/ 70 h 11746"/>
                <a:gd name="T68" fmla="*/ 10325 w 14384"/>
                <a:gd name="T69" fmla="*/ 15 h 11746"/>
                <a:gd name="T70" fmla="*/ 11198 w 14384"/>
                <a:gd name="T71" fmla="*/ 263 h 11746"/>
                <a:gd name="T72" fmla="*/ 11995 w 14384"/>
                <a:gd name="T73" fmla="*/ 807 h 11746"/>
                <a:gd name="T74" fmla="*/ 12123 w 14384"/>
                <a:gd name="T75" fmla="*/ 892 h 11746"/>
                <a:gd name="T76" fmla="*/ 12231 w 14384"/>
                <a:gd name="T77" fmla="*/ 915 h 11746"/>
                <a:gd name="T78" fmla="*/ 12744 w 14384"/>
                <a:gd name="T79" fmla="*/ 787 h 11746"/>
                <a:gd name="T80" fmla="*/ 13860 w 14384"/>
                <a:gd name="T81" fmla="*/ 315 h 11746"/>
                <a:gd name="T82" fmla="*/ 13966 w 14384"/>
                <a:gd name="T83" fmla="*/ 263 h 11746"/>
                <a:gd name="T84" fmla="*/ 13995 w 14384"/>
                <a:gd name="T85" fmla="*/ 269 h 11746"/>
                <a:gd name="T86" fmla="*/ 13527 w 14384"/>
                <a:gd name="T87" fmla="*/ 1148 h 11746"/>
                <a:gd name="T88" fmla="*/ 12830 w 14384"/>
                <a:gd name="T89" fmla="*/ 1838 h 11746"/>
                <a:gd name="T90" fmla="*/ 13292 w 14384"/>
                <a:gd name="T91" fmla="*/ 1763 h 11746"/>
                <a:gd name="T92" fmla="*/ 13785 w 14384"/>
                <a:gd name="T93" fmla="*/ 1631 h 11746"/>
                <a:gd name="T94" fmla="*/ 14219 w 14384"/>
                <a:gd name="T95" fmla="*/ 1479 h 11746"/>
                <a:gd name="T96" fmla="*/ 14275 w 14384"/>
                <a:gd name="T97" fmla="*/ 1604 h 11746"/>
                <a:gd name="T98" fmla="*/ 13501 w 14384"/>
                <a:gd name="T99" fmla="*/ 2473 h 11746"/>
                <a:gd name="T100" fmla="*/ 13009 w 14384"/>
                <a:gd name="T101" fmla="*/ 2877 h 11746"/>
                <a:gd name="T102" fmla="*/ 12970 w 14384"/>
                <a:gd name="T103" fmla="*/ 2930 h 11746"/>
                <a:gd name="T104" fmla="*/ 12953 w 14384"/>
                <a:gd name="T105" fmla="*/ 2990 h 11746"/>
                <a:gd name="T106" fmla="*/ 12687 w 14384"/>
                <a:gd name="T107" fmla="*/ 5388 h 11746"/>
                <a:gd name="T108" fmla="*/ 10923 w 14384"/>
                <a:gd name="T109" fmla="*/ 8821 h 11746"/>
                <a:gd name="T110" fmla="*/ 8211 w 14384"/>
                <a:gd name="T111" fmla="*/ 10949 h 11746"/>
                <a:gd name="T112" fmla="*/ 4606 w 14384"/>
                <a:gd name="T113" fmla="*/ 11745 h 11746"/>
                <a:gd name="T114" fmla="*/ 819 w 14384"/>
                <a:gd name="T115" fmla="*/ 10882 h 11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84" h="11746">
                  <a:moveTo>
                    <a:pt x="0" y="10417"/>
                  </a:moveTo>
                  <a:lnTo>
                    <a:pt x="600" y="10448"/>
                  </a:lnTo>
                  <a:lnTo>
                    <a:pt x="1183" y="10428"/>
                  </a:lnTo>
                  <a:lnTo>
                    <a:pt x="1751" y="10355"/>
                  </a:lnTo>
                  <a:lnTo>
                    <a:pt x="2302" y="10229"/>
                  </a:lnTo>
                  <a:lnTo>
                    <a:pt x="2839" y="10049"/>
                  </a:lnTo>
                  <a:lnTo>
                    <a:pt x="3362" y="9816"/>
                  </a:lnTo>
                  <a:lnTo>
                    <a:pt x="3872" y="9528"/>
                  </a:lnTo>
                  <a:lnTo>
                    <a:pt x="4370" y="9184"/>
                  </a:lnTo>
                  <a:lnTo>
                    <a:pt x="4222" y="9176"/>
                  </a:lnTo>
                  <a:lnTo>
                    <a:pt x="4079" y="9163"/>
                  </a:lnTo>
                  <a:lnTo>
                    <a:pt x="3940" y="9144"/>
                  </a:lnTo>
                  <a:lnTo>
                    <a:pt x="3805" y="9120"/>
                  </a:lnTo>
                  <a:lnTo>
                    <a:pt x="3674" y="9089"/>
                  </a:lnTo>
                  <a:lnTo>
                    <a:pt x="3544" y="9052"/>
                  </a:lnTo>
                  <a:lnTo>
                    <a:pt x="3418" y="9010"/>
                  </a:lnTo>
                  <a:lnTo>
                    <a:pt x="3293" y="8960"/>
                  </a:lnTo>
                  <a:lnTo>
                    <a:pt x="3010" y="8825"/>
                  </a:lnTo>
                  <a:lnTo>
                    <a:pt x="2749" y="8667"/>
                  </a:lnTo>
                  <a:lnTo>
                    <a:pt x="2627" y="8581"/>
                  </a:lnTo>
                  <a:lnTo>
                    <a:pt x="2511" y="8488"/>
                  </a:lnTo>
                  <a:lnTo>
                    <a:pt x="2400" y="8391"/>
                  </a:lnTo>
                  <a:lnTo>
                    <a:pt x="2294" y="8288"/>
                  </a:lnTo>
                  <a:lnTo>
                    <a:pt x="2195" y="8179"/>
                  </a:lnTo>
                  <a:lnTo>
                    <a:pt x="2100" y="8065"/>
                  </a:lnTo>
                  <a:lnTo>
                    <a:pt x="2012" y="7946"/>
                  </a:lnTo>
                  <a:lnTo>
                    <a:pt x="1928" y="7822"/>
                  </a:lnTo>
                  <a:lnTo>
                    <a:pt x="1778" y="7557"/>
                  </a:lnTo>
                  <a:lnTo>
                    <a:pt x="1650" y="7271"/>
                  </a:lnTo>
                  <a:lnTo>
                    <a:pt x="1633" y="7227"/>
                  </a:lnTo>
                  <a:lnTo>
                    <a:pt x="1628" y="7209"/>
                  </a:lnTo>
                  <a:lnTo>
                    <a:pt x="1624" y="7194"/>
                  </a:lnTo>
                  <a:lnTo>
                    <a:pt x="1622" y="7180"/>
                  </a:lnTo>
                  <a:lnTo>
                    <a:pt x="1621" y="7175"/>
                  </a:lnTo>
                  <a:lnTo>
                    <a:pt x="1622" y="7169"/>
                  </a:lnTo>
                  <a:lnTo>
                    <a:pt x="1622" y="7164"/>
                  </a:lnTo>
                  <a:lnTo>
                    <a:pt x="1624" y="7160"/>
                  </a:lnTo>
                  <a:lnTo>
                    <a:pt x="1625" y="7156"/>
                  </a:lnTo>
                  <a:lnTo>
                    <a:pt x="1628" y="7153"/>
                  </a:lnTo>
                  <a:lnTo>
                    <a:pt x="1631" y="7150"/>
                  </a:lnTo>
                  <a:lnTo>
                    <a:pt x="1634" y="7148"/>
                  </a:lnTo>
                  <a:lnTo>
                    <a:pt x="1638" y="7146"/>
                  </a:lnTo>
                  <a:lnTo>
                    <a:pt x="1643" y="7144"/>
                  </a:lnTo>
                  <a:lnTo>
                    <a:pt x="1648" y="7143"/>
                  </a:lnTo>
                  <a:lnTo>
                    <a:pt x="1654" y="7142"/>
                  </a:lnTo>
                  <a:lnTo>
                    <a:pt x="1668" y="7141"/>
                  </a:lnTo>
                  <a:lnTo>
                    <a:pt x="1685" y="7142"/>
                  </a:lnTo>
                  <a:lnTo>
                    <a:pt x="1704" y="7143"/>
                  </a:lnTo>
                  <a:lnTo>
                    <a:pt x="1752" y="7149"/>
                  </a:lnTo>
                  <a:lnTo>
                    <a:pt x="1884" y="7165"/>
                  </a:lnTo>
                  <a:lnTo>
                    <a:pt x="2015" y="7175"/>
                  </a:lnTo>
                  <a:lnTo>
                    <a:pt x="2147" y="7178"/>
                  </a:lnTo>
                  <a:lnTo>
                    <a:pt x="2278" y="7176"/>
                  </a:lnTo>
                  <a:lnTo>
                    <a:pt x="2409" y="7167"/>
                  </a:lnTo>
                  <a:lnTo>
                    <a:pt x="2540" y="7153"/>
                  </a:lnTo>
                  <a:lnTo>
                    <a:pt x="2671" y="7134"/>
                  </a:lnTo>
                  <a:lnTo>
                    <a:pt x="2802" y="7109"/>
                  </a:lnTo>
                  <a:lnTo>
                    <a:pt x="2813" y="7106"/>
                  </a:lnTo>
                  <a:lnTo>
                    <a:pt x="2825" y="7103"/>
                  </a:lnTo>
                  <a:lnTo>
                    <a:pt x="2848" y="7095"/>
                  </a:lnTo>
                  <a:lnTo>
                    <a:pt x="2900" y="7074"/>
                  </a:lnTo>
                  <a:lnTo>
                    <a:pt x="2631" y="6984"/>
                  </a:lnTo>
                  <a:lnTo>
                    <a:pt x="2373" y="6874"/>
                  </a:lnTo>
                  <a:lnTo>
                    <a:pt x="2128" y="6747"/>
                  </a:lnTo>
                  <a:lnTo>
                    <a:pt x="1895" y="6602"/>
                  </a:lnTo>
                  <a:lnTo>
                    <a:pt x="1677" y="6443"/>
                  </a:lnTo>
                  <a:lnTo>
                    <a:pt x="1475" y="6271"/>
                  </a:lnTo>
                  <a:lnTo>
                    <a:pt x="1289" y="6087"/>
                  </a:lnTo>
                  <a:lnTo>
                    <a:pt x="1122" y="5892"/>
                  </a:lnTo>
                  <a:lnTo>
                    <a:pt x="974" y="5689"/>
                  </a:lnTo>
                  <a:lnTo>
                    <a:pt x="846" y="5479"/>
                  </a:lnTo>
                  <a:lnTo>
                    <a:pt x="741" y="5262"/>
                  </a:lnTo>
                  <a:lnTo>
                    <a:pt x="658" y="5042"/>
                  </a:lnTo>
                  <a:lnTo>
                    <a:pt x="600" y="4819"/>
                  </a:lnTo>
                  <a:lnTo>
                    <a:pt x="567" y="4595"/>
                  </a:lnTo>
                  <a:lnTo>
                    <a:pt x="560" y="4372"/>
                  </a:lnTo>
                  <a:lnTo>
                    <a:pt x="582" y="4151"/>
                  </a:lnTo>
                  <a:lnTo>
                    <a:pt x="733" y="4222"/>
                  </a:lnTo>
                  <a:lnTo>
                    <a:pt x="885" y="4286"/>
                  </a:lnTo>
                  <a:lnTo>
                    <a:pt x="1040" y="4344"/>
                  </a:lnTo>
                  <a:lnTo>
                    <a:pt x="1199" y="4394"/>
                  </a:lnTo>
                  <a:lnTo>
                    <a:pt x="1361" y="4435"/>
                  </a:lnTo>
                  <a:lnTo>
                    <a:pt x="1528" y="4466"/>
                  </a:lnTo>
                  <a:lnTo>
                    <a:pt x="1700" y="4487"/>
                  </a:lnTo>
                  <a:lnTo>
                    <a:pt x="1878" y="4497"/>
                  </a:lnTo>
                  <a:lnTo>
                    <a:pt x="1717" y="4366"/>
                  </a:lnTo>
                  <a:lnTo>
                    <a:pt x="1566" y="4238"/>
                  </a:lnTo>
                  <a:lnTo>
                    <a:pt x="1426" y="4106"/>
                  </a:lnTo>
                  <a:lnTo>
                    <a:pt x="1361" y="4038"/>
                  </a:lnTo>
                  <a:lnTo>
                    <a:pt x="1298" y="3967"/>
                  </a:lnTo>
                  <a:lnTo>
                    <a:pt x="1149" y="3775"/>
                  </a:lnTo>
                  <a:lnTo>
                    <a:pt x="1017" y="3577"/>
                  </a:lnTo>
                  <a:lnTo>
                    <a:pt x="903" y="3371"/>
                  </a:lnTo>
                  <a:lnTo>
                    <a:pt x="806" y="3159"/>
                  </a:lnTo>
                  <a:lnTo>
                    <a:pt x="726" y="2940"/>
                  </a:lnTo>
                  <a:lnTo>
                    <a:pt x="664" y="2713"/>
                  </a:lnTo>
                  <a:lnTo>
                    <a:pt x="620" y="2479"/>
                  </a:lnTo>
                  <a:lnTo>
                    <a:pt x="594" y="2237"/>
                  </a:lnTo>
                  <a:lnTo>
                    <a:pt x="586" y="2032"/>
                  </a:lnTo>
                  <a:lnTo>
                    <a:pt x="592" y="1831"/>
                  </a:lnTo>
                  <a:lnTo>
                    <a:pt x="612" y="1633"/>
                  </a:lnTo>
                  <a:lnTo>
                    <a:pt x="645" y="1438"/>
                  </a:lnTo>
                  <a:lnTo>
                    <a:pt x="692" y="1245"/>
                  </a:lnTo>
                  <a:lnTo>
                    <a:pt x="752" y="1056"/>
                  </a:lnTo>
                  <a:lnTo>
                    <a:pt x="824" y="868"/>
                  </a:lnTo>
                  <a:lnTo>
                    <a:pt x="910" y="684"/>
                  </a:lnTo>
                  <a:lnTo>
                    <a:pt x="933" y="638"/>
                  </a:lnTo>
                  <a:lnTo>
                    <a:pt x="952" y="606"/>
                  </a:lnTo>
                  <a:lnTo>
                    <a:pt x="960" y="594"/>
                  </a:lnTo>
                  <a:lnTo>
                    <a:pt x="964" y="589"/>
                  </a:lnTo>
                  <a:lnTo>
                    <a:pt x="968" y="585"/>
                  </a:lnTo>
                  <a:lnTo>
                    <a:pt x="972" y="582"/>
                  </a:lnTo>
                  <a:lnTo>
                    <a:pt x="976" y="580"/>
                  </a:lnTo>
                  <a:lnTo>
                    <a:pt x="980" y="578"/>
                  </a:lnTo>
                  <a:lnTo>
                    <a:pt x="983" y="577"/>
                  </a:lnTo>
                  <a:lnTo>
                    <a:pt x="987" y="577"/>
                  </a:lnTo>
                  <a:lnTo>
                    <a:pt x="992" y="578"/>
                  </a:lnTo>
                  <a:lnTo>
                    <a:pt x="996" y="579"/>
                  </a:lnTo>
                  <a:lnTo>
                    <a:pt x="1000" y="581"/>
                  </a:lnTo>
                  <a:lnTo>
                    <a:pt x="1005" y="584"/>
                  </a:lnTo>
                  <a:lnTo>
                    <a:pt x="1010" y="587"/>
                  </a:lnTo>
                  <a:lnTo>
                    <a:pt x="1020" y="596"/>
                  </a:lnTo>
                  <a:lnTo>
                    <a:pt x="1045" y="623"/>
                  </a:lnTo>
                  <a:lnTo>
                    <a:pt x="1078" y="660"/>
                  </a:lnTo>
                  <a:lnTo>
                    <a:pt x="1596" y="1214"/>
                  </a:lnTo>
                  <a:lnTo>
                    <a:pt x="2145" y="1714"/>
                  </a:lnTo>
                  <a:lnTo>
                    <a:pt x="2726" y="2158"/>
                  </a:lnTo>
                  <a:lnTo>
                    <a:pt x="3338" y="2546"/>
                  </a:lnTo>
                  <a:lnTo>
                    <a:pt x="3983" y="2878"/>
                  </a:lnTo>
                  <a:lnTo>
                    <a:pt x="4660" y="3154"/>
                  </a:lnTo>
                  <a:lnTo>
                    <a:pt x="5369" y="3373"/>
                  </a:lnTo>
                  <a:lnTo>
                    <a:pt x="6112" y="3535"/>
                  </a:lnTo>
                  <a:lnTo>
                    <a:pt x="6324" y="3567"/>
                  </a:lnTo>
                  <a:lnTo>
                    <a:pt x="6537" y="3593"/>
                  </a:lnTo>
                  <a:lnTo>
                    <a:pt x="6964" y="3640"/>
                  </a:lnTo>
                  <a:lnTo>
                    <a:pt x="6997" y="3643"/>
                  </a:lnTo>
                  <a:lnTo>
                    <a:pt x="7011" y="3643"/>
                  </a:lnTo>
                  <a:lnTo>
                    <a:pt x="7024" y="3642"/>
                  </a:lnTo>
                  <a:lnTo>
                    <a:pt x="7035" y="3640"/>
                  </a:lnTo>
                  <a:lnTo>
                    <a:pt x="7045" y="3637"/>
                  </a:lnTo>
                  <a:lnTo>
                    <a:pt x="7049" y="3635"/>
                  </a:lnTo>
                  <a:lnTo>
                    <a:pt x="7053" y="3633"/>
                  </a:lnTo>
                  <a:lnTo>
                    <a:pt x="7057" y="3631"/>
                  </a:lnTo>
                  <a:lnTo>
                    <a:pt x="7060" y="3628"/>
                  </a:lnTo>
                  <a:lnTo>
                    <a:pt x="7063" y="3624"/>
                  </a:lnTo>
                  <a:lnTo>
                    <a:pt x="7066" y="3621"/>
                  </a:lnTo>
                  <a:lnTo>
                    <a:pt x="7068" y="3617"/>
                  </a:lnTo>
                  <a:lnTo>
                    <a:pt x="7070" y="3612"/>
                  </a:lnTo>
                  <a:lnTo>
                    <a:pt x="7073" y="3602"/>
                  </a:lnTo>
                  <a:lnTo>
                    <a:pt x="7074" y="3590"/>
                  </a:lnTo>
                  <a:lnTo>
                    <a:pt x="7075" y="3576"/>
                  </a:lnTo>
                  <a:lnTo>
                    <a:pt x="7074" y="3560"/>
                  </a:lnTo>
                  <a:lnTo>
                    <a:pt x="7069" y="3523"/>
                  </a:lnTo>
                  <a:lnTo>
                    <a:pt x="7031" y="3234"/>
                  </a:lnTo>
                  <a:lnTo>
                    <a:pt x="7020" y="2949"/>
                  </a:lnTo>
                  <a:lnTo>
                    <a:pt x="7035" y="2669"/>
                  </a:lnTo>
                  <a:lnTo>
                    <a:pt x="7074" y="2395"/>
                  </a:lnTo>
                  <a:lnTo>
                    <a:pt x="7137" y="2130"/>
                  </a:lnTo>
                  <a:lnTo>
                    <a:pt x="7224" y="1873"/>
                  </a:lnTo>
                  <a:lnTo>
                    <a:pt x="7333" y="1628"/>
                  </a:lnTo>
                  <a:lnTo>
                    <a:pt x="7463" y="1394"/>
                  </a:lnTo>
                  <a:lnTo>
                    <a:pt x="7614" y="1174"/>
                  </a:lnTo>
                  <a:lnTo>
                    <a:pt x="7785" y="968"/>
                  </a:lnTo>
                  <a:lnTo>
                    <a:pt x="7976" y="778"/>
                  </a:lnTo>
                  <a:lnTo>
                    <a:pt x="8184" y="606"/>
                  </a:lnTo>
                  <a:lnTo>
                    <a:pt x="8410" y="452"/>
                  </a:lnTo>
                  <a:lnTo>
                    <a:pt x="8653" y="319"/>
                  </a:lnTo>
                  <a:lnTo>
                    <a:pt x="8912" y="207"/>
                  </a:lnTo>
                  <a:lnTo>
                    <a:pt x="9186" y="118"/>
                  </a:lnTo>
                  <a:lnTo>
                    <a:pt x="9383" y="70"/>
                  </a:lnTo>
                  <a:lnTo>
                    <a:pt x="9577" y="34"/>
                  </a:lnTo>
                  <a:lnTo>
                    <a:pt x="9768" y="11"/>
                  </a:lnTo>
                  <a:lnTo>
                    <a:pt x="9956" y="0"/>
                  </a:lnTo>
                  <a:lnTo>
                    <a:pt x="10142" y="1"/>
                  </a:lnTo>
                  <a:lnTo>
                    <a:pt x="10325" y="15"/>
                  </a:lnTo>
                  <a:lnTo>
                    <a:pt x="10506" y="40"/>
                  </a:lnTo>
                  <a:lnTo>
                    <a:pt x="10683" y="78"/>
                  </a:lnTo>
                  <a:lnTo>
                    <a:pt x="10858" y="128"/>
                  </a:lnTo>
                  <a:lnTo>
                    <a:pt x="11029" y="189"/>
                  </a:lnTo>
                  <a:lnTo>
                    <a:pt x="11198" y="263"/>
                  </a:lnTo>
                  <a:lnTo>
                    <a:pt x="11364" y="348"/>
                  </a:lnTo>
                  <a:lnTo>
                    <a:pt x="11526" y="445"/>
                  </a:lnTo>
                  <a:lnTo>
                    <a:pt x="11686" y="554"/>
                  </a:lnTo>
                  <a:lnTo>
                    <a:pt x="11842" y="675"/>
                  </a:lnTo>
                  <a:lnTo>
                    <a:pt x="11995" y="807"/>
                  </a:lnTo>
                  <a:lnTo>
                    <a:pt x="12039" y="843"/>
                  </a:lnTo>
                  <a:lnTo>
                    <a:pt x="12060" y="858"/>
                  </a:lnTo>
                  <a:lnTo>
                    <a:pt x="12081" y="871"/>
                  </a:lnTo>
                  <a:lnTo>
                    <a:pt x="12102" y="883"/>
                  </a:lnTo>
                  <a:lnTo>
                    <a:pt x="12123" y="892"/>
                  </a:lnTo>
                  <a:lnTo>
                    <a:pt x="12144" y="900"/>
                  </a:lnTo>
                  <a:lnTo>
                    <a:pt x="12165" y="906"/>
                  </a:lnTo>
                  <a:lnTo>
                    <a:pt x="12187" y="911"/>
                  </a:lnTo>
                  <a:lnTo>
                    <a:pt x="12209" y="914"/>
                  </a:lnTo>
                  <a:lnTo>
                    <a:pt x="12231" y="915"/>
                  </a:lnTo>
                  <a:lnTo>
                    <a:pt x="12254" y="914"/>
                  </a:lnTo>
                  <a:lnTo>
                    <a:pt x="12278" y="912"/>
                  </a:lnTo>
                  <a:lnTo>
                    <a:pt x="12302" y="909"/>
                  </a:lnTo>
                  <a:lnTo>
                    <a:pt x="12354" y="898"/>
                  </a:lnTo>
                  <a:lnTo>
                    <a:pt x="12744" y="787"/>
                  </a:lnTo>
                  <a:lnTo>
                    <a:pt x="13126" y="654"/>
                  </a:lnTo>
                  <a:lnTo>
                    <a:pt x="13313" y="579"/>
                  </a:lnTo>
                  <a:lnTo>
                    <a:pt x="13498" y="497"/>
                  </a:lnTo>
                  <a:lnTo>
                    <a:pt x="13680" y="409"/>
                  </a:lnTo>
                  <a:lnTo>
                    <a:pt x="13860" y="315"/>
                  </a:lnTo>
                  <a:lnTo>
                    <a:pt x="13960" y="264"/>
                  </a:lnTo>
                  <a:lnTo>
                    <a:pt x="13961" y="263"/>
                  </a:lnTo>
                  <a:lnTo>
                    <a:pt x="13963" y="263"/>
                  </a:lnTo>
                  <a:lnTo>
                    <a:pt x="13964" y="263"/>
                  </a:lnTo>
                  <a:lnTo>
                    <a:pt x="13966" y="263"/>
                  </a:lnTo>
                  <a:lnTo>
                    <a:pt x="13968" y="263"/>
                  </a:lnTo>
                  <a:lnTo>
                    <a:pt x="13970" y="264"/>
                  </a:lnTo>
                  <a:lnTo>
                    <a:pt x="13975" y="265"/>
                  </a:lnTo>
                  <a:lnTo>
                    <a:pt x="13987" y="268"/>
                  </a:lnTo>
                  <a:lnTo>
                    <a:pt x="13995" y="269"/>
                  </a:lnTo>
                  <a:lnTo>
                    <a:pt x="14004" y="271"/>
                  </a:lnTo>
                  <a:lnTo>
                    <a:pt x="13912" y="511"/>
                  </a:lnTo>
                  <a:lnTo>
                    <a:pt x="13801" y="736"/>
                  </a:lnTo>
                  <a:lnTo>
                    <a:pt x="13673" y="949"/>
                  </a:lnTo>
                  <a:lnTo>
                    <a:pt x="13527" y="1148"/>
                  </a:lnTo>
                  <a:lnTo>
                    <a:pt x="13363" y="1336"/>
                  </a:lnTo>
                  <a:lnTo>
                    <a:pt x="13182" y="1513"/>
                  </a:lnTo>
                  <a:lnTo>
                    <a:pt x="12984" y="1679"/>
                  </a:lnTo>
                  <a:lnTo>
                    <a:pt x="12768" y="1836"/>
                  </a:lnTo>
                  <a:lnTo>
                    <a:pt x="12830" y="1838"/>
                  </a:lnTo>
                  <a:lnTo>
                    <a:pt x="12888" y="1836"/>
                  </a:lnTo>
                  <a:lnTo>
                    <a:pt x="12943" y="1831"/>
                  </a:lnTo>
                  <a:lnTo>
                    <a:pt x="12996" y="1823"/>
                  </a:lnTo>
                  <a:lnTo>
                    <a:pt x="13192" y="1783"/>
                  </a:lnTo>
                  <a:lnTo>
                    <a:pt x="13292" y="1763"/>
                  </a:lnTo>
                  <a:lnTo>
                    <a:pt x="13392" y="1741"/>
                  </a:lnTo>
                  <a:lnTo>
                    <a:pt x="13491" y="1717"/>
                  </a:lnTo>
                  <a:lnTo>
                    <a:pt x="13590" y="1691"/>
                  </a:lnTo>
                  <a:lnTo>
                    <a:pt x="13688" y="1662"/>
                  </a:lnTo>
                  <a:lnTo>
                    <a:pt x="13785" y="1631"/>
                  </a:lnTo>
                  <a:lnTo>
                    <a:pt x="13979" y="1569"/>
                  </a:lnTo>
                  <a:lnTo>
                    <a:pt x="14026" y="1553"/>
                  </a:lnTo>
                  <a:lnTo>
                    <a:pt x="14073" y="1535"/>
                  </a:lnTo>
                  <a:lnTo>
                    <a:pt x="14169" y="1497"/>
                  </a:lnTo>
                  <a:lnTo>
                    <a:pt x="14219" y="1479"/>
                  </a:lnTo>
                  <a:lnTo>
                    <a:pt x="14271" y="1462"/>
                  </a:lnTo>
                  <a:lnTo>
                    <a:pt x="14325" y="1448"/>
                  </a:lnTo>
                  <a:lnTo>
                    <a:pt x="14383" y="1437"/>
                  </a:lnTo>
                  <a:lnTo>
                    <a:pt x="14329" y="1522"/>
                  </a:lnTo>
                  <a:lnTo>
                    <a:pt x="14275" y="1604"/>
                  </a:lnTo>
                  <a:lnTo>
                    <a:pt x="14161" y="1758"/>
                  </a:lnTo>
                  <a:lnTo>
                    <a:pt x="14044" y="1901"/>
                  </a:lnTo>
                  <a:lnTo>
                    <a:pt x="13924" y="2039"/>
                  </a:lnTo>
                  <a:lnTo>
                    <a:pt x="13717" y="2261"/>
                  </a:lnTo>
                  <a:lnTo>
                    <a:pt x="13501" y="2473"/>
                  </a:lnTo>
                  <a:lnTo>
                    <a:pt x="13274" y="2673"/>
                  </a:lnTo>
                  <a:lnTo>
                    <a:pt x="13155" y="2767"/>
                  </a:lnTo>
                  <a:lnTo>
                    <a:pt x="13033" y="2858"/>
                  </a:lnTo>
                  <a:lnTo>
                    <a:pt x="13020" y="2867"/>
                  </a:lnTo>
                  <a:lnTo>
                    <a:pt x="13009" y="2877"/>
                  </a:lnTo>
                  <a:lnTo>
                    <a:pt x="12999" y="2887"/>
                  </a:lnTo>
                  <a:lnTo>
                    <a:pt x="12990" y="2898"/>
                  </a:lnTo>
                  <a:lnTo>
                    <a:pt x="12982" y="2908"/>
                  </a:lnTo>
                  <a:lnTo>
                    <a:pt x="12975" y="2919"/>
                  </a:lnTo>
                  <a:lnTo>
                    <a:pt x="12970" y="2930"/>
                  </a:lnTo>
                  <a:lnTo>
                    <a:pt x="12965" y="2941"/>
                  </a:lnTo>
                  <a:lnTo>
                    <a:pt x="12961" y="2953"/>
                  </a:lnTo>
                  <a:lnTo>
                    <a:pt x="12957" y="2965"/>
                  </a:lnTo>
                  <a:lnTo>
                    <a:pt x="12955" y="2977"/>
                  </a:lnTo>
                  <a:lnTo>
                    <a:pt x="12953" y="2990"/>
                  </a:lnTo>
                  <a:lnTo>
                    <a:pt x="12950" y="3017"/>
                  </a:lnTo>
                  <a:lnTo>
                    <a:pt x="12950" y="3047"/>
                  </a:lnTo>
                  <a:lnTo>
                    <a:pt x="12929" y="3850"/>
                  </a:lnTo>
                  <a:lnTo>
                    <a:pt x="12841" y="4631"/>
                  </a:lnTo>
                  <a:lnTo>
                    <a:pt x="12687" y="5388"/>
                  </a:lnTo>
                  <a:lnTo>
                    <a:pt x="12467" y="6122"/>
                  </a:lnTo>
                  <a:lnTo>
                    <a:pt x="12180" y="6832"/>
                  </a:lnTo>
                  <a:lnTo>
                    <a:pt x="11827" y="7519"/>
                  </a:lnTo>
                  <a:lnTo>
                    <a:pt x="11408" y="8182"/>
                  </a:lnTo>
                  <a:lnTo>
                    <a:pt x="10923" y="8821"/>
                  </a:lnTo>
                  <a:lnTo>
                    <a:pt x="10445" y="9353"/>
                  </a:lnTo>
                  <a:lnTo>
                    <a:pt x="9935" y="9832"/>
                  </a:lnTo>
                  <a:lnTo>
                    <a:pt x="9392" y="10258"/>
                  </a:lnTo>
                  <a:lnTo>
                    <a:pt x="8817" y="10630"/>
                  </a:lnTo>
                  <a:lnTo>
                    <a:pt x="8211" y="10949"/>
                  </a:lnTo>
                  <a:lnTo>
                    <a:pt x="7574" y="11215"/>
                  </a:lnTo>
                  <a:lnTo>
                    <a:pt x="6907" y="11427"/>
                  </a:lnTo>
                  <a:lnTo>
                    <a:pt x="6210" y="11586"/>
                  </a:lnTo>
                  <a:lnTo>
                    <a:pt x="5402" y="11701"/>
                  </a:lnTo>
                  <a:lnTo>
                    <a:pt x="4606" y="11745"/>
                  </a:lnTo>
                  <a:lnTo>
                    <a:pt x="3823" y="11718"/>
                  </a:lnTo>
                  <a:lnTo>
                    <a:pt x="3053" y="11619"/>
                  </a:lnTo>
                  <a:lnTo>
                    <a:pt x="2295" y="11447"/>
                  </a:lnTo>
                  <a:lnTo>
                    <a:pt x="1550" y="11201"/>
                  </a:lnTo>
                  <a:lnTo>
                    <a:pt x="819" y="10882"/>
                  </a:lnTo>
                  <a:lnTo>
                    <a:pt x="101" y="10488"/>
                  </a:lnTo>
                  <a:lnTo>
                    <a:pt x="83" y="10477"/>
                  </a:lnTo>
                  <a:lnTo>
                    <a:pt x="63" y="10462"/>
                  </a:lnTo>
                  <a:lnTo>
                    <a:pt x="0" y="10417"/>
                  </a:lnTo>
                </a:path>
              </a:pathLst>
            </a:custGeom>
            <a:solidFill>
              <a:schemeClr val="bg1"/>
            </a:solidFill>
            <a:ln>
              <a:noFill/>
            </a:ln>
            <a:effectLst/>
          </p:spPr>
          <p:txBody>
            <a:bodyPr wrap="none" anchor="ctr"/>
            <a:lstStyle/>
            <a:p>
              <a:endParaRPr lang="de-DE" sz="2400">
                <a:latin typeface="BISansOpti"/>
              </a:endParaRPr>
            </a:p>
          </p:txBody>
        </p:sp>
        <p:sp>
          <p:nvSpPr>
            <p:cNvPr id="45" name="Freeform 2">
              <a:extLst>
                <a:ext uri="{FF2B5EF4-FFF2-40B4-BE49-F238E27FC236}">
                  <a16:creationId xmlns:a16="http://schemas.microsoft.com/office/drawing/2014/main" id="{B7AE36FE-6275-BF49-863F-50F82FADCA9D}"/>
                </a:ext>
              </a:extLst>
            </p:cNvPr>
            <p:cNvSpPr>
              <a:spLocks noChangeAspect="1" noChangeArrowheads="1"/>
            </p:cNvSpPr>
            <p:nvPr userDrawn="1"/>
          </p:nvSpPr>
          <p:spPr bwMode="auto">
            <a:xfrm>
              <a:off x="1651481" y="1281034"/>
              <a:ext cx="360000" cy="269395"/>
            </a:xfrm>
            <a:custGeom>
              <a:avLst/>
              <a:gdLst>
                <a:gd name="T0" fmla="*/ 14325 w 14438"/>
                <a:gd name="T1" fmla="*/ 8118 h 10806"/>
                <a:gd name="T2" fmla="*/ 14255 w 14438"/>
                <a:gd name="T3" fmla="*/ 8647 h 10806"/>
                <a:gd name="T4" fmla="*/ 14181 w 14438"/>
                <a:gd name="T5" fmla="*/ 8993 h 10806"/>
                <a:gd name="T6" fmla="*/ 14077 w 14438"/>
                <a:gd name="T7" fmla="*/ 9332 h 10806"/>
                <a:gd name="T8" fmla="*/ 13964 w 14438"/>
                <a:gd name="T9" fmla="*/ 9609 h 10806"/>
                <a:gd name="T10" fmla="*/ 13852 w 14438"/>
                <a:gd name="T11" fmla="*/ 9813 h 10806"/>
                <a:gd name="T12" fmla="*/ 13721 w 14438"/>
                <a:gd name="T13" fmla="*/ 9995 h 10806"/>
                <a:gd name="T14" fmla="*/ 13572 w 14438"/>
                <a:gd name="T15" fmla="*/ 10155 h 10806"/>
                <a:gd name="T16" fmla="*/ 13405 w 14438"/>
                <a:gd name="T17" fmla="*/ 10292 h 10806"/>
                <a:gd name="T18" fmla="*/ 13220 w 14438"/>
                <a:gd name="T19" fmla="*/ 10406 h 10806"/>
                <a:gd name="T20" fmla="*/ 13016 w 14438"/>
                <a:gd name="T21" fmla="*/ 10497 h 10806"/>
                <a:gd name="T22" fmla="*/ 12795 w 14438"/>
                <a:gd name="T23" fmla="*/ 10564 h 10806"/>
                <a:gd name="T24" fmla="*/ 12403 w 14438"/>
                <a:gd name="T25" fmla="*/ 10631 h 10806"/>
                <a:gd name="T26" fmla="*/ 11849 w 14438"/>
                <a:gd name="T27" fmla="*/ 10683 h 10806"/>
                <a:gd name="T28" fmla="*/ 7794 w 14438"/>
                <a:gd name="T29" fmla="*/ 10805 h 10806"/>
                <a:gd name="T30" fmla="*/ 2034 w 14438"/>
                <a:gd name="T31" fmla="*/ 10612 h 10806"/>
                <a:gd name="T32" fmla="*/ 1725 w 14438"/>
                <a:gd name="T33" fmla="*/ 10567 h 10806"/>
                <a:gd name="T34" fmla="*/ 1442 w 14438"/>
                <a:gd name="T35" fmla="*/ 10487 h 10806"/>
                <a:gd name="T36" fmla="*/ 1186 w 14438"/>
                <a:gd name="T37" fmla="*/ 10372 h 10806"/>
                <a:gd name="T38" fmla="*/ 957 w 14438"/>
                <a:gd name="T39" fmla="*/ 10222 h 10806"/>
                <a:gd name="T40" fmla="*/ 756 w 14438"/>
                <a:gd name="T41" fmla="*/ 10035 h 10806"/>
                <a:gd name="T42" fmla="*/ 584 w 14438"/>
                <a:gd name="T43" fmla="*/ 9811 h 10806"/>
                <a:gd name="T44" fmla="*/ 440 w 14438"/>
                <a:gd name="T45" fmla="*/ 9549 h 10806"/>
                <a:gd name="T46" fmla="*/ 327 w 14438"/>
                <a:gd name="T47" fmla="*/ 9249 h 10806"/>
                <a:gd name="T48" fmla="*/ 215 w 14438"/>
                <a:gd name="T49" fmla="*/ 8800 h 10806"/>
                <a:gd name="T50" fmla="*/ 142 w 14438"/>
                <a:gd name="T51" fmla="*/ 8345 h 10806"/>
                <a:gd name="T52" fmla="*/ 60 w 14438"/>
                <a:gd name="T53" fmla="*/ 7429 h 10806"/>
                <a:gd name="T54" fmla="*/ 0 w 14438"/>
                <a:gd name="T55" fmla="*/ 4261 h 10806"/>
                <a:gd name="T56" fmla="*/ 19 w 14438"/>
                <a:gd name="T57" fmla="*/ 4179 h 10806"/>
                <a:gd name="T58" fmla="*/ 22 w 14438"/>
                <a:gd name="T59" fmla="*/ 4152 h 10806"/>
                <a:gd name="T60" fmla="*/ 124 w 14438"/>
                <a:gd name="T61" fmla="*/ 2563 h 10806"/>
                <a:gd name="T62" fmla="*/ 181 w 14438"/>
                <a:gd name="T63" fmla="*/ 2160 h 10806"/>
                <a:gd name="T64" fmla="*/ 268 w 14438"/>
                <a:gd name="T65" fmla="*/ 1763 h 10806"/>
                <a:gd name="T66" fmla="*/ 394 w 14438"/>
                <a:gd name="T67" fmla="*/ 1373 h 10806"/>
                <a:gd name="T68" fmla="*/ 495 w 14438"/>
                <a:gd name="T69" fmla="*/ 1146 h 10806"/>
                <a:gd name="T70" fmla="*/ 616 w 14438"/>
                <a:gd name="T71" fmla="*/ 940 h 10806"/>
                <a:gd name="T72" fmla="*/ 756 w 14438"/>
                <a:gd name="T73" fmla="*/ 757 h 10806"/>
                <a:gd name="T74" fmla="*/ 916 w 14438"/>
                <a:gd name="T75" fmla="*/ 598 h 10806"/>
                <a:gd name="T76" fmla="*/ 1095 w 14438"/>
                <a:gd name="T77" fmla="*/ 464 h 10806"/>
                <a:gd name="T78" fmla="*/ 1295 w 14438"/>
                <a:gd name="T79" fmla="*/ 355 h 10806"/>
                <a:gd name="T80" fmla="*/ 1515 w 14438"/>
                <a:gd name="T81" fmla="*/ 272 h 10806"/>
                <a:gd name="T82" fmla="*/ 1755 w 14438"/>
                <a:gd name="T83" fmla="*/ 217 h 10806"/>
                <a:gd name="T84" fmla="*/ 2523 w 14438"/>
                <a:gd name="T85" fmla="*/ 126 h 10806"/>
                <a:gd name="T86" fmla="*/ 3297 w 14438"/>
                <a:gd name="T87" fmla="*/ 84 h 10806"/>
                <a:gd name="T88" fmla="*/ 10458 w 14438"/>
                <a:gd name="T89" fmla="*/ 57 h 10806"/>
                <a:gd name="T90" fmla="*/ 12041 w 14438"/>
                <a:gd name="T91" fmla="*/ 144 h 10806"/>
                <a:gd name="T92" fmla="*/ 12686 w 14438"/>
                <a:gd name="T93" fmla="*/ 211 h 10806"/>
                <a:gd name="T94" fmla="*/ 12911 w 14438"/>
                <a:gd name="T95" fmla="*/ 262 h 10806"/>
                <a:gd name="T96" fmla="*/ 13122 w 14438"/>
                <a:gd name="T97" fmla="*/ 339 h 10806"/>
                <a:gd name="T98" fmla="*/ 13316 w 14438"/>
                <a:gd name="T99" fmla="*/ 440 h 10806"/>
                <a:gd name="T100" fmla="*/ 13493 w 14438"/>
                <a:gd name="T101" fmla="*/ 567 h 10806"/>
                <a:gd name="T102" fmla="*/ 13651 w 14438"/>
                <a:gd name="T103" fmla="*/ 718 h 10806"/>
                <a:gd name="T104" fmla="*/ 13790 w 14438"/>
                <a:gd name="T105" fmla="*/ 894 h 10806"/>
                <a:gd name="T106" fmla="*/ 13909 w 14438"/>
                <a:gd name="T107" fmla="*/ 1094 h 10806"/>
                <a:gd name="T108" fmla="*/ 14062 w 14438"/>
                <a:gd name="T109" fmla="*/ 1453 h 10806"/>
                <a:gd name="T110" fmla="*/ 14150 w 14438"/>
                <a:gd name="T111" fmla="*/ 1710 h 10806"/>
                <a:gd name="T112" fmla="*/ 14218 w 14438"/>
                <a:gd name="T113" fmla="*/ 1973 h 10806"/>
                <a:gd name="T114" fmla="*/ 14260 w 14438"/>
                <a:gd name="T115" fmla="*/ 2237 h 10806"/>
                <a:gd name="T116" fmla="*/ 14437 w 14438"/>
                <a:gd name="T117" fmla="*/ 5189 h 10806"/>
                <a:gd name="T118" fmla="*/ 5417 w 14438"/>
                <a:gd name="T119" fmla="*/ 8122 h 10806"/>
                <a:gd name="T120" fmla="*/ 5417 w 14438"/>
                <a:gd name="T121" fmla="*/ 2686 h 10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38" h="10806">
                  <a:moveTo>
                    <a:pt x="14437" y="5994"/>
                  </a:moveTo>
                  <a:lnTo>
                    <a:pt x="14325" y="8118"/>
                  </a:lnTo>
                  <a:lnTo>
                    <a:pt x="14284" y="8472"/>
                  </a:lnTo>
                  <a:lnTo>
                    <a:pt x="14255" y="8647"/>
                  </a:lnTo>
                  <a:lnTo>
                    <a:pt x="14222" y="8821"/>
                  </a:lnTo>
                  <a:lnTo>
                    <a:pt x="14181" y="8993"/>
                  </a:lnTo>
                  <a:lnTo>
                    <a:pt x="14133" y="9164"/>
                  </a:lnTo>
                  <a:lnTo>
                    <a:pt x="14077" y="9332"/>
                  </a:lnTo>
                  <a:lnTo>
                    <a:pt x="14013" y="9499"/>
                  </a:lnTo>
                  <a:lnTo>
                    <a:pt x="13964" y="9609"/>
                  </a:lnTo>
                  <a:lnTo>
                    <a:pt x="13910" y="9714"/>
                  </a:lnTo>
                  <a:lnTo>
                    <a:pt x="13852" y="9813"/>
                  </a:lnTo>
                  <a:lnTo>
                    <a:pt x="13789" y="9907"/>
                  </a:lnTo>
                  <a:lnTo>
                    <a:pt x="13721" y="9995"/>
                  </a:lnTo>
                  <a:lnTo>
                    <a:pt x="13649" y="10078"/>
                  </a:lnTo>
                  <a:lnTo>
                    <a:pt x="13572" y="10155"/>
                  </a:lnTo>
                  <a:lnTo>
                    <a:pt x="13491" y="10226"/>
                  </a:lnTo>
                  <a:lnTo>
                    <a:pt x="13405" y="10292"/>
                  </a:lnTo>
                  <a:lnTo>
                    <a:pt x="13315" y="10352"/>
                  </a:lnTo>
                  <a:lnTo>
                    <a:pt x="13220" y="10406"/>
                  </a:lnTo>
                  <a:lnTo>
                    <a:pt x="13120" y="10454"/>
                  </a:lnTo>
                  <a:lnTo>
                    <a:pt x="13016" y="10497"/>
                  </a:lnTo>
                  <a:lnTo>
                    <a:pt x="12907" y="10533"/>
                  </a:lnTo>
                  <a:lnTo>
                    <a:pt x="12795" y="10564"/>
                  </a:lnTo>
                  <a:lnTo>
                    <a:pt x="12677" y="10588"/>
                  </a:lnTo>
                  <a:lnTo>
                    <a:pt x="12403" y="10631"/>
                  </a:lnTo>
                  <a:lnTo>
                    <a:pt x="12127" y="10662"/>
                  </a:lnTo>
                  <a:lnTo>
                    <a:pt x="11849" y="10683"/>
                  </a:lnTo>
                  <a:lnTo>
                    <a:pt x="11571" y="10696"/>
                  </a:lnTo>
                  <a:lnTo>
                    <a:pt x="7794" y="10805"/>
                  </a:lnTo>
                  <a:lnTo>
                    <a:pt x="4552" y="10756"/>
                  </a:lnTo>
                  <a:lnTo>
                    <a:pt x="2034" y="10612"/>
                  </a:lnTo>
                  <a:lnTo>
                    <a:pt x="1876" y="10594"/>
                  </a:lnTo>
                  <a:lnTo>
                    <a:pt x="1725" y="10567"/>
                  </a:lnTo>
                  <a:lnTo>
                    <a:pt x="1581" y="10531"/>
                  </a:lnTo>
                  <a:lnTo>
                    <a:pt x="1442" y="10487"/>
                  </a:lnTo>
                  <a:lnTo>
                    <a:pt x="1311" y="10434"/>
                  </a:lnTo>
                  <a:lnTo>
                    <a:pt x="1186" y="10372"/>
                  </a:lnTo>
                  <a:lnTo>
                    <a:pt x="1068" y="10302"/>
                  </a:lnTo>
                  <a:lnTo>
                    <a:pt x="957" y="10222"/>
                  </a:lnTo>
                  <a:lnTo>
                    <a:pt x="853" y="10133"/>
                  </a:lnTo>
                  <a:lnTo>
                    <a:pt x="756" y="10035"/>
                  </a:lnTo>
                  <a:lnTo>
                    <a:pt x="666" y="9927"/>
                  </a:lnTo>
                  <a:lnTo>
                    <a:pt x="584" y="9811"/>
                  </a:lnTo>
                  <a:lnTo>
                    <a:pt x="508" y="9685"/>
                  </a:lnTo>
                  <a:lnTo>
                    <a:pt x="440" y="9549"/>
                  </a:lnTo>
                  <a:lnTo>
                    <a:pt x="380" y="9404"/>
                  </a:lnTo>
                  <a:lnTo>
                    <a:pt x="327" y="9249"/>
                  </a:lnTo>
                  <a:lnTo>
                    <a:pt x="265" y="9025"/>
                  </a:lnTo>
                  <a:lnTo>
                    <a:pt x="215" y="8800"/>
                  </a:lnTo>
                  <a:lnTo>
                    <a:pt x="174" y="8573"/>
                  </a:lnTo>
                  <a:lnTo>
                    <a:pt x="142" y="8345"/>
                  </a:lnTo>
                  <a:lnTo>
                    <a:pt x="96" y="7888"/>
                  </a:lnTo>
                  <a:lnTo>
                    <a:pt x="60" y="7429"/>
                  </a:lnTo>
                  <a:lnTo>
                    <a:pt x="0" y="6548"/>
                  </a:lnTo>
                  <a:lnTo>
                    <a:pt x="0" y="4261"/>
                  </a:lnTo>
                  <a:lnTo>
                    <a:pt x="13" y="4207"/>
                  </a:lnTo>
                  <a:lnTo>
                    <a:pt x="19" y="4179"/>
                  </a:lnTo>
                  <a:lnTo>
                    <a:pt x="21" y="4166"/>
                  </a:lnTo>
                  <a:lnTo>
                    <a:pt x="22" y="4152"/>
                  </a:lnTo>
                  <a:lnTo>
                    <a:pt x="89" y="2970"/>
                  </a:lnTo>
                  <a:lnTo>
                    <a:pt x="124" y="2563"/>
                  </a:lnTo>
                  <a:lnTo>
                    <a:pt x="150" y="2361"/>
                  </a:lnTo>
                  <a:lnTo>
                    <a:pt x="181" y="2160"/>
                  </a:lnTo>
                  <a:lnTo>
                    <a:pt x="220" y="1960"/>
                  </a:lnTo>
                  <a:lnTo>
                    <a:pt x="268" y="1763"/>
                  </a:lnTo>
                  <a:lnTo>
                    <a:pt x="326" y="1567"/>
                  </a:lnTo>
                  <a:lnTo>
                    <a:pt x="394" y="1373"/>
                  </a:lnTo>
                  <a:lnTo>
                    <a:pt x="442" y="1257"/>
                  </a:lnTo>
                  <a:lnTo>
                    <a:pt x="495" y="1146"/>
                  </a:lnTo>
                  <a:lnTo>
                    <a:pt x="553" y="1040"/>
                  </a:lnTo>
                  <a:lnTo>
                    <a:pt x="616" y="940"/>
                  </a:lnTo>
                  <a:lnTo>
                    <a:pt x="684" y="846"/>
                  </a:lnTo>
                  <a:lnTo>
                    <a:pt x="756" y="757"/>
                  </a:lnTo>
                  <a:lnTo>
                    <a:pt x="833" y="675"/>
                  </a:lnTo>
                  <a:lnTo>
                    <a:pt x="916" y="598"/>
                  </a:lnTo>
                  <a:lnTo>
                    <a:pt x="1003" y="528"/>
                  </a:lnTo>
                  <a:lnTo>
                    <a:pt x="1095" y="464"/>
                  </a:lnTo>
                  <a:lnTo>
                    <a:pt x="1193" y="406"/>
                  </a:lnTo>
                  <a:lnTo>
                    <a:pt x="1295" y="355"/>
                  </a:lnTo>
                  <a:lnTo>
                    <a:pt x="1402" y="310"/>
                  </a:lnTo>
                  <a:lnTo>
                    <a:pt x="1515" y="272"/>
                  </a:lnTo>
                  <a:lnTo>
                    <a:pt x="1632" y="241"/>
                  </a:lnTo>
                  <a:lnTo>
                    <a:pt x="1755" y="217"/>
                  </a:lnTo>
                  <a:lnTo>
                    <a:pt x="2137" y="163"/>
                  </a:lnTo>
                  <a:lnTo>
                    <a:pt x="2523" y="126"/>
                  </a:lnTo>
                  <a:lnTo>
                    <a:pt x="2910" y="101"/>
                  </a:lnTo>
                  <a:lnTo>
                    <a:pt x="3297" y="84"/>
                  </a:lnTo>
                  <a:lnTo>
                    <a:pt x="6666" y="0"/>
                  </a:lnTo>
                  <a:lnTo>
                    <a:pt x="10458" y="57"/>
                  </a:lnTo>
                  <a:lnTo>
                    <a:pt x="11514" y="105"/>
                  </a:lnTo>
                  <a:lnTo>
                    <a:pt x="12041" y="144"/>
                  </a:lnTo>
                  <a:lnTo>
                    <a:pt x="12567" y="195"/>
                  </a:lnTo>
                  <a:lnTo>
                    <a:pt x="12686" y="211"/>
                  </a:lnTo>
                  <a:lnTo>
                    <a:pt x="12800" y="233"/>
                  </a:lnTo>
                  <a:lnTo>
                    <a:pt x="12911" y="262"/>
                  </a:lnTo>
                  <a:lnTo>
                    <a:pt x="13019" y="297"/>
                  </a:lnTo>
                  <a:lnTo>
                    <a:pt x="13122" y="339"/>
                  </a:lnTo>
                  <a:lnTo>
                    <a:pt x="13221" y="386"/>
                  </a:lnTo>
                  <a:lnTo>
                    <a:pt x="13316" y="440"/>
                  </a:lnTo>
                  <a:lnTo>
                    <a:pt x="13406" y="500"/>
                  </a:lnTo>
                  <a:lnTo>
                    <a:pt x="13493" y="567"/>
                  </a:lnTo>
                  <a:lnTo>
                    <a:pt x="13574" y="639"/>
                  </a:lnTo>
                  <a:lnTo>
                    <a:pt x="13651" y="718"/>
                  </a:lnTo>
                  <a:lnTo>
                    <a:pt x="13723" y="803"/>
                  </a:lnTo>
                  <a:lnTo>
                    <a:pt x="13790" y="894"/>
                  </a:lnTo>
                  <a:lnTo>
                    <a:pt x="13852" y="991"/>
                  </a:lnTo>
                  <a:lnTo>
                    <a:pt x="13909" y="1094"/>
                  </a:lnTo>
                  <a:lnTo>
                    <a:pt x="13960" y="1203"/>
                  </a:lnTo>
                  <a:lnTo>
                    <a:pt x="14062" y="1453"/>
                  </a:lnTo>
                  <a:lnTo>
                    <a:pt x="14108" y="1581"/>
                  </a:lnTo>
                  <a:lnTo>
                    <a:pt x="14150" y="1710"/>
                  </a:lnTo>
                  <a:lnTo>
                    <a:pt x="14187" y="1841"/>
                  </a:lnTo>
                  <a:lnTo>
                    <a:pt x="14218" y="1973"/>
                  </a:lnTo>
                  <a:lnTo>
                    <a:pt x="14242" y="2105"/>
                  </a:lnTo>
                  <a:lnTo>
                    <a:pt x="14260" y="2237"/>
                  </a:lnTo>
                  <a:lnTo>
                    <a:pt x="14427" y="4739"/>
                  </a:lnTo>
                  <a:lnTo>
                    <a:pt x="14437" y="5189"/>
                  </a:lnTo>
                  <a:lnTo>
                    <a:pt x="14437" y="5994"/>
                  </a:lnTo>
                  <a:close/>
                  <a:moveTo>
                    <a:pt x="5417" y="8122"/>
                  </a:moveTo>
                  <a:lnTo>
                    <a:pt x="9947" y="5404"/>
                  </a:lnTo>
                  <a:lnTo>
                    <a:pt x="5417" y="2686"/>
                  </a:lnTo>
                  <a:lnTo>
                    <a:pt x="5417" y="8122"/>
                  </a:lnTo>
                  <a:close/>
                </a:path>
              </a:pathLst>
            </a:custGeom>
            <a:solidFill>
              <a:schemeClr val="bg1"/>
            </a:solidFill>
            <a:ln>
              <a:noFill/>
            </a:ln>
            <a:effectLst/>
          </p:spPr>
          <p:txBody>
            <a:bodyPr wrap="none" anchor="ctr"/>
            <a:lstStyle/>
            <a:p>
              <a:endParaRPr lang="de-DE" sz="2400">
                <a:latin typeface="BISansOpti"/>
              </a:endParaRPr>
            </a:p>
          </p:txBody>
        </p:sp>
        <p:sp>
          <p:nvSpPr>
            <p:cNvPr id="46" name="Freeform 2">
              <a:extLst>
                <a:ext uri="{FF2B5EF4-FFF2-40B4-BE49-F238E27FC236}">
                  <a16:creationId xmlns:a16="http://schemas.microsoft.com/office/drawing/2014/main" id="{776DE157-3D79-2040-A9BC-F4B92E244EF4}"/>
                </a:ext>
              </a:extLst>
            </p:cNvPr>
            <p:cNvSpPr>
              <a:spLocks noChangeAspect="1" noChangeArrowheads="1"/>
            </p:cNvSpPr>
            <p:nvPr userDrawn="1"/>
          </p:nvSpPr>
          <p:spPr bwMode="auto">
            <a:xfrm>
              <a:off x="2312456" y="1240070"/>
              <a:ext cx="287999" cy="371391"/>
            </a:xfrm>
            <a:custGeom>
              <a:avLst/>
              <a:gdLst>
                <a:gd name="T0" fmla="*/ 3118 w 9837"/>
                <a:gd name="T1" fmla="*/ 11425 h 12686"/>
                <a:gd name="T2" fmla="*/ 2294 w 9837"/>
                <a:gd name="T3" fmla="*/ 12646 h 12686"/>
                <a:gd name="T4" fmla="*/ 2234 w 9837"/>
                <a:gd name="T5" fmla="*/ 12679 h 12686"/>
                <a:gd name="T6" fmla="*/ 2189 w 9837"/>
                <a:gd name="T7" fmla="*/ 12684 h 12686"/>
                <a:gd name="T8" fmla="*/ 2154 w 9837"/>
                <a:gd name="T9" fmla="*/ 12659 h 12686"/>
                <a:gd name="T10" fmla="*/ 2115 w 9837"/>
                <a:gd name="T11" fmla="*/ 12581 h 12686"/>
                <a:gd name="T12" fmla="*/ 2014 w 9837"/>
                <a:gd name="T13" fmla="*/ 11008 h 12686"/>
                <a:gd name="T14" fmla="*/ 3053 w 9837"/>
                <a:gd name="T15" fmla="*/ 5966 h 12686"/>
                <a:gd name="T16" fmla="*/ 3042 w 9837"/>
                <a:gd name="T17" fmla="*/ 5815 h 12686"/>
                <a:gd name="T18" fmla="*/ 2842 w 9837"/>
                <a:gd name="T19" fmla="*/ 4798 h 12686"/>
                <a:gd name="T20" fmla="*/ 3098 w 9837"/>
                <a:gd name="T21" fmla="*/ 3624 h 12686"/>
                <a:gd name="T22" fmla="*/ 3521 w 9837"/>
                <a:gd name="T23" fmla="*/ 3104 h 12686"/>
                <a:gd name="T24" fmla="*/ 4132 w 9837"/>
                <a:gd name="T25" fmla="*/ 2846 h 12686"/>
                <a:gd name="T26" fmla="*/ 4671 w 9837"/>
                <a:gd name="T27" fmla="*/ 2922 h 12686"/>
                <a:gd name="T28" fmla="*/ 5025 w 9837"/>
                <a:gd name="T29" fmla="*/ 3211 h 12686"/>
                <a:gd name="T30" fmla="*/ 5210 w 9837"/>
                <a:gd name="T31" fmla="*/ 3670 h 12686"/>
                <a:gd name="T32" fmla="*/ 5155 w 9837"/>
                <a:gd name="T33" fmla="*/ 4529 h 12686"/>
                <a:gd name="T34" fmla="*/ 4590 w 9837"/>
                <a:gd name="T35" fmla="*/ 7081 h 12686"/>
                <a:gd name="T36" fmla="*/ 5138 w 9837"/>
                <a:gd name="T37" fmla="*/ 7774 h 12686"/>
                <a:gd name="T38" fmla="*/ 6107 w 9837"/>
                <a:gd name="T39" fmla="*/ 7877 h 12686"/>
                <a:gd name="T40" fmla="*/ 6907 w 9837"/>
                <a:gd name="T41" fmla="*/ 7429 h 12686"/>
                <a:gd name="T42" fmla="*/ 7658 w 9837"/>
                <a:gd name="T43" fmla="*/ 6268 h 12686"/>
                <a:gd name="T44" fmla="*/ 8036 w 9837"/>
                <a:gd name="T45" fmla="*/ 4561 h 12686"/>
                <a:gd name="T46" fmla="*/ 7946 w 9837"/>
                <a:gd name="T47" fmla="*/ 3244 h 12686"/>
                <a:gd name="T48" fmla="*/ 7471 w 9837"/>
                <a:gd name="T49" fmla="*/ 2262 h 12686"/>
                <a:gd name="T50" fmla="*/ 6646 w 9837"/>
                <a:gd name="T51" fmla="*/ 1607 h 12686"/>
                <a:gd name="T52" fmla="*/ 5184 w 9837"/>
                <a:gd name="T53" fmla="*/ 1253 h 12686"/>
                <a:gd name="T54" fmla="*/ 3867 w 9837"/>
                <a:gd name="T55" fmla="*/ 1402 h 12686"/>
                <a:gd name="T56" fmla="*/ 2664 w 9837"/>
                <a:gd name="T57" fmla="*/ 2075 h 12686"/>
                <a:gd name="T58" fmla="*/ 1782 w 9837"/>
                <a:gd name="T59" fmla="*/ 3159 h 12686"/>
                <a:gd name="T60" fmla="*/ 1441 w 9837"/>
                <a:gd name="T61" fmla="*/ 4444 h 12686"/>
                <a:gd name="T62" fmla="*/ 1565 w 9837"/>
                <a:gd name="T63" fmla="*/ 5601 h 12686"/>
                <a:gd name="T64" fmla="*/ 1877 w 9837"/>
                <a:gd name="T65" fmla="*/ 6126 h 12686"/>
                <a:gd name="T66" fmla="*/ 2001 w 9837"/>
                <a:gd name="T67" fmla="*/ 6319 h 12686"/>
                <a:gd name="T68" fmla="*/ 2029 w 9837"/>
                <a:gd name="T69" fmla="*/ 6526 h 12686"/>
                <a:gd name="T70" fmla="*/ 1959 w 9837"/>
                <a:gd name="T71" fmla="*/ 6794 h 12686"/>
                <a:gd name="T72" fmla="*/ 1816 w 9837"/>
                <a:gd name="T73" fmla="*/ 7275 h 12686"/>
                <a:gd name="T74" fmla="*/ 1678 w 9837"/>
                <a:gd name="T75" fmla="*/ 7368 h 12686"/>
                <a:gd name="T76" fmla="*/ 1479 w 9837"/>
                <a:gd name="T77" fmla="*/ 7335 h 12686"/>
                <a:gd name="T78" fmla="*/ 785 w 9837"/>
                <a:gd name="T79" fmla="*/ 6867 h 12686"/>
                <a:gd name="T80" fmla="*/ 124 w 9837"/>
                <a:gd name="T81" fmla="*/ 5565 h 12686"/>
                <a:gd name="T82" fmla="*/ 8 w 9837"/>
                <a:gd name="T83" fmla="*/ 4355 h 12686"/>
                <a:gd name="T84" fmla="*/ 473 w 9837"/>
                <a:gd name="T85" fmla="*/ 2695 h 12686"/>
                <a:gd name="T86" fmla="*/ 1407 w 9837"/>
                <a:gd name="T87" fmla="*/ 1407 h 12686"/>
                <a:gd name="T88" fmla="*/ 2703 w 9837"/>
                <a:gd name="T89" fmla="*/ 537 h 12686"/>
                <a:gd name="T90" fmla="*/ 5376 w 9837"/>
                <a:gd name="T91" fmla="*/ 0 h 12686"/>
                <a:gd name="T92" fmla="*/ 7729 w 9837"/>
                <a:gd name="T93" fmla="*/ 664 h 12686"/>
                <a:gd name="T94" fmla="*/ 8900 w 9837"/>
                <a:gd name="T95" fmla="*/ 1632 h 12686"/>
                <a:gd name="T96" fmla="*/ 9626 w 9837"/>
                <a:gd name="T97" fmla="*/ 2968 h 12686"/>
                <a:gd name="T98" fmla="*/ 9835 w 9837"/>
                <a:gd name="T99" fmla="*/ 4374 h 12686"/>
                <a:gd name="T100" fmla="*/ 9529 w 9837"/>
                <a:gd name="T101" fmla="*/ 6232 h 12686"/>
                <a:gd name="T102" fmla="*/ 8493 w 9837"/>
                <a:gd name="T103" fmla="*/ 8045 h 12686"/>
                <a:gd name="T104" fmla="*/ 7525 w 9837"/>
                <a:gd name="T105" fmla="*/ 8795 h 12686"/>
                <a:gd name="T106" fmla="*/ 6357 w 9837"/>
                <a:gd name="T107" fmla="*/ 9150 h 12686"/>
                <a:gd name="T108" fmla="*/ 5273 w 9837"/>
                <a:gd name="T109" fmla="*/ 9099 h 12686"/>
                <a:gd name="T110" fmla="*/ 4591 w 9837"/>
                <a:gd name="T111" fmla="*/ 8776 h 1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837" h="12686">
                  <a:moveTo>
                    <a:pt x="4115" y="8296"/>
                  </a:moveTo>
                  <a:lnTo>
                    <a:pt x="3659" y="10080"/>
                  </a:lnTo>
                  <a:lnTo>
                    <a:pt x="3556" y="10434"/>
                  </a:lnTo>
                  <a:lnTo>
                    <a:pt x="3431" y="10775"/>
                  </a:lnTo>
                  <a:lnTo>
                    <a:pt x="3284" y="11105"/>
                  </a:lnTo>
                  <a:lnTo>
                    <a:pt x="3118" y="11425"/>
                  </a:lnTo>
                  <a:lnTo>
                    <a:pt x="2936" y="11736"/>
                  </a:lnTo>
                  <a:lnTo>
                    <a:pt x="2740" y="12039"/>
                  </a:lnTo>
                  <a:lnTo>
                    <a:pt x="2313" y="12628"/>
                  </a:lnTo>
                  <a:lnTo>
                    <a:pt x="2307" y="12634"/>
                  </a:lnTo>
                  <a:lnTo>
                    <a:pt x="2301" y="12640"/>
                  </a:lnTo>
                  <a:lnTo>
                    <a:pt x="2294" y="12646"/>
                  </a:lnTo>
                  <a:lnTo>
                    <a:pt x="2286" y="12652"/>
                  </a:lnTo>
                  <a:lnTo>
                    <a:pt x="2278" y="12658"/>
                  </a:lnTo>
                  <a:lnTo>
                    <a:pt x="2270" y="12663"/>
                  </a:lnTo>
                  <a:lnTo>
                    <a:pt x="2252" y="12672"/>
                  </a:lnTo>
                  <a:lnTo>
                    <a:pt x="2243" y="12676"/>
                  </a:lnTo>
                  <a:lnTo>
                    <a:pt x="2234" y="12679"/>
                  </a:lnTo>
                  <a:lnTo>
                    <a:pt x="2225" y="12682"/>
                  </a:lnTo>
                  <a:lnTo>
                    <a:pt x="2216" y="12684"/>
                  </a:lnTo>
                  <a:lnTo>
                    <a:pt x="2207" y="12685"/>
                  </a:lnTo>
                  <a:lnTo>
                    <a:pt x="2200" y="12685"/>
                  </a:lnTo>
                  <a:lnTo>
                    <a:pt x="2192" y="12685"/>
                  </a:lnTo>
                  <a:lnTo>
                    <a:pt x="2189" y="12684"/>
                  </a:lnTo>
                  <a:lnTo>
                    <a:pt x="2186" y="12683"/>
                  </a:lnTo>
                  <a:lnTo>
                    <a:pt x="2179" y="12680"/>
                  </a:lnTo>
                  <a:lnTo>
                    <a:pt x="2173" y="12676"/>
                  </a:lnTo>
                  <a:lnTo>
                    <a:pt x="2166" y="12671"/>
                  </a:lnTo>
                  <a:lnTo>
                    <a:pt x="2160" y="12666"/>
                  </a:lnTo>
                  <a:lnTo>
                    <a:pt x="2154" y="12659"/>
                  </a:lnTo>
                  <a:lnTo>
                    <a:pt x="2148" y="12652"/>
                  </a:lnTo>
                  <a:lnTo>
                    <a:pt x="2143" y="12644"/>
                  </a:lnTo>
                  <a:lnTo>
                    <a:pt x="2138" y="12636"/>
                  </a:lnTo>
                  <a:lnTo>
                    <a:pt x="2129" y="12618"/>
                  </a:lnTo>
                  <a:lnTo>
                    <a:pt x="2121" y="12600"/>
                  </a:lnTo>
                  <a:lnTo>
                    <a:pt x="2115" y="12581"/>
                  </a:lnTo>
                  <a:lnTo>
                    <a:pt x="2113" y="12573"/>
                  </a:lnTo>
                  <a:lnTo>
                    <a:pt x="2112" y="12564"/>
                  </a:lnTo>
                  <a:lnTo>
                    <a:pt x="2063" y="12174"/>
                  </a:lnTo>
                  <a:lnTo>
                    <a:pt x="2030" y="11785"/>
                  </a:lnTo>
                  <a:lnTo>
                    <a:pt x="2013" y="11396"/>
                  </a:lnTo>
                  <a:lnTo>
                    <a:pt x="2014" y="11008"/>
                  </a:lnTo>
                  <a:lnTo>
                    <a:pt x="2034" y="10620"/>
                  </a:lnTo>
                  <a:lnTo>
                    <a:pt x="2075" y="10233"/>
                  </a:lnTo>
                  <a:lnTo>
                    <a:pt x="2139" y="9846"/>
                  </a:lnTo>
                  <a:lnTo>
                    <a:pt x="2226" y="9459"/>
                  </a:lnTo>
                  <a:lnTo>
                    <a:pt x="3051" y="5979"/>
                  </a:lnTo>
                  <a:lnTo>
                    <a:pt x="3053" y="5966"/>
                  </a:lnTo>
                  <a:lnTo>
                    <a:pt x="3055" y="5953"/>
                  </a:lnTo>
                  <a:lnTo>
                    <a:pt x="3057" y="5926"/>
                  </a:lnTo>
                  <a:lnTo>
                    <a:pt x="3056" y="5898"/>
                  </a:lnTo>
                  <a:lnTo>
                    <a:pt x="3053" y="5871"/>
                  </a:lnTo>
                  <a:lnTo>
                    <a:pt x="3049" y="5843"/>
                  </a:lnTo>
                  <a:lnTo>
                    <a:pt x="3042" y="5815"/>
                  </a:lnTo>
                  <a:lnTo>
                    <a:pt x="3035" y="5788"/>
                  </a:lnTo>
                  <a:lnTo>
                    <a:pt x="3027" y="5763"/>
                  </a:lnTo>
                  <a:lnTo>
                    <a:pt x="2952" y="5522"/>
                  </a:lnTo>
                  <a:lnTo>
                    <a:pt x="2895" y="5281"/>
                  </a:lnTo>
                  <a:lnTo>
                    <a:pt x="2858" y="5040"/>
                  </a:lnTo>
                  <a:lnTo>
                    <a:pt x="2842" y="4798"/>
                  </a:lnTo>
                  <a:lnTo>
                    <a:pt x="2848" y="4557"/>
                  </a:lnTo>
                  <a:lnTo>
                    <a:pt x="2876" y="4315"/>
                  </a:lnTo>
                  <a:lnTo>
                    <a:pt x="2929" y="4073"/>
                  </a:lnTo>
                  <a:lnTo>
                    <a:pt x="3007" y="3832"/>
                  </a:lnTo>
                  <a:lnTo>
                    <a:pt x="3050" y="3726"/>
                  </a:lnTo>
                  <a:lnTo>
                    <a:pt x="3098" y="3624"/>
                  </a:lnTo>
                  <a:lnTo>
                    <a:pt x="3153" y="3526"/>
                  </a:lnTo>
                  <a:lnTo>
                    <a:pt x="3213" y="3432"/>
                  </a:lnTo>
                  <a:lnTo>
                    <a:pt x="3280" y="3343"/>
                  </a:lnTo>
                  <a:lnTo>
                    <a:pt x="3354" y="3258"/>
                  </a:lnTo>
                  <a:lnTo>
                    <a:pt x="3434" y="3178"/>
                  </a:lnTo>
                  <a:lnTo>
                    <a:pt x="3521" y="3104"/>
                  </a:lnTo>
                  <a:lnTo>
                    <a:pt x="3614" y="3035"/>
                  </a:lnTo>
                  <a:lnTo>
                    <a:pt x="3711" y="2977"/>
                  </a:lnTo>
                  <a:lnTo>
                    <a:pt x="3812" y="2929"/>
                  </a:lnTo>
                  <a:lnTo>
                    <a:pt x="3915" y="2891"/>
                  </a:lnTo>
                  <a:lnTo>
                    <a:pt x="4022" y="2863"/>
                  </a:lnTo>
                  <a:lnTo>
                    <a:pt x="4132" y="2846"/>
                  </a:lnTo>
                  <a:lnTo>
                    <a:pt x="4245" y="2840"/>
                  </a:lnTo>
                  <a:lnTo>
                    <a:pt x="4362" y="2844"/>
                  </a:lnTo>
                  <a:lnTo>
                    <a:pt x="4443" y="2854"/>
                  </a:lnTo>
                  <a:lnTo>
                    <a:pt x="4522" y="2870"/>
                  </a:lnTo>
                  <a:lnTo>
                    <a:pt x="4598" y="2893"/>
                  </a:lnTo>
                  <a:lnTo>
                    <a:pt x="4671" y="2922"/>
                  </a:lnTo>
                  <a:lnTo>
                    <a:pt x="4739" y="2956"/>
                  </a:lnTo>
                  <a:lnTo>
                    <a:pt x="4805" y="2997"/>
                  </a:lnTo>
                  <a:lnTo>
                    <a:pt x="4866" y="3043"/>
                  </a:lnTo>
                  <a:lnTo>
                    <a:pt x="4923" y="3094"/>
                  </a:lnTo>
                  <a:lnTo>
                    <a:pt x="4976" y="3150"/>
                  </a:lnTo>
                  <a:lnTo>
                    <a:pt x="5025" y="3211"/>
                  </a:lnTo>
                  <a:lnTo>
                    <a:pt x="5068" y="3277"/>
                  </a:lnTo>
                  <a:lnTo>
                    <a:pt x="5107" y="3348"/>
                  </a:lnTo>
                  <a:lnTo>
                    <a:pt x="5141" y="3422"/>
                  </a:lnTo>
                  <a:lnTo>
                    <a:pt x="5170" y="3501"/>
                  </a:lnTo>
                  <a:lnTo>
                    <a:pt x="5193" y="3584"/>
                  </a:lnTo>
                  <a:lnTo>
                    <a:pt x="5210" y="3670"/>
                  </a:lnTo>
                  <a:lnTo>
                    <a:pt x="5228" y="3816"/>
                  </a:lnTo>
                  <a:lnTo>
                    <a:pt x="5232" y="3961"/>
                  </a:lnTo>
                  <a:lnTo>
                    <a:pt x="5226" y="4105"/>
                  </a:lnTo>
                  <a:lnTo>
                    <a:pt x="5209" y="4247"/>
                  </a:lnTo>
                  <a:lnTo>
                    <a:pt x="5185" y="4389"/>
                  </a:lnTo>
                  <a:lnTo>
                    <a:pt x="5155" y="4529"/>
                  </a:lnTo>
                  <a:lnTo>
                    <a:pt x="5082" y="4809"/>
                  </a:lnTo>
                  <a:lnTo>
                    <a:pt x="4617" y="6403"/>
                  </a:lnTo>
                  <a:lnTo>
                    <a:pt x="4574" y="6584"/>
                  </a:lnTo>
                  <a:lnTo>
                    <a:pt x="4556" y="6758"/>
                  </a:lnTo>
                  <a:lnTo>
                    <a:pt x="4562" y="6924"/>
                  </a:lnTo>
                  <a:lnTo>
                    <a:pt x="4590" y="7081"/>
                  </a:lnTo>
                  <a:lnTo>
                    <a:pt x="4639" y="7228"/>
                  </a:lnTo>
                  <a:lnTo>
                    <a:pt x="4706" y="7364"/>
                  </a:lnTo>
                  <a:lnTo>
                    <a:pt x="4791" y="7487"/>
                  </a:lnTo>
                  <a:lnTo>
                    <a:pt x="4892" y="7598"/>
                  </a:lnTo>
                  <a:lnTo>
                    <a:pt x="5008" y="7693"/>
                  </a:lnTo>
                  <a:lnTo>
                    <a:pt x="5138" y="7774"/>
                  </a:lnTo>
                  <a:lnTo>
                    <a:pt x="5278" y="7838"/>
                  </a:lnTo>
                  <a:lnTo>
                    <a:pt x="5430" y="7885"/>
                  </a:lnTo>
                  <a:lnTo>
                    <a:pt x="5589" y="7914"/>
                  </a:lnTo>
                  <a:lnTo>
                    <a:pt x="5757" y="7922"/>
                  </a:lnTo>
                  <a:lnTo>
                    <a:pt x="5930" y="7911"/>
                  </a:lnTo>
                  <a:lnTo>
                    <a:pt x="6107" y="7877"/>
                  </a:lnTo>
                  <a:lnTo>
                    <a:pt x="6260" y="7832"/>
                  </a:lnTo>
                  <a:lnTo>
                    <a:pt x="6405" y="7774"/>
                  </a:lnTo>
                  <a:lnTo>
                    <a:pt x="6541" y="7704"/>
                  </a:lnTo>
                  <a:lnTo>
                    <a:pt x="6670" y="7623"/>
                  </a:lnTo>
                  <a:lnTo>
                    <a:pt x="6792" y="7531"/>
                  </a:lnTo>
                  <a:lnTo>
                    <a:pt x="6907" y="7429"/>
                  </a:lnTo>
                  <a:lnTo>
                    <a:pt x="7016" y="7318"/>
                  </a:lnTo>
                  <a:lnTo>
                    <a:pt x="7118" y="7198"/>
                  </a:lnTo>
                  <a:lnTo>
                    <a:pt x="7282" y="6978"/>
                  </a:lnTo>
                  <a:lnTo>
                    <a:pt x="7426" y="6749"/>
                  </a:lnTo>
                  <a:lnTo>
                    <a:pt x="7551" y="6512"/>
                  </a:lnTo>
                  <a:lnTo>
                    <a:pt x="7658" y="6268"/>
                  </a:lnTo>
                  <a:lnTo>
                    <a:pt x="7749" y="6017"/>
                  </a:lnTo>
                  <a:lnTo>
                    <a:pt x="7826" y="5760"/>
                  </a:lnTo>
                  <a:lnTo>
                    <a:pt x="7890" y="5498"/>
                  </a:lnTo>
                  <a:lnTo>
                    <a:pt x="7943" y="5232"/>
                  </a:lnTo>
                  <a:lnTo>
                    <a:pt x="8012" y="4785"/>
                  </a:lnTo>
                  <a:lnTo>
                    <a:pt x="8036" y="4561"/>
                  </a:lnTo>
                  <a:lnTo>
                    <a:pt x="8052" y="4336"/>
                  </a:lnTo>
                  <a:lnTo>
                    <a:pt x="8056" y="4111"/>
                  </a:lnTo>
                  <a:lnTo>
                    <a:pt x="8048" y="3887"/>
                  </a:lnTo>
                  <a:lnTo>
                    <a:pt x="8027" y="3662"/>
                  </a:lnTo>
                  <a:lnTo>
                    <a:pt x="7990" y="3438"/>
                  </a:lnTo>
                  <a:lnTo>
                    <a:pt x="7946" y="3244"/>
                  </a:lnTo>
                  <a:lnTo>
                    <a:pt x="7891" y="3058"/>
                  </a:lnTo>
                  <a:lnTo>
                    <a:pt x="7827" y="2881"/>
                  </a:lnTo>
                  <a:lnTo>
                    <a:pt x="7752" y="2713"/>
                  </a:lnTo>
                  <a:lnTo>
                    <a:pt x="7668" y="2554"/>
                  </a:lnTo>
                  <a:lnTo>
                    <a:pt x="7574" y="2403"/>
                  </a:lnTo>
                  <a:lnTo>
                    <a:pt x="7471" y="2262"/>
                  </a:lnTo>
                  <a:lnTo>
                    <a:pt x="7357" y="2130"/>
                  </a:lnTo>
                  <a:lnTo>
                    <a:pt x="7234" y="2006"/>
                  </a:lnTo>
                  <a:lnTo>
                    <a:pt x="7101" y="1892"/>
                  </a:lnTo>
                  <a:lnTo>
                    <a:pt x="6959" y="1788"/>
                  </a:lnTo>
                  <a:lnTo>
                    <a:pt x="6807" y="1693"/>
                  </a:lnTo>
                  <a:lnTo>
                    <a:pt x="6646" y="1607"/>
                  </a:lnTo>
                  <a:lnTo>
                    <a:pt x="6475" y="1531"/>
                  </a:lnTo>
                  <a:lnTo>
                    <a:pt x="6295" y="1464"/>
                  </a:lnTo>
                  <a:lnTo>
                    <a:pt x="6105" y="1408"/>
                  </a:lnTo>
                  <a:lnTo>
                    <a:pt x="5642" y="1307"/>
                  </a:lnTo>
                  <a:lnTo>
                    <a:pt x="5412" y="1273"/>
                  </a:lnTo>
                  <a:lnTo>
                    <a:pt x="5184" y="1253"/>
                  </a:lnTo>
                  <a:lnTo>
                    <a:pt x="4959" y="1244"/>
                  </a:lnTo>
                  <a:lnTo>
                    <a:pt x="4735" y="1249"/>
                  </a:lnTo>
                  <a:lnTo>
                    <a:pt x="4514" y="1266"/>
                  </a:lnTo>
                  <a:lnTo>
                    <a:pt x="4296" y="1298"/>
                  </a:lnTo>
                  <a:lnTo>
                    <a:pt x="4080" y="1343"/>
                  </a:lnTo>
                  <a:lnTo>
                    <a:pt x="3867" y="1402"/>
                  </a:lnTo>
                  <a:lnTo>
                    <a:pt x="3658" y="1476"/>
                  </a:lnTo>
                  <a:lnTo>
                    <a:pt x="3451" y="1565"/>
                  </a:lnTo>
                  <a:lnTo>
                    <a:pt x="3249" y="1669"/>
                  </a:lnTo>
                  <a:lnTo>
                    <a:pt x="3050" y="1788"/>
                  </a:lnTo>
                  <a:lnTo>
                    <a:pt x="2855" y="1923"/>
                  </a:lnTo>
                  <a:lnTo>
                    <a:pt x="2664" y="2075"/>
                  </a:lnTo>
                  <a:lnTo>
                    <a:pt x="2479" y="2241"/>
                  </a:lnTo>
                  <a:lnTo>
                    <a:pt x="2309" y="2413"/>
                  </a:lnTo>
                  <a:lnTo>
                    <a:pt x="2155" y="2590"/>
                  </a:lnTo>
                  <a:lnTo>
                    <a:pt x="2015" y="2774"/>
                  </a:lnTo>
                  <a:lnTo>
                    <a:pt x="1891" y="2964"/>
                  </a:lnTo>
                  <a:lnTo>
                    <a:pt x="1782" y="3159"/>
                  </a:lnTo>
                  <a:lnTo>
                    <a:pt x="1687" y="3360"/>
                  </a:lnTo>
                  <a:lnTo>
                    <a:pt x="1608" y="3566"/>
                  </a:lnTo>
                  <a:lnTo>
                    <a:pt x="1544" y="3778"/>
                  </a:lnTo>
                  <a:lnTo>
                    <a:pt x="1495" y="3995"/>
                  </a:lnTo>
                  <a:lnTo>
                    <a:pt x="1460" y="4217"/>
                  </a:lnTo>
                  <a:lnTo>
                    <a:pt x="1441" y="4444"/>
                  </a:lnTo>
                  <a:lnTo>
                    <a:pt x="1437" y="4677"/>
                  </a:lnTo>
                  <a:lnTo>
                    <a:pt x="1447" y="4914"/>
                  </a:lnTo>
                  <a:lnTo>
                    <a:pt x="1473" y="5156"/>
                  </a:lnTo>
                  <a:lnTo>
                    <a:pt x="1513" y="5403"/>
                  </a:lnTo>
                  <a:lnTo>
                    <a:pt x="1536" y="5503"/>
                  </a:lnTo>
                  <a:lnTo>
                    <a:pt x="1565" y="5601"/>
                  </a:lnTo>
                  <a:lnTo>
                    <a:pt x="1602" y="5697"/>
                  </a:lnTo>
                  <a:lnTo>
                    <a:pt x="1644" y="5789"/>
                  </a:lnTo>
                  <a:lnTo>
                    <a:pt x="1694" y="5879"/>
                  </a:lnTo>
                  <a:lnTo>
                    <a:pt x="1749" y="5965"/>
                  </a:lnTo>
                  <a:lnTo>
                    <a:pt x="1810" y="6047"/>
                  </a:lnTo>
                  <a:lnTo>
                    <a:pt x="1877" y="6126"/>
                  </a:lnTo>
                  <a:lnTo>
                    <a:pt x="1904" y="6157"/>
                  </a:lnTo>
                  <a:lnTo>
                    <a:pt x="1929" y="6189"/>
                  </a:lnTo>
                  <a:lnTo>
                    <a:pt x="1951" y="6221"/>
                  </a:lnTo>
                  <a:lnTo>
                    <a:pt x="1970" y="6253"/>
                  </a:lnTo>
                  <a:lnTo>
                    <a:pt x="1987" y="6286"/>
                  </a:lnTo>
                  <a:lnTo>
                    <a:pt x="2001" y="6319"/>
                  </a:lnTo>
                  <a:lnTo>
                    <a:pt x="2012" y="6352"/>
                  </a:lnTo>
                  <a:lnTo>
                    <a:pt x="2021" y="6386"/>
                  </a:lnTo>
                  <a:lnTo>
                    <a:pt x="2027" y="6420"/>
                  </a:lnTo>
                  <a:lnTo>
                    <a:pt x="2030" y="6455"/>
                  </a:lnTo>
                  <a:lnTo>
                    <a:pt x="2031" y="6490"/>
                  </a:lnTo>
                  <a:lnTo>
                    <a:pt x="2029" y="6526"/>
                  </a:lnTo>
                  <a:lnTo>
                    <a:pt x="2024" y="6563"/>
                  </a:lnTo>
                  <a:lnTo>
                    <a:pt x="2016" y="6601"/>
                  </a:lnTo>
                  <a:lnTo>
                    <a:pt x="2006" y="6640"/>
                  </a:lnTo>
                  <a:lnTo>
                    <a:pt x="1994" y="6679"/>
                  </a:lnTo>
                  <a:lnTo>
                    <a:pt x="1975" y="6736"/>
                  </a:lnTo>
                  <a:lnTo>
                    <a:pt x="1959" y="6794"/>
                  </a:lnTo>
                  <a:lnTo>
                    <a:pt x="1930" y="6910"/>
                  </a:lnTo>
                  <a:lnTo>
                    <a:pt x="1874" y="7142"/>
                  </a:lnTo>
                  <a:lnTo>
                    <a:pt x="1862" y="7181"/>
                  </a:lnTo>
                  <a:lnTo>
                    <a:pt x="1848" y="7215"/>
                  </a:lnTo>
                  <a:lnTo>
                    <a:pt x="1833" y="7247"/>
                  </a:lnTo>
                  <a:lnTo>
                    <a:pt x="1816" y="7275"/>
                  </a:lnTo>
                  <a:lnTo>
                    <a:pt x="1797" y="7299"/>
                  </a:lnTo>
                  <a:lnTo>
                    <a:pt x="1777" y="7320"/>
                  </a:lnTo>
                  <a:lnTo>
                    <a:pt x="1755" y="7337"/>
                  </a:lnTo>
                  <a:lnTo>
                    <a:pt x="1731" y="7351"/>
                  </a:lnTo>
                  <a:lnTo>
                    <a:pt x="1705" y="7361"/>
                  </a:lnTo>
                  <a:lnTo>
                    <a:pt x="1678" y="7368"/>
                  </a:lnTo>
                  <a:lnTo>
                    <a:pt x="1649" y="7372"/>
                  </a:lnTo>
                  <a:lnTo>
                    <a:pt x="1618" y="7372"/>
                  </a:lnTo>
                  <a:lnTo>
                    <a:pt x="1586" y="7368"/>
                  </a:lnTo>
                  <a:lnTo>
                    <a:pt x="1552" y="7361"/>
                  </a:lnTo>
                  <a:lnTo>
                    <a:pt x="1516" y="7350"/>
                  </a:lnTo>
                  <a:lnTo>
                    <a:pt x="1479" y="7335"/>
                  </a:lnTo>
                  <a:lnTo>
                    <a:pt x="1282" y="7241"/>
                  </a:lnTo>
                  <a:lnTo>
                    <a:pt x="1102" y="7132"/>
                  </a:lnTo>
                  <a:lnTo>
                    <a:pt x="1017" y="7071"/>
                  </a:lnTo>
                  <a:lnTo>
                    <a:pt x="936" y="7007"/>
                  </a:lnTo>
                  <a:lnTo>
                    <a:pt x="859" y="6939"/>
                  </a:lnTo>
                  <a:lnTo>
                    <a:pt x="785" y="6867"/>
                  </a:lnTo>
                  <a:lnTo>
                    <a:pt x="650" y="6713"/>
                  </a:lnTo>
                  <a:lnTo>
                    <a:pt x="529" y="6545"/>
                  </a:lnTo>
                  <a:lnTo>
                    <a:pt x="422" y="6364"/>
                  </a:lnTo>
                  <a:lnTo>
                    <a:pt x="330" y="6170"/>
                  </a:lnTo>
                  <a:lnTo>
                    <a:pt x="182" y="5767"/>
                  </a:lnTo>
                  <a:lnTo>
                    <a:pt x="124" y="5565"/>
                  </a:lnTo>
                  <a:lnTo>
                    <a:pt x="78" y="5363"/>
                  </a:lnTo>
                  <a:lnTo>
                    <a:pt x="42" y="5162"/>
                  </a:lnTo>
                  <a:lnTo>
                    <a:pt x="17" y="4960"/>
                  </a:lnTo>
                  <a:lnTo>
                    <a:pt x="3" y="4758"/>
                  </a:lnTo>
                  <a:lnTo>
                    <a:pt x="0" y="4556"/>
                  </a:lnTo>
                  <a:lnTo>
                    <a:pt x="8" y="4355"/>
                  </a:lnTo>
                  <a:lnTo>
                    <a:pt x="26" y="4153"/>
                  </a:lnTo>
                  <a:lnTo>
                    <a:pt x="55" y="3952"/>
                  </a:lnTo>
                  <a:lnTo>
                    <a:pt x="94" y="3751"/>
                  </a:lnTo>
                  <a:lnTo>
                    <a:pt x="204" y="3350"/>
                  </a:lnTo>
                  <a:lnTo>
                    <a:pt x="355" y="2951"/>
                  </a:lnTo>
                  <a:lnTo>
                    <a:pt x="473" y="2695"/>
                  </a:lnTo>
                  <a:lnTo>
                    <a:pt x="602" y="2450"/>
                  </a:lnTo>
                  <a:lnTo>
                    <a:pt x="742" y="2218"/>
                  </a:lnTo>
                  <a:lnTo>
                    <a:pt x="893" y="1998"/>
                  </a:lnTo>
                  <a:lnTo>
                    <a:pt x="1054" y="1789"/>
                  </a:lnTo>
                  <a:lnTo>
                    <a:pt x="1226" y="1592"/>
                  </a:lnTo>
                  <a:lnTo>
                    <a:pt x="1407" y="1407"/>
                  </a:lnTo>
                  <a:lnTo>
                    <a:pt x="1599" y="1233"/>
                  </a:lnTo>
                  <a:lnTo>
                    <a:pt x="1801" y="1071"/>
                  </a:lnTo>
                  <a:lnTo>
                    <a:pt x="2012" y="921"/>
                  </a:lnTo>
                  <a:lnTo>
                    <a:pt x="2233" y="781"/>
                  </a:lnTo>
                  <a:lnTo>
                    <a:pt x="2463" y="653"/>
                  </a:lnTo>
                  <a:lnTo>
                    <a:pt x="2703" y="537"/>
                  </a:lnTo>
                  <a:lnTo>
                    <a:pt x="2952" y="431"/>
                  </a:lnTo>
                  <a:lnTo>
                    <a:pt x="3478" y="254"/>
                  </a:lnTo>
                  <a:lnTo>
                    <a:pt x="3953" y="135"/>
                  </a:lnTo>
                  <a:lnTo>
                    <a:pt x="4428" y="52"/>
                  </a:lnTo>
                  <a:lnTo>
                    <a:pt x="4903" y="6"/>
                  </a:lnTo>
                  <a:lnTo>
                    <a:pt x="5376" y="0"/>
                  </a:lnTo>
                  <a:lnTo>
                    <a:pt x="5848" y="37"/>
                  </a:lnTo>
                  <a:lnTo>
                    <a:pt x="6317" y="118"/>
                  </a:lnTo>
                  <a:lnTo>
                    <a:pt x="6783" y="245"/>
                  </a:lnTo>
                  <a:lnTo>
                    <a:pt x="7245" y="422"/>
                  </a:lnTo>
                  <a:lnTo>
                    <a:pt x="7493" y="538"/>
                  </a:lnTo>
                  <a:lnTo>
                    <a:pt x="7729" y="664"/>
                  </a:lnTo>
                  <a:lnTo>
                    <a:pt x="7954" y="801"/>
                  </a:lnTo>
                  <a:lnTo>
                    <a:pt x="8167" y="947"/>
                  </a:lnTo>
                  <a:lnTo>
                    <a:pt x="8369" y="1103"/>
                  </a:lnTo>
                  <a:lnTo>
                    <a:pt x="8558" y="1269"/>
                  </a:lnTo>
                  <a:lnTo>
                    <a:pt x="8735" y="1446"/>
                  </a:lnTo>
                  <a:lnTo>
                    <a:pt x="8900" y="1632"/>
                  </a:lnTo>
                  <a:lnTo>
                    <a:pt x="9053" y="1829"/>
                  </a:lnTo>
                  <a:lnTo>
                    <a:pt x="9193" y="2036"/>
                  </a:lnTo>
                  <a:lnTo>
                    <a:pt x="9321" y="2254"/>
                  </a:lnTo>
                  <a:lnTo>
                    <a:pt x="9435" y="2481"/>
                  </a:lnTo>
                  <a:lnTo>
                    <a:pt x="9537" y="2719"/>
                  </a:lnTo>
                  <a:lnTo>
                    <a:pt x="9626" y="2968"/>
                  </a:lnTo>
                  <a:lnTo>
                    <a:pt x="9702" y="3227"/>
                  </a:lnTo>
                  <a:lnTo>
                    <a:pt x="9765" y="3497"/>
                  </a:lnTo>
                  <a:lnTo>
                    <a:pt x="9802" y="3716"/>
                  </a:lnTo>
                  <a:lnTo>
                    <a:pt x="9825" y="3935"/>
                  </a:lnTo>
                  <a:lnTo>
                    <a:pt x="9836" y="4155"/>
                  </a:lnTo>
                  <a:lnTo>
                    <a:pt x="9835" y="4374"/>
                  </a:lnTo>
                  <a:lnTo>
                    <a:pt x="9825" y="4594"/>
                  </a:lnTo>
                  <a:lnTo>
                    <a:pt x="9806" y="4813"/>
                  </a:lnTo>
                  <a:lnTo>
                    <a:pt x="9751" y="5252"/>
                  </a:lnTo>
                  <a:lnTo>
                    <a:pt x="9694" y="5585"/>
                  </a:lnTo>
                  <a:lnTo>
                    <a:pt x="9620" y="5912"/>
                  </a:lnTo>
                  <a:lnTo>
                    <a:pt x="9529" y="6232"/>
                  </a:lnTo>
                  <a:lnTo>
                    <a:pt x="9420" y="6545"/>
                  </a:lnTo>
                  <a:lnTo>
                    <a:pt x="9291" y="6850"/>
                  </a:lnTo>
                  <a:lnTo>
                    <a:pt x="9140" y="7146"/>
                  </a:lnTo>
                  <a:lnTo>
                    <a:pt x="8968" y="7434"/>
                  </a:lnTo>
                  <a:lnTo>
                    <a:pt x="8772" y="7712"/>
                  </a:lnTo>
                  <a:lnTo>
                    <a:pt x="8493" y="8045"/>
                  </a:lnTo>
                  <a:lnTo>
                    <a:pt x="8346" y="8196"/>
                  </a:lnTo>
                  <a:lnTo>
                    <a:pt x="8193" y="8337"/>
                  </a:lnTo>
                  <a:lnTo>
                    <a:pt x="8034" y="8467"/>
                  </a:lnTo>
                  <a:lnTo>
                    <a:pt x="7870" y="8587"/>
                  </a:lnTo>
                  <a:lnTo>
                    <a:pt x="7701" y="8696"/>
                  </a:lnTo>
                  <a:lnTo>
                    <a:pt x="7525" y="8795"/>
                  </a:lnTo>
                  <a:lnTo>
                    <a:pt x="7345" y="8882"/>
                  </a:lnTo>
                  <a:lnTo>
                    <a:pt x="7159" y="8958"/>
                  </a:lnTo>
                  <a:lnTo>
                    <a:pt x="6967" y="9023"/>
                  </a:lnTo>
                  <a:lnTo>
                    <a:pt x="6769" y="9077"/>
                  </a:lnTo>
                  <a:lnTo>
                    <a:pt x="6566" y="9119"/>
                  </a:lnTo>
                  <a:lnTo>
                    <a:pt x="6357" y="9150"/>
                  </a:lnTo>
                  <a:lnTo>
                    <a:pt x="6143" y="9169"/>
                  </a:lnTo>
                  <a:lnTo>
                    <a:pt x="5922" y="9176"/>
                  </a:lnTo>
                  <a:lnTo>
                    <a:pt x="5655" y="9165"/>
                  </a:lnTo>
                  <a:lnTo>
                    <a:pt x="5525" y="9150"/>
                  </a:lnTo>
                  <a:lnTo>
                    <a:pt x="5398" y="9128"/>
                  </a:lnTo>
                  <a:lnTo>
                    <a:pt x="5273" y="9099"/>
                  </a:lnTo>
                  <a:lnTo>
                    <a:pt x="5152" y="9063"/>
                  </a:lnTo>
                  <a:lnTo>
                    <a:pt x="5034" y="9020"/>
                  </a:lnTo>
                  <a:lnTo>
                    <a:pt x="4918" y="8970"/>
                  </a:lnTo>
                  <a:lnTo>
                    <a:pt x="4806" y="8913"/>
                  </a:lnTo>
                  <a:lnTo>
                    <a:pt x="4697" y="8848"/>
                  </a:lnTo>
                  <a:lnTo>
                    <a:pt x="4591" y="8776"/>
                  </a:lnTo>
                  <a:lnTo>
                    <a:pt x="4489" y="8696"/>
                  </a:lnTo>
                  <a:lnTo>
                    <a:pt x="4390" y="8608"/>
                  </a:lnTo>
                  <a:lnTo>
                    <a:pt x="4295" y="8512"/>
                  </a:lnTo>
                  <a:lnTo>
                    <a:pt x="4203" y="8408"/>
                  </a:lnTo>
                  <a:lnTo>
                    <a:pt x="4115" y="8296"/>
                  </a:lnTo>
                </a:path>
              </a:pathLst>
            </a:custGeom>
            <a:solidFill>
              <a:schemeClr val="bg1"/>
            </a:solidFill>
            <a:ln>
              <a:noFill/>
            </a:ln>
            <a:effectLst/>
          </p:spPr>
          <p:txBody>
            <a:bodyPr wrap="none" anchor="ctr"/>
            <a:lstStyle/>
            <a:p>
              <a:endParaRPr lang="de-DE" sz="2400">
                <a:latin typeface="BISansOpti"/>
              </a:endParaRPr>
            </a:p>
          </p:txBody>
        </p:sp>
        <p:sp>
          <p:nvSpPr>
            <p:cNvPr id="47" name="Freeform 2">
              <a:extLst>
                <a:ext uri="{FF2B5EF4-FFF2-40B4-BE49-F238E27FC236}">
                  <a16:creationId xmlns:a16="http://schemas.microsoft.com/office/drawing/2014/main" id="{7A221194-5F77-E742-928E-08B3F35958C4}"/>
                </a:ext>
              </a:extLst>
            </p:cNvPr>
            <p:cNvSpPr>
              <a:spLocks noChangeAspect="1" noChangeArrowheads="1"/>
            </p:cNvSpPr>
            <p:nvPr userDrawn="1"/>
          </p:nvSpPr>
          <p:spPr bwMode="auto">
            <a:xfrm>
              <a:off x="2915299" y="1272056"/>
              <a:ext cx="323999" cy="323999"/>
            </a:xfrm>
            <a:custGeom>
              <a:avLst/>
              <a:gdLst>
                <a:gd name="T0" fmla="*/ 12913 w 14438"/>
                <a:gd name="T1" fmla="*/ 17 h 14438"/>
                <a:gd name="T2" fmla="*/ 13781 w 14438"/>
                <a:gd name="T3" fmla="*/ 392 h 14438"/>
                <a:gd name="T4" fmla="*/ 14305 w 14438"/>
                <a:gd name="T5" fmla="*/ 1097 h 14438"/>
                <a:gd name="T6" fmla="*/ 14432 w 14438"/>
                <a:gd name="T7" fmla="*/ 12796 h 14438"/>
                <a:gd name="T8" fmla="*/ 14249 w 14438"/>
                <a:gd name="T9" fmla="*/ 13460 h 14438"/>
                <a:gd name="T10" fmla="*/ 13703 w 14438"/>
                <a:gd name="T11" fmla="*/ 14108 h 14438"/>
                <a:gd name="T12" fmla="*/ 12896 w 14438"/>
                <a:gd name="T13" fmla="*/ 14422 h 14438"/>
                <a:gd name="T14" fmla="*/ 1127 w 14438"/>
                <a:gd name="T15" fmla="*/ 14320 h 14438"/>
                <a:gd name="T16" fmla="*/ 473 w 14438"/>
                <a:gd name="T17" fmla="*/ 13875 h 14438"/>
                <a:gd name="T18" fmla="*/ 75 w 14438"/>
                <a:gd name="T19" fmla="*/ 13174 h 14438"/>
                <a:gd name="T20" fmla="*/ 19 w 14438"/>
                <a:gd name="T21" fmla="*/ 1490 h 14438"/>
                <a:gd name="T22" fmla="*/ 243 w 14438"/>
                <a:gd name="T23" fmla="*/ 870 h 14438"/>
                <a:gd name="T24" fmla="*/ 717 w 14438"/>
                <a:gd name="T25" fmla="*/ 343 h 14438"/>
                <a:gd name="T26" fmla="*/ 1356 w 14438"/>
                <a:gd name="T27" fmla="*/ 46 h 14438"/>
                <a:gd name="T28" fmla="*/ 11674 w 14438"/>
                <a:gd name="T29" fmla="*/ 6803 h 14438"/>
                <a:gd name="T30" fmla="*/ 11511 w 14438"/>
                <a:gd name="T31" fmla="*/ 8713 h 14438"/>
                <a:gd name="T32" fmla="*/ 10505 w 14438"/>
                <a:gd name="T33" fmla="*/ 10313 h 14438"/>
                <a:gd name="T34" fmla="*/ 8796 w 14438"/>
                <a:gd name="T35" fmla="*/ 11441 h 14438"/>
                <a:gd name="T36" fmla="*/ 6950 w 14438"/>
                <a:gd name="T37" fmla="*/ 11727 h 14438"/>
                <a:gd name="T38" fmla="*/ 5067 w 14438"/>
                <a:gd name="T39" fmla="*/ 11137 h 14438"/>
                <a:gd name="T40" fmla="*/ 3387 w 14438"/>
                <a:gd name="T41" fmla="*/ 9647 h 14438"/>
                <a:gd name="T42" fmla="*/ 2759 w 14438"/>
                <a:gd name="T43" fmla="*/ 7666 h 14438"/>
                <a:gd name="T44" fmla="*/ 1801 w 14438"/>
                <a:gd name="T45" fmla="*/ 6048 h 14438"/>
                <a:gd name="T46" fmla="*/ 1831 w 14438"/>
                <a:gd name="T47" fmla="*/ 12398 h 14438"/>
                <a:gd name="T48" fmla="*/ 1969 w 14438"/>
                <a:gd name="T49" fmla="*/ 12574 h 14438"/>
                <a:gd name="T50" fmla="*/ 2231 w 14438"/>
                <a:gd name="T51" fmla="*/ 12635 h 14438"/>
                <a:gd name="T52" fmla="*/ 12355 w 14438"/>
                <a:gd name="T53" fmla="*/ 12615 h 14438"/>
                <a:gd name="T54" fmla="*/ 12494 w 14438"/>
                <a:gd name="T55" fmla="*/ 12559 h 14438"/>
                <a:gd name="T56" fmla="*/ 12584 w 14438"/>
                <a:gd name="T57" fmla="*/ 12451 h 14438"/>
                <a:gd name="T58" fmla="*/ 12630 w 14438"/>
                <a:gd name="T59" fmla="*/ 12242 h 14438"/>
                <a:gd name="T60" fmla="*/ 7228 w 14438"/>
                <a:gd name="T61" fmla="*/ 10019 h 14438"/>
                <a:gd name="T62" fmla="*/ 8762 w 14438"/>
                <a:gd name="T63" fmla="*/ 9581 h 14438"/>
                <a:gd name="T64" fmla="*/ 9907 w 14438"/>
                <a:gd name="T65" fmla="*/ 8263 h 14438"/>
                <a:gd name="T66" fmla="*/ 10045 w 14438"/>
                <a:gd name="T67" fmla="*/ 6516 h 14438"/>
                <a:gd name="T68" fmla="*/ 9166 w 14438"/>
                <a:gd name="T69" fmla="*/ 5099 h 14438"/>
                <a:gd name="T70" fmla="*/ 7702 w 14438"/>
                <a:gd name="T71" fmla="*/ 4419 h 14438"/>
                <a:gd name="T72" fmla="*/ 6052 w 14438"/>
                <a:gd name="T73" fmla="*/ 4623 h 14438"/>
                <a:gd name="T74" fmla="*/ 4844 w 14438"/>
                <a:gd name="T75" fmla="*/ 5593 h 14438"/>
                <a:gd name="T76" fmla="*/ 4336 w 14438"/>
                <a:gd name="T77" fmla="*/ 7017 h 14438"/>
                <a:gd name="T78" fmla="*/ 4649 w 14438"/>
                <a:gd name="T79" fmla="*/ 8481 h 14438"/>
                <a:gd name="T80" fmla="*/ 5608 w 14438"/>
                <a:gd name="T81" fmla="*/ 9522 h 14438"/>
                <a:gd name="T82" fmla="*/ 6977 w 14438"/>
                <a:gd name="T83" fmla="*/ 10006 h 14438"/>
                <a:gd name="T84" fmla="*/ 9947 w 14438"/>
                <a:gd name="T85" fmla="*/ 4184 h 14438"/>
                <a:gd name="T86" fmla="*/ 10089 w 14438"/>
                <a:gd name="T87" fmla="*/ 4407 h 14438"/>
                <a:gd name="T88" fmla="*/ 10342 w 14438"/>
                <a:gd name="T89" fmla="*/ 4506 h 14438"/>
                <a:gd name="T90" fmla="*/ 12359 w 14438"/>
                <a:gd name="T91" fmla="*/ 4474 h 14438"/>
                <a:gd name="T92" fmla="*/ 12560 w 14438"/>
                <a:gd name="T93" fmla="*/ 4309 h 14438"/>
                <a:gd name="T94" fmla="*/ 12635 w 14438"/>
                <a:gd name="T95" fmla="*/ 4037 h 14438"/>
                <a:gd name="T96" fmla="*/ 12582 w 14438"/>
                <a:gd name="T97" fmla="*/ 2038 h 14438"/>
                <a:gd name="T98" fmla="*/ 12395 w 14438"/>
                <a:gd name="T99" fmla="*/ 1854 h 14438"/>
                <a:gd name="T100" fmla="*/ 10408 w 14438"/>
                <a:gd name="T101" fmla="*/ 1802 h 14438"/>
                <a:gd name="T102" fmla="*/ 10126 w 14438"/>
                <a:gd name="T103" fmla="*/ 1877 h 14438"/>
                <a:gd name="T104" fmla="*/ 9962 w 14438"/>
                <a:gd name="T105" fmla="*/ 2086 h 1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38" h="14438">
                  <a:moveTo>
                    <a:pt x="12872" y="0"/>
                  </a:moveTo>
                  <a:lnTo>
                    <a:pt x="12892" y="10"/>
                  </a:lnTo>
                  <a:lnTo>
                    <a:pt x="12897" y="12"/>
                  </a:lnTo>
                  <a:lnTo>
                    <a:pt x="12903" y="14"/>
                  </a:lnTo>
                  <a:lnTo>
                    <a:pt x="12908" y="16"/>
                  </a:lnTo>
                  <a:lnTo>
                    <a:pt x="12913" y="17"/>
                  </a:lnTo>
                  <a:lnTo>
                    <a:pt x="13079" y="54"/>
                  </a:lnTo>
                  <a:lnTo>
                    <a:pt x="13237" y="102"/>
                  </a:lnTo>
                  <a:lnTo>
                    <a:pt x="13387" y="160"/>
                  </a:lnTo>
                  <a:lnTo>
                    <a:pt x="13527" y="227"/>
                  </a:lnTo>
                  <a:lnTo>
                    <a:pt x="13659" y="305"/>
                  </a:lnTo>
                  <a:lnTo>
                    <a:pt x="13781" y="392"/>
                  </a:lnTo>
                  <a:lnTo>
                    <a:pt x="13894" y="488"/>
                  </a:lnTo>
                  <a:lnTo>
                    <a:pt x="13997" y="594"/>
                  </a:lnTo>
                  <a:lnTo>
                    <a:pt x="14089" y="707"/>
                  </a:lnTo>
                  <a:lnTo>
                    <a:pt x="14172" y="829"/>
                  </a:lnTo>
                  <a:lnTo>
                    <a:pt x="14244" y="959"/>
                  </a:lnTo>
                  <a:lnTo>
                    <a:pt x="14305" y="1097"/>
                  </a:lnTo>
                  <a:lnTo>
                    <a:pt x="14355" y="1242"/>
                  </a:lnTo>
                  <a:lnTo>
                    <a:pt x="14394" y="1394"/>
                  </a:lnTo>
                  <a:lnTo>
                    <a:pt x="14421" y="1553"/>
                  </a:lnTo>
                  <a:lnTo>
                    <a:pt x="14437" y="1718"/>
                  </a:lnTo>
                  <a:lnTo>
                    <a:pt x="14437" y="12716"/>
                  </a:lnTo>
                  <a:lnTo>
                    <a:pt x="14432" y="12796"/>
                  </a:lnTo>
                  <a:lnTo>
                    <a:pt x="14424" y="12876"/>
                  </a:lnTo>
                  <a:lnTo>
                    <a:pt x="14412" y="12955"/>
                  </a:lnTo>
                  <a:lnTo>
                    <a:pt x="14397" y="13033"/>
                  </a:lnTo>
                  <a:lnTo>
                    <a:pt x="14358" y="13182"/>
                  </a:lnTo>
                  <a:lnTo>
                    <a:pt x="14308" y="13325"/>
                  </a:lnTo>
                  <a:lnTo>
                    <a:pt x="14249" y="13460"/>
                  </a:lnTo>
                  <a:lnTo>
                    <a:pt x="14179" y="13588"/>
                  </a:lnTo>
                  <a:lnTo>
                    <a:pt x="14101" y="13709"/>
                  </a:lnTo>
                  <a:lnTo>
                    <a:pt x="14014" y="13821"/>
                  </a:lnTo>
                  <a:lnTo>
                    <a:pt x="13918" y="13925"/>
                  </a:lnTo>
                  <a:lnTo>
                    <a:pt x="13814" y="14021"/>
                  </a:lnTo>
                  <a:lnTo>
                    <a:pt x="13703" y="14108"/>
                  </a:lnTo>
                  <a:lnTo>
                    <a:pt x="13584" y="14185"/>
                  </a:lnTo>
                  <a:lnTo>
                    <a:pt x="13458" y="14253"/>
                  </a:lnTo>
                  <a:lnTo>
                    <a:pt x="13326" y="14311"/>
                  </a:lnTo>
                  <a:lnTo>
                    <a:pt x="13189" y="14358"/>
                  </a:lnTo>
                  <a:lnTo>
                    <a:pt x="13045" y="14396"/>
                  </a:lnTo>
                  <a:lnTo>
                    <a:pt x="12896" y="14422"/>
                  </a:lnTo>
                  <a:lnTo>
                    <a:pt x="12743" y="14437"/>
                  </a:lnTo>
                  <a:lnTo>
                    <a:pt x="1655" y="14437"/>
                  </a:lnTo>
                  <a:lnTo>
                    <a:pt x="1518" y="14423"/>
                  </a:lnTo>
                  <a:lnTo>
                    <a:pt x="1384" y="14398"/>
                  </a:lnTo>
                  <a:lnTo>
                    <a:pt x="1253" y="14364"/>
                  </a:lnTo>
                  <a:lnTo>
                    <a:pt x="1127" y="14320"/>
                  </a:lnTo>
                  <a:lnTo>
                    <a:pt x="1004" y="14266"/>
                  </a:lnTo>
                  <a:lnTo>
                    <a:pt x="887" y="14204"/>
                  </a:lnTo>
                  <a:lnTo>
                    <a:pt x="774" y="14134"/>
                  </a:lnTo>
                  <a:lnTo>
                    <a:pt x="668" y="14055"/>
                  </a:lnTo>
                  <a:lnTo>
                    <a:pt x="567" y="13969"/>
                  </a:lnTo>
                  <a:lnTo>
                    <a:pt x="473" y="13875"/>
                  </a:lnTo>
                  <a:lnTo>
                    <a:pt x="387" y="13774"/>
                  </a:lnTo>
                  <a:lnTo>
                    <a:pt x="307" y="13666"/>
                  </a:lnTo>
                  <a:lnTo>
                    <a:pt x="236" y="13552"/>
                  </a:lnTo>
                  <a:lnTo>
                    <a:pt x="173" y="13431"/>
                  </a:lnTo>
                  <a:lnTo>
                    <a:pt x="119" y="13305"/>
                  </a:lnTo>
                  <a:lnTo>
                    <a:pt x="75" y="13174"/>
                  </a:lnTo>
                  <a:lnTo>
                    <a:pt x="55" y="13101"/>
                  </a:lnTo>
                  <a:lnTo>
                    <a:pt x="36" y="13028"/>
                  </a:lnTo>
                  <a:lnTo>
                    <a:pt x="0" y="12881"/>
                  </a:lnTo>
                  <a:lnTo>
                    <a:pt x="0" y="1558"/>
                  </a:lnTo>
                  <a:lnTo>
                    <a:pt x="13" y="1513"/>
                  </a:lnTo>
                  <a:lnTo>
                    <a:pt x="19" y="1490"/>
                  </a:lnTo>
                  <a:lnTo>
                    <a:pt x="24" y="1468"/>
                  </a:lnTo>
                  <a:lnTo>
                    <a:pt x="55" y="1337"/>
                  </a:lnTo>
                  <a:lnTo>
                    <a:pt x="92" y="1211"/>
                  </a:lnTo>
                  <a:lnTo>
                    <a:pt x="136" y="1092"/>
                  </a:lnTo>
                  <a:lnTo>
                    <a:pt x="186" y="978"/>
                  </a:lnTo>
                  <a:lnTo>
                    <a:pt x="243" y="870"/>
                  </a:lnTo>
                  <a:lnTo>
                    <a:pt x="306" y="767"/>
                  </a:lnTo>
                  <a:lnTo>
                    <a:pt x="375" y="671"/>
                  </a:lnTo>
                  <a:lnTo>
                    <a:pt x="451" y="580"/>
                  </a:lnTo>
                  <a:lnTo>
                    <a:pt x="533" y="495"/>
                  </a:lnTo>
                  <a:lnTo>
                    <a:pt x="622" y="416"/>
                  </a:lnTo>
                  <a:lnTo>
                    <a:pt x="717" y="343"/>
                  </a:lnTo>
                  <a:lnTo>
                    <a:pt x="819" y="276"/>
                  </a:lnTo>
                  <a:lnTo>
                    <a:pt x="927" y="214"/>
                  </a:lnTo>
                  <a:lnTo>
                    <a:pt x="1042" y="159"/>
                  </a:lnTo>
                  <a:lnTo>
                    <a:pt x="1163" y="109"/>
                  </a:lnTo>
                  <a:lnTo>
                    <a:pt x="1291" y="65"/>
                  </a:lnTo>
                  <a:lnTo>
                    <a:pt x="1356" y="46"/>
                  </a:lnTo>
                  <a:lnTo>
                    <a:pt x="1422" y="30"/>
                  </a:lnTo>
                  <a:lnTo>
                    <a:pt x="1554" y="0"/>
                  </a:lnTo>
                  <a:lnTo>
                    <a:pt x="12872" y="0"/>
                  </a:lnTo>
                  <a:close/>
                  <a:moveTo>
                    <a:pt x="11550" y="6105"/>
                  </a:moveTo>
                  <a:lnTo>
                    <a:pt x="11623" y="6457"/>
                  </a:lnTo>
                  <a:lnTo>
                    <a:pt x="11674" y="6803"/>
                  </a:lnTo>
                  <a:lnTo>
                    <a:pt x="11703" y="7141"/>
                  </a:lnTo>
                  <a:lnTo>
                    <a:pt x="11710" y="7472"/>
                  </a:lnTo>
                  <a:lnTo>
                    <a:pt x="11695" y="7794"/>
                  </a:lnTo>
                  <a:lnTo>
                    <a:pt x="11656" y="8109"/>
                  </a:lnTo>
                  <a:lnTo>
                    <a:pt x="11595" y="8415"/>
                  </a:lnTo>
                  <a:lnTo>
                    <a:pt x="11511" y="8713"/>
                  </a:lnTo>
                  <a:lnTo>
                    <a:pt x="11404" y="9002"/>
                  </a:lnTo>
                  <a:lnTo>
                    <a:pt x="11272" y="9283"/>
                  </a:lnTo>
                  <a:lnTo>
                    <a:pt x="11117" y="9554"/>
                  </a:lnTo>
                  <a:lnTo>
                    <a:pt x="10937" y="9817"/>
                  </a:lnTo>
                  <a:lnTo>
                    <a:pt x="10733" y="10070"/>
                  </a:lnTo>
                  <a:lnTo>
                    <a:pt x="10505" y="10313"/>
                  </a:lnTo>
                  <a:lnTo>
                    <a:pt x="10251" y="10547"/>
                  </a:lnTo>
                  <a:lnTo>
                    <a:pt x="9972" y="10770"/>
                  </a:lnTo>
                  <a:lnTo>
                    <a:pt x="9684" y="10973"/>
                  </a:lnTo>
                  <a:lnTo>
                    <a:pt x="9391" y="11153"/>
                  </a:lnTo>
                  <a:lnTo>
                    <a:pt x="9095" y="11309"/>
                  </a:lnTo>
                  <a:lnTo>
                    <a:pt x="8796" y="11441"/>
                  </a:lnTo>
                  <a:lnTo>
                    <a:pt x="8493" y="11549"/>
                  </a:lnTo>
                  <a:lnTo>
                    <a:pt x="8189" y="11633"/>
                  </a:lnTo>
                  <a:lnTo>
                    <a:pt x="7881" y="11693"/>
                  </a:lnTo>
                  <a:lnTo>
                    <a:pt x="7572" y="11728"/>
                  </a:lnTo>
                  <a:lnTo>
                    <a:pt x="7262" y="11740"/>
                  </a:lnTo>
                  <a:lnTo>
                    <a:pt x="6950" y="11727"/>
                  </a:lnTo>
                  <a:lnTo>
                    <a:pt x="6636" y="11690"/>
                  </a:lnTo>
                  <a:lnTo>
                    <a:pt x="6323" y="11629"/>
                  </a:lnTo>
                  <a:lnTo>
                    <a:pt x="6008" y="11543"/>
                  </a:lnTo>
                  <a:lnTo>
                    <a:pt x="5694" y="11432"/>
                  </a:lnTo>
                  <a:lnTo>
                    <a:pt x="5380" y="11297"/>
                  </a:lnTo>
                  <a:lnTo>
                    <a:pt x="5067" y="11137"/>
                  </a:lnTo>
                  <a:lnTo>
                    <a:pt x="4711" y="10926"/>
                  </a:lnTo>
                  <a:lnTo>
                    <a:pt x="4386" y="10699"/>
                  </a:lnTo>
                  <a:lnTo>
                    <a:pt x="4092" y="10457"/>
                  </a:lnTo>
                  <a:lnTo>
                    <a:pt x="3827" y="10202"/>
                  </a:lnTo>
                  <a:lnTo>
                    <a:pt x="3592" y="9931"/>
                  </a:lnTo>
                  <a:lnTo>
                    <a:pt x="3387" y="9647"/>
                  </a:lnTo>
                  <a:lnTo>
                    <a:pt x="3210" y="9349"/>
                  </a:lnTo>
                  <a:lnTo>
                    <a:pt x="3063" y="9038"/>
                  </a:lnTo>
                  <a:lnTo>
                    <a:pt x="2945" y="8714"/>
                  </a:lnTo>
                  <a:lnTo>
                    <a:pt x="2855" y="8377"/>
                  </a:lnTo>
                  <a:lnTo>
                    <a:pt x="2793" y="8028"/>
                  </a:lnTo>
                  <a:lnTo>
                    <a:pt x="2759" y="7666"/>
                  </a:lnTo>
                  <a:lnTo>
                    <a:pt x="2753" y="7292"/>
                  </a:lnTo>
                  <a:lnTo>
                    <a:pt x="2774" y="6907"/>
                  </a:lnTo>
                  <a:lnTo>
                    <a:pt x="2822" y="6510"/>
                  </a:lnTo>
                  <a:lnTo>
                    <a:pt x="2898" y="6103"/>
                  </a:lnTo>
                  <a:lnTo>
                    <a:pt x="1801" y="5865"/>
                  </a:lnTo>
                  <a:lnTo>
                    <a:pt x="1801" y="6048"/>
                  </a:lnTo>
                  <a:lnTo>
                    <a:pt x="1801" y="11985"/>
                  </a:lnTo>
                  <a:lnTo>
                    <a:pt x="1802" y="12211"/>
                  </a:lnTo>
                  <a:lnTo>
                    <a:pt x="1805" y="12263"/>
                  </a:lnTo>
                  <a:lnTo>
                    <a:pt x="1810" y="12312"/>
                  </a:lnTo>
                  <a:lnTo>
                    <a:pt x="1819" y="12357"/>
                  </a:lnTo>
                  <a:lnTo>
                    <a:pt x="1831" y="12398"/>
                  </a:lnTo>
                  <a:lnTo>
                    <a:pt x="1846" y="12436"/>
                  </a:lnTo>
                  <a:lnTo>
                    <a:pt x="1864" y="12470"/>
                  </a:lnTo>
                  <a:lnTo>
                    <a:pt x="1885" y="12501"/>
                  </a:lnTo>
                  <a:lnTo>
                    <a:pt x="1910" y="12529"/>
                  </a:lnTo>
                  <a:lnTo>
                    <a:pt x="1938" y="12553"/>
                  </a:lnTo>
                  <a:lnTo>
                    <a:pt x="1969" y="12574"/>
                  </a:lnTo>
                  <a:lnTo>
                    <a:pt x="2004" y="12592"/>
                  </a:lnTo>
                  <a:lnTo>
                    <a:pt x="2042" y="12606"/>
                  </a:lnTo>
                  <a:lnTo>
                    <a:pt x="2084" y="12618"/>
                  </a:lnTo>
                  <a:lnTo>
                    <a:pt x="2129" y="12627"/>
                  </a:lnTo>
                  <a:lnTo>
                    <a:pt x="2178" y="12632"/>
                  </a:lnTo>
                  <a:lnTo>
                    <a:pt x="2231" y="12635"/>
                  </a:lnTo>
                  <a:lnTo>
                    <a:pt x="2315" y="12636"/>
                  </a:lnTo>
                  <a:lnTo>
                    <a:pt x="12118" y="12635"/>
                  </a:lnTo>
                  <a:lnTo>
                    <a:pt x="12178" y="12634"/>
                  </a:lnTo>
                  <a:lnTo>
                    <a:pt x="12237" y="12630"/>
                  </a:lnTo>
                  <a:lnTo>
                    <a:pt x="12296" y="12624"/>
                  </a:lnTo>
                  <a:lnTo>
                    <a:pt x="12355" y="12615"/>
                  </a:lnTo>
                  <a:lnTo>
                    <a:pt x="12382" y="12609"/>
                  </a:lnTo>
                  <a:lnTo>
                    <a:pt x="12407" y="12602"/>
                  </a:lnTo>
                  <a:lnTo>
                    <a:pt x="12431" y="12593"/>
                  </a:lnTo>
                  <a:lnTo>
                    <a:pt x="12453" y="12583"/>
                  </a:lnTo>
                  <a:lnTo>
                    <a:pt x="12474" y="12572"/>
                  </a:lnTo>
                  <a:lnTo>
                    <a:pt x="12494" y="12559"/>
                  </a:lnTo>
                  <a:lnTo>
                    <a:pt x="12513" y="12544"/>
                  </a:lnTo>
                  <a:lnTo>
                    <a:pt x="12530" y="12528"/>
                  </a:lnTo>
                  <a:lnTo>
                    <a:pt x="12545" y="12511"/>
                  </a:lnTo>
                  <a:lnTo>
                    <a:pt x="12560" y="12493"/>
                  </a:lnTo>
                  <a:lnTo>
                    <a:pt x="12573" y="12473"/>
                  </a:lnTo>
                  <a:lnTo>
                    <a:pt x="12584" y="12451"/>
                  </a:lnTo>
                  <a:lnTo>
                    <a:pt x="12594" y="12429"/>
                  </a:lnTo>
                  <a:lnTo>
                    <a:pt x="12602" y="12405"/>
                  </a:lnTo>
                  <a:lnTo>
                    <a:pt x="12610" y="12380"/>
                  </a:lnTo>
                  <a:lnTo>
                    <a:pt x="12615" y="12353"/>
                  </a:lnTo>
                  <a:lnTo>
                    <a:pt x="12624" y="12298"/>
                  </a:lnTo>
                  <a:lnTo>
                    <a:pt x="12630" y="12242"/>
                  </a:lnTo>
                  <a:lnTo>
                    <a:pt x="12634" y="12186"/>
                  </a:lnTo>
                  <a:lnTo>
                    <a:pt x="12635" y="12130"/>
                  </a:lnTo>
                  <a:lnTo>
                    <a:pt x="12636" y="6023"/>
                  </a:lnTo>
                  <a:lnTo>
                    <a:pt x="12636" y="5865"/>
                  </a:lnTo>
                  <a:lnTo>
                    <a:pt x="11550" y="6105"/>
                  </a:lnTo>
                  <a:close/>
                  <a:moveTo>
                    <a:pt x="7228" y="10019"/>
                  </a:moveTo>
                  <a:lnTo>
                    <a:pt x="7564" y="9978"/>
                  </a:lnTo>
                  <a:lnTo>
                    <a:pt x="7731" y="9954"/>
                  </a:lnTo>
                  <a:lnTo>
                    <a:pt x="7897" y="9923"/>
                  </a:lnTo>
                  <a:lnTo>
                    <a:pt x="8204" y="9839"/>
                  </a:lnTo>
                  <a:lnTo>
                    <a:pt x="8493" y="9724"/>
                  </a:lnTo>
                  <a:lnTo>
                    <a:pt x="8762" y="9581"/>
                  </a:lnTo>
                  <a:lnTo>
                    <a:pt x="9011" y="9412"/>
                  </a:lnTo>
                  <a:lnTo>
                    <a:pt x="9239" y="9220"/>
                  </a:lnTo>
                  <a:lnTo>
                    <a:pt x="9443" y="9007"/>
                  </a:lnTo>
                  <a:lnTo>
                    <a:pt x="9624" y="8775"/>
                  </a:lnTo>
                  <a:lnTo>
                    <a:pt x="9779" y="8526"/>
                  </a:lnTo>
                  <a:lnTo>
                    <a:pt x="9907" y="8263"/>
                  </a:lnTo>
                  <a:lnTo>
                    <a:pt x="10007" y="7988"/>
                  </a:lnTo>
                  <a:lnTo>
                    <a:pt x="10078" y="7704"/>
                  </a:lnTo>
                  <a:lnTo>
                    <a:pt x="10119" y="7412"/>
                  </a:lnTo>
                  <a:lnTo>
                    <a:pt x="10128" y="7115"/>
                  </a:lnTo>
                  <a:lnTo>
                    <a:pt x="10103" y="6816"/>
                  </a:lnTo>
                  <a:lnTo>
                    <a:pt x="10045" y="6516"/>
                  </a:lnTo>
                  <a:lnTo>
                    <a:pt x="9950" y="6218"/>
                  </a:lnTo>
                  <a:lnTo>
                    <a:pt x="9837" y="5959"/>
                  </a:lnTo>
                  <a:lnTo>
                    <a:pt x="9700" y="5717"/>
                  </a:lnTo>
                  <a:lnTo>
                    <a:pt x="9541" y="5493"/>
                  </a:lnTo>
                  <a:lnTo>
                    <a:pt x="9363" y="5286"/>
                  </a:lnTo>
                  <a:lnTo>
                    <a:pt x="9166" y="5099"/>
                  </a:lnTo>
                  <a:lnTo>
                    <a:pt x="8952" y="4931"/>
                  </a:lnTo>
                  <a:lnTo>
                    <a:pt x="8724" y="4784"/>
                  </a:lnTo>
                  <a:lnTo>
                    <a:pt x="8484" y="4658"/>
                  </a:lnTo>
                  <a:lnTo>
                    <a:pt x="8232" y="4555"/>
                  </a:lnTo>
                  <a:lnTo>
                    <a:pt x="7970" y="4475"/>
                  </a:lnTo>
                  <a:lnTo>
                    <a:pt x="7702" y="4419"/>
                  </a:lnTo>
                  <a:lnTo>
                    <a:pt x="7428" y="4387"/>
                  </a:lnTo>
                  <a:lnTo>
                    <a:pt x="7149" y="4381"/>
                  </a:lnTo>
                  <a:lnTo>
                    <a:pt x="6869" y="4402"/>
                  </a:lnTo>
                  <a:lnTo>
                    <a:pt x="6589" y="4450"/>
                  </a:lnTo>
                  <a:lnTo>
                    <a:pt x="6310" y="4526"/>
                  </a:lnTo>
                  <a:lnTo>
                    <a:pt x="6052" y="4623"/>
                  </a:lnTo>
                  <a:lnTo>
                    <a:pt x="5809" y="4741"/>
                  </a:lnTo>
                  <a:lnTo>
                    <a:pt x="5582" y="4878"/>
                  </a:lnTo>
                  <a:lnTo>
                    <a:pt x="5371" y="5033"/>
                  </a:lnTo>
                  <a:lnTo>
                    <a:pt x="5177" y="5205"/>
                  </a:lnTo>
                  <a:lnTo>
                    <a:pt x="5001" y="5392"/>
                  </a:lnTo>
                  <a:lnTo>
                    <a:pt x="4844" y="5593"/>
                  </a:lnTo>
                  <a:lnTo>
                    <a:pt x="4706" y="5807"/>
                  </a:lnTo>
                  <a:lnTo>
                    <a:pt x="4588" y="6032"/>
                  </a:lnTo>
                  <a:lnTo>
                    <a:pt x="4492" y="6267"/>
                  </a:lnTo>
                  <a:lnTo>
                    <a:pt x="4417" y="6510"/>
                  </a:lnTo>
                  <a:lnTo>
                    <a:pt x="4365" y="6761"/>
                  </a:lnTo>
                  <a:lnTo>
                    <a:pt x="4336" y="7017"/>
                  </a:lnTo>
                  <a:lnTo>
                    <a:pt x="4332" y="7278"/>
                  </a:lnTo>
                  <a:lnTo>
                    <a:pt x="4352" y="7542"/>
                  </a:lnTo>
                  <a:lnTo>
                    <a:pt x="4399" y="7807"/>
                  </a:lnTo>
                  <a:lnTo>
                    <a:pt x="4462" y="8041"/>
                  </a:lnTo>
                  <a:lnTo>
                    <a:pt x="4546" y="8266"/>
                  </a:lnTo>
                  <a:lnTo>
                    <a:pt x="4649" y="8481"/>
                  </a:lnTo>
                  <a:lnTo>
                    <a:pt x="4771" y="8686"/>
                  </a:lnTo>
                  <a:lnTo>
                    <a:pt x="4909" y="8879"/>
                  </a:lnTo>
                  <a:lnTo>
                    <a:pt x="5062" y="9060"/>
                  </a:lnTo>
                  <a:lnTo>
                    <a:pt x="5231" y="9228"/>
                  </a:lnTo>
                  <a:lnTo>
                    <a:pt x="5413" y="9382"/>
                  </a:lnTo>
                  <a:lnTo>
                    <a:pt x="5608" y="9522"/>
                  </a:lnTo>
                  <a:lnTo>
                    <a:pt x="5814" y="9646"/>
                  </a:lnTo>
                  <a:lnTo>
                    <a:pt x="6030" y="9754"/>
                  </a:lnTo>
                  <a:lnTo>
                    <a:pt x="6256" y="9845"/>
                  </a:lnTo>
                  <a:lnTo>
                    <a:pt x="6490" y="9918"/>
                  </a:lnTo>
                  <a:lnTo>
                    <a:pt x="6730" y="9971"/>
                  </a:lnTo>
                  <a:lnTo>
                    <a:pt x="6977" y="10006"/>
                  </a:lnTo>
                  <a:lnTo>
                    <a:pt x="7228" y="10019"/>
                  </a:lnTo>
                  <a:close/>
                  <a:moveTo>
                    <a:pt x="9927" y="3148"/>
                  </a:moveTo>
                  <a:lnTo>
                    <a:pt x="9927" y="4036"/>
                  </a:lnTo>
                  <a:lnTo>
                    <a:pt x="9930" y="4087"/>
                  </a:lnTo>
                  <a:lnTo>
                    <a:pt x="9936" y="4137"/>
                  </a:lnTo>
                  <a:lnTo>
                    <a:pt x="9947" y="4184"/>
                  </a:lnTo>
                  <a:lnTo>
                    <a:pt x="9962" y="4228"/>
                  </a:lnTo>
                  <a:lnTo>
                    <a:pt x="9980" y="4270"/>
                  </a:lnTo>
                  <a:lnTo>
                    <a:pt x="10002" y="4309"/>
                  </a:lnTo>
                  <a:lnTo>
                    <a:pt x="10028" y="4345"/>
                  </a:lnTo>
                  <a:lnTo>
                    <a:pt x="10056" y="4378"/>
                  </a:lnTo>
                  <a:lnTo>
                    <a:pt x="10089" y="4407"/>
                  </a:lnTo>
                  <a:lnTo>
                    <a:pt x="10124" y="4433"/>
                  </a:lnTo>
                  <a:lnTo>
                    <a:pt x="10162" y="4455"/>
                  </a:lnTo>
                  <a:lnTo>
                    <a:pt x="10203" y="4474"/>
                  </a:lnTo>
                  <a:lnTo>
                    <a:pt x="10247" y="4489"/>
                  </a:lnTo>
                  <a:lnTo>
                    <a:pt x="10293" y="4500"/>
                  </a:lnTo>
                  <a:lnTo>
                    <a:pt x="10342" y="4506"/>
                  </a:lnTo>
                  <a:lnTo>
                    <a:pt x="10393" y="4509"/>
                  </a:lnTo>
                  <a:lnTo>
                    <a:pt x="12168" y="4509"/>
                  </a:lnTo>
                  <a:lnTo>
                    <a:pt x="12219" y="4506"/>
                  </a:lnTo>
                  <a:lnTo>
                    <a:pt x="12268" y="4500"/>
                  </a:lnTo>
                  <a:lnTo>
                    <a:pt x="12315" y="4489"/>
                  </a:lnTo>
                  <a:lnTo>
                    <a:pt x="12359" y="4474"/>
                  </a:lnTo>
                  <a:lnTo>
                    <a:pt x="12400" y="4455"/>
                  </a:lnTo>
                  <a:lnTo>
                    <a:pt x="12438" y="4433"/>
                  </a:lnTo>
                  <a:lnTo>
                    <a:pt x="12474" y="4407"/>
                  </a:lnTo>
                  <a:lnTo>
                    <a:pt x="12506" y="4378"/>
                  </a:lnTo>
                  <a:lnTo>
                    <a:pt x="12535" y="4345"/>
                  </a:lnTo>
                  <a:lnTo>
                    <a:pt x="12560" y="4309"/>
                  </a:lnTo>
                  <a:lnTo>
                    <a:pt x="12583" y="4270"/>
                  </a:lnTo>
                  <a:lnTo>
                    <a:pt x="12601" y="4229"/>
                  </a:lnTo>
                  <a:lnTo>
                    <a:pt x="12616" y="4185"/>
                  </a:lnTo>
                  <a:lnTo>
                    <a:pt x="12626" y="4138"/>
                  </a:lnTo>
                  <a:lnTo>
                    <a:pt x="12633" y="4088"/>
                  </a:lnTo>
                  <a:lnTo>
                    <a:pt x="12635" y="4037"/>
                  </a:lnTo>
                  <a:lnTo>
                    <a:pt x="12635" y="2275"/>
                  </a:lnTo>
                  <a:lnTo>
                    <a:pt x="12633" y="2222"/>
                  </a:lnTo>
                  <a:lnTo>
                    <a:pt x="12626" y="2172"/>
                  </a:lnTo>
                  <a:lnTo>
                    <a:pt x="12615" y="2124"/>
                  </a:lnTo>
                  <a:lnTo>
                    <a:pt x="12601" y="2080"/>
                  </a:lnTo>
                  <a:lnTo>
                    <a:pt x="12582" y="2038"/>
                  </a:lnTo>
                  <a:lnTo>
                    <a:pt x="12560" y="1999"/>
                  </a:lnTo>
                  <a:lnTo>
                    <a:pt x="12533" y="1963"/>
                  </a:lnTo>
                  <a:lnTo>
                    <a:pt x="12504" y="1931"/>
                  </a:lnTo>
                  <a:lnTo>
                    <a:pt x="12471" y="1902"/>
                  </a:lnTo>
                  <a:lnTo>
                    <a:pt x="12435" y="1876"/>
                  </a:lnTo>
                  <a:lnTo>
                    <a:pt x="12395" y="1854"/>
                  </a:lnTo>
                  <a:lnTo>
                    <a:pt x="12353" y="1836"/>
                  </a:lnTo>
                  <a:lnTo>
                    <a:pt x="12307" y="1821"/>
                  </a:lnTo>
                  <a:lnTo>
                    <a:pt x="12259" y="1811"/>
                  </a:lnTo>
                  <a:lnTo>
                    <a:pt x="12208" y="1804"/>
                  </a:lnTo>
                  <a:lnTo>
                    <a:pt x="12155" y="1802"/>
                  </a:lnTo>
                  <a:lnTo>
                    <a:pt x="10408" y="1802"/>
                  </a:lnTo>
                  <a:lnTo>
                    <a:pt x="10354" y="1804"/>
                  </a:lnTo>
                  <a:lnTo>
                    <a:pt x="10302" y="1811"/>
                  </a:lnTo>
                  <a:lnTo>
                    <a:pt x="10254" y="1821"/>
                  </a:lnTo>
                  <a:lnTo>
                    <a:pt x="10208" y="1836"/>
                  </a:lnTo>
                  <a:lnTo>
                    <a:pt x="10166" y="1855"/>
                  </a:lnTo>
                  <a:lnTo>
                    <a:pt x="10126" y="1877"/>
                  </a:lnTo>
                  <a:lnTo>
                    <a:pt x="10090" y="1903"/>
                  </a:lnTo>
                  <a:lnTo>
                    <a:pt x="10057" y="1933"/>
                  </a:lnTo>
                  <a:lnTo>
                    <a:pt x="10028" y="1966"/>
                  </a:lnTo>
                  <a:lnTo>
                    <a:pt x="10002" y="2003"/>
                  </a:lnTo>
                  <a:lnTo>
                    <a:pt x="9980" y="2043"/>
                  </a:lnTo>
                  <a:lnTo>
                    <a:pt x="9962" y="2086"/>
                  </a:lnTo>
                  <a:lnTo>
                    <a:pt x="9947" y="2132"/>
                  </a:lnTo>
                  <a:lnTo>
                    <a:pt x="9936" y="2182"/>
                  </a:lnTo>
                  <a:lnTo>
                    <a:pt x="9930" y="2234"/>
                  </a:lnTo>
                  <a:lnTo>
                    <a:pt x="9927" y="2289"/>
                  </a:lnTo>
                  <a:lnTo>
                    <a:pt x="9927" y="3148"/>
                  </a:lnTo>
                  <a:close/>
                </a:path>
              </a:pathLst>
            </a:custGeom>
            <a:solidFill>
              <a:schemeClr val="bg1"/>
            </a:solidFill>
            <a:ln>
              <a:noFill/>
            </a:ln>
            <a:effectLst/>
          </p:spPr>
          <p:txBody>
            <a:bodyPr wrap="none" anchor="ctr"/>
            <a:lstStyle/>
            <a:p>
              <a:endParaRPr lang="de-DE" sz="2400">
                <a:latin typeface="BISansOpti"/>
              </a:endParaRPr>
            </a:p>
          </p:txBody>
        </p:sp>
      </p:grpSp>
      <p:pic>
        <p:nvPicPr>
          <p:cNvPr id="36" name="Picture 35">
            <a:extLst>
              <a:ext uri="{FF2B5EF4-FFF2-40B4-BE49-F238E27FC236}">
                <a16:creationId xmlns:a16="http://schemas.microsoft.com/office/drawing/2014/main" id="{8344B219-7575-4A11-9F6C-B6823D47E73C}"/>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497863" y="5982356"/>
            <a:ext cx="1663484" cy="499677"/>
          </a:xfrm>
          <a:prstGeom prst="rect">
            <a:avLst/>
          </a:prstGeom>
        </p:spPr>
      </p:pic>
      <p:sp>
        <p:nvSpPr>
          <p:cNvPr id="37" name="Slide Number Placeholder 4">
            <a:extLst>
              <a:ext uri="{FF2B5EF4-FFF2-40B4-BE49-F238E27FC236}">
                <a16:creationId xmlns:a16="http://schemas.microsoft.com/office/drawing/2014/main" id="{2ABD6098-C0F1-4313-BB9B-906F9FF09CEC}"/>
              </a:ext>
            </a:extLst>
          </p:cNvPr>
          <p:cNvSpPr txBox="1">
            <a:spLocks/>
          </p:cNvSpPr>
          <p:nvPr userDrawn="1"/>
        </p:nvSpPr>
        <p:spPr>
          <a:xfrm>
            <a:off x="8943007" y="6327252"/>
            <a:ext cx="2733121" cy="164212"/>
          </a:xfrm>
          <a:prstGeom prst="rect">
            <a:avLst/>
          </a:prstGeom>
        </p:spPr>
        <p:txBody>
          <a:bodyPr vert="horz" wrap="none" lIns="0" tIns="0" rIns="0" bIns="0" rtlCol="0" anchor="ctr">
            <a:spAutoFit/>
          </a:bodyPr>
          <a:lstStyle>
            <a:defPPr>
              <a:defRPr lang="de-DE"/>
            </a:defPPr>
            <a:lvl1pPr marL="0" algn="r" defTabSz="914400" rtl="0" eaLnBrk="1" latinLnBrk="0" hangingPunct="1">
              <a:defRPr sz="900" b="0" i="0" kern="1200" baseline="0">
                <a:solidFill>
                  <a:schemeClr val="tx2"/>
                </a:solidFill>
                <a:latin typeface="BISansOptiCond"/>
                <a:ea typeface="+mn-ea"/>
                <a:cs typeface="BISansOptiCond"/>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67" spc="400">
                <a:solidFill>
                  <a:schemeClr val="bg1"/>
                </a:solidFill>
              </a:rPr>
              <a:t>WE ARE MENTAL HEALTH 2.0</a:t>
            </a:r>
          </a:p>
        </p:txBody>
      </p:sp>
    </p:spTree>
    <p:extLst>
      <p:ext uri="{BB962C8B-B14F-4D97-AF65-F5344CB8AC3E}">
        <p14:creationId xmlns:p14="http://schemas.microsoft.com/office/powerpoint/2010/main" val="392442717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userDrawn="1">
  <p:cSld name="Standard slide_01">
    <p:spTree>
      <p:nvGrpSpPr>
        <p:cNvPr id="1" name=""/>
        <p:cNvGrpSpPr/>
        <p:nvPr/>
      </p:nvGrpSpPr>
      <p:grpSpPr>
        <a:xfrm>
          <a:off x="0" y="0"/>
          <a:ext cx="0" cy="0"/>
          <a:chOff x="0" y="0"/>
          <a:chExt cx="0" cy="0"/>
        </a:xfrm>
      </p:grpSpPr>
      <p:sp>
        <p:nvSpPr>
          <p:cNvPr id="12" name="Content Placeholder 11">
            <a:extLst>
              <a:ext uri="{FF2B5EF4-FFF2-40B4-BE49-F238E27FC236}">
                <a16:creationId xmlns:a16="http://schemas.microsoft.com/office/drawing/2014/main" id="{02B2D0D8-B4D5-46B4-9DBE-A9EA9D9D5CA9}"/>
              </a:ext>
            </a:extLst>
          </p:cNvPr>
          <p:cNvSpPr>
            <a:spLocks noGrp="1"/>
          </p:cNvSpPr>
          <p:nvPr>
            <p:ph sz="quarter" idx="14"/>
          </p:nvPr>
        </p:nvSpPr>
        <p:spPr>
          <a:xfrm>
            <a:off x="478368" y="1219203"/>
            <a:ext cx="11223533" cy="4891617"/>
          </a:xfrm>
        </p:spPr>
        <p:txBody>
          <a:bodyPr vert="horz" lIns="0" tIns="0" rIns="0" bIns="0" rtlCol="0">
            <a:noAutofit/>
          </a:bodyPr>
          <a:lstStyle>
            <a:lvl1pPr>
              <a:defRPr lang="en-US" sz="2400" dirty="0" smtClean="0"/>
            </a:lvl1pPr>
            <a:lvl2pPr>
              <a:defRPr lang="en-US" dirty="0" smtClean="0">
                <a:solidFill>
                  <a:schemeClr val="tx2"/>
                </a:solidFill>
              </a:defRPr>
            </a:lvl2pPr>
            <a:lvl3pPr>
              <a:defRPr lang="en-US" sz="1867" dirty="0" smtClean="0">
                <a:solidFill>
                  <a:schemeClr val="tx2"/>
                </a:solidFill>
              </a:defRPr>
            </a:lvl3pPr>
            <a:lvl4pPr>
              <a:defRPr lang="en-US" sz="1867" dirty="0" smtClean="0">
                <a:solidFill>
                  <a:schemeClr val="tx2"/>
                </a:solidFill>
              </a:defRPr>
            </a:lvl4pPr>
            <a:lvl5pPr>
              <a:defRPr lang="en-GB" dirty="0">
                <a:solidFill>
                  <a:schemeClr val="tx2"/>
                </a:solidFill>
              </a:defRPr>
            </a:lvl5pPr>
          </a:lstStyle>
          <a:p>
            <a:pPr marL="455967" lvl="0" indent="-455967">
              <a:lnSpc>
                <a:spcPct val="130000"/>
              </a:lnSpc>
            </a:pPr>
            <a:r>
              <a:rPr lang="en-US"/>
              <a:t>Click to edit Master text styles</a:t>
            </a:r>
          </a:p>
          <a:p>
            <a:pPr marL="455967" lvl="1" indent="-455967">
              <a:lnSpc>
                <a:spcPct val="130000"/>
              </a:lnSpc>
            </a:pPr>
            <a:r>
              <a:rPr lang="en-US"/>
              <a:t>Second level</a:t>
            </a:r>
          </a:p>
          <a:p>
            <a:pPr marL="455967" lvl="2" indent="-455967">
              <a:lnSpc>
                <a:spcPct val="130000"/>
              </a:lnSpc>
            </a:pPr>
            <a:r>
              <a:rPr lang="en-US"/>
              <a:t>Third level</a:t>
            </a:r>
          </a:p>
          <a:p>
            <a:pPr marL="455967" lvl="3" indent="-455967">
              <a:lnSpc>
                <a:spcPct val="130000"/>
              </a:lnSpc>
            </a:pPr>
            <a:r>
              <a:rPr lang="en-US"/>
              <a:t>Fourth level</a:t>
            </a:r>
          </a:p>
        </p:txBody>
      </p:sp>
      <p:sp>
        <p:nvSpPr>
          <p:cNvPr id="11" name="Slide Number Placeholder 4">
            <a:extLst>
              <a:ext uri="{FF2B5EF4-FFF2-40B4-BE49-F238E27FC236}">
                <a16:creationId xmlns:a16="http://schemas.microsoft.com/office/drawing/2014/main" id="{0FE0D513-784E-4A2D-8CBA-841557958B9B}"/>
              </a:ext>
            </a:extLst>
          </p:cNvPr>
          <p:cNvSpPr txBox="1">
            <a:spLocks/>
          </p:cNvSpPr>
          <p:nvPr userDrawn="1"/>
        </p:nvSpPr>
        <p:spPr>
          <a:xfrm>
            <a:off x="10033755" y="6520184"/>
            <a:ext cx="1668149" cy="184666"/>
          </a:xfrm>
          <a:prstGeom prst="rect">
            <a:avLst/>
          </a:prstGeom>
        </p:spPr>
        <p:txBody>
          <a:bodyPr vert="horz" wrap="none" lIns="0" tIns="0" rIns="0" bIns="0" rtlCol="0" anchor="ctr">
            <a:spAutoFit/>
          </a:bodyPr>
          <a:lstStyle>
            <a:defPPr>
              <a:defRPr lang="de-DE"/>
            </a:defPPr>
            <a:lvl1pPr marL="0" algn="r" defTabSz="914400" rtl="0" eaLnBrk="1" latinLnBrk="0" hangingPunct="1">
              <a:defRPr sz="900" b="0" i="0" kern="1200" baseline="0">
                <a:solidFill>
                  <a:schemeClr val="tx2"/>
                </a:solidFill>
                <a:latin typeface="BISansOptiCond"/>
                <a:ea typeface="+mn-ea"/>
                <a:cs typeface="BISansOptiCond"/>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200"/>
              <a:t>WE ARE MENTAL HEALTH 2.0</a:t>
            </a:r>
          </a:p>
        </p:txBody>
      </p:sp>
      <p:sp>
        <p:nvSpPr>
          <p:cNvPr id="9" name="Subtitle 2">
            <a:extLst>
              <a:ext uri="{FF2B5EF4-FFF2-40B4-BE49-F238E27FC236}">
                <a16:creationId xmlns:a16="http://schemas.microsoft.com/office/drawing/2014/main" id="{C3A4A958-8255-4545-BF38-D040F61E6A76}"/>
              </a:ext>
            </a:extLst>
          </p:cNvPr>
          <p:cNvSpPr txBox="1">
            <a:spLocks/>
          </p:cNvSpPr>
          <p:nvPr userDrawn="1"/>
        </p:nvSpPr>
        <p:spPr>
          <a:xfrm>
            <a:off x="529749" y="2044551"/>
            <a:ext cx="11753624" cy="205121"/>
          </a:xfrm>
          <a:prstGeom prst="rect">
            <a:avLst/>
          </a:prstGeom>
        </p:spPr>
        <p:txBody>
          <a:bodyPr vert="horz" wrap="square" lIns="0" tIns="0" rIns="0" bIns="0" rtlCol="0">
            <a:spAutoFit/>
          </a:bodyPr>
          <a:lstStyle>
            <a:lvl1pPr marL="0" indent="0" algn="l" defTabSz="914400" rtl="0" eaLnBrk="1" latinLnBrk="0" hangingPunct="1">
              <a:spcBef>
                <a:spcPts val="400"/>
              </a:spcBef>
              <a:buFont typeface="Arial" panose="020B0604020202020204" pitchFamily="34" charset="0"/>
              <a:buNone/>
              <a:defRPr sz="2400" b="0" i="0" kern="1200">
                <a:solidFill>
                  <a:srgbClr val="003366"/>
                </a:solidFill>
                <a:latin typeface="BISansOptiCond"/>
                <a:ea typeface="+mn-ea"/>
                <a:cs typeface="BISansOptiCond"/>
              </a:defRPr>
            </a:lvl1pPr>
            <a:lvl2pPr marL="457200" indent="0" algn="ctr" defTabSz="914400" rtl="0" eaLnBrk="1" latinLnBrk="0" hangingPunct="1">
              <a:spcBef>
                <a:spcPts val="0"/>
              </a:spcBef>
              <a:buFont typeface="Arial" panose="020B0604020202020204" pitchFamily="34" charset="0"/>
              <a:buNone/>
              <a:defRPr sz="1600" kern="1200">
                <a:solidFill>
                  <a:schemeClr val="tx1">
                    <a:tint val="75000"/>
                  </a:schemeClr>
                </a:solidFill>
                <a:latin typeface="BISansOpti"/>
                <a:ea typeface="+mn-ea"/>
                <a:cs typeface="BISansOpti"/>
              </a:defRPr>
            </a:lvl2pPr>
            <a:lvl3pPr marL="914400" indent="0" algn="ctr" defTabSz="914400" rtl="0" eaLnBrk="1" latinLnBrk="0" hangingPunct="1">
              <a:spcBef>
                <a:spcPts val="0"/>
              </a:spcBef>
              <a:buFont typeface="Arial" panose="020B0604020202020204" pitchFamily="34" charset="0"/>
              <a:buNone/>
              <a:defRPr sz="1600" kern="1200">
                <a:solidFill>
                  <a:schemeClr val="tx1">
                    <a:tint val="75000"/>
                  </a:schemeClr>
                </a:solidFill>
                <a:latin typeface="BISansOpti"/>
                <a:ea typeface="+mn-ea"/>
                <a:cs typeface="BISansOpti"/>
              </a:defRPr>
            </a:lvl3pPr>
            <a:lvl4pPr marL="1371600" indent="0" algn="ctr" defTabSz="914400" rtl="0" eaLnBrk="1" latinLnBrk="0" hangingPunct="1">
              <a:spcBef>
                <a:spcPts val="0"/>
              </a:spcBef>
              <a:buFont typeface="Arial" panose="020B0604020202020204" pitchFamily="34" charset="0"/>
              <a:buNone/>
              <a:defRPr sz="1600" kern="1200">
                <a:solidFill>
                  <a:schemeClr val="tx1">
                    <a:tint val="75000"/>
                  </a:schemeClr>
                </a:solidFill>
                <a:latin typeface="BISansOpti"/>
                <a:ea typeface="+mn-ea"/>
                <a:cs typeface="BISansOpti"/>
              </a:defRPr>
            </a:lvl4pPr>
            <a:lvl5pPr marL="1828800" indent="0" algn="ctr" defTabSz="914400" rtl="0" eaLnBrk="1" latinLnBrk="0" hangingPunct="1">
              <a:spcBef>
                <a:spcPts val="0"/>
              </a:spcBef>
              <a:buFont typeface="Wingdings" panose="05000000000000000000" pitchFamily="2" charset="2"/>
              <a:buNone/>
              <a:defRPr sz="1600" kern="1200">
                <a:solidFill>
                  <a:schemeClr val="tx1">
                    <a:tint val="75000"/>
                  </a:schemeClr>
                </a:solidFill>
                <a:latin typeface="BISansOpti"/>
                <a:ea typeface="+mn-ea"/>
                <a:cs typeface="BISansOpti"/>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l"/>
            <a:r>
              <a:rPr lang="en-US" sz="1333" baseline="0">
                <a:solidFill>
                  <a:schemeClr val="bg1"/>
                </a:solidFill>
              </a:rPr>
              <a:t>Mental Health 2.0</a:t>
            </a:r>
          </a:p>
        </p:txBody>
      </p:sp>
      <p:pic>
        <p:nvPicPr>
          <p:cNvPr id="10" name="Picture 9">
            <a:extLst>
              <a:ext uri="{FF2B5EF4-FFF2-40B4-BE49-F238E27FC236}">
                <a16:creationId xmlns:a16="http://schemas.microsoft.com/office/drawing/2014/main" id="{0FCA3A64-FC8B-9D43-9566-196DA53EC710}"/>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956675"/>
            <a:ext cx="12192000" cy="25400"/>
          </a:xfrm>
          <a:prstGeom prst="rect">
            <a:avLst/>
          </a:prstGeom>
        </p:spPr>
      </p:pic>
      <p:pic>
        <p:nvPicPr>
          <p:cNvPr id="13" name="Grafik 6">
            <a:extLst>
              <a:ext uri="{FF2B5EF4-FFF2-40B4-BE49-F238E27FC236}">
                <a16:creationId xmlns:a16="http://schemas.microsoft.com/office/drawing/2014/main" id="{4F6783F5-0CA4-4248-9645-CB9E41E13B3D}"/>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500057" y="6485508"/>
            <a:ext cx="812091" cy="254013"/>
          </a:xfrm>
          <a:prstGeom prst="rect">
            <a:avLst/>
          </a:prstGeom>
        </p:spPr>
      </p:pic>
      <p:sp>
        <p:nvSpPr>
          <p:cNvPr id="14" name="Titel 7">
            <a:extLst>
              <a:ext uri="{FF2B5EF4-FFF2-40B4-BE49-F238E27FC236}">
                <a16:creationId xmlns:a16="http://schemas.microsoft.com/office/drawing/2014/main" id="{5CA51D93-1FDE-470D-8609-9D5EA01935A8}"/>
              </a:ext>
            </a:extLst>
          </p:cNvPr>
          <p:cNvSpPr>
            <a:spLocks noGrp="1"/>
          </p:cNvSpPr>
          <p:nvPr>
            <p:ph type="title" hasCustomPrompt="1"/>
          </p:nvPr>
        </p:nvSpPr>
        <p:spPr>
          <a:xfrm>
            <a:off x="490100" y="25405"/>
            <a:ext cx="11211800" cy="889145"/>
          </a:xfrm>
        </p:spPr>
        <p:txBody>
          <a:bodyPr anchor="b" anchorCtr="0">
            <a:noAutofit/>
          </a:bodyPr>
          <a:lstStyle>
            <a:lvl1pPr>
              <a:lnSpc>
                <a:spcPct val="80000"/>
              </a:lnSpc>
              <a:defRPr/>
            </a:lvl1pPr>
          </a:lstStyle>
          <a:p>
            <a:br>
              <a:rPr lang="en-GB" noProof="0"/>
            </a:br>
            <a:r>
              <a:rPr lang="en-GB" noProof="0"/>
              <a:t>Click to add headline</a:t>
            </a:r>
          </a:p>
        </p:txBody>
      </p:sp>
    </p:spTree>
    <p:extLst>
      <p:ext uri="{BB962C8B-B14F-4D97-AF65-F5344CB8AC3E}">
        <p14:creationId xmlns:p14="http://schemas.microsoft.com/office/powerpoint/2010/main" val="1834559796"/>
      </p:ext>
    </p:extLst>
  </p:cSld>
  <p:clrMapOvr>
    <a:masterClrMapping/>
  </p:clrMapOvr>
  <p:extLst>
    <p:ext uri="{DCECCB84-F9BA-43D5-87BE-67443E8EF086}">
      <p15:sldGuideLst xmlns:p15="http://schemas.microsoft.com/office/powerpoint/2012/main">
        <p15:guide id="1" orient="horz" pos="576">
          <p15:clr>
            <a:srgbClr val="FBAE40"/>
          </p15:clr>
        </p15:guide>
        <p15:guide id="2" pos="2880">
          <p15:clr>
            <a:srgbClr val="FBAE40"/>
          </p15:clr>
        </p15:guide>
        <p15:guide id="3" pos="5530">
          <p15:clr>
            <a:srgbClr val="FBAE40"/>
          </p15:clr>
        </p15:guide>
        <p15:guide id="4" orient="horz" pos="2887">
          <p15:clr>
            <a:srgbClr val="FBAE4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userDrawn="1">
  <p:cSld name="1_Standard page_03">
    <p:spTree>
      <p:nvGrpSpPr>
        <p:cNvPr id="1" name=""/>
        <p:cNvGrpSpPr/>
        <p:nvPr/>
      </p:nvGrpSpPr>
      <p:grpSpPr>
        <a:xfrm>
          <a:off x="0" y="0"/>
          <a:ext cx="0" cy="0"/>
          <a:chOff x="0" y="0"/>
          <a:chExt cx="0" cy="0"/>
        </a:xfrm>
      </p:grpSpPr>
      <p:sp>
        <p:nvSpPr>
          <p:cNvPr id="12" name="Rechteck 11"/>
          <p:cNvSpPr/>
          <p:nvPr userDrawn="1"/>
        </p:nvSpPr>
        <p:spPr>
          <a:xfrm>
            <a:off x="0" y="2928496"/>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algn="ctr"/>
            <a:endParaRPr lang="en-GB" sz="1400">
              <a:solidFill>
                <a:prstClr val="black"/>
              </a:solidFill>
            </a:endParaRPr>
          </a:p>
        </p:txBody>
      </p:sp>
      <p:sp>
        <p:nvSpPr>
          <p:cNvPr id="3" name="Inhaltsplatzhalter 2"/>
          <p:cNvSpPr>
            <a:spLocks noGrp="1"/>
          </p:cNvSpPr>
          <p:nvPr>
            <p:ph idx="1"/>
          </p:nvPr>
        </p:nvSpPr>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a:p>
        </p:txBody>
      </p:sp>
      <p:cxnSp>
        <p:nvCxnSpPr>
          <p:cNvPr id="5" name="Gerade Verbindung 4"/>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cxnSp>
        <p:nvCxnSpPr>
          <p:cNvPr id="11" name="Gerade Verbindung 10"/>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pic>
        <p:nvPicPr>
          <p:cNvPr id="10" name="Grafik 9"/>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5925" y="6578958"/>
            <a:ext cx="840361" cy="190511"/>
          </a:xfrm>
          <a:prstGeom prst="rect">
            <a:avLst/>
          </a:prstGeom>
        </p:spPr>
      </p:pic>
      <p:sp>
        <p:nvSpPr>
          <p:cNvPr id="4" name="Titel 3"/>
          <p:cNvSpPr>
            <a:spLocks noGrp="1"/>
          </p:cNvSpPr>
          <p:nvPr>
            <p:ph type="title"/>
          </p:nvPr>
        </p:nvSpPr>
        <p:spPr/>
        <p:txBody>
          <a:bodyPr/>
          <a:lstStyle/>
          <a:p>
            <a:r>
              <a:rPr lang="en-US"/>
              <a:t>Click to edit Master title style</a:t>
            </a:r>
            <a:endParaRPr lang="de-DE"/>
          </a:p>
        </p:txBody>
      </p:sp>
      <p:sp>
        <p:nvSpPr>
          <p:cNvPr id="8" name="Foliennummernplatzhalter 7"/>
          <p:cNvSpPr>
            <a:spLocks noGrp="1"/>
          </p:cNvSpPr>
          <p:nvPr>
            <p:ph type="sldNum" sz="quarter" idx="12"/>
          </p:nvPr>
        </p:nvSpPr>
        <p:spPr/>
        <p:txBody>
          <a:bodyPr/>
          <a:lstStyle/>
          <a:p>
            <a:fld id="{143B55C4-4F5A-416B-997D-6CE47EB0A945}" type="slidenum">
              <a:rPr lang="en-GB" smtClean="0">
                <a:solidFill>
                  <a:prstClr val="white">
                    <a:lumMod val="50000"/>
                  </a:prstClr>
                </a:solidFill>
              </a:rPr>
              <a:pPr/>
              <a:t>‹#›</a:t>
            </a:fld>
            <a:endParaRPr lang="en-GB">
              <a:solidFill>
                <a:prstClr val="white">
                  <a:lumMod val="50000"/>
                </a:prstClr>
              </a:solidFill>
            </a:endParaRPr>
          </a:p>
        </p:txBody>
      </p:sp>
      <p:sp>
        <p:nvSpPr>
          <p:cNvPr id="13" name="Fußzeilenplatzhalter 4"/>
          <p:cNvSpPr>
            <a:spLocks noGrp="1"/>
          </p:cNvSpPr>
          <p:nvPr>
            <p:ph type="ftr" sz="quarter" idx="3"/>
          </p:nvPr>
        </p:nvSpPr>
        <p:spPr>
          <a:xfrm>
            <a:off x="4052620" y="6631908"/>
            <a:ext cx="3724523" cy="346249"/>
          </a:xfrm>
          <a:prstGeom prst="rect">
            <a:avLst/>
          </a:prstGeom>
        </p:spPr>
        <p:txBody>
          <a:bodyPr vert="horz" wrap="square" lIns="0" tIns="0" rIns="0" bIns="0" rtlCol="0" anchor="ctr">
            <a:spAutoFit/>
          </a:bodyPr>
          <a:lstStyle>
            <a:lvl1pPr algn="l">
              <a:defRPr sz="1000">
                <a:solidFill>
                  <a:schemeClr val="bg1">
                    <a:lumMod val="50000"/>
                  </a:schemeClr>
                </a:solidFill>
                <a:latin typeface="BISansCond" panose="02000006050000020004" pitchFamily="2" charset="0"/>
              </a:defRPr>
            </a:lvl1pPr>
          </a:lstStyle>
          <a:p>
            <a:r>
              <a:rPr lang="en-US" altLang="zh-CN"/>
              <a:t>1200.161(H&amp;N3) Global Lesson &amp; Learnt</a:t>
            </a:r>
            <a:endParaRPr kumimoji="0" lang="de-DE"/>
          </a:p>
          <a:p>
            <a:endParaRPr lang="en-GB">
              <a:solidFill>
                <a:prstClr val="white">
                  <a:lumMod val="50000"/>
                </a:prstClr>
              </a:solidFill>
            </a:endParaRPr>
          </a:p>
        </p:txBody>
      </p:sp>
      <p:sp>
        <p:nvSpPr>
          <p:cNvPr id="14" name="Datumsplatzhalter 3"/>
          <p:cNvSpPr>
            <a:spLocks noGrp="1"/>
          </p:cNvSpPr>
          <p:nvPr>
            <p:ph type="dt" sz="half" idx="10"/>
          </p:nvPr>
        </p:nvSpPr>
        <p:spPr>
          <a:xfrm>
            <a:off x="10332885" y="6597269"/>
            <a:ext cx="605935" cy="153888"/>
          </a:xfrm>
          <a:prstGeom prst="rect">
            <a:avLst/>
          </a:prstGeom>
        </p:spPr>
        <p:txBody>
          <a:bodyPr/>
          <a:lstStyle/>
          <a:p>
            <a:r>
              <a:rPr lang="en-US" altLang="zh-CN">
                <a:solidFill>
                  <a:prstClr val="white">
                    <a:lumMod val="50000"/>
                  </a:prstClr>
                </a:solidFill>
              </a:rPr>
              <a:t>10/12/2018</a:t>
            </a:r>
            <a:endParaRPr lang="en-GB">
              <a:solidFill>
                <a:prstClr val="white">
                  <a:lumMod val="50000"/>
                </a:prstClr>
              </a:solidFill>
            </a:endParaRPr>
          </a:p>
        </p:txBody>
      </p:sp>
    </p:spTree>
    <p:extLst>
      <p:ext uri="{BB962C8B-B14F-4D97-AF65-F5344CB8AC3E}">
        <p14:creationId xmlns:p14="http://schemas.microsoft.com/office/powerpoint/2010/main" val="16561789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userDrawn="1">
  <p:cSld name="Standard page_01">
    <p:spTree>
      <p:nvGrpSpPr>
        <p:cNvPr id="1" name=""/>
        <p:cNvGrpSpPr/>
        <p:nvPr/>
      </p:nvGrpSpPr>
      <p:grpSpPr>
        <a:xfrm>
          <a:off x="0" y="0"/>
          <a:ext cx="0" cy="0"/>
          <a:chOff x="0" y="0"/>
          <a:chExt cx="0" cy="0"/>
        </a:xfrm>
      </p:grpSpPr>
      <p:sp>
        <p:nvSpPr>
          <p:cNvPr id="9" name="Rechteck 8"/>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latin typeface="BISansOpti"/>
            </a:endParaRPr>
          </a:p>
        </p:txBody>
      </p:sp>
      <p:cxnSp>
        <p:nvCxnSpPr>
          <p:cNvPr id="5" name="Gerade Verbindung 4"/>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3" name="Datumsplatzhalter 2"/>
          <p:cNvSpPr>
            <a:spLocks noGrp="1"/>
          </p:cNvSpPr>
          <p:nvPr>
            <p:ph type="dt" sz="half" idx="10"/>
          </p:nvPr>
        </p:nvSpPr>
        <p:spPr>
          <a:xfrm>
            <a:off x="838200" y="6356351"/>
            <a:ext cx="2743200" cy="365125"/>
          </a:xfrm>
          <a:prstGeom prst="rect">
            <a:avLst/>
          </a:prstGeom>
        </p:spPr>
        <p:txBody>
          <a:bodyPr/>
          <a:lstStyle/>
          <a:p>
            <a:fld id="{4737E52C-13E7-4544-B37B-080AFD478AFE}" type="datetime1">
              <a:rPr lang="en-US" smtClean="0"/>
              <a:t>5/14/2026</a:t>
            </a:fld>
            <a:endParaRPr lang="en-GB"/>
          </a:p>
        </p:txBody>
      </p:sp>
      <p:sp>
        <p:nvSpPr>
          <p:cNvPr id="4" name="Fußzeilenplatzhalter 3"/>
          <p:cNvSpPr>
            <a:spLocks noGrp="1"/>
          </p:cNvSpPr>
          <p:nvPr>
            <p:ph type="ftr" sz="quarter" idx="11"/>
          </p:nvPr>
        </p:nvSpPr>
        <p:spPr/>
        <p:txBody>
          <a:bodyPr/>
          <a:lstStyle/>
          <a:p>
            <a:r>
              <a:rPr lang="en-US"/>
              <a:t>Confidential</a:t>
            </a:r>
            <a:endParaRPr lang="en-GB"/>
          </a:p>
        </p:txBody>
      </p:sp>
      <p:sp>
        <p:nvSpPr>
          <p:cNvPr id="6" name="Foliennummernplatzhalter 5"/>
          <p:cNvSpPr>
            <a:spLocks noGrp="1"/>
          </p:cNvSpPr>
          <p:nvPr>
            <p:ph type="sldNum" sz="quarter" idx="12"/>
          </p:nvPr>
        </p:nvSpPr>
        <p:spPr/>
        <p:txBody>
          <a:bodyPr/>
          <a:lstStyle/>
          <a:p>
            <a:fld id="{143B55C4-4F5A-416B-997D-6CE47EB0A945}" type="slidenum">
              <a:rPr lang="en-GB" smtClean="0"/>
              <a:pPr/>
              <a:t>‹#›</a:t>
            </a:fld>
            <a:endParaRPr lang="en-GB"/>
          </a:p>
        </p:txBody>
      </p:sp>
      <p:sp>
        <p:nvSpPr>
          <p:cNvPr id="8" name="Titel 7"/>
          <p:cNvSpPr>
            <a:spLocks noGrp="1"/>
          </p:cNvSpPr>
          <p:nvPr>
            <p:ph type="title" hasCustomPrompt="1"/>
          </p:nvPr>
        </p:nvSpPr>
        <p:spPr/>
        <p:txBody>
          <a:bodyPr/>
          <a:lstStyle/>
          <a:p>
            <a:r>
              <a:rPr lang="en-GB" noProof="0"/>
              <a:t>Click to add headline</a:t>
            </a:r>
          </a:p>
        </p:txBody>
      </p:sp>
      <p:pic>
        <p:nvPicPr>
          <p:cNvPr id="11" name="Grafik 6">
            <a:extLst>
              <a:ext uri="{FF2B5EF4-FFF2-40B4-BE49-F238E27FC236}">
                <a16:creationId xmlns:a16="http://schemas.microsoft.com/office/drawing/2014/main" id="{7916816C-E3DE-439B-A1F9-A495788B242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9099" y="6487156"/>
            <a:ext cx="840360" cy="254013"/>
          </a:xfrm>
          <a:prstGeom prst="rect">
            <a:avLst/>
          </a:prstGeom>
        </p:spPr>
      </p:pic>
    </p:spTree>
    <p:extLst>
      <p:ext uri="{BB962C8B-B14F-4D97-AF65-F5344CB8AC3E}">
        <p14:creationId xmlns:p14="http://schemas.microsoft.com/office/powerpoint/2010/main" val="17677137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userDrawn="1">
  <p:cSld name="2_Standard page_03">
    <p:spTree>
      <p:nvGrpSpPr>
        <p:cNvPr id="1" name=""/>
        <p:cNvGrpSpPr/>
        <p:nvPr/>
      </p:nvGrpSpPr>
      <p:grpSpPr>
        <a:xfrm>
          <a:off x="0" y="0"/>
          <a:ext cx="0" cy="0"/>
          <a:chOff x="0" y="0"/>
          <a:chExt cx="0" cy="0"/>
        </a:xfrm>
      </p:grpSpPr>
      <p:sp>
        <p:nvSpPr>
          <p:cNvPr id="12" name="Rechteck 11"/>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latin typeface="BISansOpti"/>
            </a:endParaRPr>
          </a:p>
        </p:txBody>
      </p:sp>
      <p:sp>
        <p:nvSpPr>
          <p:cNvPr id="3" name="Inhaltsplatzhalter 2"/>
          <p:cNvSpPr>
            <a:spLocks noGrp="1"/>
          </p:cNvSpPr>
          <p:nvPr>
            <p:ph idx="1" hasCustomPrompt="1"/>
          </p:nvPr>
        </p:nvSpPr>
        <p:spPr/>
        <p:txBody>
          <a:bodyPr/>
          <a:lstStyle>
            <a:lvl1pPr>
              <a:defRPr>
                <a:solidFill>
                  <a:srgbClr val="000000"/>
                </a:solidFill>
              </a:defRPr>
            </a:lvl1pPr>
          </a:lstStyle>
          <a:p>
            <a:pPr lvl="0"/>
            <a:r>
              <a:rPr lang="en-GB" noProof="0"/>
              <a:t>Click to add text</a:t>
            </a:r>
          </a:p>
        </p:txBody>
      </p:sp>
      <p:cxnSp>
        <p:nvCxnSpPr>
          <p:cNvPr id="5" name="Gerade Verbindung 4"/>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cxnSp>
        <p:nvCxnSpPr>
          <p:cNvPr id="11" name="Gerade Verbindung 10"/>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6" name="Datumsplatzhalter 5"/>
          <p:cNvSpPr>
            <a:spLocks noGrp="1"/>
          </p:cNvSpPr>
          <p:nvPr>
            <p:ph type="dt" sz="half" idx="10"/>
          </p:nvPr>
        </p:nvSpPr>
        <p:spPr>
          <a:xfrm>
            <a:off x="838200" y="6356351"/>
            <a:ext cx="2743200" cy="365125"/>
          </a:xfrm>
          <a:prstGeom prst="rect">
            <a:avLst/>
          </a:prstGeom>
        </p:spPr>
        <p:txBody>
          <a:bodyPr/>
          <a:lstStyle/>
          <a:p>
            <a:fld id="{1C661359-A780-4E12-A6C3-DC4E2163D090}" type="datetime1">
              <a:rPr lang="en-GB" smtClean="0"/>
              <a:t>14/05/2026</a:t>
            </a:fld>
            <a:endParaRPr lang="en-GB"/>
          </a:p>
        </p:txBody>
      </p:sp>
      <p:sp>
        <p:nvSpPr>
          <p:cNvPr id="7" name="Fußzeilenplatzhalter 6"/>
          <p:cNvSpPr>
            <a:spLocks noGrp="1"/>
          </p:cNvSpPr>
          <p:nvPr>
            <p:ph type="ftr" sz="quarter" idx="11"/>
          </p:nvPr>
        </p:nvSpPr>
        <p:spPr/>
        <p:txBody>
          <a:bodyPr/>
          <a:lstStyle/>
          <a:p>
            <a:r>
              <a:rPr lang="en-GB"/>
              <a:t>Presentation title, date, author</a:t>
            </a:r>
          </a:p>
        </p:txBody>
      </p:sp>
      <p:sp>
        <p:nvSpPr>
          <p:cNvPr id="8" name="Foliennummernplatzhalter 7"/>
          <p:cNvSpPr>
            <a:spLocks noGrp="1"/>
          </p:cNvSpPr>
          <p:nvPr>
            <p:ph type="sldNum" sz="quarter" idx="12"/>
          </p:nvPr>
        </p:nvSpPr>
        <p:spPr/>
        <p:txBody>
          <a:bodyPr/>
          <a:lstStyle/>
          <a:p>
            <a:fld id="{143B55C4-4F5A-416B-997D-6CE47EB0A945}" type="slidenum">
              <a:rPr lang="en-GB" smtClean="0"/>
              <a:pPr/>
              <a:t>‹#›</a:t>
            </a:fld>
            <a:endParaRPr lang="en-GB"/>
          </a:p>
        </p:txBody>
      </p:sp>
      <p:sp>
        <p:nvSpPr>
          <p:cNvPr id="14" name="Titel 7"/>
          <p:cNvSpPr>
            <a:spLocks noGrp="1"/>
          </p:cNvSpPr>
          <p:nvPr>
            <p:ph type="title" hasCustomPrompt="1"/>
          </p:nvPr>
        </p:nvSpPr>
        <p:spPr>
          <a:xfrm>
            <a:off x="490100" y="387429"/>
            <a:ext cx="11211800" cy="492443"/>
          </a:xfrm>
        </p:spPr>
        <p:txBody>
          <a:bodyPr/>
          <a:lstStyle/>
          <a:p>
            <a:r>
              <a:rPr lang="en-GB" noProof="0"/>
              <a:t>Click to add headline</a:t>
            </a:r>
          </a:p>
        </p:txBody>
      </p:sp>
      <p:pic>
        <p:nvPicPr>
          <p:cNvPr id="15" name="Grafik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4060892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userDrawn="1">
  <p:cSld name="Standard page_04">
    <p:spTree>
      <p:nvGrpSpPr>
        <p:cNvPr id="1" name=""/>
        <p:cNvGrpSpPr/>
        <p:nvPr/>
      </p:nvGrpSpPr>
      <p:grpSpPr>
        <a:xfrm>
          <a:off x="0" y="0"/>
          <a:ext cx="0" cy="0"/>
          <a:chOff x="0" y="0"/>
          <a:chExt cx="0" cy="0"/>
        </a:xfrm>
      </p:grpSpPr>
      <p:sp>
        <p:nvSpPr>
          <p:cNvPr id="12" name="Rechteck 11"/>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endParaRPr>
          </a:p>
        </p:txBody>
      </p:sp>
      <p:cxnSp>
        <p:nvCxnSpPr>
          <p:cNvPr id="5" name="Gerade Verbindung 4"/>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cxnSp>
        <p:nvCxnSpPr>
          <p:cNvPr id="11" name="Gerade Verbindung 10"/>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pic>
        <p:nvPicPr>
          <p:cNvPr id="13" name="Grafik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
        <p:nvSpPr>
          <p:cNvPr id="14" name="Inhaltsplatzhalter 2"/>
          <p:cNvSpPr>
            <a:spLocks noGrp="1"/>
          </p:cNvSpPr>
          <p:nvPr>
            <p:ph idx="1"/>
          </p:nvPr>
        </p:nvSpPr>
        <p:spPr>
          <a:xfrm>
            <a:off x="2362100" y="1600201"/>
            <a:ext cx="7488001" cy="4525963"/>
          </a:xfrm>
        </p:spPr>
        <p:txBody>
          <a:bodyPr/>
          <a:lstStyle>
            <a:lvl1pPr marL="0" indent="0">
              <a:spcBef>
                <a:spcPts val="800"/>
              </a:spcBef>
              <a:buNone/>
              <a:defRPr/>
            </a:lvl1pPr>
            <a:lvl2pPr marL="243405" indent="-243405">
              <a:spcBef>
                <a:spcPts val="800"/>
              </a:spcBef>
              <a:buFont typeface="BISans" panose="02000503040000020004" pitchFamily="2" charset="0"/>
              <a:buChar char="•"/>
              <a:defRPr/>
            </a:lvl2pPr>
            <a:lvl3pPr marL="478343" indent="-234939">
              <a:buFont typeface="Arial" panose="020B0604020202020204" pitchFamily="34" charset="0"/>
              <a:buChar char="–"/>
              <a:defRPr/>
            </a:lvl3pPr>
          </a:lstStyle>
          <a:p>
            <a:pPr lvl="0"/>
            <a:r>
              <a:rPr lang="en-US" noProof="0"/>
              <a:t>Click to edit Master text styles</a:t>
            </a:r>
          </a:p>
          <a:p>
            <a:pPr lvl="1"/>
            <a:r>
              <a:rPr lang="en-US" noProof="0"/>
              <a:t>Second level</a:t>
            </a:r>
          </a:p>
          <a:p>
            <a:pPr lvl="2"/>
            <a:r>
              <a:rPr lang="en-US" noProof="0"/>
              <a:t>Third level</a:t>
            </a:r>
          </a:p>
        </p:txBody>
      </p:sp>
      <p:sp>
        <p:nvSpPr>
          <p:cNvPr id="3" name="Datumsplatzhalter 2"/>
          <p:cNvSpPr>
            <a:spLocks noGrp="1"/>
          </p:cNvSpPr>
          <p:nvPr>
            <p:ph type="dt" sz="half" idx="10"/>
          </p:nvPr>
        </p:nvSpPr>
        <p:spPr>
          <a:xfrm>
            <a:off x="838200" y="6356351"/>
            <a:ext cx="2743200" cy="365125"/>
          </a:xfrm>
          <a:prstGeom prst="rect">
            <a:avLst/>
          </a:prstGeom>
        </p:spPr>
        <p:txBody>
          <a:bodyPr/>
          <a:lstStyle/>
          <a:p>
            <a:fld id="{ABBB0F3E-C13F-4440-9895-CCCADA43F0B7}" type="datetime1">
              <a:rPr lang="en-GB" smtClean="0"/>
              <a:t>14/05/2026</a:t>
            </a:fld>
            <a:endParaRPr lang="en-GB"/>
          </a:p>
        </p:txBody>
      </p:sp>
      <p:sp>
        <p:nvSpPr>
          <p:cNvPr id="4" name="Fußzeilenplatzhalter 3"/>
          <p:cNvSpPr>
            <a:spLocks noGrp="1"/>
          </p:cNvSpPr>
          <p:nvPr>
            <p:ph type="ftr" sz="quarter" idx="11"/>
          </p:nvPr>
        </p:nvSpPr>
        <p:spPr/>
        <p:txBody>
          <a:bodyPr/>
          <a:lstStyle/>
          <a:p>
            <a:r>
              <a:rPr lang="en-GB"/>
              <a:t>BI 764524, anti SEMA3A Regional input- 2021</a:t>
            </a:r>
          </a:p>
        </p:txBody>
      </p:sp>
      <p:sp>
        <p:nvSpPr>
          <p:cNvPr id="6" name="Foliennummernplatzhalter 5"/>
          <p:cNvSpPr>
            <a:spLocks noGrp="1"/>
          </p:cNvSpPr>
          <p:nvPr>
            <p:ph type="sldNum" sz="quarter" idx="12"/>
          </p:nvPr>
        </p:nvSpPr>
        <p:spPr/>
        <p:txBody>
          <a:bodyPr/>
          <a:lstStyle/>
          <a:p>
            <a:fld id="{143B55C4-4F5A-416B-997D-6CE47EB0A945}" type="slidenum">
              <a:rPr lang="en-GB" smtClean="0"/>
              <a:pPr/>
              <a:t>‹#›</a:t>
            </a:fld>
            <a:endParaRPr lang="en-GB"/>
          </a:p>
        </p:txBody>
      </p:sp>
      <p:sp>
        <p:nvSpPr>
          <p:cNvPr id="7" name="Titel 6"/>
          <p:cNvSpPr>
            <a:spLocks noGrp="1"/>
          </p:cNvSpPr>
          <p:nvPr>
            <p:ph type="title"/>
          </p:nvPr>
        </p:nvSpPr>
        <p:spPr/>
        <p:txBody>
          <a:bodyPr/>
          <a:lstStyle/>
          <a:p>
            <a:r>
              <a:rPr lang="en-US"/>
              <a:t>Click to edit Master title style</a:t>
            </a:r>
            <a:endParaRPr lang="de-DE"/>
          </a:p>
        </p:txBody>
      </p:sp>
    </p:spTree>
    <p:extLst>
      <p:ext uri="{BB962C8B-B14F-4D97-AF65-F5344CB8AC3E}">
        <p14:creationId xmlns:p14="http://schemas.microsoft.com/office/powerpoint/2010/main" val="1415330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userDrawn="1">
  <p:cSld name="1_Stand-alone">
    <p:spTree>
      <p:nvGrpSpPr>
        <p:cNvPr id="1" name=""/>
        <p:cNvGrpSpPr/>
        <p:nvPr/>
      </p:nvGrpSpPr>
      <p:grpSpPr>
        <a:xfrm>
          <a:off x="0" y="0"/>
          <a:ext cx="0" cy="0"/>
          <a:chOff x="0" y="0"/>
          <a:chExt cx="0" cy="0"/>
        </a:xfrm>
      </p:grpSpPr>
      <p:sp>
        <p:nvSpPr>
          <p:cNvPr id="4" name="Datumsplatzhalter 3"/>
          <p:cNvSpPr>
            <a:spLocks noGrp="1"/>
          </p:cNvSpPr>
          <p:nvPr>
            <p:ph type="dt" sz="half" idx="10"/>
          </p:nvPr>
        </p:nvSpPr>
        <p:spPr>
          <a:xfrm>
            <a:off x="838200" y="6356351"/>
            <a:ext cx="2743200" cy="365125"/>
          </a:xfrm>
          <a:prstGeom prst="rect">
            <a:avLst/>
          </a:prstGeom>
        </p:spPr>
        <p:txBody>
          <a:bodyPr/>
          <a:lstStyle/>
          <a:p>
            <a:r>
              <a:rPr lang="en-US" altLang="zh-CN" noProof="0"/>
              <a:t>19 Jan 2023</a:t>
            </a:r>
            <a:endParaRPr lang="en-GB" noProof="0"/>
          </a:p>
        </p:txBody>
      </p:sp>
      <p:sp>
        <p:nvSpPr>
          <p:cNvPr id="5" name="Fußzeilenplatzhalter 4"/>
          <p:cNvSpPr>
            <a:spLocks noGrp="1"/>
          </p:cNvSpPr>
          <p:nvPr>
            <p:ph type="ftr" sz="quarter" idx="11"/>
          </p:nvPr>
        </p:nvSpPr>
        <p:spPr/>
        <p:txBody>
          <a:bodyPr/>
          <a:lstStyle/>
          <a:p>
            <a:r>
              <a:rPr lang="en-US" noProof="0"/>
              <a:t>Metalyse Update</a:t>
            </a:r>
            <a:endParaRPr lang="en-GB" noProof="0"/>
          </a:p>
        </p:txBody>
      </p:sp>
      <p:sp>
        <p:nvSpPr>
          <p:cNvPr id="6" name="Foliennummernplatzhalter 5"/>
          <p:cNvSpPr>
            <a:spLocks noGrp="1"/>
          </p:cNvSpPr>
          <p:nvPr>
            <p:ph type="sldNum" sz="quarter" idx="12"/>
          </p:nvPr>
        </p:nvSpPr>
        <p:spPr/>
        <p:txBody>
          <a:bodyPr/>
          <a:lstStyle/>
          <a:p>
            <a:fld id="{143B55C4-4F5A-416B-997D-6CE47EB0A945}" type="slidenum">
              <a:rPr lang="en-GB" noProof="0" smtClean="0"/>
              <a:t>‹#›</a:t>
            </a:fld>
            <a:endParaRPr lang="en-GB" noProof="0"/>
          </a:p>
        </p:txBody>
      </p:sp>
      <p:cxnSp>
        <p:nvCxnSpPr>
          <p:cNvPr id="7" name="Gerade Verbindung 6"/>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pic>
        <p:nvPicPr>
          <p:cNvPr id="9" name="Grafik 6">
            <a:extLst>
              <a:ext uri="{FF2B5EF4-FFF2-40B4-BE49-F238E27FC236}">
                <a16:creationId xmlns:a16="http://schemas.microsoft.com/office/drawing/2014/main" id="{EBD74F79-5463-4638-95BA-F93A812CAB6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9099" y="6487155"/>
            <a:ext cx="840360" cy="254013"/>
          </a:xfrm>
          <a:prstGeom prst="rect">
            <a:avLst/>
          </a:prstGeom>
        </p:spPr>
      </p:pic>
    </p:spTree>
    <p:extLst>
      <p:ext uri="{BB962C8B-B14F-4D97-AF65-F5344CB8AC3E}">
        <p14:creationId xmlns:p14="http://schemas.microsoft.com/office/powerpoint/2010/main" val="1494851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页脚占位符 1">
            <a:extLst>
              <a:ext uri="{FF2B5EF4-FFF2-40B4-BE49-F238E27FC236}">
                <a16:creationId xmlns:a16="http://schemas.microsoft.com/office/drawing/2014/main" id="{C57BA168-1EC1-C882-F58F-EF313DF85B30}"/>
              </a:ext>
            </a:extLst>
          </p:cNvPr>
          <p:cNvSpPr>
            <a:spLocks noGrp="1"/>
          </p:cNvSpPr>
          <p:nvPr>
            <p:ph type="ftr" sz="quarter" idx="10"/>
          </p:nvPr>
        </p:nvSpPr>
        <p:spPr/>
        <p:txBody>
          <a:bodyPr/>
          <a:lstStyle/>
          <a:p>
            <a:r>
              <a:rPr lang="en-US"/>
              <a:t>Presentation title    |    ONLY FOR INTERNAL USE</a:t>
            </a:r>
          </a:p>
        </p:txBody>
      </p:sp>
      <p:sp>
        <p:nvSpPr>
          <p:cNvPr id="3" name="灯片编号占位符 2">
            <a:extLst>
              <a:ext uri="{FF2B5EF4-FFF2-40B4-BE49-F238E27FC236}">
                <a16:creationId xmlns:a16="http://schemas.microsoft.com/office/drawing/2014/main" id="{93230E86-6C4B-C810-486F-B757DBFD5789}"/>
              </a:ext>
            </a:extLst>
          </p:cNvPr>
          <p:cNvSpPr>
            <a:spLocks noGrp="1"/>
          </p:cNvSpPr>
          <p:nvPr>
            <p:ph type="sldNum" sz="quarter" idx="11"/>
          </p:nvPr>
        </p:nvSpPr>
        <p:spPr/>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1341310536"/>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4_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BI 3802876-CEC meeting 8th April 2025 / For internal use only</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4042441605"/>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IUPC CRM February 2025 | Confidential - Third-Party Collaboration Project</a:t>
            </a:r>
          </a:p>
        </p:txBody>
      </p:sp>
    </p:spTree>
    <p:extLst>
      <p:ext uri="{BB962C8B-B14F-4D97-AF65-F5344CB8AC3E}">
        <p14:creationId xmlns:p14="http://schemas.microsoft.com/office/powerpoint/2010/main" val="86254995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IUPC CRM February 2025 | Confidential - Third-Party Collaboration Project</a:t>
            </a:r>
          </a:p>
        </p:txBody>
      </p:sp>
    </p:spTree>
    <p:extLst>
      <p:ext uri="{BB962C8B-B14F-4D97-AF65-F5344CB8AC3E}">
        <p14:creationId xmlns:p14="http://schemas.microsoft.com/office/powerpoint/2010/main" val="3379506509"/>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IUPC CRM February 2025 | Confidential - Third-Party Collaboration Project</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555814777"/>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IUPC CRM February 2025 | Confidential - Third-Party Collaboration Project</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4900658"/>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IUPC CRM February 2025 | Confidential - Third-Party Collaboration Project</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886949958"/>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IUPC CRM February 2025 | Confidential - Third-Party Collaboration Project</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535959313"/>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IUPC CRM February 2025 | Confidential - Third-Party Collaboration Project</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841546422"/>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IUPC CRM February 2025 | Confidential - Third-Party Collaboration Project</a:t>
            </a:r>
          </a:p>
        </p:txBody>
      </p:sp>
    </p:spTree>
    <p:extLst>
      <p:ext uri="{BB962C8B-B14F-4D97-AF65-F5344CB8AC3E}">
        <p14:creationId xmlns:p14="http://schemas.microsoft.com/office/powerpoint/2010/main" val="3310464653"/>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IUPC CRM February 2025 | Confidential - Third-Party Collaboration Project</a:t>
            </a:r>
          </a:p>
        </p:txBody>
      </p:sp>
    </p:spTree>
    <p:extLst>
      <p:ext uri="{BB962C8B-B14F-4D97-AF65-F5344CB8AC3E}">
        <p14:creationId xmlns:p14="http://schemas.microsoft.com/office/powerpoint/2010/main" val="2223370122"/>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IUPC CRM February 2025 | Confidential - Third-Party Collaboration Project</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66683117"/>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IUPC CRM February 2025 | Confidential - Third-Party Collaboration Project</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5913428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IUPC CRM February 2025 | Confidential - Third-Party Collaboration Project</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549428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IUPC CRM February 2025 | Confidential - Third-Party Collaboration Project</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543850006"/>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IUPC CRM February 2025 | Confidential - Third-Party Collaboration Project</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15785462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IUPC CRM February 2025 | Confidential - Third-Party Collaboration Project</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22009554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IUPC CRM February 2025 | Confidential - Third-Party Collaboration Project</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380400942"/>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IUPC CRM February 2025 | Confidential - Third-Party Collaboration Project</a:t>
            </a:r>
          </a:p>
        </p:txBody>
      </p:sp>
    </p:spTree>
    <p:extLst>
      <p:ext uri="{BB962C8B-B14F-4D97-AF65-F5344CB8AC3E}">
        <p14:creationId xmlns:p14="http://schemas.microsoft.com/office/powerpoint/2010/main" val="534392913"/>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IUPC CRM February 2025 | Confidential - Third-Party Collaboration Project</a:t>
            </a:r>
          </a:p>
        </p:txBody>
      </p:sp>
    </p:spTree>
    <p:extLst>
      <p:ext uri="{BB962C8B-B14F-4D97-AF65-F5344CB8AC3E}">
        <p14:creationId xmlns:p14="http://schemas.microsoft.com/office/powerpoint/2010/main" val="2338137630"/>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IUPC CRM February 2025 | Confidential - Third-Party Collaboration Project</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643606507"/>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IUPC CRM February 2025 | Confidential - Third-Party Collaboration Project</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37936533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IUPC CRM February 2025 | Confidential - Third-Party Collaboration Project</a:t>
            </a:r>
          </a:p>
        </p:txBody>
      </p:sp>
    </p:spTree>
    <p:extLst>
      <p:ext uri="{BB962C8B-B14F-4D97-AF65-F5344CB8AC3E}">
        <p14:creationId xmlns:p14="http://schemas.microsoft.com/office/powerpoint/2010/main" val="1281325397"/>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IUPC CRM February 2025 | Confidential - Third-Party Collaboration Project</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72544318"/>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IUPC CRM February 2025 | Confidential - Third-Party Collaboration Project</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6790103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IUPC CRM February 2025 | Confidential - Third-Party Collaboration Project</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569774549"/>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IUPC CRM February 2025 | Confidential - Third-Party Collaboration Project</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22168796"/>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IUPC CRM February 2025 | Confidential - Third-Party Collaboration Project</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215134206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IUPC CRM February 2025 | Confidential - Third-Party Collaboration Project</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635083001"/>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IUPC CRM February 2025 | Confidential - Third-Party Collaboration Project</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205041628"/>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IUPC CRM February 2025 | Confidential - Third-Party Collaboration Project</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383296639"/>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IUPC CRM February 2025 | Confidential - Third-Party Collaboration Project</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80544860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IUPC CRM February 2025 | Confidential - Third-Party Collaboration Project</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452882885"/>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IUPC CRM February 2025 | Confidential - Third-Party Collaboration Project</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594064637"/>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IUPC CRM February 2025 | Confidential - Third-Party Collaboration Project</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240738588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2_DC Steering debriefing_ONCO_grey">
    <p:spTree>
      <p:nvGrpSpPr>
        <p:cNvPr id="1" name=""/>
        <p:cNvGrpSpPr/>
        <p:nvPr/>
      </p:nvGrpSpPr>
      <p:grpSpPr>
        <a:xfrm>
          <a:off x="0" y="0"/>
          <a:ext cx="0" cy="0"/>
          <a:chOff x="0" y="0"/>
          <a:chExt cx="0" cy="0"/>
        </a:xfrm>
      </p:grpSpPr>
      <p:sp>
        <p:nvSpPr>
          <p:cNvPr id="32" name="Table Placeholder 31">
            <a:extLst>
              <a:ext uri="{FF2B5EF4-FFF2-40B4-BE49-F238E27FC236}">
                <a16:creationId xmlns:a16="http://schemas.microsoft.com/office/drawing/2014/main" id="{0923547B-0D3A-2D29-AEA9-BBACED5AB771}"/>
              </a:ext>
            </a:extLst>
          </p:cNvPr>
          <p:cNvSpPr>
            <a:spLocks noGrp="1"/>
          </p:cNvSpPr>
          <p:nvPr>
            <p:ph type="tbl" sz="quarter" idx="26"/>
          </p:nvPr>
        </p:nvSpPr>
        <p:spPr>
          <a:xfrm>
            <a:off x="4008438" y="1412875"/>
            <a:ext cx="7704137" cy="4392613"/>
          </a:xfrm>
        </p:spPr>
        <p:txBody>
          <a:bodyPr/>
          <a:lstStyle>
            <a:lvl1pPr marL="0" indent="0">
              <a:buNone/>
              <a:defRPr sz="1200"/>
            </a:lvl1pPr>
          </a:lstStyle>
          <a:p>
            <a:endParaRPr lang="en-US"/>
          </a:p>
        </p:txBody>
      </p:sp>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Footnote/Abbreviations</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IUPC CRM February 2025 | Confidential - Third-Party Collaboration Project</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7" name="Table Placeholder 26">
            <a:extLst>
              <a:ext uri="{FF2B5EF4-FFF2-40B4-BE49-F238E27FC236}">
                <a16:creationId xmlns:a16="http://schemas.microsoft.com/office/drawing/2014/main" id="{A3347038-3C1E-C623-B466-76A6C2E89DCB}"/>
              </a:ext>
            </a:extLst>
          </p:cNvPr>
          <p:cNvSpPr>
            <a:spLocks noGrp="1"/>
          </p:cNvSpPr>
          <p:nvPr>
            <p:ph type="tbl" sz="quarter" idx="25"/>
          </p:nvPr>
        </p:nvSpPr>
        <p:spPr>
          <a:xfrm>
            <a:off x="478986" y="4227140"/>
            <a:ext cx="2808000" cy="630338"/>
          </a:xfrm>
          <a:noFill/>
        </p:spPr>
        <p:txBody>
          <a:bodyPr/>
          <a:lstStyle>
            <a:lvl1pPr marL="0" indent="0">
              <a:lnSpc>
                <a:spcPct val="100000"/>
              </a:lnSpc>
              <a:spcAft>
                <a:spcPts val="0"/>
              </a:spcAft>
              <a:buNone/>
              <a:defRPr sz="1000"/>
            </a:lvl1pPr>
          </a:lstStyle>
          <a:p>
            <a:endParaRPr lang="en-US"/>
          </a:p>
        </p:txBody>
      </p:sp>
      <p:sp>
        <p:nvSpPr>
          <p:cNvPr id="11" name="Table Placeholder 10">
            <a:extLst>
              <a:ext uri="{FF2B5EF4-FFF2-40B4-BE49-F238E27FC236}">
                <a16:creationId xmlns:a16="http://schemas.microsoft.com/office/drawing/2014/main" id="{8BE2F10B-B60E-0E14-7910-01BC56CCB697}"/>
              </a:ext>
            </a:extLst>
          </p:cNvPr>
          <p:cNvSpPr>
            <a:spLocks noGrp="1"/>
          </p:cNvSpPr>
          <p:nvPr>
            <p:ph type="tbl" sz="quarter" idx="27"/>
          </p:nvPr>
        </p:nvSpPr>
        <p:spPr>
          <a:xfrm>
            <a:off x="479425" y="874750"/>
            <a:ext cx="2808288" cy="3065592"/>
          </a:xfrm>
        </p:spPr>
        <p:txBody>
          <a:bodyPr/>
          <a:lstStyle>
            <a:lvl1pPr marL="0" indent="0">
              <a:buNone/>
              <a:defRPr sz="1000"/>
            </a:lvl1pPr>
          </a:lstStyle>
          <a:p>
            <a:endParaRPr lang="en-US"/>
          </a:p>
        </p:txBody>
      </p:sp>
      <p:sp>
        <p:nvSpPr>
          <p:cNvPr id="14" name="Rectangle 13">
            <a:extLst>
              <a:ext uri="{FF2B5EF4-FFF2-40B4-BE49-F238E27FC236}">
                <a16:creationId xmlns:a16="http://schemas.microsoft.com/office/drawing/2014/main" id="{161B7C5E-94AC-6312-55DD-51DAA13ABED0}"/>
              </a:ext>
            </a:extLst>
          </p:cNvPr>
          <p:cNvSpPr/>
          <p:nvPr userDrawn="1"/>
        </p:nvSpPr>
        <p:spPr bwMode="gray">
          <a:xfrm>
            <a:off x="478986" y="347836"/>
            <a:ext cx="2808000" cy="435600"/>
          </a:xfrm>
          <a:prstGeom prst="rect">
            <a:avLst/>
          </a:prstGeom>
          <a:solidFill>
            <a:srgbClr val="1EAD1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1"/>
          <a:lstStyle/>
          <a:p>
            <a:pPr algn="ctr">
              <a:lnSpc>
                <a:spcPct val="100000"/>
              </a:lnSpc>
            </a:pPr>
            <a:r>
              <a:rPr lang="en-US" sz="1400" b="1">
                <a:solidFill>
                  <a:schemeClr val="tx1"/>
                </a:solidFill>
              </a:rPr>
              <a:t>TA | Cardio-Renal-Metabolic Diseases</a:t>
            </a:r>
          </a:p>
        </p:txBody>
      </p:sp>
      <p:sp>
        <p:nvSpPr>
          <p:cNvPr id="3" name="Table Placeholder 26">
            <a:extLst>
              <a:ext uri="{FF2B5EF4-FFF2-40B4-BE49-F238E27FC236}">
                <a16:creationId xmlns:a16="http://schemas.microsoft.com/office/drawing/2014/main" id="{BE86F379-CB37-BA93-77BB-7B3E0004DAC3}"/>
              </a:ext>
            </a:extLst>
          </p:cNvPr>
          <p:cNvSpPr>
            <a:spLocks noGrp="1"/>
          </p:cNvSpPr>
          <p:nvPr>
            <p:ph type="tbl" sz="quarter" idx="28"/>
          </p:nvPr>
        </p:nvSpPr>
        <p:spPr>
          <a:xfrm>
            <a:off x="478986" y="5084002"/>
            <a:ext cx="2808000" cy="630338"/>
          </a:xfrm>
          <a:noFill/>
        </p:spPr>
        <p:txBody>
          <a:bodyPr/>
          <a:lstStyle>
            <a:lvl1pPr marL="0" indent="0">
              <a:lnSpc>
                <a:spcPct val="100000"/>
              </a:lnSpc>
              <a:spcAft>
                <a:spcPts val="0"/>
              </a:spcAft>
              <a:buNone/>
              <a:defRPr sz="1000"/>
            </a:lvl1pPr>
          </a:lstStyle>
          <a:p>
            <a:endParaRPr lang="en-US"/>
          </a:p>
        </p:txBody>
      </p:sp>
    </p:spTree>
    <p:extLst>
      <p:ext uri="{BB962C8B-B14F-4D97-AF65-F5344CB8AC3E}">
        <p14:creationId xmlns:p14="http://schemas.microsoft.com/office/powerpoint/2010/main" val="142202997"/>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3_DC Steering debriefing_ONCO_grey">
    <p:spTree>
      <p:nvGrpSpPr>
        <p:cNvPr id="1" name=""/>
        <p:cNvGrpSpPr/>
        <p:nvPr/>
      </p:nvGrpSpPr>
      <p:grpSpPr>
        <a:xfrm>
          <a:off x="0" y="0"/>
          <a:ext cx="0" cy="0"/>
          <a:chOff x="0" y="0"/>
          <a:chExt cx="0" cy="0"/>
        </a:xfrm>
      </p:grpSpPr>
      <p:sp>
        <p:nvSpPr>
          <p:cNvPr id="32" name="Table Placeholder 31">
            <a:extLst>
              <a:ext uri="{FF2B5EF4-FFF2-40B4-BE49-F238E27FC236}">
                <a16:creationId xmlns:a16="http://schemas.microsoft.com/office/drawing/2014/main" id="{0923547B-0D3A-2D29-AEA9-BBACED5AB771}"/>
              </a:ext>
            </a:extLst>
          </p:cNvPr>
          <p:cNvSpPr>
            <a:spLocks noGrp="1"/>
          </p:cNvSpPr>
          <p:nvPr>
            <p:ph type="tbl" sz="quarter" idx="26"/>
          </p:nvPr>
        </p:nvSpPr>
        <p:spPr>
          <a:xfrm>
            <a:off x="4008438" y="1412875"/>
            <a:ext cx="7704137" cy="4392613"/>
          </a:xfrm>
        </p:spPr>
        <p:txBody>
          <a:bodyPr/>
          <a:lstStyle>
            <a:lvl1pPr marL="0" indent="0">
              <a:buNone/>
              <a:defRPr sz="1200"/>
            </a:lvl1pPr>
          </a:lstStyle>
          <a:p>
            <a:endParaRPr lang="en-US"/>
          </a:p>
        </p:txBody>
      </p:sp>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Footnote/Abbreviations</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IUPC CRM February 2025 | Confidential - Third-Party Collaboration Project</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4" name="Rectangle 13">
            <a:extLst>
              <a:ext uri="{FF2B5EF4-FFF2-40B4-BE49-F238E27FC236}">
                <a16:creationId xmlns:a16="http://schemas.microsoft.com/office/drawing/2014/main" id="{161B7C5E-94AC-6312-55DD-51DAA13ABED0}"/>
              </a:ext>
            </a:extLst>
          </p:cNvPr>
          <p:cNvSpPr/>
          <p:nvPr userDrawn="1"/>
        </p:nvSpPr>
        <p:spPr bwMode="gray">
          <a:xfrm>
            <a:off x="478986" y="341537"/>
            <a:ext cx="2808000" cy="435377"/>
          </a:xfrm>
          <a:prstGeom prst="rect">
            <a:avLst/>
          </a:prstGeom>
          <a:solidFill>
            <a:srgbClr val="FF841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nchorCtr="1"/>
          <a:lstStyle/>
          <a:p>
            <a:pPr algn="ctr">
              <a:lnSpc>
                <a:spcPct val="100000"/>
              </a:lnSpc>
            </a:pPr>
            <a:r>
              <a:rPr lang="en-US" sz="1400" b="1">
                <a:solidFill>
                  <a:schemeClr val="tx1"/>
                </a:solidFill>
              </a:rPr>
              <a:t>TA | CREA - CNS, Retinopathies &amp; Emerging Areas</a:t>
            </a:r>
          </a:p>
        </p:txBody>
      </p:sp>
      <p:sp>
        <p:nvSpPr>
          <p:cNvPr id="3" name="Table Placeholder 26">
            <a:extLst>
              <a:ext uri="{FF2B5EF4-FFF2-40B4-BE49-F238E27FC236}">
                <a16:creationId xmlns:a16="http://schemas.microsoft.com/office/drawing/2014/main" id="{4A06C23D-4148-534A-B347-6A5DC7178BD5}"/>
              </a:ext>
            </a:extLst>
          </p:cNvPr>
          <p:cNvSpPr>
            <a:spLocks noGrp="1"/>
          </p:cNvSpPr>
          <p:nvPr>
            <p:ph type="tbl" sz="quarter" idx="25"/>
          </p:nvPr>
        </p:nvSpPr>
        <p:spPr>
          <a:xfrm>
            <a:off x="478986" y="4227140"/>
            <a:ext cx="2808000" cy="630338"/>
          </a:xfrm>
          <a:noFill/>
        </p:spPr>
        <p:txBody>
          <a:bodyPr/>
          <a:lstStyle>
            <a:lvl1pPr marL="0" indent="0">
              <a:lnSpc>
                <a:spcPct val="100000"/>
              </a:lnSpc>
              <a:spcAft>
                <a:spcPts val="0"/>
              </a:spcAft>
              <a:buNone/>
              <a:defRPr sz="1000"/>
            </a:lvl1pPr>
          </a:lstStyle>
          <a:p>
            <a:endParaRPr lang="en-US"/>
          </a:p>
        </p:txBody>
      </p:sp>
      <p:sp>
        <p:nvSpPr>
          <p:cNvPr id="4" name="Table Placeholder 10">
            <a:extLst>
              <a:ext uri="{FF2B5EF4-FFF2-40B4-BE49-F238E27FC236}">
                <a16:creationId xmlns:a16="http://schemas.microsoft.com/office/drawing/2014/main" id="{F4112ED6-0FFD-AC7F-5E49-ED6C53AE7A8B}"/>
              </a:ext>
            </a:extLst>
          </p:cNvPr>
          <p:cNvSpPr>
            <a:spLocks noGrp="1"/>
          </p:cNvSpPr>
          <p:nvPr>
            <p:ph type="tbl" sz="quarter" idx="27"/>
          </p:nvPr>
        </p:nvSpPr>
        <p:spPr>
          <a:xfrm>
            <a:off x="479425" y="874750"/>
            <a:ext cx="2808288" cy="3065592"/>
          </a:xfrm>
        </p:spPr>
        <p:txBody>
          <a:bodyPr/>
          <a:lstStyle>
            <a:lvl1pPr marL="0" indent="0">
              <a:buNone/>
              <a:defRPr sz="1000"/>
            </a:lvl1pPr>
          </a:lstStyle>
          <a:p>
            <a:endParaRPr lang="en-US"/>
          </a:p>
        </p:txBody>
      </p:sp>
      <p:sp>
        <p:nvSpPr>
          <p:cNvPr id="6" name="Table Placeholder 26">
            <a:extLst>
              <a:ext uri="{FF2B5EF4-FFF2-40B4-BE49-F238E27FC236}">
                <a16:creationId xmlns:a16="http://schemas.microsoft.com/office/drawing/2014/main" id="{347747C7-E973-A661-E2C2-C6A9B050E642}"/>
              </a:ext>
            </a:extLst>
          </p:cNvPr>
          <p:cNvSpPr>
            <a:spLocks noGrp="1"/>
          </p:cNvSpPr>
          <p:nvPr>
            <p:ph type="tbl" sz="quarter" idx="28"/>
          </p:nvPr>
        </p:nvSpPr>
        <p:spPr>
          <a:xfrm>
            <a:off x="478986" y="5084002"/>
            <a:ext cx="2808000" cy="630338"/>
          </a:xfrm>
          <a:noFill/>
        </p:spPr>
        <p:txBody>
          <a:bodyPr/>
          <a:lstStyle>
            <a:lvl1pPr marL="0" indent="0">
              <a:lnSpc>
                <a:spcPct val="100000"/>
              </a:lnSpc>
              <a:spcAft>
                <a:spcPts val="0"/>
              </a:spcAft>
              <a:buNone/>
              <a:defRPr sz="1000"/>
            </a:lvl1pPr>
          </a:lstStyle>
          <a:p>
            <a:endParaRPr lang="en-US"/>
          </a:p>
        </p:txBody>
      </p:sp>
    </p:spTree>
    <p:extLst>
      <p:ext uri="{BB962C8B-B14F-4D97-AF65-F5344CB8AC3E}">
        <p14:creationId xmlns:p14="http://schemas.microsoft.com/office/powerpoint/2010/main" val="3633008097"/>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29A3FF-E6A5-11C3-979D-0BAAE683961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A538ED3E-94CC-FDE5-AF13-5CB124AFDC9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C634C66B-1D18-8843-7805-9C0EEF726E77}"/>
              </a:ext>
            </a:extLst>
          </p:cNvPr>
          <p:cNvSpPr>
            <a:spLocks noGrp="1"/>
          </p:cNvSpPr>
          <p:nvPr>
            <p:ph type="dt" sz="half" idx="10"/>
          </p:nvPr>
        </p:nvSpPr>
        <p:spPr/>
        <p:txBody>
          <a:bodyPr/>
          <a:lstStyle/>
          <a:p>
            <a:endParaRPr lang="en-IN"/>
          </a:p>
        </p:txBody>
      </p:sp>
      <p:sp>
        <p:nvSpPr>
          <p:cNvPr id="5" name="Footer Placeholder 4">
            <a:extLst>
              <a:ext uri="{FF2B5EF4-FFF2-40B4-BE49-F238E27FC236}">
                <a16:creationId xmlns:a16="http://schemas.microsoft.com/office/drawing/2014/main" id="{C9A925D6-B120-7063-DFC1-A70BB05C28E3}"/>
              </a:ext>
            </a:extLst>
          </p:cNvPr>
          <p:cNvSpPr>
            <a:spLocks noGrp="1"/>
          </p:cNvSpPr>
          <p:nvPr>
            <p:ph type="ftr" sz="quarter" idx="11"/>
          </p:nvPr>
        </p:nvSpPr>
        <p:spPr/>
        <p:txBody>
          <a:bodyPr/>
          <a:lstStyle/>
          <a:p>
            <a:r>
              <a:rPr lang="en-US"/>
              <a:t>IUPC CRM February 2025 | Confidential - Third-Party Collaboration Project</a:t>
            </a:r>
            <a:endParaRPr lang="en-IN"/>
          </a:p>
        </p:txBody>
      </p:sp>
      <p:sp>
        <p:nvSpPr>
          <p:cNvPr id="6" name="Slide Number Placeholder 5">
            <a:extLst>
              <a:ext uri="{FF2B5EF4-FFF2-40B4-BE49-F238E27FC236}">
                <a16:creationId xmlns:a16="http://schemas.microsoft.com/office/drawing/2014/main" id="{853D2B98-085D-1293-1CF2-F18F8AF4FE3C}"/>
              </a:ext>
            </a:extLst>
          </p:cNvPr>
          <p:cNvSpPr>
            <a:spLocks noGrp="1"/>
          </p:cNvSpPr>
          <p:nvPr>
            <p:ph type="sldNum" sz="quarter" idx="12"/>
          </p:nvPr>
        </p:nvSpPr>
        <p:spPr/>
        <p:txBody>
          <a:bodyPr/>
          <a:lstStyle/>
          <a:p>
            <a:fld id="{37A10B7D-3887-4C23-84EE-F2B5398F21E4}" type="slidenum">
              <a:rPr lang="en-IN" smtClean="0"/>
              <a:t>‹#›</a:t>
            </a:fld>
            <a:endParaRPr lang="en-IN"/>
          </a:p>
        </p:txBody>
      </p:sp>
    </p:spTree>
    <p:extLst>
      <p:ext uri="{BB962C8B-B14F-4D97-AF65-F5344CB8AC3E}">
        <p14:creationId xmlns:p14="http://schemas.microsoft.com/office/powerpoint/2010/main" val="50851210"/>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27ED9C8-F09A-4D9E-BEC0-4725162E21FF}" type="datetimeFigureOut">
              <a:rPr lang="en-US" smtClean="0"/>
              <a:t>5/14/2026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3662785060"/>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27ED9C8-F09A-4D9E-BEC0-4725162E21FF}" type="datetimeFigureOut">
              <a:rPr lang="en-US" smtClean="0"/>
              <a:t>5/14/2026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3692203880"/>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627ED9C8-F09A-4D9E-BEC0-4725162E21FF}" type="datetimeFigureOut">
              <a:rPr lang="en-US" smtClean="0"/>
              <a:t>5/14/2026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2579809774"/>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ED9C8-F09A-4D9E-BEC0-4725162E21FF}" type="datetimeFigureOut">
              <a:rPr lang="en-US" smtClean="0"/>
              <a:t>5/14/2026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7858429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27ED9C8-F09A-4D9E-BEC0-4725162E21FF}" type="datetimeFigureOut">
              <a:rPr lang="en-US" smtClean="0"/>
              <a:t>5/14/2026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406899035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27ED9C8-F09A-4D9E-BEC0-4725162E21FF}" type="datetimeFigureOut">
              <a:rPr lang="en-US" smtClean="0"/>
              <a:t>5/14/2026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104738974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7ED9C8-F09A-4D9E-BEC0-4725162E21FF}" type="datetimeFigureOut">
              <a:rPr lang="en-US" smtClean="0"/>
              <a:t>5/14/2026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3688636306"/>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27ED9C8-F09A-4D9E-BEC0-4725162E21FF}" type="datetimeFigureOut">
              <a:rPr lang="en-US" smtClean="0"/>
              <a:t>5/14/2026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123368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27ED9C8-F09A-4D9E-BEC0-4725162E21FF}" type="datetimeFigureOut">
              <a:rPr lang="en-US" smtClean="0"/>
              <a:t>5/14/2026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287989443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27ED9C8-F09A-4D9E-BEC0-4725162E21FF}" type="datetimeFigureOut">
              <a:rPr lang="en-US" smtClean="0"/>
              <a:t>5/14/2026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399704258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27ED9C8-F09A-4D9E-BEC0-4725162E21FF}" type="datetimeFigureOut">
              <a:rPr lang="en-US" smtClean="0"/>
              <a:t>5/14/2026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7D807A-D3EC-4DEA-86E2-120E4093F1A6}" type="slidenum">
              <a:rPr lang="en-US" smtClean="0"/>
              <a:t>‹#›</a:t>
            </a:fld>
            <a:endParaRPr lang="en-US"/>
          </a:p>
        </p:txBody>
      </p:sp>
    </p:spTree>
    <p:extLst>
      <p:ext uri="{BB962C8B-B14F-4D97-AF65-F5344CB8AC3E}">
        <p14:creationId xmlns:p14="http://schemas.microsoft.com/office/powerpoint/2010/main" val="121137561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406351204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310656412"/>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025408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8274697"/>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478551335"/>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72441304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787343023"/>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Presentation title    |    ONLY FOR INTERNAL USE</a:t>
            </a:r>
          </a:p>
        </p:txBody>
      </p:sp>
    </p:spTree>
    <p:extLst>
      <p:ext uri="{BB962C8B-B14F-4D97-AF65-F5344CB8AC3E}">
        <p14:creationId xmlns:p14="http://schemas.microsoft.com/office/powerpoint/2010/main" val="3702697556"/>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2750303444"/>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985466778"/>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Presentation title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175279141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463497838"/>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85570609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060656919"/>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134888414"/>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461067934"/>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1085650048"/>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257992364"/>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63964060"/>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99024763"/>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7336538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196348486"/>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047323238"/>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89311727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57358102"/>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77893479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52055699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300605279"/>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750090990"/>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00165494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903873180"/>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421985385"/>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1774684045"/>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BDFFE7B-4D55-1D77-EF35-0A03B594E6E0}"/>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195C2B67-C449-1F7E-2DDB-501C4033855B}"/>
              </a:ext>
            </a:extLst>
          </p:cNvPr>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371771DE-1484-B699-914E-F31CF7B154F4}"/>
              </a:ext>
            </a:extLst>
          </p:cNvPr>
          <p:cNvSpPr>
            <a:spLocks noGrp="1"/>
          </p:cNvSpPr>
          <p:nvPr>
            <p:ph type="dt" sz="half" idx="10"/>
          </p:nvPr>
        </p:nvSpPr>
        <p:spPr/>
        <p:txBody>
          <a:bodyPr/>
          <a:lstStyle/>
          <a:p>
            <a:fld id="{2EBD298B-2BEB-4359-A72D-522FC9384220}" type="datetimeFigureOut">
              <a:rPr lang="zh-CN" altLang="en-US" smtClean="0"/>
              <a:t>2026/5/14</a:t>
            </a:fld>
            <a:endParaRPr lang="zh-CN" altLang="en-US"/>
          </a:p>
        </p:txBody>
      </p:sp>
      <p:sp>
        <p:nvSpPr>
          <p:cNvPr id="5" name="页脚占位符 4">
            <a:extLst>
              <a:ext uri="{FF2B5EF4-FFF2-40B4-BE49-F238E27FC236}">
                <a16:creationId xmlns:a16="http://schemas.microsoft.com/office/drawing/2014/main" id="{7509F3B8-21C2-B10A-A709-95DFA8294A2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475969C-94D5-1ACA-D6A7-6EFA272ED00E}"/>
              </a:ext>
            </a:extLst>
          </p:cNvPr>
          <p:cNvSpPr>
            <a:spLocks noGrp="1"/>
          </p:cNvSpPr>
          <p:nvPr>
            <p:ph type="sldNum" sz="quarter" idx="12"/>
          </p:nvPr>
        </p:nvSpPr>
        <p:spPr/>
        <p:txBody>
          <a:bodyPr/>
          <a:lstStyle/>
          <a:p>
            <a:fld id="{3A3D1EC3-2B8A-407F-BA35-D7739CA44BA9}" type="slidenum">
              <a:rPr lang="zh-CN" altLang="en-US" smtClean="0"/>
              <a:t>‹#›</a:t>
            </a:fld>
            <a:endParaRPr lang="zh-CN" altLang="en-US"/>
          </a:p>
        </p:txBody>
      </p:sp>
    </p:spTree>
    <p:extLst>
      <p:ext uri="{BB962C8B-B14F-4D97-AF65-F5344CB8AC3E}">
        <p14:creationId xmlns:p14="http://schemas.microsoft.com/office/powerpoint/2010/main" val="4017982250"/>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userDrawn="1">
  <p:cSld name="Headline, Subhead, &amp; Content">
    <p:spTree>
      <p:nvGrpSpPr>
        <p:cNvPr id="1" name=""/>
        <p:cNvGrpSpPr/>
        <p:nvPr/>
      </p:nvGrpSpPr>
      <p:grpSpPr>
        <a:xfrm>
          <a:off x="0" y="0"/>
          <a:ext cx="0" cy="0"/>
          <a:chOff x="0" y="0"/>
          <a:chExt cx="0" cy="0"/>
        </a:xfrm>
      </p:grpSpPr>
      <p:pic>
        <p:nvPicPr>
          <p:cNvPr id="3" name="Graphic 2">
            <a:extLst>
              <a:ext uri="{FF2B5EF4-FFF2-40B4-BE49-F238E27FC236}">
                <a16:creationId xmlns:a16="http://schemas.microsoft.com/office/drawing/2014/main" id="{24FF402A-C1BD-C7AB-33C2-59389EB59061}"/>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40545" t="2982" r="3525" b="74054"/>
          <a:stretch/>
        </p:blipFill>
        <p:spPr>
          <a:xfrm>
            <a:off x="6576218" y="0"/>
            <a:ext cx="5615782" cy="1781666"/>
          </a:xfrm>
          <a:prstGeom prst="rect">
            <a:avLst/>
          </a:prstGeom>
        </p:spPr>
      </p:pic>
      <p:sp>
        <p:nvSpPr>
          <p:cNvPr id="19" name="Text Placeholder 18">
            <a:extLst>
              <a:ext uri="{FF2B5EF4-FFF2-40B4-BE49-F238E27FC236}">
                <a16:creationId xmlns:a16="http://schemas.microsoft.com/office/drawing/2014/main" id="{0A8971F4-E309-829A-1199-26895AC86F38}"/>
              </a:ext>
            </a:extLst>
          </p:cNvPr>
          <p:cNvSpPr>
            <a:spLocks noGrp="1"/>
          </p:cNvSpPr>
          <p:nvPr>
            <p:ph type="body" sz="quarter" idx="17" hasCustomPrompt="1"/>
          </p:nvPr>
        </p:nvSpPr>
        <p:spPr>
          <a:xfrm>
            <a:off x="619673" y="5833898"/>
            <a:ext cx="6663996" cy="630238"/>
          </a:xfrm>
        </p:spPr>
        <p:txBody>
          <a:bodyPr>
            <a:noAutofit/>
          </a:bodyPr>
          <a:lstStyle>
            <a:lvl1pPr marL="0" indent="0" algn="l" defTabSz="609585" rtl="0" eaLnBrk="1" latinLnBrk="0" hangingPunct="1">
              <a:lnSpc>
                <a:spcPts val="1400"/>
              </a:lnSpc>
              <a:spcBef>
                <a:spcPts val="1200"/>
              </a:spcBef>
              <a:buClr>
                <a:schemeClr val="tx1"/>
              </a:buClr>
              <a:buFont typeface="Arial"/>
              <a:buNone/>
              <a:defRPr lang="en-US" sz="900" b="0" kern="1200" dirty="0">
                <a:solidFill>
                  <a:srgbClr val="08312A"/>
                </a:solidFill>
                <a:latin typeface="Boehringer Forward Text" panose="02000500000000020000" pitchFamily="2" charset="77"/>
                <a:ea typeface="+mn-ea"/>
                <a:cs typeface="Arial" panose="020B0604020202020204" pitchFamily="34" charset="0"/>
              </a:defRPr>
            </a:lvl1pPr>
            <a:lvl2pPr>
              <a:defRPr sz="900"/>
            </a:lvl2pPr>
            <a:lvl3pPr>
              <a:defRPr sz="900"/>
            </a:lvl3pPr>
            <a:lvl4pPr>
              <a:defRPr sz="900"/>
            </a:lvl4pPr>
            <a:lvl5pPr>
              <a:defRPr sz="900"/>
            </a:lvl5pPr>
          </a:lstStyle>
          <a:p>
            <a:pPr>
              <a:lnSpc>
                <a:spcPts val="1400"/>
              </a:lnSpc>
            </a:pPr>
            <a:r>
              <a:rPr lang="en-US" sz="900" b="0">
                <a:solidFill>
                  <a:srgbClr val="08312A"/>
                </a:solidFill>
              </a:rPr>
              <a:t>Footnote text goes here in Boehringer Forward Text 9 pts sentence case lorem ipsum dolor sit </a:t>
            </a:r>
            <a:r>
              <a:rPr lang="en-US" sz="900" b="0" err="1">
                <a:solidFill>
                  <a:srgbClr val="08312A"/>
                </a:solidFill>
              </a:rPr>
              <a:t>amet</a:t>
            </a:r>
            <a:r>
              <a:rPr lang="en-US" sz="900" b="0">
                <a:solidFill>
                  <a:srgbClr val="08312A"/>
                </a:solidFill>
              </a:rPr>
              <a:t>, </a:t>
            </a:r>
            <a:r>
              <a:rPr lang="en-US" sz="900" b="0" err="1">
                <a:solidFill>
                  <a:srgbClr val="08312A"/>
                </a:solidFill>
              </a:rPr>
              <a:t>consectetuer</a:t>
            </a:r>
            <a:br>
              <a:rPr lang="en-US" sz="900" b="0">
                <a:solidFill>
                  <a:srgbClr val="08312A"/>
                </a:solidFill>
              </a:rPr>
            </a:br>
            <a:r>
              <a:rPr lang="en-US" sz="900" b="0" err="1">
                <a:solidFill>
                  <a:srgbClr val="08312A"/>
                </a:solidFill>
              </a:rPr>
              <a:t>adipiscing</a:t>
            </a:r>
            <a:r>
              <a:rPr lang="en-US" sz="900" b="0">
                <a:solidFill>
                  <a:srgbClr val="08312A"/>
                </a:solidFill>
              </a:rPr>
              <a:t> </a:t>
            </a:r>
            <a:r>
              <a:rPr lang="en-US" sz="900" b="0" err="1">
                <a:solidFill>
                  <a:srgbClr val="08312A"/>
                </a:solidFill>
              </a:rPr>
              <a:t>elit</a:t>
            </a:r>
            <a:r>
              <a:rPr lang="en-US" sz="900" b="0">
                <a:solidFill>
                  <a:srgbClr val="08312A"/>
                </a:solidFill>
              </a:rPr>
              <a:t>, sed diam </a:t>
            </a:r>
            <a:r>
              <a:rPr lang="en-US" sz="900" b="0" err="1">
                <a:solidFill>
                  <a:srgbClr val="08312A"/>
                </a:solidFill>
              </a:rPr>
              <a:t>nonummy</a:t>
            </a:r>
            <a:r>
              <a:rPr lang="en-US" sz="900" b="0">
                <a:solidFill>
                  <a:srgbClr val="08312A"/>
                </a:solidFill>
              </a:rPr>
              <a:t> </a:t>
            </a:r>
            <a:r>
              <a:rPr lang="en-US" sz="900" b="0" err="1">
                <a:solidFill>
                  <a:srgbClr val="08312A"/>
                </a:solidFill>
              </a:rPr>
              <a:t>nibh</a:t>
            </a:r>
            <a:r>
              <a:rPr lang="en-US" sz="900" b="0">
                <a:solidFill>
                  <a:srgbClr val="08312A"/>
                </a:solidFill>
              </a:rPr>
              <a:t> </a:t>
            </a:r>
            <a:r>
              <a:rPr lang="en-US" sz="900" b="0" err="1">
                <a:solidFill>
                  <a:srgbClr val="08312A"/>
                </a:solidFill>
              </a:rPr>
              <a:t>euismod</a:t>
            </a:r>
            <a:r>
              <a:rPr lang="en-US" sz="900" b="0">
                <a:solidFill>
                  <a:srgbClr val="08312A"/>
                </a:solidFill>
              </a:rPr>
              <a:t> </a:t>
            </a:r>
            <a:r>
              <a:rPr lang="en-US" sz="900" b="0" err="1">
                <a:solidFill>
                  <a:srgbClr val="08312A"/>
                </a:solidFill>
              </a:rPr>
              <a:t>tincidunt</a:t>
            </a:r>
            <a:r>
              <a:rPr lang="en-US" sz="900" b="0">
                <a:solidFill>
                  <a:srgbClr val="08312A"/>
                </a:solidFill>
              </a:rPr>
              <a:t> </a:t>
            </a:r>
            <a:r>
              <a:rPr lang="en-US" sz="900" b="0" err="1">
                <a:solidFill>
                  <a:srgbClr val="08312A"/>
                </a:solidFill>
              </a:rPr>
              <a:t>ut</a:t>
            </a:r>
            <a:r>
              <a:rPr lang="en-US" sz="900" b="0">
                <a:solidFill>
                  <a:srgbClr val="08312A"/>
                </a:solidFill>
              </a:rPr>
              <a:t> </a:t>
            </a:r>
            <a:r>
              <a:rPr lang="en-US" sz="900" b="0" err="1">
                <a:solidFill>
                  <a:srgbClr val="08312A"/>
                </a:solidFill>
              </a:rPr>
              <a:t>laoreet</a:t>
            </a:r>
            <a:r>
              <a:rPr lang="en-US" sz="900" b="0">
                <a:solidFill>
                  <a:srgbClr val="08312A"/>
                </a:solidFill>
              </a:rPr>
              <a:t> dolore magna </a:t>
            </a:r>
            <a:r>
              <a:rPr lang="en-US" sz="900" b="0" err="1">
                <a:solidFill>
                  <a:srgbClr val="08312A"/>
                </a:solidFill>
              </a:rPr>
              <a:t>aliquam</a:t>
            </a:r>
            <a:r>
              <a:rPr lang="en-US" sz="900" b="0">
                <a:solidFill>
                  <a:srgbClr val="08312A"/>
                </a:solidFill>
              </a:rPr>
              <a:t> </a:t>
            </a:r>
            <a:r>
              <a:rPr lang="en-US" sz="900" b="0" err="1">
                <a:solidFill>
                  <a:srgbClr val="08312A"/>
                </a:solidFill>
              </a:rPr>
              <a:t>erat</a:t>
            </a:r>
            <a:r>
              <a:rPr lang="en-US" sz="900" b="0">
                <a:solidFill>
                  <a:srgbClr val="08312A"/>
                </a:solidFill>
              </a:rPr>
              <a:t> </a:t>
            </a:r>
            <a:r>
              <a:rPr lang="en-US" sz="900" b="0" err="1">
                <a:solidFill>
                  <a:srgbClr val="08312A"/>
                </a:solidFill>
              </a:rPr>
              <a:t>volutpat</a:t>
            </a:r>
            <a:r>
              <a:rPr lang="en-US" sz="900" b="0">
                <a:solidFill>
                  <a:srgbClr val="08312A"/>
                </a:solidFill>
              </a:rPr>
              <a:t>.</a:t>
            </a:r>
            <a:br>
              <a:rPr lang="en-US" sz="900" b="0">
                <a:solidFill>
                  <a:srgbClr val="08312A"/>
                </a:solidFill>
              </a:rPr>
            </a:br>
            <a:r>
              <a:rPr lang="en-US" sz="900" b="0">
                <a:solidFill>
                  <a:srgbClr val="08312A"/>
                </a:solidFill>
              </a:rPr>
              <a:t>Ut </a:t>
            </a:r>
            <a:r>
              <a:rPr lang="en-US" sz="900" b="0" err="1">
                <a:solidFill>
                  <a:srgbClr val="08312A"/>
                </a:solidFill>
              </a:rPr>
              <a:t>wisi</a:t>
            </a:r>
            <a:r>
              <a:rPr lang="en-US" sz="900" b="0">
                <a:solidFill>
                  <a:srgbClr val="08312A"/>
                </a:solidFill>
              </a:rPr>
              <a:t> </a:t>
            </a:r>
            <a:r>
              <a:rPr lang="en-US" sz="900" b="0" err="1">
                <a:solidFill>
                  <a:srgbClr val="08312A"/>
                </a:solidFill>
              </a:rPr>
              <a:t>enim</a:t>
            </a:r>
            <a:r>
              <a:rPr lang="en-US" sz="900" b="0">
                <a:solidFill>
                  <a:srgbClr val="08312A"/>
                </a:solidFill>
              </a:rPr>
              <a:t> ad minim </a:t>
            </a:r>
            <a:r>
              <a:rPr lang="en-US" sz="900" b="0" err="1">
                <a:solidFill>
                  <a:srgbClr val="08312A"/>
                </a:solidFill>
              </a:rPr>
              <a:t>veniam</a:t>
            </a:r>
            <a:r>
              <a:rPr lang="en-US" sz="900" b="0">
                <a:solidFill>
                  <a:srgbClr val="08312A"/>
                </a:solidFill>
              </a:rPr>
              <a:t>, </a:t>
            </a:r>
            <a:r>
              <a:rPr lang="en-US" sz="900" b="0" err="1">
                <a:solidFill>
                  <a:srgbClr val="08312A"/>
                </a:solidFill>
              </a:rPr>
              <a:t>quis</a:t>
            </a:r>
            <a:r>
              <a:rPr lang="en-US" sz="900" b="0">
                <a:solidFill>
                  <a:srgbClr val="08312A"/>
                </a:solidFill>
              </a:rPr>
              <a:t> </a:t>
            </a:r>
            <a:r>
              <a:rPr lang="en-US" sz="900" b="0" err="1">
                <a:solidFill>
                  <a:srgbClr val="08312A"/>
                </a:solidFill>
              </a:rPr>
              <a:t>nostrud</a:t>
            </a:r>
            <a:r>
              <a:rPr lang="en-US" sz="900" b="0">
                <a:solidFill>
                  <a:srgbClr val="08312A"/>
                </a:solidFill>
              </a:rPr>
              <a:t> </a:t>
            </a:r>
            <a:r>
              <a:rPr lang="en-US" sz="900" b="0" err="1">
                <a:solidFill>
                  <a:srgbClr val="08312A"/>
                </a:solidFill>
              </a:rPr>
              <a:t>laoreet</a:t>
            </a:r>
            <a:r>
              <a:rPr lang="en-US" sz="900" b="0">
                <a:solidFill>
                  <a:srgbClr val="08312A"/>
                </a:solidFill>
              </a:rPr>
              <a:t> dolore </a:t>
            </a:r>
            <a:r>
              <a:rPr lang="en-US" sz="900" b="0" err="1">
                <a:solidFill>
                  <a:srgbClr val="08312A"/>
                </a:solidFill>
              </a:rPr>
              <a:t>magnaexercitation</a:t>
            </a:r>
            <a:r>
              <a:rPr lang="en-US" sz="900" b="0">
                <a:solidFill>
                  <a:srgbClr val="08312A"/>
                </a:solidFill>
              </a:rPr>
              <a:t>.</a:t>
            </a:r>
          </a:p>
        </p:txBody>
      </p:sp>
      <p:sp>
        <p:nvSpPr>
          <p:cNvPr id="15" name="Rectangle 14">
            <a:extLst>
              <a:ext uri="{FF2B5EF4-FFF2-40B4-BE49-F238E27FC236}">
                <a16:creationId xmlns:a16="http://schemas.microsoft.com/office/drawing/2014/main" id="{02B9904D-7017-D6FF-622C-A880F97D7036}"/>
              </a:ext>
            </a:extLst>
          </p:cNvPr>
          <p:cNvSpPr/>
          <p:nvPr userDrawn="1"/>
        </p:nvSpPr>
        <p:spPr>
          <a:xfrm>
            <a:off x="0" y="680565"/>
            <a:ext cx="179197" cy="423208"/>
          </a:xfrm>
          <a:prstGeom prst="rect">
            <a:avLst/>
          </a:prstGeom>
          <a:solidFill>
            <a:srgbClr val="08312A"/>
          </a:solidFill>
          <a:ln>
            <a:noFill/>
          </a:ln>
          <a:effectLst/>
        </p:spPr>
        <p:style>
          <a:lnRef idx="1">
            <a:schemeClr val="accent1"/>
          </a:lnRef>
          <a:fillRef idx="3">
            <a:schemeClr val="accent1"/>
          </a:fillRef>
          <a:effectRef idx="2">
            <a:schemeClr val="accent1"/>
          </a:effectRef>
          <a:fontRef idx="minor">
            <a:schemeClr val="lt1"/>
          </a:fontRef>
        </p:style>
        <p:txBody>
          <a:bodyPr wrap="square" lIns="182880" tIns="182880" rIns="182880" bIns="182880" rtlCol="0" anchor="ctr">
            <a:spAutoFit/>
          </a:bodyPr>
          <a:lstStyle/>
          <a:p>
            <a:pPr algn="ctr"/>
            <a:endParaRPr lang="en-US" sz="1600" b="0" i="0" err="1">
              <a:solidFill>
                <a:schemeClr val="tx1"/>
              </a:solidFill>
              <a:effectLst/>
              <a:latin typeface="Boehringer Forward Text" panose="02000500000000020000" pitchFamily="2" charset="77"/>
            </a:endParaRPr>
          </a:p>
        </p:txBody>
      </p:sp>
      <p:sp>
        <p:nvSpPr>
          <p:cNvPr id="2" name="Title 1"/>
          <p:cNvSpPr>
            <a:spLocks noGrp="1"/>
          </p:cNvSpPr>
          <p:nvPr>
            <p:ph type="title" hasCustomPrompt="1"/>
          </p:nvPr>
        </p:nvSpPr>
        <p:spPr>
          <a:xfrm>
            <a:off x="624443" y="403196"/>
            <a:ext cx="11030174" cy="1049084"/>
          </a:xfrm>
        </p:spPr>
        <p:txBody>
          <a:bodyPr/>
          <a:lstStyle/>
          <a:p>
            <a:r>
              <a:rPr lang="en-US"/>
              <a:t>Header Title</a:t>
            </a:r>
          </a:p>
        </p:txBody>
      </p:sp>
      <p:sp>
        <p:nvSpPr>
          <p:cNvPr id="20" name="Footer Placeholder 2">
            <a:extLst>
              <a:ext uri="{FF2B5EF4-FFF2-40B4-BE49-F238E27FC236}">
                <a16:creationId xmlns:a16="http://schemas.microsoft.com/office/drawing/2014/main" id="{922C17C9-F8E3-AA01-CC29-FDE3012F483E}"/>
              </a:ext>
            </a:extLst>
          </p:cNvPr>
          <p:cNvSpPr txBox="1">
            <a:spLocks/>
          </p:cNvSpPr>
          <p:nvPr userDrawn="1"/>
        </p:nvSpPr>
        <p:spPr>
          <a:xfrm>
            <a:off x="8086467" y="6139992"/>
            <a:ext cx="2963953" cy="138499"/>
          </a:xfrm>
          <a:prstGeom prst="rect">
            <a:avLst/>
          </a:prstGeom>
        </p:spPr>
        <p:txBody>
          <a:bodyPr vert="horz" wrap="none" lIns="0" tIns="0" rIns="0" bIns="0" rtlCol="0" anchor="ctr">
            <a:spAutoFit/>
          </a:bodyPr>
          <a:lstStyle>
            <a:defPPr>
              <a:defRPr lang="en-US"/>
            </a:defPPr>
            <a:lvl1pPr marL="0" algn="r" defTabSz="609585" rtl="0" eaLnBrk="1" latinLnBrk="0" hangingPunct="1">
              <a:defRPr sz="900" i="1" kern="1200">
                <a:solidFill>
                  <a:schemeClr val="tx1"/>
                </a:solidFill>
                <a:latin typeface="Boehringer Forward Text" panose="02000500000000020000" pitchFamily="2" charset="77"/>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a:lstStyle>
          <a:p>
            <a:r>
              <a:rPr lang="en-US">
                <a:solidFill>
                  <a:srgbClr val="08312A"/>
                </a:solidFill>
              </a:rPr>
              <a:t>Boehringer Ingelheim Confidential. For internal use only.</a:t>
            </a:r>
          </a:p>
        </p:txBody>
      </p:sp>
      <p:cxnSp>
        <p:nvCxnSpPr>
          <p:cNvPr id="21" name="Straight Connector 20">
            <a:extLst>
              <a:ext uri="{FF2B5EF4-FFF2-40B4-BE49-F238E27FC236}">
                <a16:creationId xmlns:a16="http://schemas.microsoft.com/office/drawing/2014/main" id="{CC58CD7D-4C7A-2992-8F48-E55C3FD2B4FC}"/>
              </a:ext>
            </a:extLst>
          </p:cNvPr>
          <p:cNvCxnSpPr/>
          <p:nvPr userDrawn="1"/>
        </p:nvCxnSpPr>
        <p:spPr>
          <a:xfrm>
            <a:off x="11183112" y="6070760"/>
            <a:ext cx="0" cy="282331"/>
          </a:xfrm>
          <a:prstGeom prst="line">
            <a:avLst/>
          </a:prstGeom>
          <a:ln w="12700">
            <a:solidFill>
              <a:srgbClr val="08312A"/>
            </a:solidFill>
          </a:ln>
          <a:effectLst/>
        </p:spPr>
        <p:style>
          <a:lnRef idx="2">
            <a:schemeClr val="accent1"/>
          </a:lnRef>
          <a:fillRef idx="0">
            <a:schemeClr val="accent1"/>
          </a:fillRef>
          <a:effectRef idx="1">
            <a:schemeClr val="accent1"/>
          </a:effectRef>
          <a:fontRef idx="minor">
            <a:schemeClr val="tx1"/>
          </a:fontRef>
        </p:style>
      </p:cxnSp>
      <p:sp>
        <p:nvSpPr>
          <p:cNvPr id="28" name="Text Placeholder 27">
            <a:extLst>
              <a:ext uri="{FF2B5EF4-FFF2-40B4-BE49-F238E27FC236}">
                <a16:creationId xmlns:a16="http://schemas.microsoft.com/office/drawing/2014/main" id="{0A3A5074-F2AB-312C-3060-08A5CB55EC09}"/>
              </a:ext>
            </a:extLst>
          </p:cNvPr>
          <p:cNvSpPr>
            <a:spLocks noGrp="1"/>
          </p:cNvSpPr>
          <p:nvPr>
            <p:ph type="body" sz="quarter" idx="18" hasCustomPrompt="1"/>
          </p:nvPr>
        </p:nvSpPr>
        <p:spPr>
          <a:xfrm>
            <a:off x="623010" y="1318480"/>
            <a:ext cx="10391775" cy="509588"/>
          </a:xfrm>
        </p:spPr>
        <p:txBody>
          <a:bodyPr anchor="b">
            <a:noAutofit/>
          </a:bodyPr>
          <a:lstStyle>
            <a:lvl1pPr>
              <a:defRPr sz="1800" b="1"/>
            </a:lvl1pPr>
          </a:lstStyle>
          <a:p>
            <a:pPr lvl="0"/>
            <a:r>
              <a:rPr lang="en-US"/>
              <a:t>Subhead text here in Boehringer Forward Text Bold 18 pts</a:t>
            </a:r>
          </a:p>
        </p:txBody>
      </p:sp>
      <p:sp>
        <p:nvSpPr>
          <p:cNvPr id="29" name="Slide Number Placeholder 4">
            <a:extLst>
              <a:ext uri="{FF2B5EF4-FFF2-40B4-BE49-F238E27FC236}">
                <a16:creationId xmlns:a16="http://schemas.microsoft.com/office/drawing/2014/main" id="{D956EC26-F7EF-B962-CA8B-3AE7EDF35982}"/>
              </a:ext>
            </a:extLst>
          </p:cNvPr>
          <p:cNvSpPr txBox="1">
            <a:spLocks/>
          </p:cNvSpPr>
          <p:nvPr userDrawn="1"/>
        </p:nvSpPr>
        <p:spPr>
          <a:xfrm>
            <a:off x="11227982" y="6070760"/>
            <a:ext cx="964018" cy="340673"/>
          </a:xfrm>
          <a:prstGeom prst="rect">
            <a:avLst/>
          </a:prstGeom>
        </p:spPr>
        <p:txBody>
          <a:bodyPr/>
          <a:lst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a:lstStyle>
          <a:p>
            <a:fld id="{A9108DAE-F9F5-7746-8679-0AAAADA75FDD}" type="slidenum">
              <a:rPr lang="en-US" sz="1400" b="1" smtClean="0">
                <a:solidFill>
                  <a:srgbClr val="08312A"/>
                </a:solidFill>
                <a:latin typeface="Boehringer Forward Head" panose="02000500000000020000" pitchFamily="2" charset="77"/>
              </a:rPr>
              <a:t>‹#›</a:t>
            </a:fld>
            <a:endParaRPr lang="en-US" sz="1400" b="1">
              <a:solidFill>
                <a:srgbClr val="08312A"/>
              </a:solidFill>
              <a:latin typeface="Boehringer Forward Head" panose="02000500000000020000" pitchFamily="2" charset="77"/>
            </a:endParaRPr>
          </a:p>
        </p:txBody>
      </p:sp>
      <p:sp>
        <p:nvSpPr>
          <p:cNvPr id="31" name="Content Placeholder 12">
            <a:extLst>
              <a:ext uri="{FF2B5EF4-FFF2-40B4-BE49-F238E27FC236}">
                <a16:creationId xmlns:a16="http://schemas.microsoft.com/office/drawing/2014/main" id="{666EF83F-F50A-D8E6-F7F2-D917905C34A2}"/>
              </a:ext>
            </a:extLst>
          </p:cNvPr>
          <p:cNvSpPr>
            <a:spLocks noGrp="1"/>
          </p:cNvSpPr>
          <p:nvPr>
            <p:ph sz="quarter" idx="20" hasCustomPrompt="1"/>
          </p:nvPr>
        </p:nvSpPr>
        <p:spPr>
          <a:xfrm>
            <a:off x="624442" y="2012167"/>
            <a:ext cx="10879986" cy="3442336"/>
          </a:xfrm>
        </p:spPr>
        <p:txBody>
          <a:bodyPr>
            <a:noAutofit/>
          </a:bodyPr>
          <a:lstStyle>
            <a:lvl1pPr>
              <a:lnSpc>
                <a:spcPts val="2380"/>
              </a:lnSpc>
              <a:spcBef>
                <a:spcPts val="600"/>
              </a:spcBef>
              <a:defRPr lang="en-US" sz="1400" kern="1200" dirty="0" smtClean="0">
                <a:solidFill>
                  <a:srgbClr val="08312A"/>
                </a:solidFill>
                <a:latin typeface="Boehringer Forward Text" panose="02000500000000020000" pitchFamily="2" charset="77"/>
                <a:ea typeface="+mn-ea"/>
                <a:cs typeface="Arial" panose="020B0604020202020204" pitchFamily="34" charset="0"/>
              </a:defRPr>
            </a:lvl1pPr>
            <a:lvl2pPr>
              <a:lnSpc>
                <a:spcPts val="2380"/>
              </a:lnSpc>
              <a:spcBef>
                <a:spcPts val="600"/>
              </a:spcBef>
              <a:defRPr sz="1400"/>
            </a:lvl2pPr>
            <a:lvl3pPr>
              <a:lnSpc>
                <a:spcPts val="2380"/>
              </a:lnSpc>
              <a:spcBef>
                <a:spcPts val="600"/>
              </a:spcBef>
              <a:defRPr sz="1400"/>
            </a:lvl3pPr>
            <a:lvl4pPr>
              <a:lnSpc>
                <a:spcPts val="2380"/>
              </a:lnSpc>
              <a:spcBef>
                <a:spcPts val="600"/>
              </a:spcBef>
              <a:defRPr sz="1400"/>
            </a:lvl4pPr>
            <a:lvl5pPr>
              <a:lnSpc>
                <a:spcPts val="2380"/>
              </a:lnSpc>
              <a:spcBef>
                <a:spcPts val="600"/>
              </a:spcBef>
              <a:defRPr sz="1400"/>
            </a:lvl5pPr>
          </a:lstStyle>
          <a:p>
            <a:pPr>
              <a:lnSpc>
                <a:spcPts val="2380"/>
              </a:lnSpc>
            </a:pPr>
            <a:r>
              <a:rPr lang="en-US" sz="1400">
                <a:solidFill>
                  <a:srgbClr val="08312A"/>
                </a:solidFill>
              </a:rPr>
              <a:t>Body text goes here in Boehringer Forward Text Regular in 14 pt sentence case vitae dolor et </a:t>
            </a:r>
            <a:r>
              <a:rPr lang="en-US" sz="1400" err="1">
                <a:solidFill>
                  <a:srgbClr val="08312A"/>
                </a:solidFill>
              </a:rPr>
              <a:t>nulla</a:t>
            </a:r>
            <a:r>
              <a:rPr lang="en-US" sz="1400">
                <a:solidFill>
                  <a:srgbClr val="08312A"/>
                </a:solidFill>
              </a:rPr>
              <a:t> </a:t>
            </a:r>
            <a:r>
              <a:rPr lang="en-US" sz="1400" err="1">
                <a:solidFill>
                  <a:srgbClr val="08312A"/>
                </a:solidFill>
              </a:rPr>
              <a:t>convalis</a:t>
            </a:r>
            <a:r>
              <a:rPr lang="en-US" sz="1400">
                <a:solidFill>
                  <a:srgbClr val="08312A"/>
                </a:solidFill>
              </a:rPr>
              <a:t> non sitar </a:t>
            </a:r>
            <a:r>
              <a:rPr lang="en-US" sz="1400" err="1">
                <a:solidFill>
                  <a:srgbClr val="08312A"/>
                </a:solidFill>
              </a:rPr>
              <a:t>amet</a:t>
            </a:r>
            <a:r>
              <a:rPr lang="en-US" sz="1400">
                <a:solidFill>
                  <a:srgbClr val="08312A"/>
                </a:solidFill>
              </a:rPr>
              <a:t> lorem. Nam </a:t>
            </a:r>
            <a:r>
              <a:rPr lang="en-US" sz="1400" err="1">
                <a:solidFill>
                  <a:srgbClr val="08312A"/>
                </a:solidFill>
              </a:rPr>
              <a:t>molestie</a:t>
            </a:r>
            <a:r>
              <a:rPr lang="en-US" sz="1400">
                <a:solidFill>
                  <a:srgbClr val="08312A"/>
                </a:solidFill>
              </a:rPr>
              <a:t> </a:t>
            </a:r>
            <a:r>
              <a:rPr lang="en-US" sz="1400" err="1">
                <a:solidFill>
                  <a:srgbClr val="08312A"/>
                </a:solidFill>
              </a:rPr>
              <a:t>urna</a:t>
            </a:r>
            <a:r>
              <a:rPr lang="en-US" sz="1400">
                <a:solidFill>
                  <a:srgbClr val="08312A"/>
                </a:solidFill>
              </a:rPr>
              <a:t> </a:t>
            </a:r>
            <a:r>
              <a:rPr lang="en-US" sz="1400" err="1">
                <a:solidFill>
                  <a:srgbClr val="08312A"/>
                </a:solidFill>
              </a:rPr>
              <a:t>phar</a:t>
            </a:r>
            <a:r>
              <a:rPr lang="en-US" sz="1400">
                <a:solidFill>
                  <a:srgbClr val="08312A"/>
                </a:solidFill>
              </a:rPr>
              <a:t> </a:t>
            </a:r>
            <a:r>
              <a:rPr lang="en-US" sz="1400" err="1">
                <a:solidFill>
                  <a:srgbClr val="08312A"/>
                </a:solidFill>
              </a:rPr>
              <a:t>lectusar</a:t>
            </a:r>
            <a:r>
              <a:rPr lang="en-US" sz="1400">
                <a:solidFill>
                  <a:srgbClr val="08312A"/>
                </a:solidFill>
              </a:rPr>
              <a:t> et </a:t>
            </a:r>
            <a:r>
              <a:rPr lang="en-US" sz="1400" err="1">
                <a:solidFill>
                  <a:srgbClr val="08312A"/>
                </a:solidFill>
              </a:rPr>
              <a:t>porttitor</a:t>
            </a:r>
            <a:r>
              <a:rPr lang="en-US" sz="1400">
                <a:solidFill>
                  <a:srgbClr val="08312A"/>
                </a:solidFill>
              </a:rPr>
              <a:t>, vel gravida </a:t>
            </a:r>
            <a:r>
              <a:rPr lang="en-US" sz="1400" err="1">
                <a:solidFill>
                  <a:srgbClr val="08312A"/>
                </a:solidFill>
              </a:rPr>
              <a:t>massa</a:t>
            </a:r>
            <a:r>
              <a:rPr lang="en-US" sz="1400">
                <a:solidFill>
                  <a:srgbClr val="08312A"/>
                </a:solidFill>
              </a:rPr>
              <a:t> </a:t>
            </a:r>
            <a:r>
              <a:rPr lang="en-US" sz="1400" err="1">
                <a:solidFill>
                  <a:srgbClr val="08312A"/>
                </a:solidFill>
              </a:rPr>
              <a:t>saliqa</a:t>
            </a:r>
            <a:r>
              <a:rPr lang="en-US" sz="1400">
                <a:solidFill>
                  <a:srgbClr val="08312A"/>
                </a:solidFill>
              </a:rPr>
              <a:t> </a:t>
            </a:r>
            <a:r>
              <a:rPr lang="en-US" sz="1400" err="1">
                <a:solidFill>
                  <a:srgbClr val="08312A"/>
                </a:solidFill>
              </a:rPr>
              <a:t>blandit</a:t>
            </a:r>
            <a:r>
              <a:rPr lang="en-US" sz="1400">
                <a:solidFill>
                  <a:srgbClr val="08312A"/>
                </a:solidFill>
              </a:rPr>
              <a:t> </a:t>
            </a:r>
            <a:r>
              <a:rPr lang="en-US" sz="1400" err="1">
                <a:solidFill>
                  <a:srgbClr val="08312A"/>
                </a:solidFill>
              </a:rPr>
              <a:t>sollicitu</a:t>
            </a:r>
            <a:r>
              <a:rPr lang="en-US" sz="1400">
                <a:solidFill>
                  <a:srgbClr val="08312A"/>
                </a:solidFill>
              </a:rPr>
              <a:t> </a:t>
            </a:r>
            <a:r>
              <a:rPr lang="en-US" sz="1400" err="1">
                <a:solidFill>
                  <a:srgbClr val="08312A"/>
                </a:solidFill>
              </a:rPr>
              <a:t>nisl</a:t>
            </a:r>
            <a:r>
              <a:rPr lang="en-US" sz="1400">
                <a:solidFill>
                  <a:srgbClr val="08312A"/>
                </a:solidFill>
              </a:rPr>
              <a:t> sed </a:t>
            </a:r>
            <a:r>
              <a:rPr lang="en-US" sz="1400" err="1">
                <a:solidFill>
                  <a:srgbClr val="08312A"/>
                </a:solidFill>
              </a:rPr>
              <a:t>iaculis</a:t>
            </a:r>
            <a:r>
              <a:rPr lang="en-US" sz="1400">
                <a:solidFill>
                  <a:srgbClr val="08312A"/>
                </a:solidFill>
              </a:rPr>
              <a:t>. </a:t>
            </a:r>
            <a:r>
              <a:rPr lang="en-US" sz="1400">
                <a:solidFill>
                  <a:srgbClr val="08312A"/>
                </a:solidFill>
                <a:hlinkClick r:id="rId3">
                  <a:extLst>
                    <a:ext uri="{A12FA001-AC4F-418D-AE19-62706E023703}">
                      <ahyp:hlinkClr xmlns:ahyp="http://schemas.microsoft.com/office/drawing/2018/hyperlinkcolor" val="tx"/>
                    </a:ext>
                  </a:extLst>
                </a:hlinkClick>
              </a:rPr>
              <a:t>Hyperlink text</a:t>
            </a:r>
            <a:r>
              <a:rPr lang="en-US" sz="1400">
                <a:solidFill>
                  <a:srgbClr val="08312A"/>
                </a:solidFill>
              </a:rPr>
              <a:t> goes here. Nam </a:t>
            </a:r>
            <a:r>
              <a:rPr lang="en-US" sz="1400" err="1">
                <a:solidFill>
                  <a:srgbClr val="08312A"/>
                </a:solidFill>
              </a:rPr>
              <a:t>molestie</a:t>
            </a:r>
            <a:r>
              <a:rPr lang="en-US" sz="1400">
                <a:solidFill>
                  <a:srgbClr val="08312A"/>
                </a:solidFill>
              </a:rPr>
              <a:t> </a:t>
            </a:r>
            <a:r>
              <a:rPr lang="en-US" sz="1400" err="1">
                <a:solidFill>
                  <a:srgbClr val="08312A"/>
                </a:solidFill>
              </a:rPr>
              <a:t>urna</a:t>
            </a:r>
            <a:r>
              <a:rPr lang="en-US" sz="1400">
                <a:solidFill>
                  <a:srgbClr val="08312A"/>
                </a:solidFill>
              </a:rPr>
              <a:t> et </a:t>
            </a:r>
            <a:r>
              <a:rPr lang="en-US" sz="1400" err="1">
                <a:solidFill>
                  <a:srgbClr val="08312A"/>
                </a:solidFill>
              </a:rPr>
              <a:t>vam</a:t>
            </a:r>
            <a:r>
              <a:rPr lang="en-US" sz="1400">
                <a:solidFill>
                  <a:srgbClr val="08312A"/>
                </a:solidFill>
              </a:rPr>
              <a:t> </a:t>
            </a:r>
            <a:r>
              <a:rPr lang="en-US" sz="1400" err="1">
                <a:solidFill>
                  <a:srgbClr val="08312A"/>
                </a:solidFill>
              </a:rPr>
              <a:t>molestie</a:t>
            </a:r>
            <a:r>
              <a:rPr lang="en-US" sz="1400">
                <a:solidFill>
                  <a:srgbClr val="08312A"/>
                </a:solidFill>
              </a:rPr>
              <a:t> </a:t>
            </a:r>
            <a:r>
              <a:rPr lang="en-US" sz="1400" err="1">
                <a:solidFill>
                  <a:srgbClr val="08312A"/>
                </a:solidFill>
              </a:rPr>
              <a:t>urna</a:t>
            </a:r>
            <a:r>
              <a:rPr lang="en-US" sz="1400">
                <a:solidFill>
                  <a:srgbClr val="08312A"/>
                </a:solidFill>
              </a:rPr>
              <a:t>.</a:t>
            </a:r>
          </a:p>
          <a:p>
            <a:pPr>
              <a:lnSpc>
                <a:spcPts val="2380"/>
              </a:lnSpc>
            </a:pPr>
            <a:r>
              <a:rPr lang="en-US" sz="1400">
                <a:solidFill>
                  <a:srgbClr val="08312A"/>
                </a:solidFill>
              </a:rPr>
              <a:t>Lorem ipsum dolor sit </a:t>
            </a:r>
            <a:r>
              <a:rPr lang="en-US" sz="1400" err="1">
                <a:solidFill>
                  <a:srgbClr val="08312A"/>
                </a:solidFill>
              </a:rPr>
              <a:t>amet</a:t>
            </a:r>
            <a:r>
              <a:rPr lang="en-US" sz="1400">
                <a:solidFill>
                  <a:srgbClr val="08312A"/>
                </a:solidFill>
              </a:rPr>
              <a:t>, </a:t>
            </a:r>
            <a:r>
              <a:rPr lang="en-US" sz="1400" err="1">
                <a:solidFill>
                  <a:srgbClr val="08312A"/>
                </a:solidFill>
              </a:rPr>
              <a:t>consectetur</a:t>
            </a:r>
            <a:r>
              <a:rPr lang="en-US" sz="1400">
                <a:solidFill>
                  <a:srgbClr val="08312A"/>
                </a:solidFill>
              </a:rPr>
              <a:t> </a:t>
            </a:r>
            <a:r>
              <a:rPr lang="en-US" sz="1400" err="1">
                <a:solidFill>
                  <a:srgbClr val="08312A"/>
                </a:solidFill>
              </a:rPr>
              <a:t>adipiscing</a:t>
            </a:r>
            <a:r>
              <a:rPr lang="en-US" sz="1400">
                <a:solidFill>
                  <a:srgbClr val="08312A"/>
                </a:solidFill>
              </a:rPr>
              <a:t> </a:t>
            </a:r>
            <a:r>
              <a:rPr lang="en-US" sz="1400" err="1">
                <a:solidFill>
                  <a:srgbClr val="08312A"/>
                </a:solidFill>
              </a:rPr>
              <a:t>elit</a:t>
            </a:r>
            <a:r>
              <a:rPr lang="en-US" sz="1400">
                <a:solidFill>
                  <a:srgbClr val="08312A"/>
                </a:solidFill>
              </a:rPr>
              <a:t>. Nam </a:t>
            </a:r>
            <a:r>
              <a:rPr lang="en-US" sz="1400" err="1">
                <a:solidFill>
                  <a:srgbClr val="08312A"/>
                </a:solidFill>
              </a:rPr>
              <a:t>faucibus</a:t>
            </a:r>
            <a:r>
              <a:rPr lang="en-US" sz="1400">
                <a:solidFill>
                  <a:srgbClr val="08312A"/>
                </a:solidFill>
              </a:rPr>
              <a:t> </a:t>
            </a:r>
            <a:r>
              <a:rPr lang="en-US" sz="1400" err="1">
                <a:solidFill>
                  <a:srgbClr val="08312A"/>
                </a:solidFill>
              </a:rPr>
              <a:t>orci</a:t>
            </a:r>
            <a:r>
              <a:rPr lang="en-US" sz="1400">
                <a:solidFill>
                  <a:srgbClr val="08312A"/>
                </a:solidFill>
              </a:rPr>
              <a:t> a </a:t>
            </a:r>
            <a:r>
              <a:rPr lang="en-US" sz="1400" err="1">
                <a:solidFill>
                  <a:srgbClr val="08312A"/>
                </a:solidFill>
              </a:rPr>
              <a:t>purus</a:t>
            </a:r>
            <a:r>
              <a:rPr lang="en-US" sz="1400">
                <a:solidFill>
                  <a:srgbClr val="08312A"/>
                </a:solidFill>
              </a:rPr>
              <a:t> </a:t>
            </a:r>
            <a:r>
              <a:rPr lang="en-US" sz="1400" err="1">
                <a:solidFill>
                  <a:srgbClr val="08312A"/>
                </a:solidFill>
              </a:rPr>
              <a:t>adipiscing</a:t>
            </a:r>
            <a:r>
              <a:rPr lang="en-US" sz="1400">
                <a:solidFill>
                  <a:srgbClr val="08312A"/>
                </a:solidFill>
              </a:rPr>
              <a:t> sit </a:t>
            </a:r>
            <a:r>
              <a:rPr lang="en-US" sz="1400" err="1">
                <a:solidFill>
                  <a:srgbClr val="08312A"/>
                </a:solidFill>
              </a:rPr>
              <a:t>amet</a:t>
            </a:r>
            <a:r>
              <a:rPr lang="en-US" sz="1400">
                <a:solidFill>
                  <a:srgbClr val="08312A"/>
                </a:solidFill>
              </a:rPr>
              <a:t> lacinia </a:t>
            </a:r>
            <a:r>
              <a:rPr lang="en-US" sz="1400" err="1">
                <a:solidFill>
                  <a:srgbClr val="08312A"/>
                </a:solidFill>
              </a:rPr>
              <a:t>lacus</a:t>
            </a:r>
            <a:r>
              <a:rPr lang="en-US" sz="1400">
                <a:solidFill>
                  <a:srgbClr val="08312A"/>
                </a:solidFill>
              </a:rPr>
              <a:t> gravida. </a:t>
            </a:r>
            <a:r>
              <a:rPr lang="en-US" sz="1400" err="1">
                <a:solidFill>
                  <a:srgbClr val="08312A"/>
                </a:solidFill>
              </a:rPr>
              <a:t>Suspendisse</a:t>
            </a:r>
            <a:r>
              <a:rPr lang="en-US" sz="1400">
                <a:solidFill>
                  <a:srgbClr val="08312A"/>
                </a:solidFill>
              </a:rPr>
              <a:t> at </a:t>
            </a:r>
            <a:r>
              <a:rPr lang="en-US" sz="1400" err="1">
                <a:solidFill>
                  <a:srgbClr val="08312A"/>
                </a:solidFill>
              </a:rPr>
              <a:t>felis</a:t>
            </a:r>
            <a:r>
              <a:rPr lang="en-US" sz="1400">
                <a:solidFill>
                  <a:srgbClr val="08312A"/>
                </a:solidFill>
              </a:rPr>
              <a:t> </a:t>
            </a:r>
            <a:r>
              <a:rPr lang="en-US" sz="1400" err="1">
                <a:solidFill>
                  <a:srgbClr val="08312A"/>
                </a:solidFill>
              </a:rPr>
              <a:t>leo</a:t>
            </a:r>
            <a:r>
              <a:rPr lang="en-US" sz="1400">
                <a:solidFill>
                  <a:srgbClr val="08312A"/>
                </a:solidFill>
              </a:rPr>
              <a:t>, et </a:t>
            </a:r>
            <a:r>
              <a:rPr lang="en-US" sz="1400" err="1">
                <a:solidFill>
                  <a:srgbClr val="08312A"/>
                </a:solidFill>
              </a:rPr>
              <a:t>euismod</a:t>
            </a:r>
            <a:r>
              <a:rPr lang="en-US" sz="1400">
                <a:solidFill>
                  <a:srgbClr val="08312A"/>
                </a:solidFill>
              </a:rPr>
              <a:t> </a:t>
            </a:r>
            <a:r>
              <a:rPr lang="en-US" sz="1400" err="1">
                <a:solidFill>
                  <a:srgbClr val="08312A"/>
                </a:solidFill>
              </a:rPr>
              <a:t>lectus</a:t>
            </a:r>
            <a:r>
              <a:rPr lang="en-US" sz="1400">
                <a:solidFill>
                  <a:srgbClr val="08312A"/>
                </a:solidFill>
              </a:rPr>
              <a:t>. </a:t>
            </a:r>
            <a:r>
              <a:rPr lang="en-US" sz="1400" err="1">
                <a:solidFill>
                  <a:srgbClr val="08312A"/>
                </a:solidFill>
              </a:rPr>
              <a:t>Pellentesque</a:t>
            </a:r>
            <a:r>
              <a:rPr lang="en-US" sz="1400">
                <a:solidFill>
                  <a:srgbClr val="08312A"/>
                </a:solidFill>
              </a:rPr>
              <a:t> habitant </a:t>
            </a:r>
            <a:r>
              <a:rPr lang="en-US" sz="1400" err="1">
                <a:solidFill>
                  <a:srgbClr val="08312A"/>
                </a:solidFill>
              </a:rPr>
              <a:t>morbi</a:t>
            </a:r>
            <a:r>
              <a:rPr lang="en-US" sz="1400">
                <a:solidFill>
                  <a:srgbClr val="08312A"/>
                </a:solidFill>
              </a:rPr>
              <a:t> </a:t>
            </a:r>
            <a:r>
              <a:rPr lang="en-US" sz="1400" err="1">
                <a:solidFill>
                  <a:srgbClr val="08312A"/>
                </a:solidFill>
              </a:rPr>
              <a:t>tristique</a:t>
            </a:r>
            <a:r>
              <a:rPr lang="en-US" sz="1400">
                <a:solidFill>
                  <a:srgbClr val="08312A"/>
                </a:solidFill>
              </a:rPr>
              <a:t> </a:t>
            </a:r>
            <a:r>
              <a:rPr lang="en-US" sz="1400" err="1">
                <a:solidFill>
                  <a:srgbClr val="08312A"/>
                </a:solidFill>
              </a:rPr>
              <a:t>senectus</a:t>
            </a:r>
            <a:r>
              <a:rPr lang="en-US" sz="1400">
                <a:solidFill>
                  <a:srgbClr val="08312A"/>
                </a:solidFill>
              </a:rPr>
              <a:t> et </a:t>
            </a:r>
            <a:r>
              <a:rPr lang="en-US" sz="1400" err="1">
                <a:solidFill>
                  <a:srgbClr val="08312A"/>
                </a:solidFill>
              </a:rPr>
              <a:t>netus</a:t>
            </a:r>
            <a:r>
              <a:rPr lang="en-US" sz="1400">
                <a:solidFill>
                  <a:srgbClr val="08312A"/>
                </a:solidFill>
              </a:rPr>
              <a:t> et </a:t>
            </a:r>
            <a:r>
              <a:rPr lang="en-US" sz="1400" err="1">
                <a:solidFill>
                  <a:srgbClr val="08312A"/>
                </a:solidFill>
              </a:rPr>
              <a:t>malesuada</a:t>
            </a:r>
            <a:r>
              <a:rPr lang="en-US" sz="1400">
                <a:solidFill>
                  <a:srgbClr val="08312A"/>
                </a:solidFill>
              </a:rPr>
              <a:t> fames ac </a:t>
            </a:r>
            <a:r>
              <a:rPr lang="en-US" sz="1400" err="1">
                <a:solidFill>
                  <a:srgbClr val="08312A"/>
                </a:solidFill>
              </a:rPr>
              <a:t>turpis</a:t>
            </a:r>
            <a:r>
              <a:rPr lang="en-US" sz="1400">
                <a:solidFill>
                  <a:srgbClr val="08312A"/>
                </a:solidFill>
              </a:rPr>
              <a:t> </a:t>
            </a:r>
            <a:r>
              <a:rPr lang="en-US" sz="1400" err="1">
                <a:solidFill>
                  <a:srgbClr val="08312A"/>
                </a:solidFill>
              </a:rPr>
              <a:t>egestas</a:t>
            </a:r>
            <a:r>
              <a:rPr lang="en-US" sz="1400">
                <a:solidFill>
                  <a:srgbClr val="08312A"/>
                </a:solidFill>
              </a:rPr>
              <a:t>. Duis </a:t>
            </a:r>
            <a:r>
              <a:rPr lang="en-US" sz="1400" err="1">
                <a:solidFill>
                  <a:srgbClr val="08312A"/>
                </a:solidFill>
              </a:rPr>
              <a:t>vehicula</a:t>
            </a:r>
            <a:r>
              <a:rPr lang="en-US" sz="1400">
                <a:solidFill>
                  <a:srgbClr val="08312A"/>
                </a:solidFill>
              </a:rPr>
              <a:t> </a:t>
            </a:r>
            <a:r>
              <a:rPr lang="en-US" sz="1400" err="1">
                <a:solidFill>
                  <a:srgbClr val="08312A"/>
                </a:solidFill>
              </a:rPr>
              <a:t>tempor</a:t>
            </a:r>
            <a:r>
              <a:rPr lang="en-US" sz="1400">
                <a:solidFill>
                  <a:srgbClr val="08312A"/>
                </a:solidFill>
              </a:rPr>
              <a:t> </a:t>
            </a:r>
            <a:r>
              <a:rPr lang="en-US" sz="1400" err="1">
                <a:solidFill>
                  <a:srgbClr val="08312A"/>
                </a:solidFill>
              </a:rPr>
              <a:t>justo</a:t>
            </a:r>
            <a:r>
              <a:rPr lang="en-US" sz="1400">
                <a:solidFill>
                  <a:srgbClr val="08312A"/>
                </a:solidFill>
              </a:rPr>
              <a:t> </a:t>
            </a:r>
            <a:r>
              <a:rPr lang="en-US" sz="1400" err="1">
                <a:solidFill>
                  <a:srgbClr val="08312A"/>
                </a:solidFill>
              </a:rPr>
              <a:t>quis</a:t>
            </a:r>
            <a:r>
              <a:rPr lang="en-US" sz="1400">
                <a:solidFill>
                  <a:srgbClr val="08312A"/>
                </a:solidFill>
              </a:rPr>
              <a:t> </a:t>
            </a:r>
            <a:r>
              <a:rPr lang="en-US" sz="1400" err="1">
                <a:solidFill>
                  <a:srgbClr val="08312A"/>
                </a:solidFill>
              </a:rPr>
              <a:t>molestie</a:t>
            </a:r>
            <a:r>
              <a:rPr lang="en-US" sz="1400">
                <a:solidFill>
                  <a:srgbClr val="08312A"/>
                </a:solidFill>
              </a:rPr>
              <a:t>. </a:t>
            </a:r>
          </a:p>
          <a:p>
            <a:pPr lvl="1">
              <a:lnSpc>
                <a:spcPts val="2380"/>
              </a:lnSpc>
            </a:pPr>
            <a:r>
              <a:rPr lang="en-US" sz="1400">
                <a:solidFill>
                  <a:srgbClr val="08312A"/>
                </a:solidFill>
              </a:rPr>
              <a:t>Bulleted text goes here in Boehringer Forward Text Regular 14 pt, sentence case lorem ipsum </a:t>
            </a:r>
            <a:r>
              <a:rPr lang="en-US" sz="1400" err="1">
                <a:solidFill>
                  <a:srgbClr val="08312A"/>
                </a:solidFill>
              </a:rPr>
              <a:t>dolorlorem</a:t>
            </a:r>
            <a:r>
              <a:rPr lang="en-US" sz="1400">
                <a:solidFill>
                  <a:srgbClr val="08312A"/>
                </a:solidFill>
              </a:rPr>
              <a:t> </a:t>
            </a:r>
            <a:r>
              <a:rPr lang="en-US" sz="1400" err="1">
                <a:solidFill>
                  <a:srgbClr val="08312A"/>
                </a:solidFill>
              </a:rPr>
              <a:t>nunc</a:t>
            </a:r>
            <a:r>
              <a:rPr lang="en-US" sz="1400">
                <a:solidFill>
                  <a:srgbClr val="08312A"/>
                </a:solidFill>
              </a:rPr>
              <a:t> </a:t>
            </a:r>
            <a:r>
              <a:rPr lang="en-US" sz="1400" err="1">
                <a:solidFill>
                  <a:srgbClr val="08312A"/>
                </a:solidFill>
              </a:rPr>
              <a:t>mollis</a:t>
            </a:r>
            <a:r>
              <a:rPr lang="en-US" sz="1400">
                <a:solidFill>
                  <a:srgbClr val="08312A"/>
                </a:solidFill>
              </a:rPr>
              <a:t>, </a:t>
            </a:r>
            <a:r>
              <a:rPr lang="en-US" sz="1400" err="1">
                <a:solidFill>
                  <a:srgbClr val="08312A"/>
                </a:solidFill>
              </a:rPr>
              <a:t>leo</a:t>
            </a:r>
            <a:r>
              <a:rPr lang="en-US" sz="1400">
                <a:solidFill>
                  <a:srgbClr val="08312A"/>
                </a:solidFill>
              </a:rPr>
              <a:t> </a:t>
            </a:r>
            <a:r>
              <a:rPr lang="en-US" sz="1400" err="1">
                <a:solidFill>
                  <a:srgbClr val="08312A"/>
                </a:solidFill>
              </a:rPr>
              <a:t>eget</a:t>
            </a:r>
            <a:r>
              <a:rPr lang="en-US" sz="1400">
                <a:solidFill>
                  <a:srgbClr val="08312A"/>
                </a:solidFill>
              </a:rPr>
              <a:t> </a:t>
            </a:r>
            <a:r>
              <a:rPr lang="en-US" sz="1400" err="1">
                <a:solidFill>
                  <a:srgbClr val="08312A"/>
                </a:solidFill>
              </a:rPr>
              <a:t>accumsan</a:t>
            </a:r>
            <a:r>
              <a:rPr lang="en-US" sz="1400">
                <a:solidFill>
                  <a:srgbClr val="08312A"/>
                </a:solidFill>
              </a:rPr>
              <a:t> </a:t>
            </a:r>
            <a:r>
              <a:rPr lang="en-US" sz="1400" err="1">
                <a:solidFill>
                  <a:srgbClr val="08312A"/>
                </a:solidFill>
              </a:rPr>
              <a:t>rhoncus</a:t>
            </a:r>
            <a:endParaRPr lang="en-US" sz="1400">
              <a:solidFill>
                <a:srgbClr val="08312A"/>
              </a:solidFill>
            </a:endParaRPr>
          </a:p>
          <a:p>
            <a:pPr lvl="1">
              <a:lnSpc>
                <a:spcPts val="2380"/>
              </a:lnSpc>
            </a:pPr>
            <a:r>
              <a:rPr lang="en-US" sz="1400">
                <a:solidFill>
                  <a:srgbClr val="08312A"/>
                </a:solidFill>
              </a:rPr>
              <a:t>Sed ac </a:t>
            </a:r>
            <a:r>
              <a:rPr lang="en-US" sz="1400" err="1">
                <a:solidFill>
                  <a:srgbClr val="08312A"/>
                </a:solidFill>
              </a:rPr>
              <a:t>dapibus</a:t>
            </a:r>
            <a:r>
              <a:rPr lang="en-US" sz="1400">
                <a:solidFill>
                  <a:srgbClr val="08312A"/>
                </a:solidFill>
              </a:rPr>
              <a:t> libero </a:t>
            </a:r>
            <a:r>
              <a:rPr lang="en-US" sz="1400" err="1">
                <a:solidFill>
                  <a:srgbClr val="08312A"/>
                </a:solidFill>
              </a:rPr>
              <a:t>maecenas</a:t>
            </a:r>
            <a:r>
              <a:rPr lang="en-US" sz="1400">
                <a:solidFill>
                  <a:srgbClr val="08312A"/>
                </a:solidFill>
              </a:rPr>
              <a:t> in </a:t>
            </a:r>
            <a:r>
              <a:rPr lang="en-US" sz="1400" err="1">
                <a:solidFill>
                  <a:srgbClr val="08312A"/>
                </a:solidFill>
              </a:rPr>
              <a:t>facilisis</a:t>
            </a:r>
            <a:r>
              <a:rPr lang="en-US" sz="1400">
                <a:solidFill>
                  <a:srgbClr val="08312A"/>
                </a:solidFill>
              </a:rPr>
              <a:t> ipsum </a:t>
            </a:r>
            <a:r>
              <a:rPr lang="en-US" sz="1400" err="1">
                <a:solidFill>
                  <a:srgbClr val="08312A"/>
                </a:solidFill>
              </a:rPr>
              <a:t>pellentesque</a:t>
            </a:r>
            <a:r>
              <a:rPr lang="en-US" sz="1400">
                <a:solidFill>
                  <a:srgbClr val="08312A"/>
                </a:solidFill>
              </a:rPr>
              <a:t> auctor </a:t>
            </a:r>
            <a:r>
              <a:rPr lang="en-US" sz="1400" err="1">
                <a:solidFill>
                  <a:srgbClr val="08312A"/>
                </a:solidFill>
              </a:rPr>
              <a:t>nunc</a:t>
            </a:r>
            <a:r>
              <a:rPr lang="en-US" sz="1400">
                <a:solidFill>
                  <a:srgbClr val="08312A"/>
                </a:solidFill>
              </a:rPr>
              <a:t> ac </a:t>
            </a:r>
            <a:r>
              <a:rPr lang="en-US" sz="1400" err="1">
                <a:solidFill>
                  <a:srgbClr val="08312A"/>
                </a:solidFill>
              </a:rPr>
              <a:t>quam</a:t>
            </a:r>
            <a:r>
              <a:rPr lang="en-US" sz="1400">
                <a:solidFill>
                  <a:srgbClr val="08312A"/>
                </a:solidFill>
              </a:rPr>
              <a:t> </a:t>
            </a:r>
            <a:r>
              <a:rPr lang="en-US" sz="1400" err="1">
                <a:solidFill>
                  <a:srgbClr val="08312A"/>
                </a:solidFill>
              </a:rPr>
              <a:t>mollis</a:t>
            </a:r>
            <a:r>
              <a:rPr lang="en-US" sz="1400">
                <a:solidFill>
                  <a:srgbClr val="08312A"/>
                </a:solidFill>
              </a:rPr>
              <a:t> lorem ipsum dolor sit </a:t>
            </a:r>
            <a:r>
              <a:rPr lang="en-US" sz="1400" err="1">
                <a:solidFill>
                  <a:srgbClr val="08312A"/>
                </a:solidFill>
              </a:rPr>
              <a:t>amet</a:t>
            </a:r>
            <a:endParaRPr lang="en-US" sz="1400">
              <a:solidFill>
                <a:srgbClr val="08312A"/>
              </a:solidFill>
            </a:endParaRPr>
          </a:p>
          <a:p>
            <a:pPr lvl="1">
              <a:lnSpc>
                <a:spcPts val="2380"/>
              </a:lnSpc>
            </a:pPr>
            <a:r>
              <a:rPr lang="en-US" sz="1400" err="1">
                <a:solidFill>
                  <a:srgbClr val="08312A"/>
                </a:solidFill>
              </a:rPr>
              <a:t>Suspendisse</a:t>
            </a:r>
            <a:r>
              <a:rPr lang="en-US" sz="1400">
                <a:solidFill>
                  <a:srgbClr val="08312A"/>
                </a:solidFill>
              </a:rPr>
              <a:t> at </a:t>
            </a:r>
            <a:r>
              <a:rPr lang="en-US" sz="1400" err="1">
                <a:solidFill>
                  <a:srgbClr val="08312A"/>
                </a:solidFill>
              </a:rPr>
              <a:t>felis</a:t>
            </a:r>
            <a:r>
              <a:rPr lang="en-US" sz="1400">
                <a:solidFill>
                  <a:srgbClr val="08312A"/>
                </a:solidFill>
              </a:rPr>
              <a:t> </a:t>
            </a:r>
            <a:r>
              <a:rPr lang="en-US" sz="1400" err="1">
                <a:solidFill>
                  <a:srgbClr val="08312A"/>
                </a:solidFill>
              </a:rPr>
              <a:t>leo</a:t>
            </a:r>
            <a:r>
              <a:rPr lang="en-US" sz="1400">
                <a:solidFill>
                  <a:srgbClr val="08312A"/>
                </a:solidFill>
              </a:rPr>
              <a:t>, et </a:t>
            </a:r>
            <a:r>
              <a:rPr lang="en-US" sz="1400" err="1">
                <a:solidFill>
                  <a:srgbClr val="08312A"/>
                </a:solidFill>
              </a:rPr>
              <a:t>euismod</a:t>
            </a:r>
            <a:r>
              <a:rPr lang="en-US" sz="1400">
                <a:solidFill>
                  <a:srgbClr val="08312A"/>
                </a:solidFill>
              </a:rPr>
              <a:t> </a:t>
            </a:r>
            <a:r>
              <a:rPr lang="en-US" sz="1400" err="1">
                <a:solidFill>
                  <a:srgbClr val="08312A"/>
                </a:solidFill>
              </a:rPr>
              <a:t>lectus</a:t>
            </a:r>
            <a:r>
              <a:rPr lang="en-US" sz="1400">
                <a:solidFill>
                  <a:srgbClr val="08312A"/>
                </a:solidFill>
              </a:rPr>
              <a:t> </a:t>
            </a:r>
            <a:r>
              <a:rPr lang="en-US" sz="1400" err="1">
                <a:solidFill>
                  <a:srgbClr val="08312A"/>
                </a:solidFill>
              </a:rPr>
              <a:t>pellentesque</a:t>
            </a:r>
            <a:r>
              <a:rPr lang="en-US" sz="1400">
                <a:solidFill>
                  <a:srgbClr val="08312A"/>
                </a:solidFill>
              </a:rPr>
              <a:t> habitant </a:t>
            </a:r>
            <a:r>
              <a:rPr lang="en-US" sz="1400" err="1">
                <a:solidFill>
                  <a:srgbClr val="08312A"/>
                </a:solidFill>
              </a:rPr>
              <a:t>morbi</a:t>
            </a:r>
            <a:r>
              <a:rPr lang="en-US" sz="1400">
                <a:solidFill>
                  <a:srgbClr val="08312A"/>
                </a:solidFill>
              </a:rPr>
              <a:t> </a:t>
            </a:r>
            <a:r>
              <a:rPr lang="en-US" sz="1400" err="1">
                <a:solidFill>
                  <a:srgbClr val="08312A"/>
                </a:solidFill>
              </a:rPr>
              <a:t>tristique</a:t>
            </a:r>
            <a:r>
              <a:rPr lang="en-US" sz="1400">
                <a:solidFill>
                  <a:srgbClr val="08312A"/>
                </a:solidFill>
              </a:rPr>
              <a:t> </a:t>
            </a:r>
            <a:r>
              <a:rPr lang="en-US" sz="1400" err="1">
                <a:solidFill>
                  <a:srgbClr val="08312A"/>
                </a:solidFill>
              </a:rPr>
              <a:t>senectus</a:t>
            </a:r>
            <a:endParaRPr lang="en-US" sz="1400">
              <a:solidFill>
                <a:srgbClr val="08312A"/>
              </a:solidFill>
            </a:endParaRPr>
          </a:p>
        </p:txBody>
      </p:sp>
    </p:spTree>
    <p:extLst>
      <p:ext uri="{BB962C8B-B14F-4D97-AF65-F5344CB8AC3E}">
        <p14:creationId xmlns:p14="http://schemas.microsoft.com/office/powerpoint/2010/main" val="129108341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Split content no chevron watermark">
    <p:spTree>
      <p:nvGrpSpPr>
        <p:cNvPr id="1" name=""/>
        <p:cNvGrpSpPr/>
        <p:nvPr/>
      </p:nvGrpSpPr>
      <p:grpSpPr>
        <a:xfrm>
          <a:off x="0" y="0"/>
          <a:ext cx="0" cy="0"/>
          <a:chOff x="0" y="0"/>
          <a:chExt cx="0" cy="0"/>
        </a:xfrm>
      </p:grpSpPr>
      <p:sp>
        <p:nvSpPr>
          <p:cNvPr id="12" name="Content Placeholder 2">
            <a:extLst>
              <a:ext uri="{FF2B5EF4-FFF2-40B4-BE49-F238E27FC236}">
                <a16:creationId xmlns:a16="http://schemas.microsoft.com/office/drawing/2014/main" id="{8FC1681B-9641-467A-B99E-12F9501AA8BD}"/>
              </a:ext>
            </a:extLst>
          </p:cNvPr>
          <p:cNvSpPr>
            <a:spLocks noGrp="1"/>
          </p:cNvSpPr>
          <p:nvPr>
            <p:ph sz="half" idx="1"/>
          </p:nvPr>
        </p:nvSpPr>
        <p:spPr>
          <a:xfrm>
            <a:off x="838200" y="1837944"/>
            <a:ext cx="5035731" cy="4048674"/>
          </a:xfrm>
        </p:spPr>
        <p:txBody>
          <a:bodyPr/>
          <a:lstStyle/>
          <a:p>
            <a:pPr lvl="0"/>
            <a:r>
              <a:rPr lang="en-US"/>
              <a:t>Click to edit Master text styles</a:t>
            </a:r>
          </a:p>
          <a:p>
            <a:pPr lvl="1"/>
            <a:r>
              <a:rPr lang="en-US"/>
              <a:t>Second level</a:t>
            </a:r>
          </a:p>
          <a:p>
            <a:pPr lvl="2"/>
            <a:r>
              <a:rPr lang="en-US"/>
              <a:t>Third level</a:t>
            </a:r>
          </a:p>
        </p:txBody>
      </p:sp>
      <p:sp>
        <p:nvSpPr>
          <p:cNvPr id="15" name="Slide Number Placeholder 6">
            <a:extLst>
              <a:ext uri="{FF2B5EF4-FFF2-40B4-BE49-F238E27FC236}">
                <a16:creationId xmlns:a16="http://schemas.microsoft.com/office/drawing/2014/main" id="{3FE2F964-8E2A-48C5-A0FB-C1FEEF44DCAE}"/>
              </a:ext>
            </a:extLst>
          </p:cNvPr>
          <p:cNvSpPr>
            <a:spLocks noGrp="1"/>
          </p:cNvSpPr>
          <p:nvPr>
            <p:ph type="sldNum" sz="quarter" idx="12"/>
          </p:nvPr>
        </p:nvSpPr>
        <p:spPr>
          <a:xfrm>
            <a:off x="118782" y="6594852"/>
            <a:ext cx="360000" cy="121497"/>
          </a:xfrm>
        </p:spPr>
        <p:txBody>
          <a:bodyPr/>
          <a:lstStyle/>
          <a:p>
            <a:fld id="{49547543-1012-3B42-87D3-9C910E88F9FE}" type="slidenum">
              <a:rPr lang="en-US" smtClean="0"/>
              <a:t>‹#›</a:t>
            </a:fld>
            <a:endParaRPr lang="en-US"/>
          </a:p>
        </p:txBody>
      </p:sp>
      <p:sp>
        <p:nvSpPr>
          <p:cNvPr id="16" name="Text Placeholder 6">
            <a:extLst>
              <a:ext uri="{FF2B5EF4-FFF2-40B4-BE49-F238E27FC236}">
                <a16:creationId xmlns:a16="http://schemas.microsoft.com/office/drawing/2014/main" id="{3E6B9626-E241-42D6-A603-AACDA51A2FBF}"/>
              </a:ext>
            </a:extLst>
          </p:cNvPr>
          <p:cNvSpPr>
            <a:spLocks noGrp="1"/>
          </p:cNvSpPr>
          <p:nvPr>
            <p:ph type="body" sz="quarter" idx="13" hasCustomPrompt="1"/>
          </p:nvPr>
        </p:nvSpPr>
        <p:spPr>
          <a:xfrm>
            <a:off x="838199" y="1307592"/>
            <a:ext cx="10522131" cy="356616"/>
          </a:xfrm>
        </p:spPr>
        <p:txBody>
          <a:bodyPr/>
          <a:lstStyle>
            <a:lvl1pPr marL="0" marR="0" indent="0" algn="l" defTabSz="914400" rtl="0" eaLnBrk="1" fontAlgn="auto" latinLnBrk="0" hangingPunct="1">
              <a:lnSpc>
                <a:spcPct val="110000"/>
              </a:lnSpc>
              <a:spcBef>
                <a:spcPts val="900"/>
              </a:spcBef>
              <a:spcAft>
                <a:spcPts val="0"/>
              </a:spcAft>
              <a:buClrTx/>
              <a:buSzTx/>
              <a:buFontTx/>
              <a:buNone/>
              <a:tabLst/>
              <a:defRPr sz="2400"/>
            </a:lvl1pPr>
          </a:lstStyle>
          <a:p>
            <a:r>
              <a:rPr lang="en-US" sz="2600">
                <a:latin typeface="Arial" panose="020B0604020202020204" pitchFamily="34" charset="0"/>
                <a:cs typeface="Arial" panose="020B0604020202020204" pitchFamily="34" charset="0"/>
              </a:rPr>
              <a:t>Subtitle on one line – Arial 24pt</a:t>
            </a:r>
          </a:p>
        </p:txBody>
      </p:sp>
      <p:sp>
        <p:nvSpPr>
          <p:cNvPr id="17" name="Title 1">
            <a:extLst>
              <a:ext uri="{FF2B5EF4-FFF2-40B4-BE49-F238E27FC236}">
                <a16:creationId xmlns:a16="http://schemas.microsoft.com/office/drawing/2014/main" id="{3D1D1C9B-5990-42D5-AF77-755BAEA6571F}"/>
              </a:ext>
            </a:extLst>
          </p:cNvPr>
          <p:cNvSpPr>
            <a:spLocks noGrp="1"/>
          </p:cNvSpPr>
          <p:nvPr>
            <p:ph type="title" hasCustomPrompt="1"/>
          </p:nvPr>
        </p:nvSpPr>
        <p:spPr>
          <a:xfrm>
            <a:off x="838199" y="173736"/>
            <a:ext cx="10522131" cy="964591"/>
          </a:xfrm>
        </p:spPr>
        <p:txBody>
          <a:bodyPr anchor="b"/>
          <a:lstStyle>
            <a:lvl1pPr>
              <a:defRPr sz="3000"/>
            </a:lvl1pPr>
          </a:lstStyle>
          <a:p>
            <a:r>
              <a:rPr lang="en-US"/>
              <a:t>Slide title on up to two lines – </a:t>
            </a:r>
            <a:br>
              <a:rPr lang="en-US"/>
            </a:br>
            <a:r>
              <a:rPr lang="en-US"/>
              <a:t>Arial Bold 30pt</a:t>
            </a:r>
          </a:p>
        </p:txBody>
      </p:sp>
      <p:sp>
        <p:nvSpPr>
          <p:cNvPr id="18" name="Content Placeholder 2">
            <a:extLst>
              <a:ext uri="{FF2B5EF4-FFF2-40B4-BE49-F238E27FC236}">
                <a16:creationId xmlns:a16="http://schemas.microsoft.com/office/drawing/2014/main" id="{98F07E80-2720-4587-ABD7-6C59B1FF1975}"/>
              </a:ext>
            </a:extLst>
          </p:cNvPr>
          <p:cNvSpPr>
            <a:spLocks noGrp="1"/>
          </p:cNvSpPr>
          <p:nvPr>
            <p:ph sz="half" idx="14"/>
          </p:nvPr>
        </p:nvSpPr>
        <p:spPr>
          <a:xfrm>
            <a:off x="6324600" y="1837944"/>
            <a:ext cx="5035731" cy="4048674"/>
          </a:xfrm>
        </p:spPr>
        <p:txBody>
          <a:bodyPr/>
          <a:lstStyle/>
          <a:p>
            <a:pPr lvl="0"/>
            <a:r>
              <a:rPr lang="en-US"/>
              <a:t>Click to edit Master text styles</a:t>
            </a:r>
          </a:p>
          <a:p>
            <a:pPr lvl="1"/>
            <a:r>
              <a:rPr lang="en-US"/>
              <a:t>Second level</a:t>
            </a:r>
          </a:p>
          <a:p>
            <a:pPr lvl="2"/>
            <a:r>
              <a:rPr lang="en-US"/>
              <a:t>Third level</a:t>
            </a:r>
          </a:p>
        </p:txBody>
      </p:sp>
      <p:sp>
        <p:nvSpPr>
          <p:cNvPr id="19" name="Text Placeholder 4">
            <a:extLst>
              <a:ext uri="{FF2B5EF4-FFF2-40B4-BE49-F238E27FC236}">
                <a16:creationId xmlns:a16="http://schemas.microsoft.com/office/drawing/2014/main" id="{5C409B55-B1E9-4126-AAE9-F39168691481}"/>
              </a:ext>
            </a:extLst>
          </p:cNvPr>
          <p:cNvSpPr>
            <a:spLocks noGrp="1"/>
          </p:cNvSpPr>
          <p:nvPr>
            <p:ph type="body" sz="quarter" idx="15" hasCustomPrompt="1"/>
          </p:nvPr>
        </p:nvSpPr>
        <p:spPr>
          <a:xfrm>
            <a:off x="838200" y="6413239"/>
            <a:ext cx="6267450" cy="124906"/>
          </a:xfrm>
        </p:spPr>
        <p:txBody>
          <a:bodyPr anchor="b" anchorCtr="0">
            <a:spAutoFit/>
          </a:bodyPr>
          <a:lstStyle>
            <a:lvl1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sz="800"/>
            </a:lvl1pPr>
          </a:lstStyle>
          <a:p>
            <a:pPr marL="0" marR="0" lvl="0" indent="0" algn="l" defTabSz="914400" rtl="0" eaLnBrk="1" fontAlgn="auto" latinLnBrk="0" hangingPunct="1">
              <a:lnSpc>
                <a:spcPct val="110000"/>
              </a:lnSpc>
              <a:spcBef>
                <a:spcPts val="900"/>
              </a:spcBef>
              <a:spcAft>
                <a:spcPts val="0"/>
              </a:spcAft>
              <a:buClrTx/>
              <a:buSzTx/>
              <a:buFont typeface="Arial" panose="020B0604020202020204" pitchFamily="34" charset="0"/>
              <a:buNone/>
              <a:tabLst/>
              <a:defRPr/>
            </a:pPr>
            <a:r>
              <a:rPr lang="en-US"/>
              <a:t>Footnote, reference or source</a:t>
            </a:r>
          </a:p>
        </p:txBody>
      </p:sp>
    </p:spTree>
    <p:extLst>
      <p:ext uri="{BB962C8B-B14F-4D97-AF65-F5344CB8AC3E}">
        <p14:creationId xmlns:p14="http://schemas.microsoft.com/office/powerpoint/2010/main" val="34883094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128911543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1560356584"/>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06746941"/>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09908725"/>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71371339"/>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621803040"/>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559337"/>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Presentation title    |    ONLY FOR INTERNAL USE</a:t>
            </a:r>
          </a:p>
        </p:txBody>
      </p:sp>
    </p:spTree>
    <p:extLst>
      <p:ext uri="{BB962C8B-B14F-4D97-AF65-F5344CB8AC3E}">
        <p14:creationId xmlns:p14="http://schemas.microsoft.com/office/powerpoint/2010/main" val="3610540290"/>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3385574429"/>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074371267"/>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6"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Presentation title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24146252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513529056"/>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315788261"/>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70300992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415685259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653781146"/>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283781235"/>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1448820385"/>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574614469"/>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1563914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44836924"/>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052515"/>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67114069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337952664"/>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54629093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28751099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2"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6"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4278209571"/>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925230997"/>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88234054"/>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492617519"/>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205215576"/>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31203092"/>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Tree>
    <p:extLst>
      <p:ext uri="{BB962C8B-B14F-4D97-AF65-F5344CB8AC3E}">
        <p14:creationId xmlns:p14="http://schemas.microsoft.com/office/powerpoint/2010/main" val="3730165836"/>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2499772719"/>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571419611"/>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872646991"/>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63471274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51904035"/>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ltLang="zh-CN"/>
              <a:t>TA-CEC Presentation Template </a:t>
            </a:r>
            <a:r>
              <a:rPr lang="en-US"/>
              <a:t>|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05408605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ltLang="zh-CN"/>
              <a:t>TA-CEC Presentation Template </a:t>
            </a:r>
            <a:r>
              <a:rPr lang="en-US"/>
              <a:t>|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875320638"/>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ltLang="zh-CN"/>
              <a:t>TA-CEC Presentation Template </a:t>
            </a:r>
            <a:r>
              <a:rPr lang="en-US"/>
              <a:t> |    ONLY FOR INTERNAL USE</a:t>
            </a:r>
          </a:p>
        </p:txBody>
      </p:sp>
    </p:spTree>
    <p:extLst>
      <p:ext uri="{BB962C8B-B14F-4D97-AF65-F5344CB8AC3E}">
        <p14:creationId xmlns:p14="http://schemas.microsoft.com/office/powerpoint/2010/main" val="2564617576"/>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ltLang="zh-CN"/>
              <a:t>TA-CEC Presentation Template</a:t>
            </a:r>
            <a:r>
              <a:rPr lang="en-US"/>
              <a:t>    |    ONLY FOR INTERNAL USE</a:t>
            </a:r>
          </a:p>
        </p:txBody>
      </p:sp>
    </p:spTree>
    <p:extLst>
      <p:ext uri="{BB962C8B-B14F-4D97-AF65-F5344CB8AC3E}">
        <p14:creationId xmlns:p14="http://schemas.microsoft.com/office/powerpoint/2010/main" val="988064538"/>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ltLang="zh-CN"/>
              <a:t>TA-CEC Presentation Template </a:t>
            </a:r>
            <a:r>
              <a:rPr lang="en-US"/>
              <a:t>|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601251559"/>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6"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ltLang="zh-CN"/>
              <a:t>TA-CEC Presentation Template</a:t>
            </a:r>
            <a:r>
              <a:rPr lang="en-US"/>
              <a:t>|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742765095"/>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5">
            <a:extLst>
              <a:ext uri="{FF2B5EF4-FFF2-40B4-BE49-F238E27FC236}">
                <a16:creationId xmlns:a16="http://schemas.microsoft.com/office/drawing/2014/main" id="{B552526D-6691-56E1-0563-788677EB2275}"/>
              </a:ext>
            </a:extLst>
          </p:cNvPr>
          <p:cNvSpPr>
            <a:spLocks noGrp="1"/>
          </p:cNvSpPr>
          <p:nvPr>
            <p:ph type="ftr" sz="quarter" idx="16"/>
          </p:nvPr>
        </p:nvSpPr>
        <p:spPr bwMode="gray">
          <a:xfrm>
            <a:off x="6312024" y="6246836"/>
            <a:ext cx="5040560" cy="288000"/>
          </a:xfrm>
        </p:spPr>
        <p:txBody>
          <a:bodyPr/>
          <a:lstStyle>
            <a:lvl1pPr>
              <a:defRPr>
                <a:solidFill>
                  <a:schemeClr val="bg1"/>
                </a:solidFill>
              </a:defRPr>
            </a:lvl1pPr>
          </a:lstStyle>
          <a:p>
            <a:r>
              <a:rPr lang="en-US" altLang="zh-CN"/>
              <a:t>TA-CEC Presentation Template </a:t>
            </a:r>
            <a:r>
              <a:rPr lang="en-US"/>
              <a:t>|    ONLY FOR INTERNAL USE</a:t>
            </a:r>
          </a:p>
        </p:txBody>
      </p:sp>
    </p:spTree>
    <p:extLst>
      <p:ext uri="{BB962C8B-B14F-4D97-AF65-F5344CB8AC3E}">
        <p14:creationId xmlns:p14="http://schemas.microsoft.com/office/powerpoint/2010/main" val="11819114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ltLang="zh-CN"/>
              <a:t>TA-CEC Presentation Template</a:t>
            </a:r>
            <a:r>
              <a:rPr lang="en-US"/>
              <a:t>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402335603"/>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ltLang="zh-CN"/>
              <a:t>TA-CEC Presentation Template </a:t>
            </a:r>
            <a:r>
              <a:rPr lang="en-US"/>
              <a:t>|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3698312395"/>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ltLang="zh-CN"/>
              <a:t>TA-CEC Presentation Template </a:t>
            </a:r>
            <a:r>
              <a:rPr lang="en-US"/>
              <a:t>|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090088100"/>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ltLang="zh-CN"/>
              <a:t>TA-CEC Presentation Template </a:t>
            </a:r>
            <a:r>
              <a:rPr lang="en-US"/>
              <a:t>|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394441832"/>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ltLang="zh-CN"/>
              <a:t>TA-CEC Presentation Template </a:t>
            </a:r>
            <a:r>
              <a:rPr lang="en-US"/>
              <a:t>|    ONLY FOR INTERNAL USE</a:t>
            </a:r>
          </a:p>
        </p:txBody>
      </p:sp>
    </p:spTree>
    <p:extLst>
      <p:ext uri="{BB962C8B-B14F-4D97-AF65-F5344CB8AC3E}">
        <p14:creationId xmlns:p14="http://schemas.microsoft.com/office/powerpoint/2010/main" val="1230467194"/>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2992762959"/>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088004499"/>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846769601"/>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35316530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026062484"/>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237370772"/>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78364985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00884151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193763528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2"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6"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562624677"/>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157733828"/>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964349645"/>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170136350"/>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4050621091"/>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525812543"/>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Tree>
    <p:extLst>
      <p:ext uri="{BB962C8B-B14F-4D97-AF65-F5344CB8AC3E}">
        <p14:creationId xmlns:p14="http://schemas.microsoft.com/office/powerpoint/2010/main" val="1860877526"/>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1_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TLR Communication |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631215539"/>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sp>
        <p:nvSpPr>
          <p:cNvPr id="5" name="灯片编号占位符 4">
            <a:extLst>
              <a:ext uri="{FF2B5EF4-FFF2-40B4-BE49-F238E27FC236}">
                <a16:creationId xmlns:a16="http://schemas.microsoft.com/office/drawing/2014/main" id="{EF5D3707-D9F4-9F79-4B28-45E225C79CE4}"/>
              </a:ext>
            </a:extLst>
          </p:cNvPr>
          <p:cNvSpPr>
            <a:spLocks noGrp="1"/>
          </p:cNvSpPr>
          <p:nvPr>
            <p:ph type="sldNum" sz="quarter" idx="12"/>
          </p:nvPr>
        </p:nvSpPr>
        <p:spPr/>
        <p:txBody>
          <a:bodyPr/>
          <a:lstStyle/>
          <a:p>
            <a:fld id="{AEF524B0-2106-401E-ADD8-A6C0AFA2B824}" type="slidenum">
              <a:rPr lang="zh-CN" altLang="en-US" smtClean="0"/>
              <a:t>‹#›</a:t>
            </a:fld>
            <a:endParaRPr lang="zh-CN" altLang="en-US"/>
          </a:p>
        </p:txBody>
      </p:sp>
      <p:graphicFrame>
        <p:nvGraphicFramePr>
          <p:cNvPr id="2" name="对象 1">
            <a:extLst>
              <a:ext uri="{FF2B5EF4-FFF2-40B4-BE49-F238E27FC236}">
                <a16:creationId xmlns:a16="http://schemas.microsoft.com/office/drawing/2014/main" id="{D03D9DA4-ED3C-2DA5-A2C7-DCD7515F018B}"/>
              </a:ext>
            </a:extLst>
          </p:cNvPr>
          <p:cNvGraphicFramePr>
            <a:graphicFrameLocks noChangeAspect="1"/>
          </p:cNvGraphicFramePr>
          <p:nvPr userDrawn="1">
            <p:extLst>
              <p:ext uri="{D42A27DB-BD31-4B8C-83A1-F6EECF244321}">
                <p14:modId xmlns:p14="http://schemas.microsoft.com/office/powerpoint/2010/main" val="2715350060"/>
              </p:ext>
            </p:extLst>
          </p:nvPr>
        </p:nvGraphicFramePr>
        <p:xfrm>
          <a:off x="473075" y="209550"/>
          <a:ext cx="10961688" cy="1114425"/>
        </p:xfrm>
        <a:graphic>
          <a:graphicData uri="http://schemas.openxmlformats.org/presentationml/2006/ole">
            <mc:AlternateContent xmlns:mc="http://schemas.openxmlformats.org/markup-compatibility/2006">
              <mc:Choice xmlns:v="urn:schemas-microsoft-com:vml" Requires="v">
                <p:oleObj name="Document" r:id="rId2" imgW="9598124" imgH="980225" progId="Word.Document.12">
                  <p:embed/>
                </p:oleObj>
              </mc:Choice>
              <mc:Fallback>
                <p:oleObj name="Document" r:id="rId2" imgW="9598124" imgH="980225" progId="Word.Document.12">
                  <p:embed/>
                  <p:pic>
                    <p:nvPicPr>
                      <p:cNvPr id="2" name="对象 1">
                        <a:extLst>
                          <a:ext uri="{FF2B5EF4-FFF2-40B4-BE49-F238E27FC236}">
                            <a16:creationId xmlns:a16="http://schemas.microsoft.com/office/drawing/2014/main" id="{D03D9DA4-ED3C-2DA5-A2C7-DCD7515F018B}"/>
                          </a:ext>
                        </a:extLst>
                      </p:cNvPr>
                      <p:cNvPicPr/>
                      <p:nvPr/>
                    </p:nvPicPr>
                    <p:blipFill>
                      <a:blip r:embed="rId3"/>
                      <a:stretch>
                        <a:fillRect/>
                      </a:stretch>
                    </p:blipFill>
                    <p:spPr>
                      <a:xfrm>
                        <a:off x="473075" y="209550"/>
                        <a:ext cx="10961688" cy="1114425"/>
                      </a:xfrm>
                      <a:prstGeom prst="rect">
                        <a:avLst/>
                      </a:prstGeom>
                    </p:spPr>
                  </p:pic>
                </p:oleObj>
              </mc:Fallback>
            </mc:AlternateContent>
          </a:graphicData>
        </a:graphic>
      </p:graphicFrame>
      <p:sp>
        <p:nvSpPr>
          <p:cNvPr id="6" name="页脚占位符 4">
            <a:extLst>
              <a:ext uri="{FF2B5EF4-FFF2-40B4-BE49-F238E27FC236}">
                <a16:creationId xmlns:a16="http://schemas.microsoft.com/office/drawing/2014/main" id="{86E3F21D-4520-6076-CBAE-71D7384296F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altLang="zh-CN"/>
              <a:t>Version 4.0</a:t>
            </a:r>
            <a:endParaRPr lang="zh-CN" altLang="en-US"/>
          </a:p>
        </p:txBody>
      </p:sp>
    </p:spTree>
    <p:extLst>
      <p:ext uri="{BB962C8B-B14F-4D97-AF65-F5344CB8AC3E}">
        <p14:creationId xmlns:p14="http://schemas.microsoft.com/office/powerpoint/2010/main" val="375346070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endParaRPr lang="zh-CN" altLang="en-US"/>
          </a:p>
        </p:txBody>
      </p:sp>
    </p:spTree>
    <p:extLst>
      <p:ext uri="{BB962C8B-B14F-4D97-AF65-F5344CB8AC3E}">
        <p14:creationId xmlns:p14="http://schemas.microsoft.com/office/powerpoint/2010/main" val="2705641104"/>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endParaRPr lang="zh-CN" altLang="en-US"/>
          </a:p>
        </p:txBody>
      </p:sp>
    </p:spTree>
    <p:extLst>
      <p:ext uri="{BB962C8B-B14F-4D97-AF65-F5344CB8AC3E}">
        <p14:creationId xmlns:p14="http://schemas.microsoft.com/office/powerpoint/2010/main" val="1378218595"/>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endParaRPr lang="zh-CN" altLang="en-US"/>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524435078"/>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endParaRPr lang="zh-CN" altLang="en-US"/>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303851157"/>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endParaRPr lang="zh-CN" altLang="en-US"/>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spTree>
    <p:extLst>
      <p:ext uri="{BB962C8B-B14F-4D97-AF65-F5344CB8AC3E}">
        <p14:creationId xmlns:p14="http://schemas.microsoft.com/office/powerpoint/2010/main" val="562410190"/>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p:cSld name="2_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endParaRPr lang="zh-CN" altLang="en-US"/>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664428989"/>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endParaRPr lang="zh-CN" altLang="en-US"/>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519895544"/>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790F1BC0-3232-4F9E-ACFA-D17112AC29D7}" type="slidenum">
              <a:rPr lang="zh-CN" altLang="en-US" smtClean="0"/>
              <a:t>‹#›</a:t>
            </a:fld>
            <a:endParaRPr lang="zh-CN" alt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endParaRPr lang="zh-CN" altLang="en-US"/>
          </a:p>
        </p:txBody>
      </p:sp>
    </p:spTree>
    <p:extLst>
      <p:ext uri="{BB962C8B-B14F-4D97-AF65-F5344CB8AC3E}">
        <p14:creationId xmlns:p14="http://schemas.microsoft.com/office/powerpoint/2010/main" val="1270575677"/>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endParaRPr lang="zh-CN" altLang="en-US"/>
          </a:p>
        </p:txBody>
      </p:sp>
    </p:spTree>
    <p:extLst>
      <p:ext uri="{BB962C8B-B14F-4D97-AF65-F5344CB8AC3E}">
        <p14:creationId xmlns:p14="http://schemas.microsoft.com/office/powerpoint/2010/main" val="1106124399"/>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endParaRPr lang="zh-CN" altLang="en-US"/>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143812866"/>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3426674813"/>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p:cSld name="2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Asset Highlights</a:t>
            </a:r>
            <a:endParaRPr lang="en-US" sz="1000">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Key Insights</a:t>
            </a:r>
            <a:endParaRPr lang="en-US" sz="1000">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Asset Story</a:t>
            </a:r>
            <a:endParaRPr lang="en-US" sz="1000">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Activation</a:t>
            </a:r>
            <a:endParaRPr lang="en-US" sz="1000">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Ambition</a:t>
            </a:r>
            <a:endParaRPr lang="en-US" sz="1000">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921895877"/>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p:cSld name="3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US" sz="1000">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b="1">
                <a:solidFill>
                  <a:schemeClr val="bg2"/>
                </a:solidFill>
              </a:rPr>
              <a:t>Asset Highlights</a:t>
            </a:r>
            <a:endParaRPr lang="en-US" sz="1000" b="1">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Key Insights</a:t>
            </a:r>
            <a:endParaRPr lang="en-US" sz="1000">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Asset Story</a:t>
            </a:r>
            <a:endParaRPr lang="en-US" sz="1000">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Activation</a:t>
            </a:r>
            <a:endParaRPr lang="en-US" sz="1000">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Ambition</a:t>
            </a:r>
            <a:endParaRPr lang="en-US" sz="1000">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1370370052"/>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p:cSld name="4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US" sz="1000">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Highlights</a:t>
            </a:r>
            <a:endParaRPr lang="en-US" sz="1000">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b="1">
                <a:solidFill>
                  <a:schemeClr val="bg2"/>
                </a:solidFill>
              </a:rPr>
              <a:t>Key Insights</a:t>
            </a:r>
            <a:endParaRPr lang="en-US" sz="1000" b="1">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Asset Story</a:t>
            </a:r>
            <a:endParaRPr lang="en-US" sz="1000">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Activation</a:t>
            </a:r>
            <a:endParaRPr lang="en-US" sz="1000">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Ambition</a:t>
            </a:r>
            <a:endParaRPr lang="en-US" sz="1000">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4120726120"/>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p:cSld name="5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US" sz="1000">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Highlights</a:t>
            </a:r>
            <a:endParaRPr lang="en-US" sz="1000">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Key Insights</a:t>
            </a:r>
            <a:endParaRPr lang="en-US" sz="1000">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b="1">
                <a:solidFill>
                  <a:schemeClr val="bg2"/>
                </a:solidFill>
              </a:rPr>
              <a:t>Asset Story</a:t>
            </a:r>
            <a:endParaRPr lang="en-US" sz="1000" b="1">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Activation</a:t>
            </a:r>
            <a:endParaRPr lang="en-US" sz="1000">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Ambition</a:t>
            </a:r>
            <a:endParaRPr lang="en-US" sz="1000">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88415097"/>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p:cSld name="6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US" sz="1000">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Highlights</a:t>
            </a:r>
            <a:endParaRPr lang="en-US" sz="1000">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Key Insights</a:t>
            </a:r>
            <a:endParaRPr lang="en-US" sz="1000">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Story</a:t>
            </a:r>
            <a:endParaRPr lang="en-US" sz="1000">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b="1">
                <a:solidFill>
                  <a:schemeClr val="bg2"/>
                </a:solidFill>
              </a:rPr>
              <a:t>Activation</a:t>
            </a:r>
            <a:endParaRPr lang="en-US" sz="1000" b="1">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a:solidFill>
                  <a:schemeClr val="bg2"/>
                </a:solidFill>
              </a:rPr>
              <a:t>Ambition</a:t>
            </a:r>
            <a:endParaRPr lang="en-US" sz="1000">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177467089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p:cSld name="7_One content">
    <p:bg>
      <p:bgPr>
        <a:solidFill>
          <a:srgbClr val="EFEEEB"/>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024FCB-4526-CAFD-2376-38DB469CE264}"/>
              </a:ext>
            </a:extLst>
          </p:cNvPr>
          <p:cNvSpPr/>
          <p:nvPr/>
        </p:nvSpPr>
        <p:spPr bwMode="gray">
          <a:xfrm>
            <a:off x="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US" sz="1000">
                <a:solidFill>
                  <a:schemeClr val="bg2"/>
                </a:solidFill>
              </a:rPr>
              <a:t>Portfolio Strategy Fit</a:t>
            </a:r>
          </a:p>
        </p:txBody>
      </p:sp>
      <p:sp>
        <p:nvSpPr>
          <p:cNvPr id="6" name="Rectangle 5">
            <a:extLst>
              <a:ext uri="{FF2B5EF4-FFF2-40B4-BE49-F238E27FC236}">
                <a16:creationId xmlns:a16="http://schemas.microsoft.com/office/drawing/2014/main" id="{8D83FD2A-F898-394A-660A-4C58EC14991E}"/>
              </a:ext>
            </a:extLst>
          </p:cNvPr>
          <p:cNvSpPr/>
          <p:nvPr/>
        </p:nvSpPr>
        <p:spPr bwMode="gray">
          <a:xfrm>
            <a:off x="20352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Highlights</a:t>
            </a:r>
            <a:endParaRPr lang="en-US" sz="1000">
              <a:solidFill>
                <a:schemeClr val="bg2"/>
              </a:solidFill>
            </a:endParaRPr>
          </a:p>
        </p:txBody>
      </p:sp>
      <p:sp>
        <p:nvSpPr>
          <p:cNvPr id="7" name="Rectangle 6">
            <a:extLst>
              <a:ext uri="{FF2B5EF4-FFF2-40B4-BE49-F238E27FC236}">
                <a16:creationId xmlns:a16="http://schemas.microsoft.com/office/drawing/2014/main" id="{F227A975-D772-8DB6-5899-C6E0E576D78F}"/>
              </a:ext>
            </a:extLst>
          </p:cNvPr>
          <p:cNvSpPr/>
          <p:nvPr/>
        </p:nvSpPr>
        <p:spPr bwMode="gray">
          <a:xfrm>
            <a:off x="40704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Key Insights</a:t>
            </a:r>
            <a:endParaRPr lang="en-US" sz="1000">
              <a:solidFill>
                <a:schemeClr val="bg2"/>
              </a:solidFill>
            </a:endParaRPr>
          </a:p>
        </p:txBody>
      </p:sp>
      <p:sp>
        <p:nvSpPr>
          <p:cNvPr id="9" name="Rectangle 8">
            <a:extLst>
              <a:ext uri="{FF2B5EF4-FFF2-40B4-BE49-F238E27FC236}">
                <a16:creationId xmlns:a16="http://schemas.microsoft.com/office/drawing/2014/main" id="{2565F460-382B-FDB5-6FC1-F1C4CEAA2318}"/>
              </a:ext>
            </a:extLst>
          </p:cNvPr>
          <p:cNvSpPr/>
          <p:nvPr/>
        </p:nvSpPr>
        <p:spPr bwMode="gray">
          <a:xfrm>
            <a:off x="61056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Asset Story</a:t>
            </a:r>
            <a:endParaRPr lang="en-US" sz="1000">
              <a:solidFill>
                <a:schemeClr val="bg2"/>
              </a:solidFill>
            </a:endParaRPr>
          </a:p>
        </p:txBody>
      </p:sp>
      <p:sp>
        <p:nvSpPr>
          <p:cNvPr id="10" name="Rectangle 9">
            <a:extLst>
              <a:ext uri="{FF2B5EF4-FFF2-40B4-BE49-F238E27FC236}">
                <a16:creationId xmlns:a16="http://schemas.microsoft.com/office/drawing/2014/main" id="{0699B399-D703-9E78-BC35-4D5AFC336C64}"/>
              </a:ext>
            </a:extLst>
          </p:cNvPr>
          <p:cNvSpPr/>
          <p:nvPr/>
        </p:nvSpPr>
        <p:spPr bwMode="gray">
          <a:xfrm>
            <a:off x="8140800" y="0"/>
            <a:ext cx="2016000" cy="324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a:solidFill>
                  <a:schemeClr val="bg2"/>
                </a:solidFill>
              </a:rPr>
              <a:t>Activation</a:t>
            </a:r>
            <a:endParaRPr lang="en-US" sz="1000">
              <a:solidFill>
                <a:schemeClr val="bg2"/>
              </a:solidFill>
            </a:endParaRPr>
          </a:p>
        </p:txBody>
      </p:sp>
      <p:sp>
        <p:nvSpPr>
          <p:cNvPr id="11" name="Rectangle 10">
            <a:extLst>
              <a:ext uri="{FF2B5EF4-FFF2-40B4-BE49-F238E27FC236}">
                <a16:creationId xmlns:a16="http://schemas.microsoft.com/office/drawing/2014/main" id="{B4FD292C-74DB-23CD-03AA-46FA4AD5188F}"/>
              </a:ext>
            </a:extLst>
          </p:cNvPr>
          <p:cNvSpPr/>
          <p:nvPr/>
        </p:nvSpPr>
        <p:spPr bwMode="gray">
          <a:xfrm>
            <a:off x="10176000" y="0"/>
            <a:ext cx="2016000" cy="324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r>
              <a:rPr lang="en-GB" sz="1000" b="1">
                <a:solidFill>
                  <a:schemeClr val="bg2"/>
                </a:solidFill>
              </a:rPr>
              <a:t>Ambition</a:t>
            </a:r>
            <a:endParaRPr lang="en-US" sz="1000" b="1">
              <a:solidFill>
                <a:schemeClr val="bg2"/>
              </a:solidFill>
            </a:endParaRPr>
          </a:p>
        </p:txBody>
      </p:sp>
      <p:pic>
        <p:nvPicPr>
          <p:cNvPr id="13" name="Graphic 12">
            <a:extLst>
              <a:ext uri="{FF2B5EF4-FFF2-40B4-BE49-F238E27FC236}">
                <a16:creationId xmlns:a16="http://schemas.microsoft.com/office/drawing/2014/main" id="{66C052A0-F345-7B56-98B1-9EF8831F7D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8828" y="88579"/>
            <a:ext cx="180000" cy="146842"/>
          </a:xfrm>
          <a:prstGeom prst="rect">
            <a:avLst/>
          </a:prstGeom>
        </p:spPr>
      </p:pic>
      <p:grpSp>
        <p:nvGrpSpPr>
          <p:cNvPr id="14" name="Group 13">
            <a:extLst>
              <a:ext uri="{FF2B5EF4-FFF2-40B4-BE49-F238E27FC236}">
                <a16:creationId xmlns:a16="http://schemas.microsoft.com/office/drawing/2014/main" id="{84617C33-BA1F-25A4-AD34-5548AB174D97}"/>
              </a:ext>
            </a:extLst>
          </p:cNvPr>
          <p:cNvGrpSpPr>
            <a:grpSpLocks noChangeAspect="1"/>
          </p:cNvGrpSpPr>
          <p:nvPr/>
        </p:nvGrpSpPr>
        <p:grpSpPr>
          <a:xfrm>
            <a:off x="2157474" y="55646"/>
            <a:ext cx="199200" cy="198097"/>
            <a:chOff x="6488923" y="1868826"/>
            <a:chExt cx="2816112" cy="2800511"/>
          </a:xfrm>
          <a:solidFill>
            <a:schemeClr val="bg2"/>
          </a:solidFill>
        </p:grpSpPr>
        <p:sp>
          <p:nvSpPr>
            <p:cNvPr id="15" name="Freeform: Shape 14">
              <a:extLst>
                <a:ext uri="{FF2B5EF4-FFF2-40B4-BE49-F238E27FC236}">
                  <a16:creationId xmlns:a16="http://schemas.microsoft.com/office/drawing/2014/main" id="{60AAE103-AD9E-FC32-3A54-5AD6E609CA0F}"/>
                </a:ext>
              </a:extLst>
            </p:cNvPr>
            <p:cNvSpPr/>
            <p:nvPr/>
          </p:nvSpPr>
          <p:spPr>
            <a:xfrm>
              <a:off x="8991441" y="2338438"/>
              <a:ext cx="152896" cy="149776"/>
            </a:xfrm>
            <a:custGeom>
              <a:avLst/>
              <a:gdLst>
                <a:gd name="connsiteX0" fmla="*/ 0 w 152896"/>
                <a:gd name="connsiteY0" fmla="*/ 0 h 149776"/>
                <a:gd name="connsiteX1" fmla="*/ 152897 w 152896"/>
                <a:gd name="connsiteY1" fmla="*/ 0 h 149776"/>
                <a:gd name="connsiteX2" fmla="*/ 152897 w 152896"/>
                <a:gd name="connsiteY2" fmla="*/ 149777 h 149776"/>
                <a:gd name="connsiteX3" fmla="*/ 0 w 152896"/>
                <a:gd name="connsiteY3" fmla="*/ 149777 h 149776"/>
              </a:gdLst>
              <a:ahLst/>
              <a:cxnLst>
                <a:cxn ang="0">
                  <a:pos x="connsiteX0" y="connsiteY0"/>
                </a:cxn>
                <a:cxn ang="0">
                  <a:pos x="connsiteX1" y="connsiteY1"/>
                </a:cxn>
                <a:cxn ang="0">
                  <a:pos x="connsiteX2" y="connsiteY2"/>
                </a:cxn>
                <a:cxn ang="0">
                  <a:pos x="connsiteX3" y="connsiteY3"/>
                </a:cxn>
              </a:cxnLst>
              <a:rect l="l" t="t" r="r" b="b"/>
              <a:pathLst>
                <a:path w="152896" h="149776">
                  <a:moveTo>
                    <a:pt x="0" y="0"/>
                  </a:moveTo>
                  <a:lnTo>
                    <a:pt x="152897" y="0"/>
                  </a:lnTo>
                  <a:lnTo>
                    <a:pt x="152897" y="149777"/>
                  </a:lnTo>
                  <a:lnTo>
                    <a:pt x="0" y="149777"/>
                  </a:lnTo>
                  <a:close/>
                </a:path>
              </a:pathLst>
            </a:custGeom>
            <a:grpFill/>
            <a:ln w="0" cap="flat">
              <a:noFill/>
              <a:prstDash val="solid"/>
              <a:miter/>
            </a:ln>
          </p:spPr>
          <p:txBody>
            <a:bodyPr rtlCol="0" anchor="ctr"/>
            <a:lstStyle/>
            <a:p>
              <a:endParaRPr lang="en-US">
                <a:solidFill>
                  <a:schemeClr val="bg2"/>
                </a:solidFill>
              </a:endParaRPr>
            </a:p>
          </p:txBody>
        </p:sp>
        <p:sp>
          <p:nvSpPr>
            <p:cNvPr id="16" name="Freeform: Shape 15">
              <a:extLst>
                <a:ext uri="{FF2B5EF4-FFF2-40B4-BE49-F238E27FC236}">
                  <a16:creationId xmlns:a16="http://schemas.microsoft.com/office/drawing/2014/main" id="{FEE6BA4B-6E60-7DD3-19DE-4ED42ECC5011}"/>
                </a:ext>
              </a:extLst>
            </p:cNvPr>
            <p:cNvSpPr/>
            <p:nvPr/>
          </p:nvSpPr>
          <p:spPr>
            <a:xfrm rot="18900000">
              <a:off x="8915984" y="1944963"/>
              <a:ext cx="149776" cy="152897"/>
            </a:xfrm>
            <a:custGeom>
              <a:avLst/>
              <a:gdLst>
                <a:gd name="connsiteX0" fmla="*/ 0 w 149776"/>
                <a:gd name="connsiteY0" fmla="*/ 0 h 152897"/>
                <a:gd name="connsiteX1" fmla="*/ 149777 w 149776"/>
                <a:gd name="connsiteY1" fmla="*/ 0 h 152897"/>
                <a:gd name="connsiteX2" fmla="*/ 149777 w 149776"/>
                <a:gd name="connsiteY2" fmla="*/ 152897 h 152897"/>
                <a:gd name="connsiteX3" fmla="*/ 0 w 149776"/>
                <a:gd name="connsiteY3" fmla="*/ 152897 h 152897"/>
              </a:gdLst>
              <a:ahLst/>
              <a:cxnLst>
                <a:cxn ang="0">
                  <a:pos x="connsiteX0" y="connsiteY0"/>
                </a:cxn>
                <a:cxn ang="0">
                  <a:pos x="connsiteX1" y="connsiteY1"/>
                </a:cxn>
                <a:cxn ang="0">
                  <a:pos x="connsiteX2" y="connsiteY2"/>
                </a:cxn>
                <a:cxn ang="0">
                  <a:pos x="connsiteX3" y="connsiteY3"/>
                </a:cxn>
              </a:cxnLst>
              <a:rect l="l" t="t" r="r" b="b"/>
              <a:pathLst>
                <a:path w="149776" h="152897">
                  <a:moveTo>
                    <a:pt x="0" y="0"/>
                  </a:moveTo>
                  <a:lnTo>
                    <a:pt x="149777" y="0"/>
                  </a:lnTo>
                  <a:lnTo>
                    <a:pt x="149777" y="152897"/>
                  </a:lnTo>
                  <a:lnTo>
                    <a:pt x="0" y="152897"/>
                  </a:lnTo>
                  <a:close/>
                </a:path>
              </a:pathLst>
            </a:custGeom>
            <a:grpFill/>
            <a:ln w="0" cap="flat">
              <a:noFill/>
              <a:prstDash val="solid"/>
              <a:miter/>
            </a:ln>
          </p:spPr>
          <p:txBody>
            <a:bodyPr rtlCol="0" anchor="ctr"/>
            <a:lstStyle/>
            <a:p>
              <a:endParaRPr lang="en-US">
                <a:solidFill>
                  <a:schemeClr val="bg2"/>
                </a:solidFill>
              </a:endParaRPr>
            </a:p>
          </p:txBody>
        </p:sp>
        <p:sp>
          <p:nvSpPr>
            <p:cNvPr id="17" name="Freeform: Shape 16">
              <a:extLst>
                <a:ext uri="{FF2B5EF4-FFF2-40B4-BE49-F238E27FC236}">
                  <a16:creationId xmlns:a16="http://schemas.microsoft.com/office/drawing/2014/main" id="{1DE52DC3-AD36-7001-6DCE-49E8E11AF1B3}"/>
                </a:ext>
              </a:extLst>
            </p:cNvPr>
            <p:cNvSpPr/>
            <p:nvPr/>
          </p:nvSpPr>
          <p:spPr>
            <a:xfrm>
              <a:off x="8520269" y="1868826"/>
              <a:ext cx="152896" cy="148216"/>
            </a:xfrm>
            <a:custGeom>
              <a:avLst/>
              <a:gdLst>
                <a:gd name="connsiteX0" fmla="*/ 0 w 152896"/>
                <a:gd name="connsiteY0" fmla="*/ 0 h 148216"/>
                <a:gd name="connsiteX1" fmla="*/ 152897 w 152896"/>
                <a:gd name="connsiteY1" fmla="*/ 0 h 148216"/>
                <a:gd name="connsiteX2" fmla="*/ 152897 w 152896"/>
                <a:gd name="connsiteY2" fmla="*/ 148216 h 148216"/>
                <a:gd name="connsiteX3" fmla="*/ 0 w 152896"/>
                <a:gd name="connsiteY3" fmla="*/ 148216 h 148216"/>
              </a:gdLst>
              <a:ahLst/>
              <a:cxnLst>
                <a:cxn ang="0">
                  <a:pos x="connsiteX0" y="connsiteY0"/>
                </a:cxn>
                <a:cxn ang="0">
                  <a:pos x="connsiteX1" y="connsiteY1"/>
                </a:cxn>
                <a:cxn ang="0">
                  <a:pos x="connsiteX2" y="connsiteY2"/>
                </a:cxn>
                <a:cxn ang="0">
                  <a:pos x="connsiteX3" y="connsiteY3"/>
                </a:cxn>
              </a:cxnLst>
              <a:rect l="l" t="t" r="r" b="b"/>
              <a:pathLst>
                <a:path w="152896" h="148216">
                  <a:moveTo>
                    <a:pt x="0" y="0"/>
                  </a:moveTo>
                  <a:lnTo>
                    <a:pt x="152897" y="0"/>
                  </a:lnTo>
                  <a:lnTo>
                    <a:pt x="152897" y="148216"/>
                  </a:lnTo>
                  <a:lnTo>
                    <a:pt x="0" y="148216"/>
                  </a:lnTo>
                  <a:close/>
                </a:path>
              </a:pathLst>
            </a:custGeom>
            <a:grpFill/>
            <a:ln w="0" cap="flat">
              <a:noFill/>
              <a:prstDash val="solid"/>
              <a:miter/>
            </a:ln>
          </p:spPr>
          <p:txBody>
            <a:bodyPr rtlCol="0" anchor="ctr"/>
            <a:lstStyle/>
            <a:p>
              <a:endParaRPr lang="en-US">
                <a:solidFill>
                  <a:schemeClr val="bg2"/>
                </a:solidFill>
              </a:endParaRPr>
            </a:p>
          </p:txBody>
        </p:sp>
        <p:sp>
          <p:nvSpPr>
            <p:cNvPr id="18" name="Freeform: Shape 17">
              <a:extLst>
                <a:ext uri="{FF2B5EF4-FFF2-40B4-BE49-F238E27FC236}">
                  <a16:creationId xmlns:a16="http://schemas.microsoft.com/office/drawing/2014/main" id="{5736ED93-EE5B-602B-E112-0D8B6ED9DEE0}"/>
                </a:ext>
              </a:extLst>
            </p:cNvPr>
            <p:cNvSpPr/>
            <p:nvPr/>
          </p:nvSpPr>
          <p:spPr>
            <a:xfrm>
              <a:off x="6488923" y="2647353"/>
              <a:ext cx="2816112" cy="2021984"/>
            </a:xfrm>
            <a:custGeom>
              <a:avLst/>
              <a:gdLst>
                <a:gd name="connsiteX0" fmla="*/ 2446352 w 2816112"/>
                <a:gd name="connsiteY0" fmla="*/ 2021985 h 2021984"/>
                <a:gd name="connsiteX1" fmla="*/ 371321 w 2816112"/>
                <a:gd name="connsiteY1" fmla="*/ 2021985 h 2021984"/>
                <a:gd name="connsiteX2" fmla="*/ 0 w 2816112"/>
                <a:gd name="connsiteY2" fmla="*/ 1630381 h 2021984"/>
                <a:gd name="connsiteX3" fmla="*/ 0 w 2816112"/>
                <a:gd name="connsiteY3" fmla="*/ 391604 h 2021984"/>
                <a:gd name="connsiteX4" fmla="*/ 371321 w 2816112"/>
                <a:gd name="connsiteY4" fmla="*/ 0 h 2021984"/>
                <a:gd name="connsiteX5" fmla="*/ 471172 w 2816112"/>
                <a:gd name="connsiteY5" fmla="*/ 0 h 2021984"/>
                <a:gd name="connsiteX6" fmla="*/ 471172 w 2816112"/>
                <a:gd name="connsiteY6" fmla="*/ 162258 h 2021984"/>
                <a:gd name="connsiteX7" fmla="*/ 371321 w 2816112"/>
                <a:gd name="connsiteY7" fmla="*/ 162258 h 2021984"/>
                <a:gd name="connsiteX8" fmla="*/ 160698 w 2816112"/>
                <a:gd name="connsiteY8" fmla="*/ 391604 h 2021984"/>
                <a:gd name="connsiteX9" fmla="*/ 160698 w 2816112"/>
                <a:gd name="connsiteY9" fmla="*/ 1630381 h 2021984"/>
                <a:gd name="connsiteX10" fmla="*/ 371321 w 2816112"/>
                <a:gd name="connsiteY10" fmla="*/ 1859727 h 2021984"/>
                <a:gd name="connsiteX11" fmla="*/ 2444792 w 2816112"/>
                <a:gd name="connsiteY11" fmla="*/ 1859727 h 2021984"/>
                <a:gd name="connsiteX12" fmla="*/ 2655415 w 2816112"/>
                <a:gd name="connsiteY12" fmla="*/ 1630381 h 2021984"/>
                <a:gd name="connsiteX13" fmla="*/ 2655415 w 2816112"/>
                <a:gd name="connsiteY13" fmla="*/ 391604 h 2021984"/>
                <a:gd name="connsiteX14" fmla="*/ 2444792 w 2816112"/>
                <a:gd name="connsiteY14" fmla="*/ 162258 h 2021984"/>
                <a:gd name="connsiteX15" fmla="*/ 942345 w 2816112"/>
                <a:gd name="connsiteY15" fmla="*/ 162258 h 2021984"/>
                <a:gd name="connsiteX16" fmla="*/ 942345 w 2816112"/>
                <a:gd name="connsiteY16" fmla="*/ 0 h 2021984"/>
                <a:gd name="connsiteX17" fmla="*/ 2444792 w 2816112"/>
                <a:gd name="connsiteY17" fmla="*/ 0 h 2021984"/>
                <a:gd name="connsiteX18" fmla="*/ 2816113 w 2816112"/>
                <a:gd name="connsiteY18" fmla="*/ 391604 h 2021984"/>
                <a:gd name="connsiteX19" fmla="*/ 2816113 w 2816112"/>
                <a:gd name="connsiteY19" fmla="*/ 1630381 h 2021984"/>
                <a:gd name="connsiteX20" fmla="*/ 2444792 w 2816112"/>
                <a:gd name="connsiteY20" fmla="*/ 2021985 h 202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6112" h="2021984">
                  <a:moveTo>
                    <a:pt x="2446352" y="2021985"/>
                  </a:moveTo>
                  <a:lnTo>
                    <a:pt x="371321" y="2021985"/>
                  </a:lnTo>
                  <a:cubicBezTo>
                    <a:pt x="166939" y="2021985"/>
                    <a:pt x="0" y="1845685"/>
                    <a:pt x="0" y="1630381"/>
                  </a:cubicBezTo>
                  <a:lnTo>
                    <a:pt x="0" y="391604"/>
                  </a:lnTo>
                  <a:cubicBezTo>
                    <a:pt x="0" y="176300"/>
                    <a:pt x="166939" y="0"/>
                    <a:pt x="371321" y="0"/>
                  </a:cubicBezTo>
                  <a:lnTo>
                    <a:pt x="471172" y="0"/>
                  </a:lnTo>
                  <a:lnTo>
                    <a:pt x="471172" y="162258"/>
                  </a:lnTo>
                  <a:lnTo>
                    <a:pt x="371321" y="162258"/>
                  </a:lnTo>
                  <a:cubicBezTo>
                    <a:pt x="255868" y="162258"/>
                    <a:pt x="160698" y="265229"/>
                    <a:pt x="160698" y="391604"/>
                  </a:cubicBezTo>
                  <a:lnTo>
                    <a:pt x="160698" y="1630381"/>
                  </a:lnTo>
                  <a:cubicBezTo>
                    <a:pt x="160698" y="1756755"/>
                    <a:pt x="254308" y="1859727"/>
                    <a:pt x="371321" y="1859727"/>
                  </a:cubicBezTo>
                  <a:lnTo>
                    <a:pt x="2444792" y="1859727"/>
                  </a:lnTo>
                  <a:cubicBezTo>
                    <a:pt x="2560244" y="1859727"/>
                    <a:pt x="2655415" y="1756755"/>
                    <a:pt x="2655415" y="1630381"/>
                  </a:cubicBezTo>
                  <a:lnTo>
                    <a:pt x="2655415" y="391604"/>
                  </a:lnTo>
                  <a:cubicBezTo>
                    <a:pt x="2655415" y="265229"/>
                    <a:pt x="2561805" y="162258"/>
                    <a:pt x="2444792" y="162258"/>
                  </a:cubicBezTo>
                  <a:lnTo>
                    <a:pt x="942345" y="162258"/>
                  </a:lnTo>
                  <a:lnTo>
                    <a:pt x="942345" y="0"/>
                  </a:lnTo>
                  <a:lnTo>
                    <a:pt x="2444792" y="0"/>
                  </a:lnTo>
                  <a:cubicBezTo>
                    <a:pt x="2649174" y="0"/>
                    <a:pt x="2816113" y="176300"/>
                    <a:pt x="2816113" y="391604"/>
                  </a:cubicBezTo>
                  <a:lnTo>
                    <a:pt x="2816113" y="1630381"/>
                  </a:lnTo>
                  <a:cubicBezTo>
                    <a:pt x="2816113" y="1845685"/>
                    <a:pt x="2649174" y="2021985"/>
                    <a:pt x="2444792" y="2021985"/>
                  </a:cubicBezTo>
                  <a:close/>
                </a:path>
              </a:pathLst>
            </a:custGeom>
            <a:grpFill/>
            <a:ln w="0" cap="flat">
              <a:noFill/>
              <a:prstDash val="solid"/>
              <a:miter/>
            </a:ln>
          </p:spPr>
          <p:txBody>
            <a:bodyPr rtlCol="0" anchor="ctr"/>
            <a:lstStyle/>
            <a:p>
              <a:endParaRPr lang="en-US">
                <a:solidFill>
                  <a:schemeClr val="bg2"/>
                </a:solidFill>
              </a:endParaRPr>
            </a:p>
          </p:txBody>
        </p:sp>
        <p:sp>
          <p:nvSpPr>
            <p:cNvPr id="19" name="Freeform: Shape 18">
              <a:extLst>
                <a:ext uri="{FF2B5EF4-FFF2-40B4-BE49-F238E27FC236}">
                  <a16:creationId xmlns:a16="http://schemas.microsoft.com/office/drawing/2014/main" id="{ADB89958-DCA2-4688-66B3-8150D7A0EC3E}"/>
                </a:ext>
              </a:extLst>
            </p:cNvPr>
            <p:cNvSpPr/>
            <p:nvPr/>
          </p:nvSpPr>
          <p:spPr>
            <a:xfrm>
              <a:off x="7735502" y="3029595"/>
              <a:ext cx="1257499" cy="1257499"/>
            </a:xfrm>
            <a:custGeom>
              <a:avLst/>
              <a:gdLst>
                <a:gd name="connsiteX0" fmla="*/ 628750 w 1257499"/>
                <a:gd name="connsiteY0" fmla="*/ 1257500 h 1257499"/>
                <a:gd name="connsiteX1" fmla="*/ 0 w 1257499"/>
                <a:gd name="connsiteY1" fmla="*/ 628750 h 1257499"/>
                <a:gd name="connsiteX2" fmla="*/ 628750 w 1257499"/>
                <a:gd name="connsiteY2" fmla="*/ 0 h 1257499"/>
                <a:gd name="connsiteX3" fmla="*/ 1257500 w 1257499"/>
                <a:gd name="connsiteY3" fmla="*/ 628750 h 1257499"/>
                <a:gd name="connsiteX4" fmla="*/ 628750 w 1257499"/>
                <a:gd name="connsiteY4" fmla="*/ 1257500 h 1257499"/>
                <a:gd name="connsiteX5" fmla="*/ 628750 w 1257499"/>
                <a:gd name="connsiteY5" fmla="*/ 156017 h 1257499"/>
                <a:gd name="connsiteX6" fmla="*/ 156017 w 1257499"/>
                <a:gd name="connsiteY6" fmla="*/ 628750 h 1257499"/>
                <a:gd name="connsiteX7" fmla="*/ 628750 w 1257499"/>
                <a:gd name="connsiteY7" fmla="*/ 1101483 h 1257499"/>
                <a:gd name="connsiteX8" fmla="*/ 1101483 w 1257499"/>
                <a:gd name="connsiteY8" fmla="*/ 628750 h 1257499"/>
                <a:gd name="connsiteX9" fmla="*/ 628750 w 1257499"/>
                <a:gd name="connsiteY9" fmla="*/ 156017 h 125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499" h="1257499">
                  <a:moveTo>
                    <a:pt x="628750" y="1257500"/>
                  </a:moveTo>
                  <a:cubicBezTo>
                    <a:pt x="282391" y="1257500"/>
                    <a:pt x="0" y="975108"/>
                    <a:pt x="0" y="628750"/>
                  </a:cubicBezTo>
                  <a:cubicBezTo>
                    <a:pt x="0" y="282391"/>
                    <a:pt x="282391" y="0"/>
                    <a:pt x="628750" y="0"/>
                  </a:cubicBezTo>
                  <a:cubicBezTo>
                    <a:pt x="975108" y="0"/>
                    <a:pt x="1257500" y="282391"/>
                    <a:pt x="1257500" y="628750"/>
                  </a:cubicBezTo>
                  <a:cubicBezTo>
                    <a:pt x="1257500" y="975108"/>
                    <a:pt x="975108" y="1257500"/>
                    <a:pt x="628750" y="1257500"/>
                  </a:cubicBezTo>
                  <a:close/>
                  <a:moveTo>
                    <a:pt x="628750" y="156017"/>
                  </a:moveTo>
                  <a:cubicBezTo>
                    <a:pt x="368201" y="156017"/>
                    <a:pt x="156017" y="368201"/>
                    <a:pt x="156017" y="628750"/>
                  </a:cubicBezTo>
                  <a:cubicBezTo>
                    <a:pt x="156017" y="889299"/>
                    <a:pt x="368201" y="1101483"/>
                    <a:pt x="628750" y="1101483"/>
                  </a:cubicBezTo>
                  <a:cubicBezTo>
                    <a:pt x="889299" y="1101483"/>
                    <a:pt x="1101483" y="889299"/>
                    <a:pt x="1101483" y="628750"/>
                  </a:cubicBezTo>
                  <a:cubicBezTo>
                    <a:pt x="1101483" y="368201"/>
                    <a:pt x="889299" y="156017"/>
                    <a:pt x="628750" y="156017"/>
                  </a:cubicBezTo>
                  <a:close/>
                </a:path>
              </a:pathLst>
            </a:custGeom>
            <a:grpFill/>
            <a:ln w="0" cap="flat">
              <a:noFill/>
              <a:prstDash val="solid"/>
              <a:miter/>
            </a:ln>
          </p:spPr>
          <p:txBody>
            <a:bodyPr rtlCol="0" anchor="ctr"/>
            <a:lstStyle/>
            <a:p>
              <a:endParaRPr lang="en-US">
                <a:solidFill>
                  <a:schemeClr val="bg2"/>
                </a:solidFill>
              </a:endParaRPr>
            </a:p>
          </p:txBody>
        </p:sp>
        <p:sp>
          <p:nvSpPr>
            <p:cNvPr id="20" name="Freeform: Shape 19">
              <a:extLst>
                <a:ext uri="{FF2B5EF4-FFF2-40B4-BE49-F238E27FC236}">
                  <a16:creationId xmlns:a16="http://schemas.microsoft.com/office/drawing/2014/main" id="{0CA404C3-816E-FA9E-39D6-DA0F7E79746E}"/>
                </a:ext>
              </a:extLst>
            </p:cNvPr>
            <p:cNvSpPr/>
            <p:nvPr/>
          </p:nvSpPr>
          <p:spPr>
            <a:xfrm>
              <a:off x="6952295" y="2954707"/>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1" name="Freeform: Shape 20">
              <a:extLst>
                <a:ext uri="{FF2B5EF4-FFF2-40B4-BE49-F238E27FC236}">
                  <a16:creationId xmlns:a16="http://schemas.microsoft.com/office/drawing/2014/main" id="{25EFF769-55DC-E43D-E19B-499FD85A8920}"/>
                </a:ext>
              </a:extLst>
            </p:cNvPr>
            <p:cNvSpPr/>
            <p:nvPr/>
          </p:nvSpPr>
          <p:spPr>
            <a:xfrm>
              <a:off x="6952295" y="2499136"/>
              <a:ext cx="478973" cy="156017"/>
            </a:xfrm>
            <a:custGeom>
              <a:avLst/>
              <a:gdLst>
                <a:gd name="connsiteX0" fmla="*/ 0 w 478973"/>
                <a:gd name="connsiteY0" fmla="*/ 0 h 156017"/>
                <a:gd name="connsiteX1" fmla="*/ 478973 w 478973"/>
                <a:gd name="connsiteY1" fmla="*/ 0 h 156017"/>
                <a:gd name="connsiteX2" fmla="*/ 478973 w 478973"/>
                <a:gd name="connsiteY2" fmla="*/ 156017 h 156017"/>
                <a:gd name="connsiteX3" fmla="*/ 0 w 478973"/>
                <a:gd name="connsiteY3" fmla="*/ 156017 h 156017"/>
              </a:gdLst>
              <a:ahLst/>
              <a:cxnLst>
                <a:cxn ang="0">
                  <a:pos x="connsiteX0" y="connsiteY0"/>
                </a:cxn>
                <a:cxn ang="0">
                  <a:pos x="connsiteX1" y="connsiteY1"/>
                </a:cxn>
                <a:cxn ang="0">
                  <a:pos x="connsiteX2" y="connsiteY2"/>
                </a:cxn>
                <a:cxn ang="0">
                  <a:pos x="connsiteX3" y="connsiteY3"/>
                </a:cxn>
              </a:cxnLst>
              <a:rect l="l" t="t" r="r" b="b"/>
              <a:pathLst>
                <a:path w="478973" h="156017">
                  <a:moveTo>
                    <a:pt x="0" y="0"/>
                  </a:moveTo>
                  <a:lnTo>
                    <a:pt x="478973" y="0"/>
                  </a:lnTo>
                  <a:lnTo>
                    <a:pt x="478973" y="156017"/>
                  </a:lnTo>
                  <a:lnTo>
                    <a:pt x="0" y="156017"/>
                  </a:lnTo>
                  <a:close/>
                </a:path>
              </a:pathLst>
            </a:custGeom>
            <a:grpFill/>
            <a:ln w="0" cap="flat">
              <a:noFill/>
              <a:prstDash val="solid"/>
              <a:miter/>
            </a:ln>
          </p:spPr>
          <p:txBody>
            <a:bodyPr rtlCol="0" anchor="ctr"/>
            <a:lstStyle/>
            <a:p>
              <a:endParaRPr lang="en-US">
                <a:solidFill>
                  <a:schemeClr val="bg2"/>
                </a:solidFill>
              </a:endParaRPr>
            </a:p>
          </p:txBody>
        </p:sp>
        <p:sp>
          <p:nvSpPr>
            <p:cNvPr id="22" name="Freeform: Shape 21">
              <a:extLst>
                <a:ext uri="{FF2B5EF4-FFF2-40B4-BE49-F238E27FC236}">
                  <a16:creationId xmlns:a16="http://schemas.microsoft.com/office/drawing/2014/main" id="{E73A9C33-6A63-7EAF-D313-F28B98681AB3}"/>
                </a:ext>
              </a:extLst>
            </p:cNvPr>
            <p:cNvSpPr/>
            <p:nvPr/>
          </p:nvSpPr>
          <p:spPr>
            <a:xfrm>
              <a:off x="7896200" y="2180861"/>
              <a:ext cx="936104" cy="468052"/>
            </a:xfrm>
            <a:custGeom>
              <a:avLst/>
              <a:gdLst>
                <a:gd name="connsiteX0" fmla="*/ 936104 w 936104"/>
                <a:gd name="connsiteY0" fmla="*/ 468052 h 468052"/>
                <a:gd name="connsiteX1" fmla="*/ 780087 w 936104"/>
                <a:gd name="connsiteY1" fmla="*/ 312035 h 468052"/>
                <a:gd name="connsiteX2" fmla="*/ 780087 w 936104"/>
                <a:gd name="connsiteY2" fmla="*/ 159138 h 468052"/>
                <a:gd name="connsiteX3" fmla="*/ 156017 w 936104"/>
                <a:gd name="connsiteY3" fmla="*/ 159138 h 468052"/>
                <a:gd name="connsiteX4" fmla="*/ 156017 w 936104"/>
                <a:gd name="connsiteY4" fmla="*/ 468052 h 468052"/>
                <a:gd name="connsiteX5" fmla="*/ 0 w 936104"/>
                <a:gd name="connsiteY5" fmla="*/ 312035 h 468052"/>
                <a:gd name="connsiteX6" fmla="*/ 0 w 936104"/>
                <a:gd name="connsiteY6" fmla="*/ 0 h 468052"/>
                <a:gd name="connsiteX7" fmla="*/ 936104 w 936104"/>
                <a:gd name="connsiteY7" fmla="*/ 0 h 468052"/>
                <a:gd name="connsiteX8" fmla="*/ 936104 w 936104"/>
                <a:gd name="connsiteY8" fmla="*/ 468052 h 4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6104" h="468052">
                  <a:moveTo>
                    <a:pt x="936104" y="468052"/>
                  </a:moveTo>
                  <a:lnTo>
                    <a:pt x="780087" y="312035"/>
                  </a:lnTo>
                  <a:lnTo>
                    <a:pt x="780087" y="159138"/>
                  </a:lnTo>
                  <a:lnTo>
                    <a:pt x="156017" y="159138"/>
                  </a:lnTo>
                  <a:lnTo>
                    <a:pt x="156017" y="468052"/>
                  </a:lnTo>
                  <a:lnTo>
                    <a:pt x="0" y="312035"/>
                  </a:lnTo>
                  <a:lnTo>
                    <a:pt x="0" y="0"/>
                  </a:lnTo>
                  <a:lnTo>
                    <a:pt x="936104" y="0"/>
                  </a:lnTo>
                  <a:lnTo>
                    <a:pt x="936104" y="468052"/>
                  </a:lnTo>
                  <a:close/>
                </a:path>
              </a:pathLst>
            </a:custGeom>
            <a:grpFill/>
            <a:ln w="0" cap="flat">
              <a:noFill/>
              <a:prstDash val="solid"/>
              <a:miter/>
            </a:ln>
          </p:spPr>
          <p:txBody>
            <a:bodyPr rtlCol="0" anchor="ctr"/>
            <a:lstStyle/>
            <a:p>
              <a:endParaRPr lang="en-US">
                <a:solidFill>
                  <a:schemeClr val="bg2"/>
                </a:solidFill>
              </a:endParaRPr>
            </a:p>
          </p:txBody>
        </p:sp>
      </p:grpSp>
      <p:pic>
        <p:nvPicPr>
          <p:cNvPr id="23" name="Graphic 22">
            <a:extLst>
              <a:ext uri="{FF2B5EF4-FFF2-40B4-BE49-F238E27FC236}">
                <a16:creationId xmlns:a16="http://schemas.microsoft.com/office/drawing/2014/main" id="{3A82279F-892F-8A75-F4CD-FAF4582535E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92674" y="60787"/>
            <a:ext cx="163615" cy="202426"/>
          </a:xfrm>
          <a:prstGeom prst="rect">
            <a:avLst/>
          </a:prstGeom>
        </p:spPr>
      </p:pic>
      <p:pic>
        <p:nvPicPr>
          <p:cNvPr id="24" name="Graphic 23">
            <a:extLst>
              <a:ext uri="{FF2B5EF4-FFF2-40B4-BE49-F238E27FC236}">
                <a16:creationId xmlns:a16="http://schemas.microsoft.com/office/drawing/2014/main" id="{460009D6-6893-171D-EB23-0C805C2876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227874" y="72000"/>
            <a:ext cx="222354" cy="180000"/>
          </a:xfrm>
          <a:prstGeom prst="rect">
            <a:avLst/>
          </a:prstGeom>
        </p:spPr>
      </p:pic>
      <p:pic>
        <p:nvPicPr>
          <p:cNvPr id="25" name="Graphic 24">
            <a:extLst>
              <a:ext uri="{FF2B5EF4-FFF2-40B4-BE49-F238E27FC236}">
                <a16:creationId xmlns:a16="http://schemas.microsoft.com/office/drawing/2014/main" id="{3C405971-E8AF-EAA0-80DA-A6C2F3D4702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9961" y="48887"/>
            <a:ext cx="226226" cy="226226"/>
          </a:xfrm>
          <a:prstGeom prst="rect">
            <a:avLst/>
          </a:prstGeom>
        </p:spPr>
      </p:pic>
      <p:pic>
        <p:nvPicPr>
          <p:cNvPr id="26" name="Graphic 25">
            <a:extLst>
              <a:ext uri="{FF2B5EF4-FFF2-40B4-BE49-F238E27FC236}">
                <a16:creationId xmlns:a16="http://schemas.microsoft.com/office/drawing/2014/main" id="{9772269D-A2FF-DBB6-59DF-0FA992ADBFC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274659" y="48888"/>
            <a:ext cx="231144" cy="226224"/>
          </a:xfrm>
          <a:prstGeom prst="rect">
            <a:avLst/>
          </a:prstGeom>
        </p:spPr>
      </p:pic>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2143064851"/>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p:cSld name="1_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endParaRPr lang="zh-CN" altLang="en-US"/>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274582796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endParaRPr lang="zh-CN" altLang="en-US"/>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260157233"/>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endParaRPr lang="zh-CN" altLang="en-US"/>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790F1BC0-3232-4F9E-ACFA-D17112AC29D7}" type="slidenum">
              <a:rPr lang="zh-CN" altLang="en-US" smtClean="0"/>
              <a:t>‹#›</a:t>
            </a:fld>
            <a:endParaRPr lang="zh-CN" alt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894803883"/>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790F1BC0-3232-4F9E-ACFA-D17112AC29D7}" type="slidenum">
              <a:rPr lang="zh-CN" altLang="en-US" smtClean="0"/>
              <a:t>‹#›</a:t>
            </a:fld>
            <a:endParaRPr lang="zh-CN" alt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endParaRPr lang="zh-CN" altLang="en-US"/>
          </a:p>
        </p:txBody>
      </p:sp>
      <p:sp>
        <p:nvSpPr>
          <p:cNvPr id="6" name="Arrow: Pentagon 5">
            <a:extLst>
              <a:ext uri="{FF2B5EF4-FFF2-40B4-BE49-F238E27FC236}">
                <a16:creationId xmlns:a16="http://schemas.microsoft.com/office/drawing/2014/main" id="{D538B7FC-6B3A-8F3A-BBDC-1EEFED308F78}"/>
              </a:ext>
            </a:extLst>
          </p:cNvPr>
          <p:cNvSpPr/>
          <p:nvPr/>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970798130"/>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endParaRPr lang="zh-CN" altLang="en-US"/>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790F1BC0-3232-4F9E-ACFA-D17112AC29D7}" type="slidenum">
              <a:rPr lang="zh-CN" altLang="en-US" smtClean="0"/>
              <a:t>‹#›</a:t>
            </a:fld>
            <a:endParaRPr lang="zh-CN" alt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678041402"/>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endParaRPr lang="zh-CN" altLang="en-US"/>
          </a:p>
        </p:txBody>
      </p:sp>
      <p:sp>
        <p:nvSpPr>
          <p:cNvPr id="7" name="Arrow: Pentagon 6">
            <a:extLst>
              <a:ext uri="{FF2B5EF4-FFF2-40B4-BE49-F238E27FC236}">
                <a16:creationId xmlns:a16="http://schemas.microsoft.com/office/drawing/2014/main" id="{1C2F19D9-5B8F-D889-26A0-5956F75299B0}"/>
              </a:ext>
            </a:extLst>
          </p:cNvPr>
          <p:cNvSpPr/>
          <p:nvPr/>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926550239"/>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790F1BC0-3232-4F9E-ACFA-D17112AC29D7}" type="slidenum">
              <a:rPr lang="zh-CN" altLang="en-US" smtClean="0"/>
              <a:t>‹#›</a:t>
            </a:fld>
            <a:endParaRPr lang="zh-CN" alt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endParaRPr lang="zh-CN" altLang="en-US"/>
          </a:p>
        </p:txBody>
      </p:sp>
    </p:spTree>
    <p:extLst>
      <p:ext uri="{BB962C8B-B14F-4D97-AF65-F5344CB8AC3E}">
        <p14:creationId xmlns:p14="http://schemas.microsoft.com/office/powerpoint/2010/main" val="855015569"/>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790F1BC0-3232-4F9E-ACFA-D17112AC29D7}" type="slidenum">
              <a:rPr lang="zh-CN" altLang="en-US" smtClean="0"/>
              <a:t>‹#›</a:t>
            </a:fld>
            <a:endParaRPr lang="zh-CN" alt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endParaRPr lang="zh-CN" altLang="en-US"/>
          </a:p>
        </p:txBody>
      </p:sp>
    </p:spTree>
    <p:extLst>
      <p:ext uri="{BB962C8B-B14F-4D97-AF65-F5344CB8AC3E}">
        <p14:creationId xmlns:p14="http://schemas.microsoft.com/office/powerpoint/2010/main" val="697289937"/>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790F1BC0-3232-4F9E-ACFA-D17112AC29D7}" type="slidenum">
              <a:rPr lang="zh-CN" altLang="en-US" smtClean="0"/>
              <a:t>‹#›</a:t>
            </a:fld>
            <a:endParaRPr lang="zh-CN" alt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endParaRPr lang="zh-CN" altLang="en-US"/>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056944240"/>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endParaRPr lang="zh-CN" altLang="en-US"/>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03670640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endParaRPr lang="zh-CN" altLang="en-US"/>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8641812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endParaRPr lang="zh-CN" altLang="en-US"/>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790F1BC0-3232-4F9E-ACFA-D17112AC29D7}" type="slidenum">
              <a:rPr lang="zh-CN" altLang="en-US" smtClean="0"/>
              <a:t>‹#›</a:t>
            </a:fld>
            <a:endParaRPr lang="zh-CN" alt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860062242"/>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endParaRPr lang="zh-CN" altLang="en-US"/>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08648102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endParaRPr lang="zh-CN" altLang="en-US"/>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363133659"/>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endParaRPr lang="zh-CN" altLang="en-US"/>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925108520"/>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endParaRPr lang="zh-CN" altLang="en-US"/>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248280258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endParaRPr lang="zh-CN" altLang="en-US"/>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58198206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endParaRPr lang="zh-CN" altLang="en-US"/>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453437767"/>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endParaRPr lang="zh-CN" altLang="en-US"/>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zh-CN" altLang="en-US"/>
              <a:t>单击此处编辑母版文本样式</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838582939"/>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p:cSld name="1_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endParaRPr lang="zh-CN" altLang="en-US"/>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3479447315"/>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endParaRPr lang="zh-CN" altLang="en-US"/>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2725951147"/>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endParaRPr lang="zh-CN" altLang="en-US"/>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790F1BC0-3232-4F9E-ACFA-D17112AC29D7}" type="slidenum">
              <a:rPr lang="zh-CN" altLang="en-US" smtClean="0"/>
              <a:t>‹#›</a:t>
            </a:fld>
            <a:endParaRPr lang="zh-CN" alt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099101765"/>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endParaRPr lang="zh-CN" altLang="en-US"/>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790F1BC0-3232-4F9E-ACFA-D17112AC29D7}" type="slidenum">
              <a:rPr lang="zh-CN" altLang="en-US" smtClean="0"/>
              <a:t>‹#›</a:t>
            </a:fld>
            <a:endParaRPr lang="zh-CN" altLang="en-US"/>
          </a:p>
        </p:txBody>
      </p:sp>
      <p:sp>
        <p:nvSpPr>
          <p:cNvPr id="2" name="Rechteck 1">
            <a:extLst>
              <a:ext uri="{FF2B5EF4-FFF2-40B4-BE49-F238E27FC236}">
                <a16:creationId xmlns:a16="http://schemas.microsoft.com/office/drawing/2014/main" id="{3341D3C2-8E8C-C888-7E53-E3465CB0DDEB}"/>
              </a:ext>
            </a:extLst>
          </p:cNvPr>
          <p:cNvSpPr/>
          <p:nvPr/>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3645231805"/>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showMasterSp="0">
  <p:cSld name="Titel Only 20p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B02F2972-ABED-49AC-AD79-E052424CFBB8}"/>
              </a:ext>
            </a:extLst>
          </p:cNvPr>
          <p:cNvGraphicFramePr>
            <a:graphicFrameLocks noChangeAspect="1"/>
          </p:cNvGraphicFramePr>
          <p:nvPr>
            <p:custDataLst>
              <p:tags r:id="rId1"/>
            </p:custDataLst>
            <p:extLst>
              <p:ext uri="{D42A27DB-BD31-4B8C-83A1-F6EECF244321}">
                <p14:modId xmlns:p14="http://schemas.microsoft.com/office/powerpoint/2010/main" val="4070195622"/>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425" imgH="426" progId="TCLayout.ActiveDocument.1">
                  <p:embed/>
                </p:oleObj>
              </mc:Choice>
              <mc:Fallback>
                <p:oleObj name="think-cell Slide" r:id="rId4" imgW="425" imgH="426" progId="TCLayout.ActiveDocument.1">
                  <p:embed/>
                  <p:pic>
                    <p:nvPicPr>
                      <p:cNvPr id="3" name="Object 2" hidden="1">
                        <a:extLst>
                          <a:ext uri="{FF2B5EF4-FFF2-40B4-BE49-F238E27FC236}">
                            <a16:creationId xmlns:a16="http://schemas.microsoft.com/office/drawing/2014/main" id="{B02F2972-ABED-49AC-AD79-E052424CFBB8}"/>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153E9C5-65C5-4598-8946-5FBCA43FDD17}"/>
              </a:ext>
            </a:extLst>
          </p:cNvPr>
          <p:cNvSpPr/>
          <p:nvPr>
            <p:custDataLst>
              <p:tags r:id="rId2"/>
            </p:custDataLst>
          </p:nvPr>
        </p:nvSpPr>
        <p:spPr>
          <a:xfrm>
            <a:off x="0" y="0"/>
            <a:ext cx="211667" cy="211667"/>
          </a:xfrm>
          <a:prstGeom prst="rect">
            <a:avLst/>
          </a:prstGeom>
          <a:solidFill>
            <a:srgbClr val="003366"/>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t" anchorCtr="0">
            <a:noAutofit/>
          </a:bodyPr>
          <a:lstStyle/>
          <a:p>
            <a:pPr marL="0" lvl="0" indent="0" algn="l"/>
            <a:endParaRPr lang="en-GB" sz="2667" b="0" i="0" baseline="0" err="1">
              <a:solidFill>
                <a:schemeClr val="bg1"/>
              </a:solidFill>
              <a:latin typeface="BISansOptiCond" panose="02000506040000020004" pitchFamily="2" charset="0"/>
              <a:ea typeface="+mj-ea"/>
              <a:sym typeface="BISansOptiCond" panose="02000506040000020004" pitchFamily="2" charset="0"/>
            </a:endParaRPr>
          </a:p>
        </p:txBody>
      </p:sp>
      <p:cxnSp>
        <p:nvCxnSpPr>
          <p:cNvPr id="7" name="Gerade Verbindung 6"/>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8" name="Titel 7"/>
          <p:cNvSpPr>
            <a:spLocks noGrp="1"/>
          </p:cNvSpPr>
          <p:nvPr>
            <p:ph type="title" hasCustomPrompt="1"/>
          </p:nvPr>
        </p:nvSpPr>
        <p:spPr>
          <a:xfrm>
            <a:off x="490623" y="510230"/>
            <a:ext cx="11211277" cy="366254"/>
          </a:xfrm>
        </p:spPr>
        <p:txBody>
          <a:bodyPr vert="horz" anchor="b"/>
          <a:lstStyle>
            <a:lvl1pPr>
              <a:defRPr sz="2800">
                <a:latin typeface="+mj-lt"/>
              </a:defRPr>
            </a:lvl1pPr>
          </a:lstStyle>
          <a:p>
            <a:r>
              <a:rPr lang="en-GB" noProof="0"/>
              <a:t>Click to add headline</a:t>
            </a:r>
          </a:p>
        </p:txBody>
      </p:sp>
      <p:sp>
        <p:nvSpPr>
          <p:cNvPr id="16" name="Date Placeholder 15">
            <a:extLst>
              <a:ext uri="{FF2B5EF4-FFF2-40B4-BE49-F238E27FC236}">
                <a16:creationId xmlns:a16="http://schemas.microsoft.com/office/drawing/2014/main" id="{0E3CB3DF-C4E2-41FD-BC4C-9EB34E314AB6}"/>
              </a:ext>
            </a:extLst>
          </p:cNvPr>
          <p:cNvSpPr>
            <a:spLocks noGrp="1"/>
          </p:cNvSpPr>
          <p:nvPr>
            <p:ph type="dt" sz="half" idx="10"/>
          </p:nvPr>
        </p:nvSpPr>
        <p:spPr/>
        <p:txBody>
          <a:bodyPr/>
          <a:lstStyle/>
          <a:p>
            <a:fld id="{F452AA4A-0D3D-4B49-891F-E2CDD05E9D2A}" type="datetimeFigureOut">
              <a:rPr lang="zh-CN" altLang="en-US" smtClean="0"/>
              <a:t>2026/5/14</a:t>
            </a:fld>
            <a:endParaRPr lang="zh-CN" altLang="en-US"/>
          </a:p>
        </p:txBody>
      </p:sp>
      <p:sp>
        <p:nvSpPr>
          <p:cNvPr id="17" name="Footer Placeholder 16">
            <a:extLst>
              <a:ext uri="{FF2B5EF4-FFF2-40B4-BE49-F238E27FC236}">
                <a16:creationId xmlns:a16="http://schemas.microsoft.com/office/drawing/2014/main" id="{57887DCC-30E8-4322-809F-341792CED1E4}"/>
              </a:ext>
            </a:extLst>
          </p:cNvPr>
          <p:cNvSpPr>
            <a:spLocks noGrp="1"/>
          </p:cNvSpPr>
          <p:nvPr>
            <p:ph type="ftr" sz="quarter" idx="11"/>
          </p:nvPr>
        </p:nvSpPr>
        <p:spPr/>
        <p:txBody>
          <a:bodyPr/>
          <a:lstStyle/>
          <a:p>
            <a:endParaRPr lang="zh-CN" altLang="en-US"/>
          </a:p>
        </p:txBody>
      </p:sp>
      <p:sp>
        <p:nvSpPr>
          <p:cNvPr id="18" name="Slide Number Placeholder 17">
            <a:extLst>
              <a:ext uri="{FF2B5EF4-FFF2-40B4-BE49-F238E27FC236}">
                <a16:creationId xmlns:a16="http://schemas.microsoft.com/office/drawing/2014/main" id="{ED169320-B347-4BBF-B67B-71F7DD330C0F}"/>
              </a:ext>
            </a:extLst>
          </p:cNvPr>
          <p:cNvSpPr>
            <a:spLocks noGrp="1"/>
          </p:cNvSpPr>
          <p:nvPr>
            <p:ph type="sldNum" sz="quarter" idx="12"/>
          </p:nvPr>
        </p:nvSpPr>
        <p:spPr/>
        <p:txBody>
          <a:bodyPr/>
          <a:lstStyle/>
          <a:p>
            <a:fld id="{790F1BC0-3232-4F9E-ACFA-D17112AC29D7}" type="slidenum">
              <a:rPr lang="zh-CN" altLang="en-US" smtClean="0"/>
              <a:t>‹#›</a:t>
            </a:fld>
            <a:endParaRPr lang="zh-CN" altLang="en-US"/>
          </a:p>
        </p:txBody>
      </p:sp>
      <p:pic>
        <p:nvPicPr>
          <p:cNvPr id="13" name="Grafik 6">
            <a:extLst>
              <a:ext uri="{FF2B5EF4-FFF2-40B4-BE49-F238E27FC236}">
                <a16:creationId xmlns:a16="http://schemas.microsoft.com/office/drawing/2014/main" id="{D56B6FAB-9ABA-4DFF-B951-BE2618F375B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89099" y="6487154"/>
            <a:ext cx="840360" cy="254013"/>
          </a:xfrm>
          <a:prstGeom prst="rect">
            <a:avLst/>
          </a:prstGeom>
        </p:spPr>
      </p:pic>
    </p:spTree>
    <p:extLst>
      <p:ext uri="{BB962C8B-B14F-4D97-AF65-F5344CB8AC3E}">
        <p14:creationId xmlns:p14="http://schemas.microsoft.com/office/powerpoint/2010/main" val="38539650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showMasterSp="0">
  <p:cSld name="Standard page_02">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EC25A29A-C509-C746-A81C-33CC4EEDAFF9}"/>
              </a:ext>
            </a:extLst>
          </p:cNvPr>
          <p:cNvSpPr/>
          <p:nvPr/>
        </p:nvSpPr>
        <p:spPr>
          <a:xfrm>
            <a:off x="0" y="1"/>
            <a:ext cx="12192000" cy="1077332"/>
          </a:xfrm>
          <a:prstGeom prst="rect">
            <a:avLst/>
          </a:prstGeom>
          <a:solidFill>
            <a:srgbClr val="F2F2F2">
              <a:alpha val="51765"/>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3" name="Inhaltsplatzhalter 2"/>
          <p:cNvSpPr>
            <a:spLocks noGrp="1"/>
          </p:cNvSpPr>
          <p:nvPr>
            <p:ph idx="1" hasCustomPrompt="1"/>
          </p:nvPr>
        </p:nvSpPr>
        <p:spPr>
          <a:xfrm>
            <a:off x="490100" y="1600202"/>
            <a:ext cx="11211800" cy="4361687"/>
          </a:xfrm>
        </p:spPr>
        <p:txBody>
          <a:bodyPr/>
          <a:lstStyle>
            <a:lvl1pPr>
              <a:defRPr sz="2133"/>
            </a:lvl1pPr>
          </a:lstStyle>
          <a:p>
            <a:pPr lvl="0"/>
            <a:r>
              <a:rPr lang="en-GB" noProof="0"/>
              <a:t>Click to add text</a:t>
            </a:r>
          </a:p>
        </p:txBody>
      </p:sp>
      <p:sp>
        <p:nvSpPr>
          <p:cNvPr id="12" name="Titel 7">
            <a:extLst>
              <a:ext uri="{FF2B5EF4-FFF2-40B4-BE49-F238E27FC236}">
                <a16:creationId xmlns:a16="http://schemas.microsoft.com/office/drawing/2014/main" id="{AE65C8B6-4042-1644-8FAB-F537063EC4C8}"/>
              </a:ext>
            </a:extLst>
          </p:cNvPr>
          <p:cNvSpPr>
            <a:spLocks noGrp="1"/>
          </p:cNvSpPr>
          <p:nvPr>
            <p:ph type="title" hasCustomPrompt="1"/>
          </p:nvPr>
        </p:nvSpPr>
        <p:spPr>
          <a:xfrm>
            <a:off x="490100" y="563164"/>
            <a:ext cx="11211800" cy="394296"/>
          </a:xfrm>
        </p:spPr>
        <p:txBody>
          <a:bodyPr anchor="b"/>
          <a:lstStyle>
            <a:lvl1pPr>
              <a:lnSpc>
                <a:spcPts val="3120"/>
              </a:lnSpc>
              <a:defRPr sz="2933"/>
            </a:lvl1pPr>
          </a:lstStyle>
          <a:p>
            <a:r>
              <a:rPr lang="en-GB" noProof="0"/>
              <a:t>Click to add headline</a:t>
            </a:r>
          </a:p>
        </p:txBody>
      </p:sp>
      <p:sp>
        <p:nvSpPr>
          <p:cNvPr id="20" name="Rectangle 19">
            <a:extLst>
              <a:ext uri="{FF2B5EF4-FFF2-40B4-BE49-F238E27FC236}">
                <a16:creationId xmlns:a16="http://schemas.microsoft.com/office/drawing/2014/main" id="{812CC9A9-1137-6C44-8BAD-7FAAFF43244C}"/>
              </a:ext>
            </a:extLst>
          </p:cNvPr>
          <p:cNvSpPr/>
          <p:nvPr/>
        </p:nvSpPr>
        <p:spPr>
          <a:xfrm>
            <a:off x="0" y="5961888"/>
            <a:ext cx="12192000" cy="896112"/>
          </a:xfrm>
          <a:prstGeom prst="rect">
            <a:avLst/>
          </a:prstGeom>
          <a:solidFill>
            <a:srgbClr val="F2F2F2">
              <a:alpha val="51765"/>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3" name="Foliennummernplatzhalter 5">
            <a:extLst>
              <a:ext uri="{FF2B5EF4-FFF2-40B4-BE49-F238E27FC236}">
                <a16:creationId xmlns:a16="http://schemas.microsoft.com/office/drawing/2014/main" id="{B52550DB-0744-2E4A-99F0-146711AE26A4}"/>
              </a:ext>
            </a:extLst>
          </p:cNvPr>
          <p:cNvSpPr>
            <a:spLocks noGrp="1"/>
          </p:cNvSpPr>
          <p:nvPr>
            <p:ph type="sldNum" sz="quarter" idx="4"/>
          </p:nvPr>
        </p:nvSpPr>
        <p:spPr>
          <a:xfrm>
            <a:off x="11504731" y="6384986"/>
            <a:ext cx="197169" cy="205121"/>
          </a:xfrm>
          <a:prstGeom prst="rect">
            <a:avLst/>
          </a:prstGeom>
        </p:spPr>
        <p:txBody>
          <a:bodyPr vert="horz" wrap="none" lIns="0" tIns="0" rIns="0" bIns="0" rtlCol="0" anchor="ctr">
            <a:spAutoFit/>
          </a:bodyPr>
          <a:lstStyle>
            <a:lvl1pPr algn="r">
              <a:defRPr sz="1333" b="0" i="0">
                <a:solidFill>
                  <a:schemeClr val="bg1">
                    <a:lumMod val="50000"/>
                  </a:schemeClr>
                </a:solidFill>
                <a:latin typeface="BISansOptiCond"/>
                <a:cs typeface="BISansOptiCond"/>
              </a:defRPr>
            </a:lvl1pPr>
          </a:lstStyle>
          <a:p>
            <a:fld id="{790F1BC0-3232-4F9E-ACFA-D17112AC29D7}" type="slidenum">
              <a:rPr lang="zh-CN" altLang="en-US" smtClean="0"/>
              <a:t>‹#›</a:t>
            </a:fld>
            <a:endParaRPr lang="zh-CN" altLang="en-US"/>
          </a:p>
        </p:txBody>
      </p:sp>
      <p:sp>
        <p:nvSpPr>
          <p:cNvPr id="24" name="Rectangle 23">
            <a:extLst>
              <a:ext uri="{FF2B5EF4-FFF2-40B4-BE49-F238E27FC236}">
                <a16:creationId xmlns:a16="http://schemas.microsoft.com/office/drawing/2014/main" id="{2DDDC793-DE2A-F649-BF80-4CF47779366F}"/>
              </a:ext>
            </a:extLst>
          </p:cNvPr>
          <p:cNvSpPr/>
          <p:nvPr/>
        </p:nvSpPr>
        <p:spPr>
          <a:xfrm>
            <a:off x="458035" y="6302882"/>
            <a:ext cx="1319528" cy="338554"/>
          </a:xfrm>
          <a:prstGeom prst="rect">
            <a:avLst/>
          </a:prstGeom>
          <a:solidFill>
            <a:schemeClr val="accent3">
              <a:lumMod val="20000"/>
              <a:lumOff val="80000"/>
            </a:schemeClr>
          </a:solidFill>
        </p:spPr>
        <p:txBody>
          <a:bodyPr wrap="none">
            <a:spAutoFit/>
          </a:bodyPr>
          <a:lstStyle/>
          <a:p>
            <a:r>
              <a:rPr lang="en-GB" sz="1600"/>
              <a:t>[Brand] Logo</a:t>
            </a:r>
          </a:p>
        </p:txBody>
      </p:sp>
      <p:sp>
        <p:nvSpPr>
          <p:cNvPr id="10" name="Rectangle 9">
            <a:extLst>
              <a:ext uri="{FF2B5EF4-FFF2-40B4-BE49-F238E27FC236}">
                <a16:creationId xmlns:a16="http://schemas.microsoft.com/office/drawing/2014/main" id="{64784119-92D8-4240-A43A-EEADCB6D3494}"/>
              </a:ext>
            </a:extLst>
          </p:cNvPr>
          <p:cNvSpPr/>
          <p:nvPr/>
        </p:nvSpPr>
        <p:spPr>
          <a:xfrm>
            <a:off x="1867056" y="6329558"/>
            <a:ext cx="3421514" cy="297454"/>
          </a:xfrm>
          <a:prstGeom prst="rect">
            <a:avLst/>
          </a:prstGeom>
        </p:spPr>
        <p:txBody>
          <a:bodyPr wrap="none">
            <a:spAutoFit/>
          </a:bodyPr>
          <a:lstStyle/>
          <a:p>
            <a:pPr marL="16933" lvl="2">
              <a:spcBef>
                <a:spcPts val="800"/>
              </a:spcBef>
            </a:pPr>
            <a:r>
              <a:rPr lang="en-US" sz="1333">
                <a:solidFill>
                  <a:schemeClr val="tx1">
                    <a:lumMod val="50000"/>
                    <a:lumOff val="50000"/>
                  </a:schemeClr>
                </a:solidFill>
              </a:rPr>
              <a:t>Confidential. For internal planning use only.</a:t>
            </a:r>
          </a:p>
        </p:txBody>
      </p:sp>
      <p:sp>
        <p:nvSpPr>
          <p:cNvPr id="17" name="Rectangle 16">
            <a:extLst>
              <a:ext uri="{FF2B5EF4-FFF2-40B4-BE49-F238E27FC236}">
                <a16:creationId xmlns:a16="http://schemas.microsoft.com/office/drawing/2014/main" id="{E4EC9CEF-6BF8-EF41-9FBA-D9F184D64690}"/>
              </a:ext>
            </a:extLst>
          </p:cNvPr>
          <p:cNvSpPr/>
          <p:nvPr/>
        </p:nvSpPr>
        <p:spPr>
          <a:xfrm>
            <a:off x="1" y="-150891"/>
            <a:ext cx="187279" cy="105408"/>
          </a:xfrm>
          <a:prstGeom prst="rect">
            <a:avLst/>
          </a:prstGeom>
          <a:solidFill>
            <a:srgbClr val="CDCBCD"/>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18" name="Rectangle 17">
            <a:extLst>
              <a:ext uri="{FF2B5EF4-FFF2-40B4-BE49-F238E27FC236}">
                <a16:creationId xmlns:a16="http://schemas.microsoft.com/office/drawing/2014/main" id="{B4131E1E-F49F-FE47-8B1B-033C10FA24AF}"/>
              </a:ext>
            </a:extLst>
          </p:cNvPr>
          <p:cNvSpPr/>
          <p:nvPr/>
        </p:nvSpPr>
        <p:spPr>
          <a:xfrm>
            <a:off x="220017" y="-150891"/>
            <a:ext cx="187279" cy="105408"/>
          </a:xfrm>
          <a:prstGeom prst="rect">
            <a:avLst/>
          </a:prstGeom>
          <a:solidFill>
            <a:srgbClr val="9D9F3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19" name="Rectangle 18">
            <a:extLst>
              <a:ext uri="{FF2B5EF4-FFF2-40B4-BE49-F238E27FC236}">
                <a16:creationId xmlns:a16="http://schemas.microsoft.com/office/drawing/2014/main" id="{65A3AFC8-0884-7F4A-8AA9-5F7EA08D8EA9}"/>
              </a:ext>
            </a:extLst>
          </p:cNvPr>
          <p:cNvSpPr/>
          <p:nvPr/>
        </p:nvSpPr>
        <p:spPr>
          <a:xfrm>
            <a:off x="440034" y="-150891"/>
            <a:ext cx="187279" cy="105408"/>
          </a:xfrm>
          <a:prstGeom prst="rect">
            <a:avLst/>
          </a:prstGeom>
          <a:solidFill>
            <a:srgbClr val="C44F2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1" name="Rectangle 20">
            <a:extLst>
              <a:ext uri="{FF2B5EF4-FFF2-40B4-BE49-F238E27FC236}">
                <a16:creationId xmlns:a16="http://schemas.microsoft.com/office/drawing/2014/main" id="{29116EA5-554D-5C4D-A20D-CC37E6D5FCA5}"/>
              </a:ext>
            </a:extLst>
          </p:cNvPr>
          <p:cNvSpPr/>
          <p:nvPr/>
        </p:nvSpPr>
        <p:spPr>
          <a:xfrm>
            <a:off x="660050" y="-150891"/>
            <a:ext cx="187279" cy="105408"/>
          </a:xfrm>
          <a:prstGeom prst="rect">
            <a:avLst/>
          </a:prstGeom>
          <a:solidFill>
            <a:srgbClr val="3076B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2" name="Rectangle 21">
            <a:extLst>
              <a:ext uri="{FF2B5EF4-FFF2-40B4-BE49-F238E27FC236}">
                <a16:creationId xmlns:a16="http://schemas.microsoft.com/office/drawing/2014/main" id="{D9BD5459-852D-E44E-9348-6C72746A65AE}"/>
              </a:ext>
            </a:extLst>
          </p:cNvPr>
          <p:cNvSpPr/>
          <p:nvPr/>
        </p:nvSpPr>
        <p:spPr>
          <a:xfrm>
            <a:off x="880066" y="-150891"/>
            <a:ext cx="187279" cy="105408"/>
          </a:xfrm>
          <a:prstGeom prst="rect">
            <a:avLst/>
          </a:prstGeom>
          <a:solidFill>
            <a:srgbClr val="2C676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33" name="Rectangle 32">
            <a:extLst>
              <a:ext uri="{FF2B5EF4-FFF2-40B4-BE49-F238E27FC236}">
                <a16:creationId xmlns:a16="http://schemas.microsoft.com/office/drawing/2014/main" id="{B6B216CD-890D-EA4C-8F9B-67DEE7A23B4F}"/>
              </a:ext>
            </a:extLst>
          </p:cNvPr>
          <p:cNvSpPr/>
          <p:nvPr/>
        </p:nvSpPr>
        <p:spPr>
          <a:xfrm>
            <a:off x="1100082" y="-150891"/>
            <a:ext cx="187279" cy="105408"/>
          </a:xfrm>
          <a:prstGeom prst="rect">
            <a:avLst/>
          </a:prstGeom>
          <a:solidFill>
            <a:srgbClr val="E0EEF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34" name="Rectangle 33">
            <a:extLst>
              <a:ext uri="{FF2B5EF4-FFF2-40B4-BE49-F238E27FC236}">
                <a16:creationId xmlns:a16="http://schemas.microsoft.com/office/drawing/2014/main" id="{54719406-74D1-5247-9365-B0838D44CE7C}"/>
              </a:ext>
            </a:extLst>
          </p:cNvPr>
          <p:cNvSpPr/>
          <p:nvPr/>
        </p:nvSpPr>
        <p:spPr>
          <a:xfrm>
            <a:off x="1320097" y="-150891"/>
            <a:ext cx="187279" cy="105408"/>
          </a:xfrm>
          <a:prstGeom prst="rect">
            <a:avLst/>
          </a:prstGeom>
          <a:solidFill>
            <a:srgbClr val="233F6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Tree>
    <p:extLst>
      <p:ext uri="{BB962C8B-B14F-4D97-AF65-F5344CB8AC3E}">
        <p14:creationId xmlns:p14="http://schemas.microsoft.com/office/powerpoint/2010/main" val="2192551142"/>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p:cSld name="1_Standard page_02">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0E00DF8F-60B6-BB47-B6EA-A3E48A769C61}"/>
              </a:ext>
            </a:extLst>
          </p:cNvPr>
          <p:cNvSpPr/>
          <p:nvPr/>
        </p:nvSpPr>
        <p:spPr>
          <a:xfrm>
            <a:off x="0" y="1"/>
            <a:ext cx="12192000" cy="1077332"/>
          </a:xfrm>
          <a:prstGeom prst="rect">
            <a:avLst/>
          </a:prstGeom>
          <a:solidFill>
            <a:srgbClr val="F2F2F2">
              <a:alpha val="51765"/>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b"/>
          <a:lstStyle/>
          <a:p>
            <a:pPr algn="ctr"/>
            <a:endParaRPr lang="en-GB" sz="1867">
              <a:solidFill>
                <a:schemeClr val="tx1"/>
              </a:solidFill>
            </a:endParaRPr>
          </a:p>
        </p:txBody>
      </p:sp>
      <p:sp>
        <p:nvSpPr>
          <p:cNvPr id="3" name="Inhaltsplatzhalter 2"/>
          <p:cNvSpPr>
            <a:spLocks noGrp="1"/>
          </p:cNvSpPr>
          <p:nvPr>
            <p:ph idx="1" hasCustomPrompt="1"/>
          </p:nvPr>
        </p:nvSpPr>
        <p:spPr>
          <a:xfrm>
            <a:off x="490102" y="1600202"/>
            <a:ext cx="7454621" cy="4361687"/>
          </a:xfrm>
        </p:spPr>
        <p:txBody>
          <a:bodyPr/>
          <a:lstStyle>
            <a:lvl1pPr>
              <a:defRPr sz="2133"/>
            </a:lvl1pPr>
          </a:lstStyle>
          <a:p>
            <a:pPr lvl="0"/>
            <a:r>
              <a:rPr lang="en-GB" noProof="0"/>
              <a:t>Click to add text</a:t>
            </a:r>
          </a:p>
        </p:txBody>
      </p:sp>
      <p:sp>
        <p:nvSpPr>
          <p:cNvPr id="12" name="Titel 7">
            <a:extLst>
              <a:ext uri="{FF2B5EF4-FFF2-40B4-BE49-F238E27FC236}">
                <a16:creationId xmlns:a16="http://schemas.microsoft.com/office/drawing/2014/main" id="{AE65C8B6-4042-1644-8FAB-F537063EC4C8}"/>
              </a:ext>
            </a:extLst>
          </p:cNvPr>
          <p:cNvSpPr>
            <a:spLocks noGrp="1"/>
          </p:cNvSpPr>
          <p:nvPr>
            <p:ph type="title" hasCustomPrompt="1"/>
          </p:nvPr>
        </p:nvSpPr>
        <p:spPr>
          <a:xfrm>
            <a:off x="490100" y="566463"/>
            <a:ext cx="11211800" cy="394296"/>
          </a:xfrm>
        </p:spPr>
        <p:txBody>
          <a:bodyPr anchor="b"/>
          <a:lstStyle>
            <a:lvl1pPr>
              <a:lnSpc>
                <a:spcPts val="3120"/>
              </a:lnSpc>
              <a:defRPr sz="2933"/>
            </a:lvl1pPr>
          </a:lstStyle>
          <a:p>
            <a:r>
              <a:rPr lang="en-GB" noProof="0"/>
              <a:t>Click to add headline</a:t>
            </a:r>
          </a:p>
        </p:txBody>
      </p:sp>
      <p:sp>
        <p:nvSpPr>
          <p:cNvPr id="20" name="Rectangle 19">
            <a:extLst>
              <a:ext uri="{FF2B5EF4-FFF2-40B4-BE49-F238E27FC236}">
                <a16:creationId xmlns:a16="http://schemas.microsoft.com/office/drawing/2014/main" id="{812CC9A9-1137-6C44-8BAD-7FAAFF43244C}"/>
              </a:ext>
            </a:extLst>
          </p:cNvPr>
          <p:cNvSpPr/>
          <p:nvPr/>
        </p:nvSpPr>
        <p:spPr>
          <a:xfrm>
            <a:off x="0" y="5961888"/>
            <a:ext cx="12192000" cy="896112"/>
          </a:xfrm>
          <a:prstGeom prst="rect">
            <a:avLst/>
          </a:prstGeom>
          <a:solidFill>
            <a:srgbClr val="F2F2F2">
              <a:alpha val="51765"/>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3" name="Foliennummernplatzhalter 5">
            <a:extLst>
              <a:ext uri="{FF2B5EF4-FFF2-40B4-BE49-F238E27FC236}">
                <a16:creationId xmlns:a16="http://schemas.microsoft.com/office/drawing/2014/main" id="{B52550DB-0744-2E4A-99F0-146711AE26A4}"/>
              </a:ext>
            </a:extLst>
          </p:cNvPr>
          <p:cNvSpPr>
            <a:spLocks noGrp="1"/>
          </p:cNvSpPr>
          <p:nvPr>
            <p:ph type="sldNum" sz="quarter" idx="4"/>
          </p:nvPr>
        </p:nvSpPr>
        <p:spPr>
          <a:xfrm>
            <a:off x="11504731" y="6384986"/>
            <a:ext cx="197169" cy="205121"/>
          </a:xfrm>
          <a:prstGeom prst="rect">
            <a:avLst/>
          </a:prstGeom>
        </p:spPr>
        <p:txBody>
          <a:bodyPr vert="horz" wrap="none" lIns="0" tIns="0" rIns="0" bIns="0" rtlCol="0" anchor="ctr">
            <a:spAutoFit/>
          </a:bodyPr>
          <a:lstStyle>
            <a:lvl1pPr algn="r">
              <a:defRPr sz="1333" b="0" i="0">
                <a:solidFill>
                  <a:schemeClr val="bg1">
                    <a:lumMod val="50000"/>
                  </a:schemeClr>
                </a:solidFill>
                <a:latin typeface="BISansOptiCond"/>
                <a:cs typeface="BISansOptiCond"/>
              </a:defRPr>
            </a:lvl1pPr>
          </a:lstStyle>
          <a:p>
            <a:fld id="{790F1BC0-3232-4F9E-ACFA-D17112AC29D7}" type="slidenum">
              <a:rPr lang="zh-CN" altLang="en-US" smtClean="0"/>
              <a:t>‹#›</a:t>
            </a:fld>
            <a:endParaRPr lang="zh-CN" altLang="en-US"/>
          </a:p>
        </p:txBody>
      </p:sp>
      <p:sp>
        <p:nvSpPr>
          <p:cNvPr id="24" name="Rectangle 23">
            <a:extLst>
              <a:ext uri="{FF2B5EF4-FFF2-40B4-BE49-F238E27FC236}">
                <a16:creationId xmlns:a16="http://schemas.microsoft.com/office/drawing/2014/main" id="{2DDDC793-DE2A-F649-BF80-4CF47779366F}"/>
              </a:ext>
            </a:extLst>
          </p:cNvPr>
          <p:cNvSpPr/>
          <p:nvPr/>
        </p:nvSpPr>
        <p:spPr>
          <a:xfrm>
            <a:off x="458035" y="6302882"/>
            <a:ext cx="1319528" cy="338554"/>
          </a:xfrm>
          <a:prstGeom prst="rect">
            <a:avLst/>
          </a:prstGeom>
          <a:solidFill>
            <a:schemeClr val="accent3">
              <a:lumMod val="20000"/>
              <a:lumOff val="80000"/>
            </a:schemeClr>
          </a:solidFill>
        </p:spPr>
        <p:txBody>
          <a:bodyPr wrap="none">
            <a:spAutoFit/>
          </a:bodyPr>
          <a:lstStyle/>
          <a:p>
            <a:r>
              <a:rPr lang="en-GB" sz="1600"/>
              <a:t>[Brand] Logo</a:t>
            </a:r>
          </a:p>
        </p:txBody>
      </p:sp>
      <p:sp>
        <p:nvSpPr>
          <p:cNvPr id="10" name="Rectangle 9">
            <a:extLst>
              <a:ext uri="{FF2B5EF4-FFF2-40B4-BE49-F238E27FC236}">
                <a16:creationId xmlns:a16="http://schemas.microsoft.com/office/drawing/2014/main" id="{613C6770-0332-5144-8C18-DB7C0E93DDA3}"/>
              </a:ext>
            </a:extLst>
          </p:cNvPr>
          <p:cNvSpPr/>
          <p:nvPr/>
        </p:nvSpPr>
        <p:spPr>
          <a:xfrm>
            <a:off x="1867056" y="6329558"/>
            <a:ext cx="3421514" cy="297454"/>
          </a:xfrm>
          <a:prstGeom prst="rect">
            <a:avLst/>
          </a:prstGeom>
        </p:spPr>
        <p:txBody>
          <a:bodyPr wrap="none">
            <a:spAutoFit/>
          </a:bodyPr>
          <a:lstStyle/>
          <a:p>
            <a:pPr marL="16933" lvl="2">
              <a:spcBef>
                <a:spcPts val="800"/>
              </a:spcBef>
            </a:pPr>
            <a:r>
              <a:rPr lang="en-US" sz="1333">
                <a:solidFill>
                  <a:schemeClr val="tx1">
                    <a:lumMod val="50000"/>
                    <a:lumOff val="50000"/>
                  </a:schemeClr>
                </a:solidFill>
              </a:rPr>
              <a:t>Confidential. For internal planning use only.</a:t>
            </a:r>
          </a:p>
        </p:txBody>
      </p:sp>
      <p:sp>
        <p:nvSpPr>
          <p:cNvPr id="17" name="Rectangle 16">
            <a:extLst>
              <a:ext uri="{FF2B5EF4-FFF2-40B4-BE49-F238E27FC236}">
                <a16:creationId xmlns:a16="http://schemas.microsoft.com/office/drawing/2014/main" id="{B0422FEA-8A1F-F34A-BD28-588FC25CFE7E}"/>
              </a:ext>
            </a:extLst>
          </p:cNvPr>
          <p:cNvSpPr/>
          <p:nvPr/>
        </p:nvSpPr>
        <p:spPr>
          <a:xfrm>
            <a:off x="1" y="-150891"/>
            <a:ext cx="187279" cy="105408"/>
          </a:xfrm>
          <a:prstGeom prst="rect">
            <a:avLst/>
          </a:prstGeom>
          <a:solidFill>
            <a:srgbClr val="CDCBCD"/>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18" name="Rectangle 17">
            <a:extLst>
              <a:ext uri="{FF2B5EF4-FFF2-40B4-BE49-F238E27FC236}">
                <a16:creationId xmlns:a16="http://schemas.microsoft.com/office/drawing/2014/main" id="{C1E8593C-9DD4-9040-9D1D-BEAE804330E9}"/>
              </a:ext>
            </a:extLst>
          </p:cNvPr>
          <p:cNvSpPr/>
          <p:nvPr/>
        </p:nvSpPr>
        <p:spPr>
          <a:xfrm>
            <a:off x="220017" y="-150891"/>
            <a:ext cx="187279" cy="105408"/>
          </a:xfrm>
          <a:prstGeom prst="rect">
            <a:avLst/>
          </a:prstGeom>
          <a:solidFill>
            <a:srgbClr val="9D9F3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19" name="Rectangle 18">
            <a:extLst>
              <a:ext uri="{FF2B5EF4-FFF2-40B4-BE49-F238E27FC236}">
                <a16:creationId xmlns:a16="http://schemas.microsoft.com/office/drawing/2014/main" id="{BE7A6076-99C5-114D-B524-6D6C8E07E2C9}"/>
              </a:ext>
            </a:extLst>
          </p:cNvPr>
          <p:cNvSpPr/>
          <p:nvPr/>
        </p:nvSpPr>
        <p:spPr>
          <a:xfrm>
            <a:off x="440034" y="-150891"/>
            <a:ext cx="187279" cy="105408"/>
          </a:xfrm>
          <a:prstGeom prst="rect">
            <a:avLst/>
          </a:prstGeom>
          <a:solidFill>
            <a:srgbClr val="C44F2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1" name="Rectangle 20">
            <a:extLst>
              <a:ext uri="{FF2B5EF4-FFF2-40B4-BE49-F238E27FC236}">
                <a16:creationId xmlns:a16="http://schemas.microsoft.com/office/drawing/2014/main" id="{71CAB8EA-CCF1-6745-AF5C-FE57B8DE1E33}"/>
              </a:ext>
            </a:extLst>
          </p:cNvPr>
          <p:cNvSpPr/>
          <p:nvPr/>
        </p:nvSpPr>
        <p:spPr>
          <a:xfrm>
            <a:off x="660050" y="-150891"/>
            <a:ext cx="187279" cy="105408"/>
          </a:xfrm>
          <a:prstGeom prst="rect">
            <a:avLst/>
          </a:prstGeom>
          <a:solidFill>
            <a:srgbClr val="3076B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2" name="Rectangle 21">
            <a:extLst>
              <a:ext uri="{FF2B5EF4-FFF2-40B4-BE49-F238E27FC236}">
                <a16:creationId xmlns:a16="http://schemas.microsoft.com/office/drawing/2014/main" id="{17720ED4-E8FF-8443-9C2A-90A45E30DCE6}"/>
              </a:ext>
            </a:extLst>
          </p:cNvPr>
          <p:cNvSpPr/>
          <p:nvPr/>
        </p:nvSpPr>
        <p:spPr>
          <a:xfrm>
            <a:off x="880066" y="-150891"/>
            <a:ext cx="187279" cy="105408"/>
          </a:xfrm>
          <a:prstGeom prst="rect">
            <a:avLst/>
          </a:prstGeom>
          <a:solidFill>
            <a:srgbClr val="2C676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5" name="Rectangle 24">
            <a:extLst>
              <a:ext uri="{FF2B5EF4-FFF2-40B4-BE49-F238E27FC236}">
                <a16:creationId xmlns:a16="http://schemas.microsoft.com/office/drawing/2014/main" id="{4CF7733B-0973-FF47-BBF2-94A1E5739685}"/>
              </a:ext>
            </a:extLst>
          </p:cNvPr>
          <p:cNvSpPr/>
          <p:nvPr/>
        </p:nvSpPr>
        <p:spPr>
          <a:xfrm>
            <a:off x="1100082" y="-150891"/>
            <a:ext cx="187279" cy="105408"/>
          </a:xfrm>
          <a:prstGeom prst="rect">
            <a:avLst/>
          </a:prstGeom>
          <a:solidFill>
            <a:srgbClr val="E0EEF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
        <p:nvSpPr>
          <p:cNvPr id="27" name="Rectangle 26">
            <a:extLst>
              <a:ext uri="{FF2B5EF4-FFF2-40B4-BE49-F238E27FC236}">
                <a16:creationId xmlns:a16="http://schemas.microsoft.com/office/drawing/2014/main" id="{4517FDE4-4A65-EF49-A250-43C5AE15AAF0}"/>
              </a:ext>
            </a:extLst>
          </p:cNvPr>
          <p:cNvSpPr/>
          <p:nvPr/>
        </p:nvSpPr>
        <p:spPr>
          <a:xfrm>
            <a:off x="1320097" y="-150891"/>
            <a:ext cx="187279" cy="105408"/>
          </a:xfrm>
          <a:prstGeom prst="rect">
            <a:avLst/>
          </a:prstGeom>
          <a:solidFill>
            <a:srgbClr val="233F6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a:solidFill>
                <a:schemeClr val="tx1"/>
              </a:solidFill>
            </a:endParaRPr>
          </a:p>
        </p:txBody>
      </p:sp>
    </p:spTree>
    <p:extLst>
      <p:ext uri="{BB962C8B-B14F-4D97-AF65-F5344CB8AC3E}">
        <p14:creationId xmlns:p14="http://schemas.microsoft.com/office/powerpoint/2010/main" val="1067976586"/>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cSld name="标题和内容">
    <p:spTree>
      <p:nvGrpSpPr>
        <p:cNvPr id="1" name=""/>
        <p:cNvGrpSpPr/>
        <p:nvPr/>
      </p:nvGrpSpPr>
      <p:grpSpPr>
        <a:xfrm>
          <a:off x="0" y="0"/>
          <a:ext cx="0" cy="0"/>
          <a:chOff x="0" y="0"/>
          <a:chExt cx="0" cy="0"/>
        </a:xfrm>
      </p:grpSpPr>
      <p:sp>
        <p:nvSpPr>
          <p:cNvPr id="3" name="Content Placeholder 2"/>
          <p:cNvSpPr>
            <a:spLocks noGrp="1"/>
          </p:cNvSpPr>
          <p:nvPr>
            <p:ph idx="1"/>
          </p:nvPr>
        </p:nvSpPr>
        <p:spPr>
          <a:xfrm>
            <a:off x="498764" y="1511999"/>
            <a:ext cx="11268000" cy="4356000"/>
          </a:xfrm>
        </p:spPr>
        <p:txBody>
          <a:bodyPr/>
          <a:lstStyle>
            <a:lvl1pPr>
              <a:defRPr baseline="0">
                <a:solidFill>
                  <a:schemeClr val="tx2"/>
                </a:solidFill>
              </a:defRPr>
            </a:lvl1pPr>
            <a:lvl2pPr>
              <a:defRPr baseline="0">
                <a:solidFill>
                  <a:schemeClr val="tx2"/>
                </a:solidFill>
              </a:defRPr>
            </a:lvl2pPr>
            <a:lvl3pPr>
              <a:defRPr baseline="0">
                <a:solidFill>
                  <a:schemeClr val="tx2"/>
                </a:solidFill>
              </a:defRPr>
            </a:lvl3pPr>
            <a:lvl4pPr>
              <a:defRPr baseline="0">
                <a:solidFill>
                  <a:schemeClr val="tx2"/>
                </a:solidFill>
              </a:defRPr>
            </a:lvl4pPr>
            <a:lvl5pPr>
              <a:defRPr baseline="0">
                <a:solidFill>
                  <a:schemeClr val="tx2"/>
                </a:solidFill>
              </a:defRPr>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GB"/>
          </a:p>
        </p:txBody>
      </p:sp>
      <p:sp>
        <p:nvSpPr>
          <p:cNvPr id="7" name="Espace réservé du numéro de diapositive 6"/>
          <p:cNvSpPr>
            <a:spLocks noGrp="1"/>
          </p:cNvSpPr>
          <p:nvPr>
            <p:ph type="sldNum" sz="quarter" idx="10"/>
          </p:nvPr>
        </p:nvSpPr>
        <p:spPr/>
        <p:txBody>
          <a:bodyPr/>
          <a:lstStyle/>
          <a:p>
            <a:fld id="{790F1BC0-3232-4F9E-ACFA-D17112AC29D7}" type="slidenum">
              <a:rPr lang="zh-CN" altLang="en-US" smtClean="0"/>
              <a:t>‹#›</a:t>
            </a:fld>
            <a:endParaRPr lang="zh-CN" altLang="en-US"/>
          </a:p>
        </p:txBody>
      </p:sp>
      <p:sp>
        <p:nvSpPr>
          <p:cNvPr id="8" name="Espace réservé du texte 4">
            <a:extLst>
              <a:ext uri="{FF2B5EF4-FFF2-40B4-BE49-F238E27FC236}">
                <a16:creationId xmlns:a16="http://schemas.microsoft.com/office/drawing/2014/main" id="{2C96FCB4-546F-4937-A8B9-458407F43746}"/>
              </a:ext>
            </a:extLst>
          </p:cNvPr>
          <p:cNvSpPr>
            <a:spLocks noGrp="1"/>
          </p:cNvSpPr>
          <p:nvPr>
            <p:ph type="body" sz="quarter" idx="13"/>
          </p:nvPr>
        </p:nvSpPr>
        <p:spPr>
          <a:xfrm>
            <a:off x="1656001" y="6048001"/>
            <a:ext cx="8774311" cy="203133"/>
          </a:xfrm>
        </p:spPr>
        <p:txBody>
          <a:bodyPr anchor="t">
            <a:spAutoFit/>
          </a:bodyPr>
          <a:lstStyle>
            <a:lvl1pPr marL="0" indent="0">
              <a:spcBef>
                <a:spcPts val="0"/>
              </a:spcBef>
              <a:spcAft>
                <a:spcPts val="0"/>
              </a:spcAft>
              <a:buFont typeface="+mj-lt"/>
              <a:buNone/>
              <a:defRPr sz="800"/>
            </a:lvl1pPr>
            <a:lvl2pPr marL="457178" indent="0">
              <a:buNone/>
              <a:defRPr/>
            </a:lvl2pPr>
          </a:lstStyle>
          <a:p>
            <a:pPr lvl="0"/>
            <a:r>
              <a:rPr lang="zh-CN" altLang="en-US"/>
              <a:t>单击此处编辑母版文本样式</a:t>
            </a:r>
          </a:p>
        </p:txBody>
      </p:sp>
      <p:sp>
        <p:nvSpPr>
          <p:cNvPr id="6" name="Titre 5">
            <a:extLst>
              <a:ext uri="{FF2B5EF4-FFF2-40B4-BE49-F238E27FC236}">
                <a16:creationId xmlns:a16="http://schemas.microsoft.com/office/drawing/2014/main" id="{88F593C6-A1C4-4480-8206-EED610B15C42}"/>
              </a:ext>
            </a:extLst>
          </p:cNvPr>
          <p:cNvSpPr>
            <a:spLocks noGrp="1"/>
          </p:cNvSpPr>
          <p:nvPr>
            <p:ph type="title"/>
          </p:nvPr>
        </p:nvSpPr>
        <p:spPr/>
        <p:txBody>
          <a:bodyPr/>
          <a:lstStyle>
            <a:lvl1pPr>
              <a:defRPr>
                <a:solidFill>
                  <a:schemeClr val="accent2"/>
                </a:solidFill>
              </a:defRPr>
            </a:lvl1pPr>
          </a:lstStyle>
          <a:p>
            <a:r>
              <a:rPr lang="zh-CN" altLang="en-US"/>
              <a:t>单击此处编辑母版标题样式</a:t>
            </a:r>
            <a:endParaRPr lang="fr-FR"/>
          </a:p>
        </p:txBody>
      </p:sp>
    </p:spTree>
    <p:extLst>
      <p:ext uri="{BB962C8B-B14F-4D97-AF65-F5344CB8AC3E}">
        <p14:creationId xmlns:p14="http://schemas.microsoft.com/office/powerpoint/2010/main" val="953847026"/>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x">
  <p:cSld name="8_One content">
    <p:bg>
      <p:bgPr>
        <a:solidFill>
          <a:srgbClr val="EFEEEB"/>
        </a:solidFill>
        <a:effectLst/>
      </p:bgPr>
    </p:bg>
    <p:spTree>
      <p:nvGrpSpPr>
        <p:cNvPr id="1" name=""/>
        <p:cNvGrpSpPr/>
        <p:nvPr/>
      </p:nvGrpSpPr>
      <p:grpSpPr>
        <a:xfrm>
          <a:off x="0" y="0"/>
          <a:ext cx="0" cy="0"/>
          <a:chOff x="0" y="0"/>
          <a:chExt cx="0" cy="0"/>
        </a:xfrm>
      </p:grpSpPr>
      <p:grpSp>
        <p:nvGrpSpPr>
          <p:cNvPr id="276" name="Rectangle 1"/>
          <p:cNvGrpSpPr/>
          <p:nvPr/>
        </p:nvGrpSpPr>
        <p:grpSpPr>
          <a:xfrm>
            <a:off x="-1" y="-1"/>
            <a:ext cx="2016002" cy="324002"/>
            <a:chOff x="0" y="0"/>
            <a:chExt cx="2016000" cy="324000"/>
          </a:xfrm>
        </p:grpSpPr>
        <p:sp>
          <p:nvSpPr>
            <p:cNvPr id="274" name="Rectangle"/>
            <p:cNvSpPr/>
            <p:nvPr/>
          </p:nvSpPr>
          <p:spPr>
            <a:xfrm>
              <a:off x="-1" y="-1"/>
              <a:ext cx="2016002" cy="324002"/>
            </a:xfrm>
            <a:prstGeom prst="rect">
              <a:avLst/>
            </a:prstGeom>
            <a:solidFill>
              <a:srgbClr val="FFFFFF"/>
            </a:solidFill>
            <a:ln w="12700" cap="flat">
              <a:noFill/>
              <a:miter lim="400000"/>
            </a:ln>
            <a:effectLst/>
          </p:spPr>
          <p:txBody>
            <a:bodyPr wrap="square" lIns="45719" tIns="45719" rIns="45719" bIns="45719" numCol="1" anchor="ctr">
              <a:noAutofit/>
            </a:bodyPr>
            <a:lstStyle/>
            <a:p>
              <a:pPr algn="ctr">
                <a:defRPr>
                  <a:solidFill>
                    <a:srgbClr val="FFFFFF"/>
                  </a:solidFill>
                </a:defRPr>
              </a:pPr>
              <a:endParaRPr/>
            </a:p>
          </p:txBody>
        </p:sp>
        <p:sp>
          <p:nvSpPr>
            <p:cNvPr id="275" name="Portfolio Strategy Fit"/>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a:solidFill>
                    <a:schemeClr val="accent1"/>
                  </a:solidFill>
                </a:defRPr>
              </a:lvl1pPr>
            </a:lstStyle>
            <a:p>
              <a:r>
                <a:t>Portfolio Strategy Fit</a:t>
              </a:r>
            </a:p>
          </p:txBody>
        </p:sp>
      </p:grpSp>
      <p:grpSp>
        <p:nvGrpSpPr>
          <p:cNvPr id="279" name="Rectangle 5"/>
          <p:cNvGrpSpPr/>
          <p:nvPr/>
        </p:nvGrpSpPr>
        <p:grpSpPr>
          <a:xfrm>
            <a:off x="2035199" y="-1"/>
            <a:ext cx="2016002" cy="324002"/>
            <a:chOff x="0" y="0"/>
            <a:chExt cx="2016000" cy="324000"/>
          </a:xfrm>
        </p:grpSpPr>
        <p:sp>
          <p:nvSpPr>
            <p:cNvPr id="277" name="Rectangle"/>
            <p:cNvSpPr/>
            <p:nvPr/>
          </p:nvSpPr>
          <p:spPr>
            <a:xfrm>
              <a:off x="-1" y="-1"/>
              <a:ext cx="2016002" cy="324002"/>
            </a:xfrm>
            <a:prstGeom prst="rect">
              <a:avLst/>
            </a:prstGeom>
            <a:solidFill>
              <a:srgbClr val="FFFFFF"/>
            </a:solidFill>
            <a:ln w="12700" cap="flat">
              <a:noFill/>
              <a:miter lim="400000"/>
            </a:ln>
            <a:effectLst/>
          </p:spPr>
          <p:txBody>
            <a:bodyPr wrap="square" lIns="45719" tIns="45719" rIns="45719" bIns="45719" numCol="1" anchor="ctr">
              <a:noAutofit/>
            </a:bodyPr>
            <a:lstStyle/>
            <a:p>
              <a:pPr algn="ctr">
                <a:defRPr sz="1000">
                  <a:solidFill>
                    <a:schemeClr val="accent1"/>
                  </a:solidFill>
                </a:defRPr>
              </a:pPr>
              <a:endParaRPr/>
            </a:p>
          </p:txBody>
        </p:sp>
        <p:sp>
          <p:nvSpPr>
            <p:cNvPr id="278" name="Asset Highlights"/>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a:solidFill>
                    <a:schemeClr val="accent1"/>
                  </a:solidFill>
                </a:defRPr>
              </a:lvl1pPr>
            </a:lstStyle>
            <a:p>
              <a:r>
                <a:t>Asset Highlights</a:t>
              </a:r>
            </a:p>
          </p:txBody>
        </p:sp>
      </p:grpSp>
      <p:grpSp>
        <p:nvGrpSpPr>
          <p:cNvPr id="282" name="Rectangle 6"/>
          <p:cNvGrpSpPr/>
          <p:nvPr/>
        </p:nvGrpSpPr>
        <p:grpSpPr>
          <a:xfrm>
            <a:off x="4070399" y="-1"/>
            <a:ext cx="2016002" cy="324002"/>
            <a:chOff x="0" y="0"/>
            <a:chExt cx="2016000" cy="324000"/>
          </a:xfrm>
        </p:grpSpPr>
        <p:sp>
          <p:nvSpPr>
            <p:cNvPr id="280" name="Rectangle"/>
            <p:cNvSpPr/>
            <p:nvPr/>
          </p:nvSpPr>
          <p:spPr>
            <a:xfrm>
              <a:off x="-1" y="-1"/>
              <a:ext cx="2016002" cy="324002"/>
            </a:xfrm>
            <a:prstGeom prst="rect">
              <a:avLst/>
            </a:prstGeom>
            <a:solidFill>
              <a:schemeClr val="accent2"/>
            </a:solidFill>
            <a:ln w="12700" cap="flat">
              <a:noFill/>
              <a:miter lim="400000"/>
            </a:ln>
            <a:effectLst/>
          </p:spPr>
          <p:txBody>
            <a:bodyPr wrap="square" lIns="45719" tIns="45719" rIns="45719" bIns="45719" numCol="1" anchor="ctr">
              <a:noAutofit/>
            </a:bodyPr>
            <a:lstStyle/>
            <a:p>
              <a:pPr algn="ctr">
                <a:defRPr sz="1000" b="1">
                  <a:solidFill>
                    <a:schemeClr val="accent1"/>
                  </a:solidFill>
                </a:defRPr>
              </a:pPr>
              <a:endParaRPr/>
            </a:p>
          </p:txBody>
        </p:sp>
        <p:sp>
          <p:nvSpPr>
            <p:cNvPr id="281" name="Key Insights"/>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b="1">
                  <a:solidFill>
                    <a:schemeClr val="accent1"/>
                  </a:solidFill>
                </a:defRPr>
              </a:lvl1pPr>
            </a:lstStyle>
            <a:p>
              <a:r>
                <a:t>Key Insights</a:t>
              </a:r>
            </a:p>
          </p:txBody>
        </p:sp>
      </p:grpSp>
      <p:grpSp>
        <p:nvGrpSpPr>
          <p:cNvPr id="285" name="Rectangle 8"/>
          <p:cNvGrpSpPr/>
          <p:nvPr/>
        </p:nvGrpSpPr>
        <p:grpSpPr>
          <a:xfrm>
            <a:off x="6105600" y="-1"/>
            <a:ext cx="2016001" cy="324002"/>
            <a:chOff x="0" y="0"/>
            <a:chExt cx="2016000" cy="324000"/>
          </a:xfrm>
        </p:grpSpPr>
        <p:sp>
          <p:nvSpPr>
            <p:cNvPr id="283" name="Rectangle"/>
            <p:cNvSpPr/>
            <p:nvPr/>
          </p:nvSpPr>
          <p:spPr>
            <a:xfrm>
              <a:off x="-1" y="-1"/>
              <a:ext cx="2016002" cy="324002"/>
            </a:xfrm>
            <a:prstGeom prst="rect">
              <a:avLst/>
            </a:prstGeom>
            <a:solidFill>
              <a:srgbClr val="FFFFFF"/>
            </a:solidFill>
            <a:ln w="12700" cap="flat">
              <a:noFill/>
              <a:miter lim="400000"/>
            </a:ln>
            <a:effectLst/>
          </p:spPr>
          <p:txBody>
            <a:bodyPr wrap="square" lIns="45719" tIns="45719" rIns="45719" bIns="45719" numCol="1" anchor="ctr">
              <a:noAutofit/>
            </a:bodyPr>
            <a:lstStyle/>
            <a:p>
              <a:pPr algn="ctr">
                <a:defRPr sz="1000">
                  <a:solidFill>
                    <a:schemeClr val="accent1"/>
                  </a:solidFill>
                </a:defRPr>
              </a:pPr>
              <a:endParaRPr/>
            </a:p>
          </p:txBody>
        </p:sp>
        <p:sp>
          <p:nvSpPr>
            <p:cNvPr id="284" name="Asset Story"/>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a:solidFill>
                    <a:schemeClr val="accent1"/>
                  </a:solidFill>
                </a:defRPr>
              </a:lvl1pPr>
            </a:lstStyle>
            <a:p>
              <a:r>
                <a:t>Asset Story</a:t>
              </a:r>
            </a:p>
          </p:txBody>
        </p:sp>
      </p:grpSp>
      <p:grpSp>
        <p:nvGrpSpPr>
          <p:cNvPr id="288" name="Rectangle 9"/>
          <p:cNvGrpSpPr/>
          <p:nvPr/>
        </p:nvGrpSpPr>
        <p:grpSpPr>
          <a:xfrm>
            <a:off x="8140799" y="-1"/>
            <a:ext cx="2016001" cy="324002"/>
            <a:chOff x="0" y="0"/>
            <a:chExt cx="2016000" cy="324000"/>
          </a:xfrm>
        </p:grpSpPr>
        <p:sp>
          <p:nvSpPr>
            <p:cNvPr id="286" name="Rectangle"/>
            <p:cNvSpPr/>
            <p:nvPr/>
          </p:nvSpPr>
          <p:spPr>
            <a:xfrm>
              <a:off x="-1" y="-1"/>
              <a:ext cx="2016002" cy="324002"/>
            </a:xfrm>
            <a:prstGeom prst="rect">
              <a:avLst/>
            </a:prstGeom>
            <a:solidFill>
              <a:srgbClr val="FFFFFF"/>
            </a:solidFill>
            <a:ln w="12700" cap="flat">
              <a:noFill/>
              <a:miter lim="400000"/>
            </a:ln>
            <a:effectLst/>
          </p:spPr>
          <p:txBody>
            <a:bodyPr wrap="square" lIns="45719" tIns="45719" rIns="45719" bIns="45719" numCol="1" anchor="ctr">
              <a:noAutofit/>
            </a:bodyPr>
            <a:lstStyle/>
            <a:p>
              <a:pPr algn="ctr">
                <a:defRPr sz="1000">
                  <a:solidFill>
                    <a:schemeClr val="accent1"/>
                  </a:solidFill>
                </a:defRPr>
              </a:pPr>
              <a:endParaRPr/>
            </a:p>
          </p:txBody>
        </p:sp>
        <p:sp>
          <p:nvSpPr>
            <p:cNvPr id="287" name="Activation"/>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a:solidFill>
                    <a:schemeClr val="accent1"/>
                  </a:solidFill>
                </a:defRPr>
              </a:lvl1pPr>
            </a:lstStyle>
            <a:p>
              <a:r>
                <a:t>Activation</a:t>
              </a:r>
            </a:p>
          </p:txBody>
        </p:sp>
      </p:grpSp>
      <p:grpSp>
        <p:nvGrpSpPr>
          <p:cNvPr id="291" name="Rectangle 10"/>
          <p:cNvGrpSpPr/>
          <p:nvPr/>
        </p:nvGrpSpPr>
        <p:grpSpPr>
          <a:xfrm>
            <a:off x="10175999" y="-1"/>
            <a:ext cx="2016001" cy="324002"/>
            <a:chOff x="0" y="0"/>
            <a:chExt cx="2016000" cy="324000"/>
          </a:xfrm>
        </p:grpSpPr>
        <p:sp>
          <p:nvSpPr>
            <p:cNvPr id="289" name="Rectangle"/>
            <p:cNvSpPr/>
            <p:nvPr/>
          </p:nvSpPr>
          <p:spPr>
            <a:xfrm>
              <a:off x="-1" y="-1"/>
              <a:ext cx="2016002" cy="324002"/>
            </a:xfrm>
            <a:prstGeom prst="rect">
              <a:avLst/>
            </a:prstGeom>
            <a:solidFill>
              <a:srgbClr val="FFFFFF"/>
            </a:solidFill>
            <a:ln w="12700" cap="flat">
              <a:noFill/>
              <a:miter lim="400000"/>
            </a:ln>
            <a:effectLst/>
          </p:spPr>
          <p:txBody>
            <a:bodyPr wrap="square" lIns="45719" tIns="45719" rIns="45719" bIns="45719" numCol="1" anchor="ctr">
              <a:noAutofit/>
            </a:bodyPr>
            <a:lstStyle/>
            <a:p>
              <a:pPr algn="ctr">
                <a:defRPr sz="1000">
                  <a:solidFill>
                    <a:schemeClr val="accent1"/>
                  </a:solidFill>
                </a:defRPr>
              </a:pPr>
              <a:endParaRPr/>
            </a:p>
          </p:txBody>
        </p:sp>
        <p:sp>
          <p:nvSpPr>
            <p:cNvPr id="290" name="Ambition"/>
            <p:cNvSpPr txBox="1"/>
            <p:nvPr/>
          </p:nvSpPr>
          <p:spPr>
            <a:xfrm>
              <a:off x="-1" y="79450"/>
              <a:ext cx="2016002" cy="165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numCol="1" anchor="ctr">
              <a:spAutoFit/>
            </a:bodyPr>
            <a:lstStyle>
              <a:lvl1pPr algn="ctr">
                <a:defRPr sz="1000">
                  <a:solidFill>
                    <a:schemeClr val="accent1"/>
                  </a:solidFill>
                </a:defRPr>
              </a:lvl1pPr>
            </a:lstStyle>
            <a:p>
              <a:r>
                <a:t>Ambition</a:t>
              </a:r>
            </a:p>
          </p:txBody>
        </p:sp>
      </p:grpSp>
      <p:pic>
        <p:nvPicPr>
          <p:cNvPr id="292" name="Graphic 12" descr="Graphic 12"/>
          <p:cNvPicPr>
            <a:picLocks noChangeAspect="1"/>
          </p:cNvPicPr>
          <p:nvPr/>
        </p:nvPicPr>
        <p:blipFill>
          <a:blip r:embed="rId2"/>
          <a:stretch>
            <a:fillRect/>
          </a:stretch>
        </p:blipFill>
        <p:spPr>
          <a:xfrm>
            <a:off x="108827" y="88578"/>
            <a:ext cx="180001" cy="146844"/>
          </a:xfrm>
          <a:prstGeom prst="rect">
            <a:avLst/>
          </a:prstGeom>
          <a:ln w="12700">
            <a:miter lim="400000"/>
          </a:ln>
        </p:spPr>
      </p:pic>
      <p:grpSp>
        <p:nvGrpSpPr>
          <p:cNvPr id="301" name="Group 13"/>
          <p:cNvGrpSpPr/>
          <p:nvPr/>
        </p:nvGrpSpPr>
        <p:grpSpPr>
          <a:xfrm>
            <a:off x="2157473" y="54538"/>
            <a:ext cx="199202" cy="199206"/>
            <a:chOff x="0" y="0"/>
            <a:chExt cx="199200" cy="199204"/>
          </a:xfrm>
        </p:grpSpPr>
        <p:sp>
          <p:nvSpPr>
            <p:cNvPr id="293" name="Freeform: Shape 14"/>
            <p:cNvSpPr/>
            <p:nvPr/>
          </p:nvSpPr>
          <p:spPr>
            <a:xfrm>
              <a:off x="176075" y="33273"/>
              <a:ext cx="12701" cy="12701"/>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4" name="Freeform: Shape 15"/>
            <p:cNvSpPr/>
            <p:nvPr/>
          </p:nvSpPr>
          <p:spPr>
            <a:xfrm rot="18900000">
              <a:off x="170627" y="5551"/>
              <a:ext cx="12701" cy="12701"/>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5" name="Freeform: Shape 16"/>
            <p:cNvSpPr/>
            <p:nvPr/>
          </p:nvSpPr>
          <p:spPr>
            <a:xfrm>
              <a:off x="142746" y="0"/>
              <a:ext cx="12701" cy="127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6" name="Freeform: Shape 17"/>
            <p:cNvSpPr/>
            <p:nvPr/>
          </p:nvSpPr>
          <p:spPr>
            <a:xfrm>
              <a:off x="0" y="56177"/>
              <a:ext cx="199201" cy="143028"/>
            </a:xfrm>
            <a:custGeom>
              <a:avLst/>
              <a:gdLst/>
              <a:ahLst/>
              <a:cxnLst>
                <a:cxn ang="0">
                  <a:pos x="wd2" y="hd2"/>
                </a:cxn>
                <a:cxn ang="5400000">
                  <a:pos x="wd2" y="hd2"/>
                </a:cxn>
                <a:cxn ang="10800000">
                  <a:pos x="wd2" y="hd2"/>
                </a:cxn>
                <a:cxn ang="16200000">
                  <a:pos x="wd2" y="hd2"/>
                </a:cxn>
              </a:cxnLst>
              <a:rect l="0" t="0" r="r" b="b"/>
              <a:pathLst>
                <a:path w="21600" h="21600" extrusionOk="0">
                  <a:moveTo>
                    <a:pt x="18764" y="21600"/>
                  </a:moveTo>
                  <a:lnTo>
                    <a:pt x="2848" y="21600"/>
                  </a:lnTo>
                  <a:cubicBezTo>
                    <a:pt x="1280" y="21600"/>
                    <a:pt x="0" y="19717"/>
                    <a:pt x="0" y="17417"/>
                  </a:cubicBezTo>
                  <a:lnTo>
                    <a:pt x="0" y="4183"/>
                  </a:lnTo>
                  <a:cubicBezTo>
                    <a:pt x="0" y="1883"/>
                    <a:pt x="1280" y="0"/>
                    <a:pt x="2848" y="0"/>
                  </a:cubicBezTo>
                  <a:lnTo>
                    <a:pt x="3614" y="0"/>
                  </a:lnTo>
                  <a:lnTo>
                    <a:pt x="3614" y="1733"/>
                  </a:lnTo>
                  <a:lnTo>
                    <a:pt x="2848" y="1733"/>
                  </a:lnTo>
                  <a:cubicBezTo>
                    <a:pt x="1963" y="1733"/>
                    <a:pt x="1233" y="2833"/>
                    <a:pt x="1233" y="4183"/>
                  </a:cubicBezTo>
                  <a:lnTo>
                    <a:pt x="1233" y="17417"/>
                  </a:lnTo>
                  <a:cubicBezTo>
                    <a:pt x="1233" y="18767"/>
                    <a:pt x="1951" y="19867"/>
                    <a:pt x="2848" y="19867"/>
                  </a:cubicBezTo>
                  <a:lnTo>
                    <a:pt x="18752" y="19867"/>
                  </a:lnTo>
                  <a:cubicBezTo>
                    <a:pt x="19637" y="19867"/>
                    <a:pt x="20367" y="18767"/>
                    <a:pt x="20367" y="17417"/>
                  </a:cubicBezTo>
                  <a:lnTo>
                    <a:pt x="20367" y="4183"/>
                  </a:lnTo>
                  <a:cubicBezTo>
                    <a:pt x="20367" y="2833"/>
                    <a:pt x="19649" y="1733"/>
                    <a:pt x="18752" y="1733"/>
                  </a:cubicBezTo>
                  <a:lnTo>
                    <a:pt x="7228" y="1733"/>
                  </a:lnTo>
                  <a:lnTo>
                    <a:pt x="7228" y="0"/>
                  </a:lnTo>
                  <a:lnTo>
                    <a:pt x="18752" y="0"/>
                  </a:lnTo>
                  <a:cubicBezTo>
                    <a:pt x="20320" y="0"/>
                    <a:pt x="21600" y="1883"/>
                    <a:pt x="21600" y="4183"/>
                  </a:cubicBezTo>
                  <a:lnTo>
                    <a:pt x="21600" y="17417"/>
                  </a:lnTo>
                  <a:cubicBezTo>
                    <a:pt x="21600" y="19717"/>
                    <a:pt x="20320" y="21600"/>
                    <a:pt x="18752" y="21600"/>
                  </a:cubicBezTo>
                  <a:close/>
                </a:path>
              </a:pathLst>
            </a:cu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7" name="Freeform: Shape 18"/>
            <p:cNvSpPr/>
            <p:nvPr/>
          </p:nvSpPr>
          <p:spPr>
            <a:xfrm>
              <a:off x="88177" y="83216"/>
              <a:ext cx="88952" cy="8895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4851" y="21600"/>
                    <a:pt x="0" y="16749"/>
                    <a:pt x="0" y="10800"/>
                  </a:cubicBezTo>
                  <a:cubicBezTo>
                    <a:pt x="0" y="4851"/>
                    <a:pt x="4851" y="0"/>
                    <a:pt x="10800" y="0"/>
                  </a:cubicBezTo>
                  <a:cubicBezTo>
                    <a:pt x="16749" y="0"/>
                    <a:pt x="21600" y="4851"/>
                    <a:pt x="21600" y="10800"/>
                  </a:cubicBezTo>
                  <a:cubicBezTo>
                    <a:pt x="21600" y="16749"/>
                    <a:pt x="16749" y="21600"/>
                    <a:pt x="10800" y="21600"/>
                  </a:cubicBezTo>
                  <a:close/>
                  <a:moveTo>
                    <a:pt x="10800" y="2680"/>
                  </a:moveTo>
                  <a:cubicBezTo>
                    <a:pt x="6325" y="2680"/>
                    <a:pt x="2680" y="6325"/>
                    <a:pt x="2680" y="10800"/>
                  </a:cubicBezTo>
                  <a:cubicBezTo>
                    <a:pt x="2680" y="15275"/>
                    <a:pt x="6325" y="18920"/>
                    <a:pt x="10800" y="18920"/>
                  </a:cubicBezTo>
                  <a:cubicBezTo>
                    <a:pt x="15275" y="18920"/>
                    <a:pt x="18920" y="15275"/>
                    <a:pt x="18920" y="10800"/>
                  </a:cubicBezTo>
                  <a:cubicBezTo>
                    <a:pt x="18920" y="6325"/>
                    <a:pt x="15275" y="2680"/>
                    <a:pt x="10800" y="2680"/>
                  </a:cubicBezTo>
                  <a:close/>
                </a:path>
              </a:pathLst>
            </a:cu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8" name="Freeform: Shape 19"/>
            <p:cNvSpPr/>
            <p:nvPr/>
          </p:nvSpPr>
          <p:spPr>
            <a:xfrm>
              <a:off x="32777" y="77086"/>
              <a:ext cx="33881" cy="12701"/>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299" name="Freeform: Shape 20"/>
            <p:cNvSpPr/>
            <p:nvPr/>
          </p:nvSpPr>
          <p:spPr>
            <a:xfrm>
              <a:off x="32777" y="44861"/>
              <a:ext cx="33881" cy="12701"/>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sp>
          <p:nvSpPr>
            <p:cNvPr id="300" name="Freeform: Shape 21"/>
            <p:cNvSpPr/>
            <p:nvPr/>
          </p:nvSpPr>
          <p:spPr>
            <a:xfrm>
              <a:off x="99544" y="23180"/>
              <a:ext cx="66217" cy="3310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8000" y="14400"/>
                  </a:lnTo>
                  <a:lnTo>
                    <a:pt x="18000" y="7344"/>
                  </a:lnTo>
                  <a:lnTo>
                    <a:pt x="3600" y="7344"/>
                  </a:lnTo>
                  <a:lnTo>
                    <a:pt x="3600" y="21600"/>
                  </a:lnTo>
                  <a:lnTo>
                    <a:pt x="0" y="14400"/>
                  </a:lnTo>
                  <a:lnTo>
                    <a:pt x="0" y="0"/>
                  </a:lnTo>
                  <a:lnTo>
                    <a:pt x="21600" y="0"/>
                  </a:lnTo>
                  <a:lnTo>
                    <a:pt x="21600" y="21600"/>
                  </a:lnTo>
                  <a:close/>
                </a:path>
              </a:pathLst>
            </a:custGeom>
            <a:solidFill>
              <a:schemeClr val="accent1"/>
            </a:solidFill>
            <a:ln w="12700" cap="flat">
              <a:noFill/>
              <a:miter lim="400000"/>
            </a:ln>
            <a:effectLst/>
          </p:spPr>
          <p:txBody>
            <a:bodyPr wrap="square" lIns="45719" tIns="45719" rIns="45719" bIns="45719" numCol="1" anchor="ctr">
              <a:noAutofit/>
            </a:bodyPr>
            <a:lstStyle/>
            <a:p>
              <a:pPr>
                <a:defRPr>
                  <a:solidFill>
                    <a:schemeClr val="accent1"/>
                  </a:solidFill>
                </a:defRPr>
              </a:pPr>
              <a:endParaRPr/>
            </a:p>
          </p:txBody>
        </p:sp>
      </p:grpSp>
      <p:pic>
        <p:nvPicPr>
          <p:cNvPr id="302" name="Graphic 22" descr="Graphic 22"/>
          <p:cNvPicPr>
            <a:picLocks noChangeAspect="1"/>
          </p:cNvPicPr>
          <p:nvPr/>
        </p:nvPicPr>
        <p:blipFill>
          <a:blip r:embed="rId3"/>
          <a:stretch>
            <a:fillRect/>
          </a:stretch>
        </p:blipFill>
        <p:spPr>
          <a:xfrm>
            <a:off x="4192673" y="60786"/>
            <a:ext cx="163616" cy="202428"/>
          </a:xfrm>
          <a:prstGeom prst="rect">
            <a:avLst/>
          </a:prstGeom>
          <a:ln w="12700">
            <a:miter lim="400000"/>
          </a:ln>
        </p:spPr>
      </p:pic>
      <p:pic>
        <p:nvPicPr>
          <p:cNvPr id="303" name="Graphic 23" descr="Graphic 23"/>
          <p:cNvPicPr>
            <a:picLocks noChangeAspect="1"/>
          </p:cNvPicPr>
          <p:nvPr/>
        </p:nvPicPr>
        <p:blipFill>
          <a:blip r:embed="rId4"/>
          <a:stretch>
            <a:fillRect/>
          </a:stretch>
        </p:blipFill>
        <p:spPr>
          <a:xfrm>
            <a:off x="6227874" y="72000"/>
            <a:ext cx="222355" cy="180001"/>
          </a:xfrm>
          <a:prstGeom prst="rect">
            <a:avLst/>
          </a:prstGeom>
          <a:ln w="12700">
            <a:miter lim="400000"/>
          </a:ln>
        </p:spPr>
      </p:pic>
      <p:pic>
        <p:nvPicPr>
          <p:cNvPr id="304" name="Graphic 24" descr="Graphic 24"/>
          <p:cNvPicPr>
            <a:picLocks noChangeAspect="1"/>
          </p:cNvPicPr>
          <p:nvPr/>
        </p:nvPicPr>
        <p:blipFill>
          <a:blip r:embed="rId5"/>
          <a:stretch>
            <a:fillRect/>
          </a:stretch>
        </p:blipFill>
        <p:spPr>
          <a:xfrm>
            <a:off x="8239961" y="48886"/>
            <a:ext cx="226227" cy="226227"/>
          </a:xfrm>
          <a:prstGeom prst="rect">
            <a:avLst/>
          </a:prstGeom>
          <a:ln w="12700">
            <a:miter lim="400000"/>
          </a:ln>
        </p:spPr>
      </p:pic>
      <p:pic>
        <p:nvPicPr>
          <p:cNvPr id="305" name="Graphic 25" descr="Graphic 25"/>
          <p:cNvPicPr>
            <a:picLocks noChangeAspect="1"/>
          </p:cNvPicPr>
          <p:nvPr/>
        </p:nvPicPr>
        <p:blipFill>
          <a:blip r:embed="rId6"/>
          <a:stretch>
            <a:fillRect/>
          </a:stretch>
        </p:blipFill>
        <p:spPr>
          <a:xfrm>
            <a:off x="10274658" y="48888"/>
            <a:ext cx="231145" cy="226225"/>
          </a:xfrm>
          <a:prstGeom prst="rect">
            <a:avLst/>
          </a:prstGeom>
          <a:ln w="12700">
            <a:miter lim="400000"/>
          </a:ln>
        </p:spPr>
      </p:pic>
      <p:sp>
        <p:nvSpPr>
          <p:cNvPr id="306" name="Add  title of the slide"/>
          <p:cNvSpPr txBox="1">
            <a:spLocks noGrp="1"/>
          </p:cNvSpPr>
          <p:nvPr>
            <p:ph type="title" hasCustomPrompt="1"/>
          </p:nvPr>
        </p:nvSpPr>
        <p:spPr>
          <a:prstGeom prst="rect">
            <a:avLst/>
          </a:prstGeom>
        </p:spPr>
        <p:txBody>
          <a:bodyPr/>
          <a:lstStyle/>
          <a:p>
            <a:r>
              <a:t>Add  title of the slide</a:t>
            </a:r>
          </a:p>
        </p:txBody>
      </p:sp>
      <p:sp>
        <p:nvSpPr>
          <p:cNvPr id="307" name="Body Level One…"/>
          <p:cNvSpPr txBox="1">
            <a:spLocks noGrp="1"/>
          </p:cNvSpPr>
          <p:nvPr>
            <p:ph type="body" idx="1" hasCustomPrompt="1"/>
          </p:nvPr>
        </p:nvSpPr>
        <p:spPr>
          <a:xfrm>
            <a:off x="479423" y="1412875"/>
            <a:ext cx="11233152" cy="4392002"/>
          </a:xfrm>
          <a:prstGeom prst="rect">
            <a:avLst/>
          </a:prstGeom>
        </p:spPr>
        <p:txBody>
          <a:bodyPr/>
          <a:lstStyle>
            <a:lvl1pPr marL="215999" indent="-215999">
              <a:spcBef>
                <a:spcPts val="600"/>
              </a:spcBef>
              <a:buFont typeface="Arial"/>
              <a:buChar char="•"/>
              <a:defRPr sz="1600"/>
            </a:lvl1pPr>
            <a:lvl2pPr marL="431999" indent="-215999">
              <a:spcBef>
                <a:spcPts val="600"/>
              </a:spcBef>
              <a:buFont typeface="Arial"/>
              <a:defRPr sz="1600"/>
            </a:lvl2pPr>
            <a:lvl3pPr marL="576000" indent="-215999">
              <a:spcBef>
                <a:spcPts val="600"/>
              </a:spcBef>
              <a:buFont typeface="Arial"/>
              <a:defRPr sz="1600"/>
            </a:lvl3pPr>
            <a:lvl4pPr marL="792000" indent="-215999">
              <a:spcBef>
                <a:spcPts val="600"/>
              </a:spcBef>
              <a:buFont typeface="Arial"/>
              <a:defRPr sz="1600"/>
            </a:lvl4pPr>
            <a:lvl5pPr marL="192000" indent="-192000">
              <a:spcBef>
                <a:spcPts val="600"/>
              </a:spcBef>
              <a:buFont typeface="Arial"/>
              <a:defRPr sz="1600"/>
            </a:lvl5pPr>
          </a:lstStyle>
          <a:p>
            <a:r>
              <a:t>Edit text by clicking. Use the "Increase/decrease list level" buttons on the Start tab to switch between the set up text levels. For an optional subheading, set the text in bold.</a:t>
            </a:r>
          </a:p>
          <a:p>
            <a:pPr lvl="1"/>
            <a:endParaRPr/>
          </a:p>
          <a:p>
            <a:pPr lvl="2"/>
            <a:endParaRPr/>
          </a:p>
          <a:p>
            <a:pPr lvl="3"/>
            <a:endParaRPr/>
          </a:p>
          <a:p>
            <a:pPr lvl="4"/>
            <a:endParaRPr/>
          </a:p>
        </p:txBody>
      </p:sp>
      <p:sp>
        <p:nvSpPr>
          <p:cNvPr id="308" name="Textplatzhalter 7"/>
          <p:cNvSpPr>
            <a:spLocks noGrp="1"/>
          </p:cNvSpPr>
          <p:nvPr>
            <p:ph type="body" sz="quarter" idx="21" hasCustomPrompt="1"/>
          </p:nvPr>
        </p:nvSpPr>
        <p:spPr>
          <a:xfrm>
            <a:off x="479999" y="5805263"/>
            <a:ext cx="11232002" cy="144001"/>
          </a:xfrm>
          <a:prstGeom prst="rect">
            <a:avLst/>
          </a:prstGeom>
        </p:spPr>
        <p:txBody>
          <a:bodyPr anchor="b"/>
          <a:lstStyle>
            <a:lvl1pPr marL="0" indent="0">
              <a:lnSpc>
                <a:spcPct val="100000"/>
              </a:lnSpc>
              <a:spcBef>
                <a:spcPts val="0"/>
              </a:spcBef>
              <a:buSzTx/>
              <a:buNone/>
              <a:defRPr sz="800"/>
            </a:lvl1pPr>
          </a:lstStyle>
          <a:p>
            <a:r>
              <a:t>Footnote/Source</a:t>
            </a:r>
          </a:p>
        </p:txBody>
      </p:sp>
      <p:sp>
        <p:nvSpPr>
          <p:cNvPr id="309" name="Slide Number"/>
          <p:cNvSpPr txBox="1">
            <a:spLocks noGrp="1"/>
          </p:cNvSpPr>
          <p:nvPr>
            <p:ph type="sldNum" sz="quarter" idx="2"/>
          </p:nvPr>
        </p:nvSpPr>
        <p:spPr>
          <a:prstGeom prst="rect">
            <a:avLst/>
          </a:prstGeom>
        </p:spPr>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777960281"/>
      </p:ext>
    </p:extLst>
  </p:cSld>
  <p:clrMapOvr>
    <a:masterClrMapping/>
  </p:clrMapOvr>
  <p:transition spd="med"/>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4994B34-1A94-20EB-AF6F-CFA7E822C1BA}"/>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31AE906D-8EF8-A4E7-3B06-E44584B952F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4ABAB391-55D7-B27A-D068-302B161954B6}"/>
              </a:ext>
            </a:extLst>
          </p:cNvPr>
          <p:cNvSpPr>
            <a:spLocks noGrp="1"/>
          </p:cNvSpPr>
          <p:nvPr>
            <p:ph type="dt" sz="half" idx="10"/>
          </p:nvPr>
        </p:nvSpPr>
        <p:spPr/>
        <p:txBody>
          <a:bodyPr/>
          <a:lstStyle/>
          <a:p>
            <a:fld id="{F452AA4A-0D3D-4B49-891F-E2CDD05E9D2A}" type="datetimeFigureOut">
              <a:rPr lang="zh-CN" altLang="en-US" smtClean="0"/>
              <a:t>2026/5/14</a:t>
            </a:fld>
            <a:endParaRPr lang="zh-CN" altLang="en-US"/>
          </a:p>
        </p:txBody>
      </p:sp>
      <p:sp>
        <p:nvSpPr>
          <p:cNvPr id="5" name="页脚占位符 4">
            <a:extLst>
              <a:ext uri="{FF2B5EF4-FFF2-40B4-BE49-F238E27FC236}">
                <a16:creationId xmlns:a16="http://schemas.microsoft.com/office/drawing/2014/main" id="{E1A2D6C0-4C1C-2EA9-54FB-9E80E5796705}"/>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57E500A4-8192-3294-D409-990F6DDC3B02}"/>
              </a:ext>
            </a:extLst>
          </p:cNvPr>
          <p:cNvSpPr>
            <a:spLocks noGrp="1"/>
          </p:cNvSpPr>
          <p:nvPr>
            <p:ph type="sldNum" sz="quarter" idx="12"/>
          </p:nvPr>
        </p:nvSpPr>
        <p:spPr/>
        <p:txBody>
          <a:bodyPr/>
          <a:lstStyle/>
          <a:p>
            <a:fld id="{790F1BC0-3232-4F9E-ACFA-D17112AC29D7}" type="slidenum">
              <a:rPr lang="zh-CN" altLang="en-US" smtClean="0"/>
              <a:t>‹#›</a:t>
            </a:fld>
            <a:endParaRPr lang="zh-CN" altLang="en-US"/>
          </a:p>
        </p:txBody>
      </p:sp>
    </p:spTree>
    <p:extLst>
      <p:ext uri="{BB962C8B-B14F-4D97-AF65-F5344CB8AC3E}">
        <p14:creationId xmlns:p14="http://schemas.microsoft.com/office/powerpoint/2010/main" val="1702817362"/>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90204" pitchFamily="34" charset="0"/>
              <a:buNone/>
              <a:defRPr sz="800" b="0"/>
            </a:lvl1pPr>
            <a:lvl2pPr marL="0" indent="0">
              <a:lnSpc>
                <a:spcPct val="100000"/>
              </a:lnSpc>
              <a:spcBef>
                <a:spcPts val="0"/>
              </a:spcBef>
              <a:spcAft>
                <a:spcPts val="0"/>
              </a:spcAft>
              <a:buFont typeface="Arial" panose="020B060402020209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p:cNvSpPr>
            <a:spLocks noGrp="1"/>
          </p:cNvSpPr>
          <p:nvPr>
            <p:ph type="ftr" sz="quarter" idx="10"/>
          </p:nvPr>
        </p:nvSpPr>
        <p:spPr bwMode="gray"/>
        <p:txBody>
          <a:bodyPr/>
          <a:lstStyle/>
          <a:p>
            <a:r>
              <a:rPr lang="en-US"/>
              <a:t>Presentation title    |    ONLY FOR INTERNAL USE</a:t>
            </a:r>
          </a:p>
        </p:txBody>
      </p:sp>
      <p:sp>
        <p:nvSpPr>
          <p:cNvPr id="10" name="Foliennummernplatzhalter 9"/>
          <p:cNvSpPr>
            <a:spLocks noGrp="1"/>
          </p:cNvSpPr>
          <p:nvPr>
            <p:ph type="sldNum" sz="quarter" idx="11"/>
          </p:nvPr>
        </p:nvSpPr>
        <p:spPr bwMode="gray"/>
        <p:txBody>
          <a:bodyPr/>
          <a:lstStyle/>
          <a:p>
            <a:fld id="{8FF9B0DE-3FEB-4AA0-B465-B80EF7C1333D}" type="slidenum">
              <a:rPr lang="en-US" smtClean="0"/>
              <a:t>‹#›</a:t>
            </a:fld>
            <a:endParaRPr lang="en-US"/>
          </a:p>
        </p:txBody>
      </p:sp>
    </p:spTree>
    <p:extLst>
      <p:ext uri="{BB962C8B-B14F-4D97-AF65-F5344CB8AC3E}">
        <p14:creationId xmlns:p14="http://schemas.microsoft.com/office/powerpoint/2010/main" val="2546773420"/>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userDrawn="1">
  <p:cSld name="Chapter 6_0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730C46-08A3-7E21-9297-92FC23E3AB8B}"/>
              </a:ext>
            </a:extLst>
          </p:cNvPr>
          <p:cNvSpPr>
            <a:spLocks noGrp="1"/>
          </p:cNvSpPr>
          <p:nvPr>
            <p:ph type="title"/>
          </p:nvPr>
        </p:nvSpPr>
        <p:spPr>
          <a:xfrm>
            <a:off x="479425" y="1114651"/>
            <a:ext cx="11233151" cy="720000"/>
          </a:xfrm>
        </p:spPr>
        <p:txBody>
          <a:bodyPr/>
          <a:lstStyle>
            <a:lvl1pPr>
              <a:defRPr>
                <a:solidFill>
                  <a:schemeClr val="bg2"/>
                </a:solidFill>
              </a:defRPr>
            </a:lvl1pPr>
          </a:lstStyle>
          <a:p>
            <a:r>
              <a:rPr lang="en-US"/>
              <a:t>Click to edit Master title style</a:t>
            </a:r>
          </a:p>
        </p:txBody>
      </p:sp>
      <p:sp>
        <p:nvSpPr>
          <p:cNvPr id="3" name="Footer Placeholder 2">
            <a:extLst>
              <a:ext uri="{FF2B5EF4-FFF2-40B4-BE49-F238E27FC236}">
                <a16:creationId xmlns:a16="http://schemas.microsoft.com/office/drawing/2014/main" id="{733C2D44-6BAA-4EDF-02C8-C6896DB6A461}"/>
              </a:ext>
            </a:extLst>
          </p:cNvPr>
          <p:cNvSpPr>
            <a:spLocks noGrp="1"/>
          </p:cNvSpPr>
          <p:nvPr>
            <p:ph type="ftr" sz="quarter" idx="10"/>
          </p:nvPr>
        </p:nvSpPr>
        <p:spPr/>
        <p:txBody>
          <a:bodyPr/>
          <a:lstStyle>
            <a:lvl1pPr>
              <a:defRPr>
                <a:solidFill>
                  <a:schemeClr val="bg2"/>
                </a:solidFill>
              </a:defRPr>
            </a:lvl1pPr>
          </a:lstStyle>
          <a:p>
            <a:r>
              <a:rPr lang="en-US"/>
              <a:t>Launch Readiness Guidance     |     ONLY FOR INTERNAL USE</a:t>
            </a:r>
          </a:p>
        </p:txBody>
      </p:sp>
      <p:sp>
        <p:nvSpPr>
          <p:cNvPr id="4" name="Slide Number Placeholder 3">
            <a:extLst>
              <a:ext uri="{FF2B5EF4-FFF2-40B4-BE49-F238E27FC236}">
                <a16:creationId xmlns:a16="http://schemas.microsoft.com/office/drawing/2014/main" id="{EA45876D-91DB-DF5A-3483-10D5EBB756A4}"/>
              </a:ext>
            </a:extLst>
          </p:cNvPr>
          <p:cNvSpPr>
            <a:spLocks noGrp="1"/>
          </p:cNvSpPr>
          <p:nvPr>
            <p:ph type="sldNum" sz="quarter" idx="11"/>
          </p:nvPr>
        </p:nvSpPr>
        <p:spPr/>
        <p:txBody>
          <a:bodyPr/>
          <a:lstStyle>
            <a:lvl1pPr>
              <a:defRPr>
                <a:solidFill>
                  <a:schemeClr val="bg2"/>
                </a:solidFill>
              </a:defRPr>
            </a:lvl1pPr>
          </a:lstStyle>
          <a:p>
            <a:fld id="{DF4E8F9F-5B1F-4F5B-BE49-3245D8C18D9F}" type="slidenum">
              <a:rPr lang="en-US" smtClean="0"/>
              <a:pPr/>
              <a:t>‹#›</a:t>
            </a:fld>
            <a:endParaRPr lang="en-US"/>
          </a:p>
        </p:txBody>
      </p:sp>
      <p:sp>
        <p:nvSpPr>
          <p:cNvPr id="7" name="Textplatzhalter 7">
            <a:extLst>
              <a:ext uri="{FF2B5EF4-FFF2-40B4-BE49-F238E27FC236}">
                <a16:creationId xmlns:a16="http://schemas.microsoft.com/office/drawing/2014/main" id="{59435E96-6B61-E396-ABE5-F7D49F199A18}"/>
              </a:ext>
            </a:extLst>
          </p:cNvPr>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Tree>
    <p:extLst>
      <p:ext uri="{BB962C8B-B14F-4D97-AF65-F5344CB8AC3E}">
        <p14:creationId xmlns:p14="http://schemas.microsoft.com/office/powerpoint/2010/main" val="1136843161"/>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5" y="487633"/>
            <a:ext cx="11233150" cy="720000"/>
          </a:xfrm>
        </p:spPr>
        <p:txBody>
          <a:bodyPr/>
          <a:lstStyle>
            <a:lvl1pPr>
              <a:defRPr/>
            </a:lvl1pPr>
          </a:lstStyle>
          <a:p>
            <a:r>
              <a:rPr lang="en-US"/>
              <a:t>Add agenda title</a:t>
            </a:r>
          </a:p>
        </p:txBody>
      </p:sp>
      <p:sp>
        <p:nvSpPr>
          <p:cNvPr id="7" name="Foliennummernplatzhalter 6"/>
          <p:cNvSpPr>
            <a:spLocks noGrp="1"/>
          </p:cNvSpPr>
          <p:nvPr>
            <p:ph type="sldNum" sz="quarter" idx="17"/>
          </p:nvPr>
        </p:nvSpPr>
        <p:spPr bwMode="gray"/>
        <p:txBody>
          <a:bodyPr/>
          <a:lstStyle/>
          <a:p>
            <a:fld id="{8FF9B0DE-3FEB-4AA0-B465-B80EF7C1333D}" type="slidenum">
              <a:rPr lang="en-US" smtClean="0"/>
              <a:t>‹#›</a:t>
            </a:fld>
            <a:endParaRPr lang="en-US"/>
          </a:p>
        </p:txBody>
      </p:sp>
      <p:sp>
        <p:nvSpPr>
          <p:cNvPr id="5" name="Text Placeholder 4"/>
          <p:cNvSpPr>
            <a:spLocks noGrp="1"/>
          </p:cNvSpPr>
          <p:nvPr>
            <p:ph type="body" sz="quarter" idx="18" hasCustomPrompt="1"/>
          </p:nvPr>
        </p:nvSpPr>
        <p:spPr>
          <a:xfrm>
            <a:off x="2062800" y="6246000"/>
            <a:ext cx="9288000" cy="288000"/>
          </a:xfrm>
        </p:spPr>
        <p:txBody>
          <a:bodyPr anchor="b"/>
          <a:lstStyle>
            <a:lvl1pPr marL="0" indent="0" algn="r">
              <a:lnSpc>
                <a:spcPct val="100000"/>
              </a:lnSpc>
              <a:spcAft>
                <a:spcPts val="0"/>
              </a:spcAft>
              <a:buNone/>
              <a:defRPr sz="800"/>
            </a:lvl1pPr>
            <a:lvl2pPr marL="215900" indent="0">
              <a:buNone/>
              <a:defRPr/>
            </a:lvl2pPr>
            <a:lvl3pPr marL="360045" indent="0">
              <a:buNone/>
              <a:defRPr/>
            </a:lvl3pPr>
            <a:lvl4pPr marL="575945" indent="0">
              <a:buNone/>
              <a:defRPr/>
            </a:lvl4pPr>
            <a:lvl5pPr marL="0" indent="0">
              <a:buNone/>
              <a:defRPr/>
            </a:lvl5pPr>
          </a:lstStyle>
          <a:p>
            <a:pPr lvl="0"/>
            <a:r>
              <a:rPr lang="en-US"/>
              <a:t>Footnote</a:t>
            </a:r>
            <a:endParaRPr lang="en-GB"/>
          </a:p>
        </p:txBody>
      </p:sp>
    </p:spTree>
    <p:extLst>
      <p:ext uri="{BB962C8B-B14F-4D97-AF65-F5344CB8AC3E}">
        <p14:creationId xmlns:p14="http://schemas.microsoft.com/office/powerpoint/2010/main" val="3585019570"/>
      </p:ext>
    </p:extLst>
  </p:cSld>
  <p:clrMapOvr>
    <a:masterClrMapping/>
  </p:clrMapOvr>
  <p:extLst>
    <p:ext uri="{DCECCB84-F9BA-43D5-87BE-67443E8EF086}">
      <p15:sldGuideLst xmlns:p15="http://schemas.microsoft.com/office/powerpoint/2012/main">
        <p15:guide id="1" orient="horz" pos="890">
          <p15:clr>
            <a:srgbClr val="FBAE40"/>
          </p15:clr>
        </p15:guide>
        <p15:guide id="2" pos="302">
          <p15:clr>
            <a:srgbClr val="FBAE40"/>
          </p15:clr>
        </p15:guide>
        <p15:guide id="3" orient="horz" pos="300">
          <p15:clr>
            <a:srgbClr val="FBAE40"/>
          </p15:clr>
        </p15:guide>
        <p15:guide id="4" orient="horz" pos="3748">
          <p15:clr>
            <a:srgbClr val="FBAE40"/>
          </p15:clr>
        </p15:guide>
        <p15:guide id="5" pos="7378">
          <p15:clr>
            <a:srgbClr val="FBAE4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693C469-2D17-EED6-AEAD-344B959B3B07}"/>
              </a:ext>
            </a:extLst>
          </p:cNvPr>
          <p:cNvSpPr>
            <a:spLocks noGrp="1"/>
          </p:cNvSpPr>
          <p:nvPr>
            <p:ph type="dt" sz="half" idx="10"/>
          </p:nvPr>
        </p:nvSpPr>
        <p:spPr/>
        <p:txBody>
          <a:bodyPr/>
          <a:lstStyle/>
          <a:p>
            <a:fld id="{A26FC8E1-F373-4CE6-A579-785DFE727DF0}" type="datetimeFigureOut">
              <a:rPr lang="en-US" smtClean="0"/>
              <a:t>5/14/2026</a:t>
            </a:fld>
            <a:endParaRPr lang="en-US"/>
          </a:p>
        </p:txBody>
      </p:sp>
      <p:sp>
        <p:nvSpPr>
          <p:cNvPr id="3" name="Footer Placeholder 2">
            <a:extLst>
              <a:ext uri="{FF2B5EF4-FFF2-40B4-BE49-F238E27FC236}">
                <a16:creationId xmlns:a16="http://schemas.microsoft.com/office/drawing/2014/main" id="{96508F1A-C50C-0C95-54FB-13A22C5DC8DB}"/>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EC9F3A84-201F-0854-C086-A9A58EBC2A25}"/>
              </a:ext>
            </a:extLst>
          </p:cNvPr>
          <p:cNvSpPr>
            <a:spLocks noGrp="1"/>
          </p:cNvSpPr>
          <p:nvPr>
            <p:ph type="sldNum" sz="quarter" idx="12"/>
          </p:nvPr>
        </p:nvSpPr>
        <p:spPr/>
        <p:txBody>
          <a:bodyPr/>
          <a:lstStyle/>
          <a:p>
            <a:fld id="{9BD1B9F9-1484-4440-97F6-9565FA1B371C}" type="slidenum">
              <a:rPr lang="en-US" smtClean="0"/>
              <a:t>‹#›</a:t>
            </a:fld>
            <a:endParaRPr lang="en-US"/>
          </a:p>
        </p:txBody>
      </p:sp>
    </p:spTree>
    <p:extLst>
      <p:ext uri="{BB962C8B-B14F-4D97-AF65-F5344CB8AC3E}">
        <p14:creationId xmlns:p14="http://schemas.microsoft.com/office/powerpoint/2010/main" val="3037205051"/>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1407959788"/>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Tree>
    <p:extLst>
      <p:ext uri="{BB962C8B-B14F-4D97-AF65-F5344CB8AC3E}">
        <p14:creationId xmlns:p14="http://schemas.microsoft.com/office/powerpoint/2010/main" val="4244711621"/>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64766962"/>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556552479"/>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542620492"/>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57985915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56413834"/>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Presentation title    |    ONLY FOR INTERNAL USE</a:t>
            </a:r>
          </a:p>
        </p:txBody>
      </p:sp>
    </p:spTree>
    <p:extLst>
      <p:ext uri="{BB962C8B-B14F-4D97-AF65-F5344CB8AC3E}">
        <p14:creationId xmlns:p14="http://schemas.microsoft.com/office/powerpoint/2010/main" val="3063086801"/>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spTree>
    <p:extLst>
      <p:ext uri="{BB962C8B-B14F-4D97-AF65-F5344CB8AC3E}">
        <p14:creationId xmlns:p14="http://schemas.microsoft.com/office/powerpoint/2010/main" val="3946674664"/>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143582263"/>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err="1"/>
              <a:t>Survodutide</a:t>
            </a:r>
            <a:r>
              <a:rPr lang="en-US"/>
              <a:t> MASH </a:t>
            </a:r>
            <a:r>
              <a:rPr lang="en-US" err="1"/>
              <a:t>RoFD</a:t>
            </a:r>
            <a:r>
              <a:rPr lang="en-US"/>
              <a:t> REG Jan 2024|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038757618"/>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336778976"/>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764107353"/>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Presentation title    |    </a:t>
            </a:r>
          </a:p>
          <a:p>
            <a:r>
              <a:rPr lang="en-US"/>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80663431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Presentation title    |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73005415"/>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Presentation title    |    </a:t>
            </a:r>
          </a:p>
          <a:p>
            <a:r>
              <a:rPr lang="en-US"/>
              <a:t>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065327240"/>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1567004697"/>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Presentation title    |    ONLY FOR INTERNAL USE</a:t>
            </a:r>
          </a:p>
        </p:txBody>
      </p:sp>
    </p:spTree>
    <p:extLst>
      <p:ext uri="{BB962C8B-B14F-4D97-AF65-F5344CB8AC3E}">
        <p14:creationId xmlns:p14="http://schemas.microsoft.com/office/powerpoint/2010/main" val="2065353124"/>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Presentation title    |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439560989"/>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2"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2960799"/>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135436816"/>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Presentation title    |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766670889"/>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Presentation title    |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81556966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Presentation title    |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43578527"/>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4429421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469295371"/>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Presentation title    |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63223915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696159720"/>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Presentation title    |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781188151"/>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Presentation title    |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233587857"/>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44022004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Presentation title    |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21331401"/>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Presentation title    |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3010080443"/>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showMasterSp="0" userDrawn="1">
  <p:cSld name="Standard page_03">
    <p:spTree>
      <p:nvGrpSpPr>
        <p:cNvPr id="1" name=""/>
        <p:cNvGrpSpPr/>
        <p:nvPr/>
      </p:nvGrpSpPr>
      <p:grpSpPr>
        <a:xfrm>
          <a:off x="0" y="0"/>
          <a:ext cx="0" cy="0"/>
          <a:chOff x="0" y="0"/>
          <a:chExt cx="0" cy="0"/>
        </a:xfrm>
      </p:grpSpPr>
      <p:sp>
        <p:nvSpPr>
          <p:cNvPr id="12" name="Rechteck 11"/>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latin typeface="BISansOpti"/>
            </a:endParaRPr>
          </a:p>
        </p:txBody>
      </p:sp>
      <p:sp>
        <p:nvSpPr>
          <p:cNvPr id="3" name="Inhaltsplatzhalter 2"/>
          <p:cNvSpPr>
            <a:spLocks noGrp="1"/>
          </p:cNvSpPr>
          <p:nvPr>
            <p:ph idx="1" hasCustomPrompt="1"/>
          </p:nvPr>
        </p:nvSpPr>
        <p:spPr/>
        <p:txBody>
          <a:bodyPr/>
          <a:lstStyle>
            <a:lvl1pPr>
              <a:defRPr>
                <a:solidFill>
                  <a:srgbClr val="000000"/>
                </a:solidFill>
              </a:defRPr>
            </a:lvl1pPr>
          </a:lstStyle>
          <a:p>
            <a:pPr lvl="0"/>
            <a:r>
              <a:rPr lang="en-GB" noProof="0"/>
              <a:t>Click to add text</a:t>
            </a:r>
          </a:p>
        </p:txBody>
      </p:sp>
      <p:cxnSp>
        <p:nvCxnSpPr>
          <p:cNvPr id="5" name="Gerade Verbindung 4"/>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cxnSp>
        <p:nvCxnSpPr>
          <p:cNvPr id="11" name="Gerade Verbindung 10"/>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6" name="Datumsplatzhalter 5"/>
          <p:cNvSpPr>
            <a:spLocks noGrp="1"/>
          </p:cNvSpPr>
          <p:nvPr>
            <p:ph type="dt" sz="half" idx="10"/>
          </p:nvPr>
        </p:nvSpPr>
        <p:spPr/>
        <p:txBody>
          <a:bodyPr/>
          <a:lstStyle/>
          <a:p>
            <a:fld id="{1C661359-A780-4E12-A6C3-DC4E2163D090}" type="datetime1">
              <a:rPr lang="en-GB" smtClean="0"/>
              <a:t>14/05/2026</a:t>
            </a:fld>
            <a:endParaRPr lang="en-GB"/>
          </a:p>
        </p:txBody>
      </p:sp>
      <p:sp>
        <p:nvSpPr>
          <p:cNvPr id="7" name="Fußzeilenplatzhalter 6"/>
          <p:cNvSpPr>
            <a:spLocks noGrp="1"/>
          </p:cNvSpPr>
          <p:nvPr>
            <p:ph type="ftr" sz="quarter" idx="11"/>
          </p:nvPr>
        </p:nvSpPr>
        <p:spPr/>
        <p:txBody>
          <a:bodyPr/>
          <a:lstStyle/>
          <a:p>
            <a:r>
              <a:rPr lang="en-GB"/>
              <a:t>Presentation title, date, author</a:t>
            </a:r>
          </a:p>
        </p:txBody>
      </p:sp>
      <p:sp>
        <p:nvSpPr>
          <p:cNvPr id="8" name="Foliennummernplatzhalter 7"/>
          <p:cNvSpPr>
            <a:spLocks noGrp="1"/>
          </p:cNvSpPr>
          <p:nvPr>
            <p:ph type="sldNum" sz="quarter" idx="12"/>
          </p:nvPr>
        </p:nvSpPr>
        <p:spPr/>
        <p:txBody>
          <a:bodyPr/>
          <a:lstStyle/>
          <a:p>
            <a:fld id="{143B55C4-4F5A-416B-997D-6CE47EB0A945}" type="slidenum">
              <a:rPr lang="en-GB" smtClean="0"/>
              <a:pPr/>
              <a:t>‹#›</a:t>
            </a:fld>
            <a:endParaRPr lang="en-GB"/>
          </a:p>
        </p:txBody>
      </p:sp>
      <p:sp>
        <p:nvSpPr>
          <p:cNvPr id="14" name="Titel 7"/>
          <p:cNvSpPr>
            <a:spLocks noGrp="1"/>
          </p:cNvSpPr>
          <p:nvPr>
            <p:ph type="title" hasCustomPrompt="1"/>
          </p:nvPr>
        </p:nvSpPr>
        <p:spPr>
          <a:xfrm>
            <a:off x="490100" y="387429"/>
            <a:ext cx="11211800" cy="492443"/>
          </a:xfrm>
        </p:spPr>
        <p:txBody>
          <a:bodyPr/>
          <a:lstStyle/>
          <a:p>
            <a:r>
              <a:rPr lang="en-GB" noProof="0"/>
              <a:t>Click to add headline</a:t>
            </a:r>
          </a:p>
        </p:txBody>
      </p:sp>
      <p:pic>
        <p:nvPicPr>
          <p:cNvPr id="15" name="Grafik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8194173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userDrawn="1">
  <p:cSld name="Standard page_04">
    <p:spTree>
      <p:nvGrpSpPr>
        <p:cNvPr id="1" name=""/>
        <p:cNvGrpSpPr/>
        <p:nvPr/>
      </p:nvGrpSpPr>
      <p:grpSpPr>
        <a:xfrm>
          <a:off x="0" y="0"/>
          <a:ext cx="0" cy="0"/>
          <a:chOff x="0" y="0"/>
          <a:chExt cx="0" cy="0"/>
        </a:xfrm>
      </p:grpSpPr>
      <p:sp>
        <p:nvSpPr>
          <p:cNvPr id="12" name="Rechteck 11"/>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latin typeface="BISansOpti"/>
            </a:endParaRPr>
          </a:p>
        </p:txBody>
      </p:sp>
      <p:cxnSp>
        <p:nvCxnSpPr>
          <p:cNvPr id="5" name="Gerade Verbindung 4"/>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cxnSp>
        <p:nvCxnSpPr>
          <p:cNvPr id="11" name="Gerade Verbindung 10"/>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3" name="Datumsplatzhalter 2"/>
          <p:cNvSpPr>
            <a:spLocks noGrp="1"/>
          </p:cNvSpPr>
          <p:nvPr>
            <p:ph type="dt" sz="half" idx="10"/>
          </p:nvPr>
        </p:nvSpPr>
        <p:spPr/>
        <p:txBody>
          <a:bodyPr/>
          <a:lstStyle/>
          <a:p>
            <a:fld id="{C111D5BD-A427-4B29-9DEE-6B9E4BFFF318}" type="datetime1">
              <a:rPr lang="en-GB" smtClean="0"/>
              <a:t>14/05/2026</a:t>
            </a:fld>
            <a:endParaRPr lang="en-GB"/>
          </a:p>
        </p:txBody>
      </p:sp>
      <p:sp>
        <p:nvSpPr>
          <p:cNvPr id="4" name="Fußzeilenplatzhalter 3"/>
          <p:cNvSpPr>
            <a:spLocks noGrp="1"/>
          </p:cNvSpPr>
          <p:nvPr>
            <p:ph type="ftr" sz="quarter" idx="11"/>
          </p:nvPr>
        </p:nvSpPr>
        <p:spPr/>
        <p:txBody>
          <a:bodyPr/>
          <a:lstStyle/>
          <a:p>
            <a:r>
              <a:rPr lang="en-GB"/>
              <a:t>Presentation title, date, author</a:t>
            </a:r>
          </a:p>
        </p:txBody>
      </p:sp>
      <p:sp>
        <p:nvSpPr>
          <p:cNvPr id="6" name="Foliennummernplatzhalter 5"/>
          <p:cNvSpPr>
            <a:spLocks noGrp="1"/>
          </p:cNvSpPr>
          <p:nvPr>
            <p:ph type="sldNum" sz="quarter" idx="12"/>
          </p:nvPr>
        </p:nvSpPr>
        <p:spPr/>
        <p:txBody>
          <a:bodyPr/>
          <a:lstStyle/>
          <a:p>
            <a:fld id="{143B55C4-4F5A-416B-997D-6CE47EB0A945}" type="slidenum">
              <a:rPr lang="en-GB" smtClean="0"/>
              <a:pPr/>
              <a:t>‹#›</a:t>
            </a:fld>
            <a:endParaRPr lang="en-GB"/>
          </a:p>
        </p:txBody>
      </p:sp>
      <p:sp>
        <p:nvSpPr>
          <p:cNvPr id="15" name="Titel 7"/>
          <p:cNvSpPr>
            <a:spLocks noGrp="1"/>
          </p:cNvSpPr>
          <p:nvPr>
            <p:ph type="title" hasCustomPrompt="1"/>
          </p:nvPr>
        </p:nvSpPr>
        <p:spPr>
          <a:xfrm>
            <a:off x="490100" y="387429"/>
            <a:ext cx="11211800" cy="492443"/>
          </a:xfrm>
        </p:spPr>
        <p:txBody>
          <a:bodyPr/>
          <a:lstStyle/>
          <a:p>
            <a:r>
              <a:rPr lang="en-GB" noProof="0"/>
              <a:t>Click to add headline</a:t>
            </a:r>
          </a:p>
        </p:txBody>
      </p:sp>
      <p:pic>
        <p:nvPicPr>
          <p:cNvPr id="16" name="Grafik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
        <p:nvSpPr>
          <p:cNvPr id="7" name="Inhaltsplatzhalter 6"/>
          <p:cNvSpPr>
            <a:spLocks noGrp="1"/>
          </p:cNvSpPr>
          <p:nvPr>
            <p:ph sz="quarter" idx="13" hasCustomPrompt="1"/>
          </p:nvPr>
        </p:nvSpPr>
        <p:spPr>
          <a:xfrm>
            <a:off x="2361600" y="1598400"/>
            <a:ext cx="7488000" cy="4526400"/>
          </a:xfrm>
        </p:spPr>
        <p:txBody>
          <a:bodyPr/>
          <a:lstStyle>
            <a:lvl1pPr marL="0" indent="0">
              <a:spcBef>
                <a:spcPts val="800"/>
              </a:spcBef>
              <a:buNone/>
              <a:defRPr>
                <a:latin typeface="+mn-lt"/>
              </a:defRPr>
            </a:lvl1pPr>
            <a:lvl2pPr marL="355591" indent="0">
              <a:buNone/>
              <a:defRPr>
                <a:latin typeface="+mn-lt"/>
              </a:defRPr>
            </a:lvl2pPr>
            <a:lvl3pPr marL="601118" indent="0">
              <a:buNone/>
              <a:defRPr>
                <a:latin typeface="+mn-lt"/>
              </a:defRPr>
            </a:lvl3pPr>
            <a:lvl4pPr marL="838179" indent="0">
              <a:buNone/>
              <a:defRPr>
                <a:latin typeface="+mn-lt"/>
              </a:defRPr>
            </a:lvl4pPr>
            <a:lvl5pPr marL="1075240" indent="0">
              <a:buNone/>
              <a:defRPr>
                <a:latin typeface="+mn-lt"/>
              </a:defRPr>
            </a:lvl5pPr>
          </a:lstStyle>
          <a:p>
            <a:pPr lvl="0"/>
            <a:r>
              <a:rPr lang="en-GB" noProof="0"/>
              <a:t>Click to add text</a:t>
            </a:r>
          </a:p>
        </p:txBody>
      </p:sp>
    </p:spTree>
    <p:extLst>
      <p:ext uri="{BB962C8B-B14F-4D97-AF65-F5344CB8AC3E}">
        <p14:creationId xmlns:p14="http://schemas.microsoft.com/office/powerpoint/2010/main" val="2193901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ltLang="zh-CN"/>
              <a:t>TA CEC Portfolio Update|    ONLY FOR INTERNAL USE</a:t>
            </a:r>
          </a:p>
        </p:txBody>
      </p:sp>
    </p:spTree>
    <p:extLst>
      <p:ext uri="{BB962C8B-B14F-4D97-AF65-F5344CB8AC3E}">
        <p14:creationId xmlns:p14="http://schemas.microsoft.com/office/powerpoint/2010/main" val="3596076658"/>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ltLang="zh-CN">
                <a:solidFill>
                  <a:schemeClr val="bg1"/>
                </a:solidFill>
              </a:rPr>
              <a:t>TA CEC Portfolio Update|    ONLY FOR INTERNAL USE</a:t>
            </a:r>
          </a:p>
        </p:txBody>
      </p:sp>
    </p:spTree>
    <p:extLst>
      <p:ext uri="{BB962C8B-B14F-4D97-AF65-F5344CB8AC3E}">
        <p14:creationId xmlns:p14="http://schemas.microsoft.com/office/powerpoint/2010/main" val="1445980749"/>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ltLang="zh-CN"/>
              <a:t>TA CEC Portfolio Update|    ONLY FOR INTERNAL USE</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716168874"/>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ltLang="zh-CN"/>
              <a:t>TA CEC Portfolio Update|    ONLY FOR INTERNAL USE</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877320294"/>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p:spPr>
        <p:txBody>
          <a:bodyPr/>
          <a:lstStyle>
            <a:lvl1pPr algn="l">
              <a:defRPr>
                <a:solidFill>
                  <a:schemeClr val="bg1"/>
                </a:solidFill>
              </a:defRPr>
            </a:lvl1pPr>
          </a:lstStyle>
          <a:p>
            <a:r>
              <a:rPr lang="en-US" altLang="zh-CN"/>
              <a:t>TA CEC Portfolio Update|    ONLY FOR INTERNAL USE</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954721654"/>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ltLang="zh-CN"/>
              <a:t>TA CEC Portfolio Update|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467916756"/>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ltLang="zh-CN"/>
              <a:t>TA CEC Portfolio Update|    ONLY FOR INTERNAL USE</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099108822"/>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ltLang="zh-CN"/>
              <a:t>TA CEC Portfolio Update|    ONLY FOR INTERNAL USE</a:t>
            </a:r>
          </a:p>
        </p:txBody>
      </p:sp>
    </p:spTree>
    <p:extLst>
      <p:ext uri="{BB962C8B-B14F-4D97-AF65-F5344CB8AC3E}">
        <p14:creationId xmlns:p14="http://schemas.microsoft.com/office/powerpoint/2010/main" val="308730450"/>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ltLang="zh-CN"/>
              <a:t>TA CEC Portfolio Update|    ONLY FOR INTERNAL USE</a:t>
            </a:r>
          </a:p>
        </p:txBody>
      </p:sp>
    </p:spTree>
    <p:extLst>
      <p:ext uri="{BB962C8B-B14F-4D97-AF65-F5344CB8AC3E}">
        <p14:creationId xmlns:p14="http://schemas.microsoft.com/office/powerpoint/2010/main" val="682971402"/>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ltLang="zh-CN"/>
              <a:t>TA CEC Portfolio Update|    ONLY FOR INTERNAL USE</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62306431"/>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6"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ltLang="zh-CN"/>
              <a:t>TA CEC Portfolio Update|    ONLY FOR INTERNAL USE</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164158323"/>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ltLang="zh-CN"/>
              <a:t>TA CEC Portfolio Update|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3904112399"/>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ltLang="zh-CN"/>
              <a:t>TA CEC Portfolio Update|    ONLY FOR INTERNAL USE</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3098721709"/>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ltLang="zh-CN"/>
              <a:t>TA CEC Portfolio Update|    </a:t>
            </a:r>
          </a:p>
          <a:p>
            <a:r>
              <a:rPr lang="en-US" altLang="zh-CN"/>
              <a:t>ONLY FOR INTERNAL USE</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27775761"/>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ltLang="zh-CN"/>
              <a:t>TA CEC Portfolio Update|    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778662513"/>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ltLang="zh-CN"/>
              <a:t>TA CEC Portfolio Update|   </a:t>
            </a:r>
          </a:p>
          <a:p>
            <a:r>
              <a:rPr lang="en-US" altLang="zh-CN"/>
              <a:t> ONLY FOR INTERNAL USE</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838209799"/>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ltLang="zh-CN"/>
              <a:t>TA CEC Portfolio Update|    ONLY FOR INTERNAL USE</a:t>
            </a:r>
          </a:p>
        </p:txBody>
      </p:sp>
    </p:spTree>
    <p:extLst>
      <p:ext uri="{BB962C8B-B14F-4D97-AF65-F5344CB8AC3E}">
        <p14:creationId xmlns:p14="http://schemas.microsoft.com/office/powerpoint/2010/main" val="1290869816"/>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ltLang="zh-CN"/>
              <a:t>TA CEC Portfolio Update|    ONLY FOR INTERNAL USE</a:t>
            </a:r>
          </a:p>
        </p:txBody>
      </p:sp>
    </p:spTree>
    <p:extLst>
      <p:ext uri="{BB962C8B-B14F-4D97-AF65-F5344CB8AC3E}">
        <p14:creationId xmlns:p14="http://schemas.microsoft.com/office/powerpoint/2010/main" val="1304430181"/>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ltLang="zh-CN"/>
              <a:t>TA CEC Portfolio Update|    ONLY FOR INTERNAL USE</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490380133"/>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ltLang="zh-CN"/>
              <a:t>TA CEC Portfolio Update|    ONLY FOR INTERNAL USE</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089993472"/>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ltLang="zh-CN"/>
              <a:t>TA CEC Portfolio Update|    ONLY FOR INTERNAL USE</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208196263"/>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ltLang="zh-CN"/>
              <a:t>TA CEC Portfolio Update|    ONLY FOR INTERNAL USE</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500600816"/>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ltLang="zh-CN"/>
              <a:t>TA CEC Portfolio Update|    ONLY FOR INTERNAL USE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5373949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ltLang="zh-CN"/>
              <a:t>TA CEC Portfolio Update|    ONLY FOR INTERNAL USE</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731767391"/>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ltLang="zh-CN"/>
              <a:t>TA CEC Portfolio Update|    ONLY FOR INTERNAL USE</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063355013"/>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ltLang="zh-CN"/>
              <a:t>TA CEC Portfolio Update|    ONLY FOR INTERNAL USE</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25621218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2"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6"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ltLang="zh-CN"/>
              <a:t>TA CEC Portfolio Update|    ONLY FOR INTERNAL USE</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425374743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ltLang="zh-CN"/>
              <a:t>TA CEC Portfolio Update|    ONLY FOR INTERNAL USE</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08325492"/>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ltLang="zh-CN"/>
              <a:t>TA CEC Portfolio Update|    ONLY FOR INTERNAL USE</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921449168"/>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ltLang="zh-CN"/>
              <a:t>TA CEC Portfolio Update|    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744972241"/>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ltLang="zh-CN"/>
              <a:t>TA CEC Portfolio Update|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958674815"/>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ltLang="zh-CN"/>
              <a:t>TA CEC Portfolio Update|    ONLY FOR INTERNAL USE</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23550490"/>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ltLang="zh-CN"/>
              <a:t>TA CEC Portfolio Update|    ONLY FOR INTERNAL USE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Tree>
    <p:extLst>
      <p:ext uri="{BB962C8B-B14F-4D97-AF65-F5344CB8AC3E}">
        <p14:creationId xmlns:p14="http://schemas.microsoft.com/office/powerpoint/2010/main" val="889222196"/>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obj">
  <p:cSld name="Title and Content (w Logo)">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a:t>Title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C279E0CE-82D6-4E62-B846-C54F3C8528B8}"/>
              </a:ext>
            </a:extLst>
          </p:cNvPr>
          <p:cNvSpPr>
            <a:spLocks noGrp="1"/>
          </p:cNvSpPr>
          <p:nvPr>
            <p:ph type="sldNum" sz="quarter" idx="10"/>
          </p:nvPr>
        </p:nvSpPr>
        <p:spPr>
          <a:xfrm>
            <a:off x="11302188" y="234170"/>
            <a:ext cx="183356" cy="198040"/>
          </a:xfrm>
          <a:prstGeom prst="rect">
            <a:avLst/>
          </a:prstGeom>
        </p:spPr>
        <p:txBody>
          <a:bodyPr/>
          <a:lstStyle/>
          <a:p>
            <a:fld id="{9531C42D-C051-44A0-B77F-838FCEDD279D}" type="slidenum">
              <a:rPr lang="en-GB" smtClean="0"/>
              <a:pPr/>
              <a:t>‹#›</a:t>
            </a:fld>
            <a:endParaRPr lang="en-GB"/>
          </a:p>
        </p:txBody>
      </p:sp>
      <p:pic>
        <p:nvPicPr>
          <p:cNvPr id="6" name="Picture 5" descr="Graphical user interface, text&#10;&#10;Description automatically generated">
            <a:extLst>
              <a:ext uri="{FF2B5EF4-FFF2-40B4-BE49-F238E27FC236}">
                <a16:creationId xmlns:a16="http://schemas.microsoft.com/office/drawing/2014/main" id="{EBCA4533-F87A-4339-91B7-5EEEA16394C2}"/>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18303" t="13743" r="15282" b="14364"/>
          <a:stretch/>
        </p:blipFill>
        <p:spPr>
          <a:xfrm>
            <a:off x="10633685" y="6233746"/>
            <a:ext cx="1471169" cy="546216"/>
          </a:xfrm>
          <a:prstGeom prst="rect">
            <a:avLst/>
          </a:prstGeom>
        </p:spPr>
      </p:pic>
      <p:pic>
        <p:nvPicPr>
          <p:cNvPr id="2050" name="Picture 2" descr="image001"/>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0" y="6129337"/>
            <a:ext cx="1324247" cy="72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ooter Placeholder 4">
            <a:extLst>
              <a:ext uri="{FF2B5EF4-FFF2-40B4-BE49-F238E27FC236}">
                <a16:creationId xmlns:a16="http://schemas.microsoft.com/office/drawing/2014/main" id="{DE836721-5CD1-44DB-9A82-703EF599529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solidFill>
                  <a:prstClr val="black">
                    <a:tint val="75000"/>
                  </a:prstClr>
                </a:solidFill>
                <a:latin typeface="Calibri" panose="020F0502020204030204"/>
              </a:rPr>
              <a:t>Data snapshot 15-JAN-2026</a:t>
            </a:r>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30765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24Mar2026 FAP/TRAILR2 IUPC  |  CONFIDENTIAL</a:t>
            </a:r>
          </a:p>
        </p:txBody>
      </p:sp>
    </p:spTree>
    <p:extLst>
      <p:ext uri="{BB962C8B-B14F-4D97-AF65-F5344CB8AC3E}">
        <p14:creationId xmlns:p14="http://schemas.microsoft.com/office/powerpoint/2010/main" val="3852217017"/>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24Mar2026 FAP/TRAILR2 IUPC  |  CONFIDENTIAL</a:t>
            </a:r>
          </a:p>
        </p:txBody>
      </p:sp>
    </p:spTree>
    <p:extLst>
      <p:ext uri="{BB962C8B-B14F-4D97-AF65-F5344CB8AC3E}">
        <p14:creationId xmlns:p14="http://schemas.microsoft.com/office/powerpoint/2010/main" val="270698664"/>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24Mar2026 FAP/TRAILR2 IUPC  |  CONFIDENTIAL</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622696650"/>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24Mar2026 FAP/TRAILR2 IUPC  |  CONFIDENTIAL</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67212073"/>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6" y="2637000"/>
            <a:ext cx="7272338"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6" y="6165328"/>
            <a:ext cx="5040000" cy="216000"/>
          </a:xfrm>
        </p:spPr>
        <p:txBody>
          <a:bodyPr/>
          <a:lstStyle>
            <a:lvl1pPr algn="l">
              <a:defRPr>
                <a:solidFill>
                  <a:schemeClr val="bg1"/>
                </a:solidFill>
              </a:defRPr>
            </a:lvl1pPr>
          </a:lstStyle>
          <a:p>
            <a:r>
              <a:rPr lang="en-US"/>
              <a:t>24Mar2026 FAP/TRAILR2 IUPC  |  CONFIDENTIAL</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108951070"/>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4" y="1412876"/>
            <a:ext cx="11233151" cy="4537074"/>
          </a:xfrm>
        </p:spPr>
        <p:txBody>
          <a:bodyPr/>
          <a:lstStyle>
            <a:lvl1pPr marL="360000" indent="-360000">
              <a:spcBef>
                <a:spcPts val="1800"/>
              </a:spcBef>
              <a:buFont typeface="+mj-lt"/>
              <a:buAutoNum type="arabicPeriod"/>
              <a:defRPr sz="2000"/>
            </a:lvl1pPr>
            <a:lvl2pPr marL="540000" indent="-180000">
              <a:spcBef>
                <a:spcPts val="200"/>
              </a:spcBef>
              <a:spcAft>
                <a:spcPts val="200"/>
              </a:spcAft>
              <a:buFont typeface="Arial" panose="020B0604020202020204" pitchFamily="34" charset="0"/>
              <a:buChar char="•"/>
              <a:defRPr/>
            </a:lvl2pPr>
            <a:lvl3pPr marL="540000" indent="-180000">
              <a:spcBef>
                <a:spcPts val="200"/>
              </a:spcBef>
              <a:spcAft>
                <a:spcPts val="200"/>
              </a:spcAft>
              <a:buFont typeface="Arial" panose="020B0604020202020204" pitchFamily="34" charset="0"/>
              <a:buChar char="•"/>
              <a:defRPr/>
            </a:lvl3pPr>
            <a:lvl4pPr marL="540000" indent="-180000">
              <a:spcBef>
                <a:spcPts val="200"/>
              </a:spcBef>
              <a:spcAft>
                <a:spcPts val="200"/>
              </a:spcAft>
              <a:buFont typeface="Arial" panose="020B0604020202020204" pitchFamily="34" charset="0"/>
              <a:buChar char="•"/>
              <a:defRPr/>
            </a:lvl4pPr>
            <a:lvl5pPr marL="540000" indent="-180000">
              <a:spcBef>
                <a:spcPts val="200"/>
              </a:spcBef>
              <a:spcAft>
                <a:spcPts val="200"/>
              </a:spcAft>
              <a:buFont typeface="Arial" panose="020B0604020202020204" pitchFamily="34" charset="0"/>
              <a:buChar char="•"/>
              <a:defRPr sz="1600"/>
            </a:lvl5pPr>
            <a:lvl6pPr marL="540000" indent="-180000">
              <a:spcBef>
                <a:spcPts val="200"/>
              </a:spcBef>
              <a:spcAft>
                <a:spcPts val="200"/>
              </a:spcAft>
              <a:buFont typeface="Arial" panose="020B0604020202020204" pitchFamily="34" charset="0"/>
              <a:buChar char="•"/>
              <a:defRPr sz="1600"/>
            </a:lvl6pPr>
            <a:lvl7pPr marL="540000" indent="-180000">
              <a:spcBef>
                <a:spcPts val="200"/>
              </a:spcBef>
              <a:spcAft>
                <a:spcPts val="200"/>
              </a:spcAft>
              <a:buFont typeface="Arial" panose="020B0604020202020204" pitchFamily="34" charset="0"/>
              <a:buChar char="•"/>
              <a:defRPr sz="1600"/>
            </a:lvl7pPr>
            <a:lvl8pPr marL="540000" indent="-180000">
              <a:spcBef>
                <a:spcPts val="200"/>
              </a:spcBef>
              <a:spcAft>
                <a:spcPts val="200"/>
              </a:spcAft>
              <a:buFont typeface="Arial" panose="020B0604020202020204" pitchFamily="34" charset="0"/>
              <a:buChar char="•"/>
              <a:defRPr sz="1600"/>
            </a:lvl8pPr>
            <a:lvl9pPr marL="540000" indent="-180000">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24Mar2026 FAP/TRAILR2 IUPC  |  CONFIDENTIAL</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374431619"/>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24Mar2026 FAP/TRAILR2 IUPC  |  CONFIDENTIAL</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0"/>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4"/>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8"/>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247017677"/>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24Mar2026 FAP/TRAILR2 IUPC  |  CONFIDENTIAL</a:t>
            </a:r>
          </a:p>
        </p:txBody>
      </p:sp>
    </p:spTree>
    <p:extLst>
      <p:ext uri="{BB962C8B-B14F-4D97-AF65-F5344CB8AC3E}">
        <p14:creationId xmlns:p14="http://schemas.microsoft.com/office/powerpoint/2010/main" val="2214060707"/>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4"/>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24Mar2026 FAP/TRAILR2 IUPC  |  CONFIDENTIAL</a:t>
            </a:r>
          </a:p>
        </p:txBody>
      </p:sp>
    </p:spTree>
    <p:extLst>
      <p:ext uri="{BB962C8B-B14F-4D97-AF65-F5344CB8AC3E}">
        <p14:creationId xmlns:p14="http://schemas.microsoft.com/office/powerpoint/2010/main" val="2121270927"/>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4" y="1412874"/>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24Mar2026 FAP/TRAILR2 IUPC  |  CONFIDENTIAL</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541173316"/>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4"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24Mar2026 FAP/TRAILR2 IUPC  |  CONFIDENTIAL</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3757840255"/>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24Mar2026 FAP/TRAILR2 IUPC  |  CONFIDENTIAL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854633369"/>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24Mar2026 FAP/TRAILR2 IUPC  |  CONFIDENTIAL</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4064713163"/>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0"/>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2000" indent="-216000">
              <a:defRPr sz="1200">
                <a:solidFill>
                  <a:schemeClr val="bg2"/>
                </a:solidFill>
              </a:defRPr>
            </a:lvl5pPr>
            <a:lvl6pPr marL="792000" indent="-216000">
              <a:defRPr sz="1200">
                <a:solidFill>
                  <a:schemeClr val="bg2"/>
                </a:solidFill>
              </a:defRPr>
            </a:lvl6pPr>
            <a:lvl7pPr marL="792000" indent="-216000">
              <a:defRPr sz="1200">
                <a:solidFill>
                  <a:schemeClr val="bg2"/>
                </a:solidFill>
              </a:defRPr>
            </a:lvl7pPr>
            <a:lvl8pPr marL="792000" indent="-216000">
              <a:defRPr sz="1200">
                <a:solidFill>
                  <a:schemeClr val="bg2"/>
                </a:solidFill>
              </a:defRPr>
            </a:lvl8pPr>
            <a:lvl9pPr marL="792000" indent="-216000">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24Mar2026 FAP/TRAILR2 IUPC  |  CONFIDENTIAL</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841713413"/>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24Mar2026 FAP/TRAILR2 IUPC  |  CONFIDENTIAL</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991495912"/>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4"/>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24Mar2026 FAP/TRAILR2 IUPC  |  CONFIDENTIAL</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081294776"/>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24Mar2026 FAP/TRAILR2 IUPC  |  CONFIDENTIAL</a:t>
            </a:r>
          </a:p>
        </p:txBody>
      </p:sp>
    </p:spTree>
    <p:extLst>
      <p:ext uri="{BB962C8B-B14F-4D97-AF65-F5344CB8AC3E}">
        <p14:creationId xmlns:p14="http://schemas.microsoft.com/office/powerpoint/2010/main" val="4222759959"/>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4" y="1413222"/>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8"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38"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24Mar2026 FAP/TRAILR2 IUPC  |  CONFIDENTIAL</a:t>
            </a:r>
          </a:p>
        </p:txBody>
      </p:sp>
    </p:spTree>
    <p:extLst>
      <p:ext uri="{BB962C8B-B14F-4D97-AF65-F5344CB8AC3E}">
        <p14:creationId xmlns:p14="http://schemas.microsoft.com/office/powerpoint/2010/main" val="327865454"/>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88"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24Mar2026 FAP/TRAILR2 IUPC  |  CONFIDENTIAL</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967278926"/>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3"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24Mar2026 FAP/TRAILR2 IUPC  |  CONFIDENTIAL</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7396833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8" y="0"/>
            <a:ext cx="4043362"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24Mar2026 FAP/TRAILR2 IUPC  |  CONFIDENTIAL</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93356415"/>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1"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24Mar2026 FAP/TRAILR2 IUPC  |  CONFIDENTIAL</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11493107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24Mar2026 FAP/TRAILR2 IUPC  |  CONFIDENTIAL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97525935"/>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4"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4"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7"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24Mar2026 FAP/TRAILR2 IUPC  |  CONFIDENTIAL</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962168674"/>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4"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09" y="1412876"/>
            <a:ext cx="9396414"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0" y="0"/>
            <a:ext cx="2027238"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24Mar2026 FAP/TRAILR2 IUPC  |  CONFIDENTIAL</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041770088"/>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4"/>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24Mar2026 FAP/TRAILR2 IUPC  |  CONFIDENTIAL</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248626514"/>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24Mar2026 FAP/TRAILR2 IUPC  |  CONFIDENTIAL</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633839580"/>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8" y="0"/>
            <a:ext cx="4043362"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4"/>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24Mar2026 FAP/TRAILR2 IUPC  |  CONFIDENTIAL</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3588060549"/>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2"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4"/>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24Mar2026 FAP/TRAILR2 IUPC  |  CONFIDENTIAL</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en-US"/>
              <a:t>Click to edit Master text styles</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1513478072"/>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24Mar2026 FAP/TRAILR2 IUPC  |  CONFIDENTIAL</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803351335"/>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24Mar2026 FAP/TRAILR2 IUPC  |  CONFIDENTIAL</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590896948"/>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1" y="0"/>
            <a:ext cx="12191998"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4"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6"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900" algn="l"/>
              </a:tabLst>
              <a:defRPr b="1">
                <a:solidFill>
                  <a:schemeClr val="bg1"/>
                </a:solidFill>
              </a:defRPr>
            </a:lvl2pPr>
            <a:lvl3pPr marL="0" indent="0" algn="l">
              <a:spcBef>
                <a:spcPts val="0"/>
              </a:spcBef>
              <a:spcAft>
                <a:spcPts val="1200"/>
              </a:spcAft>
              <a:buNone/>
              <a:tabLst>
                <a:tab pos="266700" algn="l"/>
              </a:tabLst>
              <a:defRPr sz="1400">
                <a:solidFill>
                  <a:schemeClr val="bg1"/>
                </a:solidFill>
              </a:defRPr>
            </a:lvl3pPr>
            <a:lvl4pPr marL="0" indent="0" algn="l">
              <a:spcBef>
                <a:spcPts val="0"/>
              </a:spcBef>
              <a:spcAft>
                <a:spcPts val="1200"/>
              </a:spcAft>
              <a:buNone/>
              <a:tabLst>
                <a:tab pos="723900" algn="l"/>
              </a:tabLst>
              <a:defRPr sz="1400">
                <a:solidFill>
                  <a:schemeClr val="bg1"/>
                </a:solidFill>
              </a:defRPr>
            </a:lvl4pPr>
            <a:lvl5pPr marL="0" indent="0" algn="l">
              <a:spcBef>
                <a:spcPts val="0"/>
              </a:spcBef>
              <a:spcAft>
                <a:spcPts val="1200"/>
              </a:spcAft>
              <a:buNone/>
              <a:tabLst>
                <a:tab pos="723900" algn="l"/>
              </a:tabLst>
              <a:defRPr sz="1400">
                <a:solidFill>
                  <a:schemeClr val="bg1"/>
                </a:solidFill>
              </a:defRPr>
            </a:lvl5pPr>
            <a:lvl6pPr marL="0" indent="0">
              <a:spcBef>
                <a:spcPts val="0"/>
              </a:spcBef>
              <a:spcAft>
                <a:spcPts val="1200"/>
              </a:spcAft>
              <a:buNone/>
              <a:tabLst>
                <a:tab pos="723900" algn="l"/>
              </a:tabLst>
              <a:defRPr sz="1400">
                <a:solidFill>
                  <a:schemeClr val="bg1"/>
                </a:solidFill>
              </a:defRPr>
            </a:lvl6pPr>
            <a:lvl7pPr marL="0" indent="0">
              <a:spcBef>
                <a:spcPts val="0"/>
              </a:spcBef>
              <a:spcAft>
                <a:spcPts val="1200"/>
              </a:spcAft>
              <a:buNone/>
              <a:tabLst>
                <a:tab pos="723900" algn="l"/>
              </a:tabLst>
              <a:defRPr sz="1400">
                <a:solidFill>
                  <a:schemeClr val="bg1"/>
                </a:solidFill>
              </a:defRPr>
            </a:lvl7pPr>
            <a:lvl8pPr marL="0" indent="0">
              <a:spcBef>
                <a:spcPts val="0"/>
              </a:spcBef>
              <a:spcAft>
                <a:spcPts val="1200"/>
              </a:spcAft>
              <a:buNone/>
              <a:tabLst>
                <a:tab pos="723900" algn="l"/>
              </a:tabLst>
              <a:defRPr sz="1400">
                <a:solidFill>
                  <a:schemeClr val="bg1"/>
                </a:solidFill>
              </a:defRPr>
            </a:lvl8pPr>
            <a:lvl9pPr marL="0" indent="0">
              <a:spcBef>
                <a:spcPts val="0"/>
              </a:spcBef>
              <a:spcAft>
                <a:spcPts val="1200"/>
              </a:spcAft>
              <a:buNone/>
              <a:tabLst>
                <a:tab pos="723900"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24Mar2026 FAP/TRAILR2 IUPC  |  CONFIDENTIAL</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8"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4000" indent="-144000">
                <a:lnSpc>
                  <a:spcPct val="120000"/>
                </a:lnSpc>
                <a:spcAft>
                  <a:spcPts val="600"/>
                </a:spcAft>
                <a:buFont typeface="+mj-lt"/>
                <a:buAutoNum type="arabicPeriod"/>
              </a:pPr>
              <a:r>
                <a:rPr lang="en-US" sz="900">
                  <a:solidFill>
                    <a:schemeClr val="tx1"/>
                  </a:solidFill>
                  <a:effectLst/>
                  <a:latin typeface="+mn-lt"/>
                </a:rPr>
                <a:t>Click on the placeholder for pictures</a:t>
              </a:r>
            </a:p>
            <a:p>
              <a:pPr marL="144000" indent="-144000">
                <a:lnSpc>
                  <a:spcPct val="120000"/>
                </a:lnSpc>
                <a:spcAft>
                  <a:spcPts val="600"/>
                </a:spcAft>
                <a:buFont typeface="+mj-lt"/>
                <a:buAutoNum type="arabicPeriod"/>
              </a:pPr>
              <a:r>
                <a:rPr lang="en-US" sz="900">
                  <a:solidFill>
                    <a:schemeClr val="tx1"/>
                  </a:solidFill>
                  <a:effectLst/>
                  <a:latin typeface="+mn-lt"/>
                </a:rPr>
                <a:t>Open the menu “Insert”</a:t>
              </a:r>
            </a:p>
            <a:p>
              <a:pPr marL="144000" indent="-144000">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4000" indent="-144000">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723976671"/>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7" name="Fußzeilenplatzhalter 6">
            <a:extLst>
              <a:ext uri="{FF2B5EF4-FFF2-40B4-BE49-F238E27FC236}">
                <a16:creationId xmlns:a16="http://schemas.microsoft.com/office/drawing/2014/main" id="{65A0CC2C-1A22-ACCD-F954-31305506A0DB}"/>
              </a:ext>
            </a:extLst>
          </p:cNvPr>
          <p:cNvSpPr>
            <a:spLocks noGrp="1"/>
          </p:cNvSpPr>
          <p:nvPr>
            <p:ph type="ftr" sz="quarter" idx="10"/>
          </p:nvPr>
        </p:nvSpPr>
        <p:spPr bwMode="gray"/>
        <p:txBody>
          <a:bodyPr/>
          <a:lstStyle/>
          <a:p>
            <a:r>
              <a:rPr lang="en-US"/>
              <a:t>24Mar2026 FAP/TRAILR2 IUPC  |  CONFIDENTIAL</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5" y="476250"/>
            <a:ext cx="11233150"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5"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8"/>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3"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t>2026</a:t>
            </a:fld>
            <a:r>
              <a:rPr lang="en-US" sz="900"/>
              <a:t> Boehringer Ingelheim International GmbH. All rights reserved.</a:t>
            </a:r>
          </a:p>
        </p:txBody>
      </p:sp>
    </p:spTree>
    <p:extLst>
      <p:ext uri="{BB962C8B-B14F-4D97-AF65-F5344CB8AC3E}">
        <p14:creationId xmlns:p14="http://schemas.microsoft.com/office/powerpoint/2010/main" val="3194279696"/>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userDrawn="1">
  <p:cSld name="Stand-alone">
    <p:spTree>
      <p:nvGrpSpPr>
        <p:cNvPr id="1" name=""/>
        <p:cNvGrpSpPr/>
        <p:nvPr/>
      </p:nvGrpSpPr>
      <p:grpSpPr>
        <a:xfrm>
          <a:off x="0" y="0"/>
          <a:ext cx="0" cy="0"/>
          <a:chOff x="0" y="0"/>
          <a:chExt cx="0" cy="0"/>
        </a:xfrm>
      </p:grpSpPr>
      <p:sp>
        <p:nvSpPr>
          <p:cNvPr id="4" name="Datumsplatzhalter 3"/>
          <p:cNvSpPr>
            <a:spLocks noGrp="1"/>
          </p:cNvSpPr>
          <p:nvPr>
            <p:ph type="dt" sz="half" idx="10"/>
          </p:nvPr>
        </p:nvSpPr>
        <p:spPr/>
        <p:txBody>
          <a:bodyPr/>
          <a:lstStyle/>
          <a:p>
            <a:endParaRPr lang="en-GB" noProof="0"/>
          </a:p>
        </p:txBody>
      </p:sp>
      <p:sp>
        <p:nvSpPr>
          <p:cNvPr id="5" name="Fußzeilenplatzhalter 4"/>
          <p:cNvSpPr>
            <a:spLocks noGrp="1"/>
          </p:cNvSpPr>
          <p:nvPr>
            <p:ph type="ftr" sz="quarter" idx="11"/>
          </p:nvPr>
        </p:nvSpPr>
        <p:spPr/>
        <p:txBody>
          <a:bodyPr/>
          <a:lstStyle/>
          <a:p>
            <a:r>
              <a:rPr lang="en-US" noProof="0"/>
              <a:t>24Mar2026 FAP/TRAILR2 IUPC  |  CONFIDENTIAL</a:t>
            </a:r>
            <a:endParaRPr lang="en-GB" noProof="0"/>
          </a:p>
        </p:txBody>
      </p:sp>
      <p:sp>
        <p:nvSpPr>
          <p:cNvPr id="6" name="Foliennummernplatzhalter 5"/>
          <p:cNvSpPr>
            <a:spLocks noGrp="1"/>
          </p:cNvSpPr>
          <p:nvPr>
            <p:ph type="sldNum" sz="quarter" idx="12"/>
          </p:nvPr>
        </p:nvSpPr>
        <p:spPr/>
        <p:txBody>
          <a:bodyPr/>
          <a:lstStyle/>
          <a:p>
            <a:fld id="{143B55C4-4F5A-416B-997D-6CE47EB0A945}" type="slidenum">
              <a:rPr lang="en-GB" noProof="0" smtClean="0"/>
              <a:t>‹#›</a:t>
            </a:fld>
            <a:endParaRPr lang="en-GB" noProof="0"/>
          </a:p>
        </p:txBody>
      </p:sp>
      <p:cxnSp>
        <p:nvCxnSpPr>
          <p:cNvPr id="7" name="Gerade Verbindung 6"/>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pic>
        <p:nvPicPr>
          <p:cNvPr id="8" name="Grafik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3492953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5.xml><?xml version="1.0" encoding="utf-8"?>
<p:sldLayout xmlns:a="http://schemas.openxmlformats.org/drawingml/2006/main" xmlns:r="http://schemas.openxmlformats.org/officeDocument/2006/relationships" xmlns:p="http://schemas.openxmlformats.org/presentationml/2006/main" type="twoTxTwoObj">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9B2486-F532-B446-BB7E-65B088AEF6B4}"/>
              </a:ext>
            </a:extLst>
          </p:cNvPr>
          <p:cNvSpPr>
            <a:spLocks noGrp="1"/>
          </p:cNvSpPr>
          <p:nvPr>
            <p:ph type="title"/>
          </p:nvPr>
        </p:nvSpPr>
        <p:spPr>
          <a:xfrm>
            <a:off x="839788" y="365125"/>
            <a:ext cx="10515600" cy="1325563"/>
          </a:xfrm>
        </p:spPr>
        <p:txBody>
          <a:bodyPr>
            <a:normAutofit/>
          </a:bodyPr>
          <a:lstStyle>
            <a:lvl1pPr>
              <a:defRPr sz="2800" b="0" i="0">
                <a:latin typeface="Helvetica Neue Thin" panose="020B0403020202020204" pitchFamily="34" charset="0"/>
                <a:ea typeface="Helvetica Neue Thin" panose="020B0403020202020204" pitchFamily="34" charset="0"/>
                <a:cs typeface="Helvetica Neue" panose="02000503000000020004" pitchFamily="2" charset="0"/>
              </a:defRPr>
            </a:lvl1pPr>
          </a:lstStyle>
          <a:p>
            <a:r>
              <a:rPr lang="en-GB"/>
              <a:t>Click to edit Master title style</a:t>
            </a:r>
            <a:endParaRPr lang="en-US"/>
          </a:p>
        </p:txBody>
      </p:sp>
      <p:sp>
        <p:nvSpPr>
          <p:cNvPr id="3" name="Text Placeholder 2">
            <a:extLst>
              <a:ext uri="{FF2B5EF4-FFF2-40B4-BE49-F238E27FC236}">
                <a16:creationId xmlns:a16="http://schemas.microsoft.com/office/drawing/2014/main" id="{B0CE850E-FD06-6042-81B0-C8A4889D99A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A13791D8-F764-2C4A-B780-29A326FA8B77}"/>
              </a:ext>
            </a:extLst>
          </p:cNvPr>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a:extLst>
              <a:ext uri="{FF2B5EF4-FFF2-40B4-BE49-F238E27FC236}">
                <a16:creationId xmlns:a16="http://schemas.microsoft.com/office/drawing/2014/main" id="{223932A2-02FE-EB41-9E33-81A93477492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00C5A5E4-5D74-B04E-B5FC-8EAA22FC4A6A}"/>
              </a:ext>
            </a:extLst>
          </p:cNvPr>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cxnSp>
        <p:nvCxnSpPr>
          <p:cNvPr id="12" name="Straight Connector 11">
            <a:extLst>
              <a:ext uri="{FF2B5EF4-FFF2-40B4-BE49-F238E27FC236}">
                <a16:creationId xmlns:a16="http://schemas.microsoft.com/office/drawing/2014/main" id="{C5E0710C-9B54-7441-9F3A-BBD00F568742}"/>
              </a:ext>
            </a:extLst>
          </p:cNvPr>
          <p:cNvCxnSpPr>
            <a:cxnSpLocks/>
          </p:cNvCxnSpPr>
          <p:nvPr userDrawn="1"/>
        </p:nvCxnSpPr>
        <p:spPr>
          <a:xfrm>
            <a:off x="838200" y="1253718"/>
            <a:ext cx="10515600" cy="0"/>
          </a:xfrm>
          <a:prstGeom prst="line">
            <a:avLst/>
          </a:prstGeom>
          <a:ln w="28575">
            <a:solidFill>
              <a:schemeClr val="accent5">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0800689"/>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43AB5-FD11-7B4E-843F-24BB3E5F7257}"/>
              </a:ext>
            </a:extLst>
          </p:cNvPr>
          <p:cNvSpPr>
            <a:spLocks noGrp="1"/>
          </p:cNvSpPr>
          <p:nvPr>
            <p:ph type="title"/>
          </p:nvPr>
        </p:nvSpPr>
        <p:spPr/>
        <p:txBody>
          <a:bodyPr>
            <a:normAutofit/>
          </a:bodyPr>
          <a:lstStyle>
            <a:lvl1pPr>
              <a:defRPr sz="2800" b="0" i="0">
                <a:latin typeface="Helvetica Neue Thin" panose="020B0403020202020204" pitchFamily="34" charset="0"/>
                <a:ea typeface="Helvetica Neue Thin" panose="020B0403020202020204" pitchFamily="34" charset="0"/>
              </a:defRPr>
            </a:lvl1pPr>
          </a:lstStyle>
          <a:p>
            <a:r>
              <a:rPr lang="en-GB"/>
              <a:t>Click to edit Master title style</a:t>
            </a:r>
            <a:endParaRPr lang="en-US"/>
          </a:p>
        </p:txBody>
      </p:sp>
      <p:cxnSp>
        <p:nvCxnSpPr>
          <p:cNvPr id="8" name="Straight Connector 7">
            <a:extLst>
              <a:ext uri="{FF2B5EF4-FFF2-40B4-BE49-F238E27FC236}">
                <a16:creationId xmlns:a16="http://schemas.microsoft.com/office/drawing/2014/main" id="{BF9892EA-1C3E-8D46-905E-C17162489791}"/>
              </a:ext>
            </a:extLst>
          </p:cNvPr>
          <p:cNvCxnSpPr>
            <a:cxnSpLocks/>
          </p:cNvCxnSpPr>
          <p:nvPr userDrawn="1"/>
        </p:nvCxnSpPr>
        <p:spPr>
          <a:xfrm>
            <a:off x="838200" y="1253718"/>
            <a:ext cx="10515600" cy="0"/>
          </a:xfrm>
          <a:prstGeom prst="line">
            <a:avLst/>
          </a:prstGeom>
          <a:ln w="28575">
            <a:solidFill>
              <a:schemeClr val="accent5">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1750674"/>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userDrawn="1">
  <p:cSld name="Titel 36pt und Inhalt">
    <p:spTree>
      <p:nvGrpSpPr>
        <p:cNvPr id="1" name=""/>
        <p:cNvGrpSpPr/>
        <p:nvPr/>
      </p:nvGrpSpPr>
      <p:grpSpPr>
        <a:xfrm>
          <a:off x="0" y="0"/>
          <a:ext cx="0" cy="0"/>
          <a:chOff x="0" y="0"/>
          <a:chExt cx="0" cy="0"/>
        </a:xfrm>
      </p:grpSpPr>
      <p:sp>
        <p:nvSpPr>
          <p:cNvPr id="3" name="Inhaltsplatzhalter 2"/>
          <p:cNvSpPr>
            <a:spLocks noGrp="1"/>
          </p:cNvSpPr>
          <p:nvPr>
            <p:ph idx="1" hasCustomPrompt="1"/>
          </p:nvPr>
        </p:nvSpPr>
        <p:spPr/>
        <p:txBody>
          <a:bodyPr/>
          <a:lstStyle/>
          <a:p>
            <a:pPr lvl="0"/>
            <a:r>
              <a:rPr lang="en-GB" noProof="0"/>
              <a:t>Click to add text</a:t>
            </a:r>
          </a:p>
        </p:txBody>
      </p:sp>
      <p:sp>
        <p:nvSpPr>
          <p:cNvPr id="4" name="Datumsplatzhalter 3"/>
          <p:cNvSpPr>
            <a:spLocks noGrp="1"/>
          </p:cNvSpPr>
          <p:nvPr>
            <p:ph type="dt" sz="half" idx="10"/>
          </p:nvPr>
        </p:nvSpPr>
        <p:spPr/>
        <p:txBody>
          <a:bodyPr/>
          <a:lstStyle/>
          <a:p>
            <a:endParaRPr lang="en-GB" noProof="0"/>
          </a:p>
        </p:txBody>
      </p:sp>
      <p:sp>
        <p:nvSpPr>
          <p:cNvPr id="5" name="Fußzeilenplatzhalter 4"/>
          <p:cNvSpPr>
            <a:spLocks noGrp="1"/>
          </p:cNvSpPr>
          <p:nvPr>
            <p:ph type="ftr" sz="quarter" idx="11"/>
          </p:nvPr>
        </p:nvSpPr>
        <p:spPr/>
        <p:txBody>
          <a:bodyPr/>
          <a:lstStyle/>
          <a:p>
            <a:r>
              <a:rPr lang="en-US" noProof="0"/>
              <a:t>24Mar2026 FAP/TRAILR2 IUPC  |  CONFIDENTIAL</a:t>
            </a:r>
            <a:endParaRPr lang="en-GB" noProof="0"/>
          </a:p>
        </p:txBody>
      </p:sp>
      <p:sp>
        <p:nvSpPr>
          <p:cNvPr id="6" name="Foliennummernplatzhalter 5"/>
          <p:cNvSpPr>
            <a:spLocks noGrp="1"/>
          </p:cNvSpPr>
          <p:nvPr>
            <p:ph type="sldNum" sz="quarter" idx="12"/>
          </p:nvPr>
        </p:nvSpPr>
        <p:spPr/>
        <p:txBody>
          <a:bodyPr/>
          <a:lstStyle/>
          <a:p>
            <a:fld id="{143B55C4-4F5A-416B-997D-6CE47EB0A945}" type="slidenum">
              <a:rPr lang="en-GB" noProof="0" smtClean="0"/>
              <a:t>‹#›</a:t>
            </a:fld>
            <a:endParaRPr lang="en-GB" noProof="0"/>
          </a:p>
        </p:txBody>
      </p:sp>
      <p:cxnSp>
        <p:nvCxnSpPr>
          <p:cNvPr id="7" name="Gerade Verbindung 6"/>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8" name="Titel 7"/>
          <p:cNvSpPr>
            <a:spLocks noGrp="1"/>
          </p:cNvSpPr>
          <p:nvPr>
            <p:ph type="title" hasCustomPrompt="1"/>
          </p:nvPr>
        </p:nvSpPr>
        <p:spPr>
          <a:xfrm>
            <a:off x="490100" y="187200"/>
            <a:ext cx="11211800" cy="738664"/>
          </a:xfrm>
        </p:spPr>
        <p:txBody>
          <a:bodyPr/>
          <a:lstStyle>
            <a:lvl1pPr>
              <a:defRPr sz="4800"/>
            </a:lvl1pPr>
          </a:lstStyle>
          <a:p>
            <a:r>
              <a:rPr lang="en-GB" noProof="0"/>
              <a:t>Click to add headline</a:t>
            </a:r>
          </a:p>
        </p:txBody>
      </p:sp>
      <p:pic>
        <p:nvPicPr>
          <p:cNvPr id="9" name="Grafik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27560095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87384B3B-070C-4418-BADC-339C8BA05F17}"/>
              </a:ext>
            </a:extLst>
          </p:cNvPr>
          <p:cNvSpPr>
            <a:spLocks noGrp="1"/>
          </p:cNvSpPr>
          <p:nvPr>
            <p:ph type="ftr" sz="quarter" idx="10"/>
          </p:nvPr>
        </p:nvSpPr>
        <p:spPr/>
        <p:txBody>
          <a:bodyPr/>
          <a:lstStyle/>
          <a:p>
            <a:r>
              <a:rPr lang="en-US"/>
              <a:t>24Mar2026 FAP/TRAILR2 IUPC  |  CONFIDENTIAL</a:t>
            </a:r>
          </a:p>
        </p:txBody>
      </p:sp>
      <p:sp>
        <p:nvSpPr>
          <p:cNvPr id="3" name="Slide Number Placeholder 2">
            <a:extLst>
              <a:ext uri="{FF2B5EF4-FFF2-40B4-BE49-F238E27FC236}">
                <a16:creationId xmlns:a16="http://schemas.microsoft.com/office/drawing/2014/main" id="{3A24FDEB-D2A5-8389-3433-6E1D67236510}"/>
              </a:ext>
            </a:extLst>
          </p:cNvPr>
          <p:cNvSpPr>
            <a:spLocks noGrp="1"/>
          </p:cNvSpPr>
          <p:nvPr>
            <p:ph type="sldNum" sz="quarter" idx="11"/>
          </p:nvPr>
        </p:nvSpPr>
        <p:spPr/>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1899291328"/>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BI 765423, BI3804379 _March 2026 IUPC |  Confidential - External Innovation</a:t>
            </a:r>
          </a:p>
        </p:txBody>
      </p:sp>
    </p:spTree>
    <p:extLst>
      <p:ext uri="{BB962C8B-B14F-4D97-AF65-F5344CB8AC3E}">
        <p14:creationId xmlns:p14="http://schemas.microsoft.com/office/powerpoint/2010/main" val="3981118695"/>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Title slide (dark)">
    <p:bg bwMode="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6"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3"/>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BI 765423, BI3804379 _March 2026 IUPC |  Confidential - External Innovation</a:t>
            </a:r>
          </a:p>
        </p:txBody>
      </p:sp>
    </p:spTree>
    <p:extLst>
      <p:ext uri="{BB962C8B-B14F-4D97-AF65-F5344CB8AC3E}">
        <p14:creationId xmlns:p14="http://schemas.microsoft.com/office/powerpoint/2010/main" val="772253001"/>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Title slide image (dark)">
    <p:bg>
      <p:bgPr>
        <a:solidFill>
          <a:schemeClr val="bg2"/>
        </a:solidFill>
        <a:effectLst/>
      </p:bgPr>
    </p:bg>
    <p:spTree>
      <p:nvGrpSpPr>
        <p:cNvPr id="1" name=""/>
        <p:cNvGrpSpPr/>
        <p:nvPr/>
      </p:nvGrpSpPr>
      <p:grpSpPr>
        <a:xfrm>
          <a:off x="0" y="0"/>
          <a:ext cx="0" cy="0"/>
          <a:chOff x="0" y="0"/>
          <a:chExt cx="0" cy="0"/>
        </a:xfrm>
      </p:grpSpPr>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lt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1"/>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4" name="Fußzeilenplatzhalter 3">
            <a:extLst>
              <a:ext uri="{FF2B5EF4-FFF2-40B4-BE49-F238E27FC236}">
                <a16:creationId xmlns:a16="http://schemas.microsoft.com/office/drawing/2014/main" id="{65B23BDB-375D-448C-7262-11E792AC8FAE}"/>
              </a:ext>
            </a:extLst>
          </p:cNvPr>
          <p:cNvSpPr>
            <a:spLocks noGrp="1"/>
          </p:cNvSpPr>
          <p:nvPr>
            <p:ph type="ftr" sz="quarter" idx="19"/>
          </p:nvPr>
        </p:nvSpPr>
        <p:spPr bwMode="gray">
          <a:xfrm>
            <a:off x="479936" y="6165328"/>
            <a:ext cx="5040000" cy="216000"/>
          </a:xfrm>
        </p:spPr>
        <p:txBody>
          <a:bodyPr/>
          <a:lstStyle>
            <a:lvl1pPr algn="l">
              <a:defRPr>
                <a:solidFill>
                  <a:schemeClr val="bg1"/>
                </a:solidFill>
              </a:defRPr>
            </a:lvl1pPr>
          </a:lstStyle>
          <a:p>
            <a:r>
              <a:rPr lang="en-US"/>
              <a:t>BI 765423, BI3804379 _March 2026 IUPC |  Confidential - External Innovation</a:t>
            </a:r>
          </a:p>
        </p:txBody>
      </p:sp>
      <p:sp>
        <p:nvSpPr>
          <p:cNvPr id="5" name="Text Placeholder 8">
            <a:extLst>
              <a:ext uri="{FF2B5EF4-FFF2-40B4-BE49-F238E27FC236}">
                <a16:creationId xmlns:a16="http://schemas.microsoft.com/office/drawing/2014/main" id="{A9A75F8B-7A38-F1DD-491D-3E0B998BD203}"/>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6" name="Text Placeholder 8">
            <a:extLst>
              <a:ext uri="{FF2B5EF4-FFF2-40B4-BE49-F238E27FC236}">
                <a16:creationId xmlns:a16="http://schemas.microsoft.com/office/drawing/2014/main" id="{0EDBEA77-ABD0-D5A8-255C-A067BF57DCC4}"/>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7" name="Group 6">
            <a:extLst>
              <a:ext uri="{FF2B5EF4-FFF2-40B4-BE49-F238E27FC236}">
                <a16:creationId xmlns:a16="http://schemas.microsoft.com/office/drawing/2014/main" id="{BA669BE9-DB05-2F9E-3096-174AF48C01E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8" name="TextBox 7">
              <a:extLst>
                <a:ext uri="{FF2B5EF4-FFF2-40B4-BE49-F238E27FC236}">
                  <a16:creationId xmlns:a16="http://schemas.microsoft.com/office/drawing/2014/main" id="{F9C57377-EFE2-3B36-0F2F-944FECFDEFE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9" name="Picture 8">
              <a:extLst>
                <a:ext uri="{FF2B5EF4-FFF2-40B4-BE49-F238E27FC236}">
                  <a16:creationId xmlns:a16="http://schemas.microsoft.com/office/drawing/2014/main" id="{63372E67-EC64-72AB-4F31-68412C617ADF}"/>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0" name="TextBox 9">
              <a:extLst>
                <a:ext uri="{FF2B5EF4-FFF2-40B4-BE49-F238E27FC236}">
                  <a16:creationId xmlns:a16="http://schemas.microsoft.com/office/drawing/2014/main" id="{C8EB2689-F775-778E-97D3-0EFCF23014E1}"/>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608959900"/>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Title slide image (bright)">
    <p:bg>
      <p:bgPr>
        <a:solidFill>
          <a:schemeClr val="bg1"/>
        </a:solidFill>
        <a:effectLst/>
      </p:bgPr>
    </p:bg>
    <p:spTree>
      <p:nvGrpSpPr>
        <p:cNvPr id="1" name=""/>
        <p:cNvGrpSpPr/>
        <p:nvPr/>
      </p:nvGrpSpPr>
      <p:grpSpPr>
        <a:xfrm>
          <a:off x="0" y="0"/>
          <a:ext cx="0" cy="0"/>
          <a:chOff x="0" y="0"/>
          <a:chExt cx="0" cy="0"/>
        </a:xfrm>
      </p:grpSpPr>
      <p:sp>
        <p:nvSpPr>
          <p:cNvPr id="4" name="Rechteck 3">
            <a:extLst>
              <a:ext uri="{FF2B5EF4-FFF2-40B4-BE49-F238E27FC236}">
                <a16:creationId xmlns:a16="http://schemas.microsoft.com/office/drawing/2014/main" id="{82DAC9A8-F395-3F0C-869E-1EF7B1AD07A5}"/>
              </a:ext>
              <a:ext uri="{C183D7F6-B498-43B3-948B-1728B52AA6E4}">
                <adec:decorative xmlns:adec="http://schemas.microsoft.com/office/drawing/2017/decorative" val="1"/>
              </a:ext>
            </a:extLst>
          </p:cNvPr>
          <p:cNvSpPr/>
          <p:nvPr userDrawn="1"/>
        </p:nvSpPr>
        <p:spPr bwMode="gray">
          <a:xfrm>
            <a:off x="0" y="0"/>
            <a:ext cx="12196800" cy="6858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0" y="0"/>
            <a:ext cx="12192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5" name="Fußzeilenplatzhalter 3">
            <a:extLst>
              <a:ext uri="{FF2B5EF4-FFF2-40B4-BE49-F238E27FC236}">
                <a16:creationId xmlns:a16="http://schemas.microsoft.com/office/drawing/2014/main" id="{5D14FE30-3C4E-F754-2D41-93EF7194D6C4}"/>
              </a:ext>
            </a:extLst>
          </p:cNvPr>
          <p:cNvSpPr>
            <a:spLocks noGrp="1"/>
          </p:cNvSpPr>
          <p:nvPr>
            <p:ph type="ftr" sz="quarter" idx="19"/>
          </p:nvPr>
        </p:nvSpPr>
        <p:spPr bwMode="gray">
          <a:xfrm>
            <a:off x="479936" y="6165328"/>
            <a:ext cx="5040000" cy="216000"/>
          </a:xfrm>
        </p:spPr>
        <p:txBody>
          <a:bodyPr/>
          <a:lstStyle>
            <a:lvl1pPr algn="l">
              <a:defRPr/>
            </a:lvl1pPr>
          </a:lstStyle>
          <a:p>
            <a:r>
              <a:rPr lang="en-US"/>
              <a:t>BI 765423, BI3804379 _March 2026 IUPC |  Confidential - External Innovation</a:t>
            </a:r>
          </a:p>
        </p:txBody>
      </p:sp>
      <p:sp>
        <p:nvSpPr>
          <p:cNvPr id="9" name="Text Placeholder 8">
            <a:extLst>
              <a:ext uri="{FF2B5EF4-FFF2-40B4-BE49-F238E27FC236}">
                <a16:creationId xmlns:a16="http://schemas.microsoft.com/office/drawing/2014/main" id="{9A611717-560C-23BF-BFA5-6461F5FD8E88}"/>
              </a:ext>
            </a:extLst>
          </p:cNvPr>
          <p:cNvSpPr>
            <a:spLocks noGrp="1"/>
          </p:cNvSpPr>
          <p:nvPr>
            <p:ph type="body" sz="quarter" idx="30"/>
          </p:nvPr>
        </p:nvSpPr>
        <p:spPr bwMode="gray">
          <a:xfrm>
            <a:off x="478800" y="476672"/>
            <a:ext cx="1645200" cy="496800"/>
          </a:xfrm>
          <a:blipFill>
            <a:blip>
              <a:extLst>
                <a:ext uri="{96DAC541-7B7A-43D3-8B79-37D633B846F1}">
                  <asvg:svgBlip xmlns:asvg="http://schemas.microsoft.com/office/drawing/2016/SVG/main" r:embed="rId2"/>
                </a:ext>
              </a:extLst>
            </a:blip>
            <a:srcRect/>
            <a:stretch>
              <a:fillRect t="20" b="2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sp>
        <p:nvSpPr>
          <p:cNvPr id="13" name="Text Placeholder 8">
            <a:extLst>
              <a:ext uri="{FF2B5EF4-FFF2-40B4-BE49-F238E27FC236}">
                <a16:creationId xmlns:a16="http://schemas.microsoft.com/office/drawing/2014/main" id="{93782BBF-D8A0-BA04-4568-B85013E9E548}"/>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2" name="Group 11">
            <a:extLst>
              <a:ext uri="{FF2B5EF4-FFF2-40B4-BE49-F238E27FC236}">
                <a16:creationId xmlns:a16="http://schemas.microsoft.com/office/drawing/2014/main" id="{2AD6AF06-02D9-288E-3250-06E22F2FE2F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2B32CD0F-9230-7E21-AAD3-A6C5516575C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23E0A192-DE0E-E520-25E7-B303A079C7E3}"/>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BF14A84B-7BF0-7BFD-629D-A25AF4354A2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025780556"/>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Title slide image (small)">
    <p:bg bwMode="ltGray">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7272339" cy="1584000"/>
          </a:xfrm>
        </p:spPr>
        <p:txBody>
          <a:bodyPr anchor="b"/>
          <a:lstStyle>
            <a:lvl1pPr algn="l">
              <a:defRPr sz="4800" b="1" i="0">
                <a:solidFill>
                  <a:schemeClr val="tx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7" y="4437120"/>
            <a:ext cx="7272928"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1"/>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1"/>
                </a:solidFill>
              </a:defRPr>
            </a:lvl2pPr>
            <a:lvl3pPr marL="0" indent="0" algn="l">
              <a:lnSpc>
                <a:spcPct val="100000"/>
              </a:lnSpc>
              <a:spcBef>
                <a:spcPts val="0"/>
              </a:spcBef>
              <a:spcAft>
                <a:spcPts val="0"/>
              </a:spcAft>
              <a:buFont typeface="Arial" panose="020B0604020202020204" pitchFamily="34" charset="0"/>
              <a:buNone/>
              <a:defRPr sz="1600" b="0">
                <a:solidFill>
                  <a:schemeClr val="bg1"/>
                </a:solidFill>
              </a:defRPr>
            </a:lvl3pPr>
            <a:lvl4pPr marL="0" indent="0" algn="l">
              <a:lnSpc>
                <a:spcPct val="100000"/>
              </a:lnSpc>
              <a:spcBef>
                <a:spcPts val="0"/>
              </a:spcBef>
              <a:spcAft>
                <a:spcPts val="0"/>
              </a:spcAft>
              <a:buFont typeface="Arial" panose="020B0604020202020204" pitchFamily="34" charset="0"/>
              <a:buNone/>
              <a:defRPr sz="1600" b="0">
                <a:solidFill>
                  <a:schemeClr val="bg1"/>
                </a:solidFill>
              </a:defRPr>
            </a:lvl4pPr>
            <a:lvl5pPr marL="0" indent="0" algn="l">
              <a:lnSpc>
                <a:spcPct val="100000"/>
              </a:lnSpc>
              <a:spcBef>
                <a:spcPts val="0"/>
              </a:spcBef>
              <a:spcAft>
                <a:spcPts val="0"/>
              </a:spcAft>
              <a:buFont typeface="Arial" panose="020B0604020202020204" pitchFamily="34" charset="0"/>
              <a:buNone/>
              <a:defRPr sz="1600" b="0">
                <a:solidFill>
                  <a:schemeClr val="bg1"/>
                </a:solidFill>
              </a:defRPr>
            </a:lvl5pPr>
            <a:lvl6pPr marL="0" indent="0" algn="l">
              <a:lnSpc>
                <a:spcPct val="100000"/>
              </a:lnSpc>
              <a:spcBef>
                <a:spcPts val="0"/>
              </a:spcBef>
              <a:spcAft>
                <a:spcPts val="0"/>
              </a:spcAft>
              <a:buFont typeface="Arial" panose="020B0604020202020204" pitchFamily="34" charset="0"/>
              <a:buNone/>
              <a:defRPr sz="1600" b="0">
                <a:solidFill>
                  <a:schemeClr val="bg1"/>
                </a:solidFill>
              </a:defRPr>
            </a:lvl6pPr>
            <a:lvl7pPr marL="0" indent="0" algn="l">
              <a:lnSpc>
                <a:spcPct val="100000"/>
              </a:lnSpc>
              <a:spcBef>
                <a:spcPts val="0"/>
              </a:spcBef>
              <a:spcAft>
                <a:spcPts val="0"/>
              </a:spcAft>
              <a:buFont typeface="Arial" panose="020B0604020202020204" pitchFamily="34" charset="0"/>
              <a:buNone/>
              <a:defRPr sz="1600" b="0">
                <a:solidFill>
                  <a:schemeClr val="bg1"/>
                </a:solidFill>
              </a:defRPr>
            </a:lvl7pPr>
            <a:lvl8pPr marL="0" indent="0" algn="l">
              <a:lnSpc>
                <a:spcPct val="100000"/>
              </a:lnSpc>
              <a:spcBef>
                <a:spcPts val="0"/>
              </a:spcBef>
              <a:spcAft>
                <a:spcPts val="0"/>
              </a:spcAft>
              <a:buFont typeface="Arial" panose="020B0604020202020204" pitchFamily="34" charset="0"/>
              <a:buNone/>
              <a:defRPr sz="1600" b="0">
                <a:solidFill>
                  <a:schemeClr val="bg1"/>
                </a:solidFill>
              </a:defRPr>
            </a:lvl8pPr>
            <a:lvl9pPr marL="0" indent="0" algn="l">
              <a:lnSpc>
                <a:spcPct val="100000"/>
              </a:lnSpc>
              <a:spcBef>
                <a:spcPts val="0"/>
              </a:spcBef>
              <a:spcAft>
                <a:spcPts val="0"/>
              </a:spcAft>
              <a:buFont typeface="Arial" panose="020B0604020202020204" pitchFamily="34" charset="0"/>
              <a:buNone/>
              <a:defRPr sz="1600" b="0">
                <a:solidFill>
                  <a:schemeClr val="bg1"/>
                </a:solidFill>
              </a:defRPr>
            </a:lvl9pPr>
          </a:lstStyle>
          <a:p>
            <a:r>
              <a:rPr lang="en-US"/>
              <a:t>Subtitle of the presentation</a:t>
            </a:r>
          </a:p>
          <a:p>
            <a:pPr lvl="1"/>
            <a:r>
              <a:rPr lang="en-US"/>
              <a:t>Author | Date | Place</a:t>
            </a:r>
          </a:p>
        </p:txBody>
      </p:sp>
      <p:sp>
        <p:nvSpPr>
          <p:cNvPr id="11" name="Bildplatzhalter 10">
            <a:extLst>
              <a:ext uri="{FF2B5EF4-FFF2-40B4-BE49-F238E27FC236}">
                <a16:creationId xmlns:a16="http://schemas.microsoft.com/office/drawing/2014/main" id="{E497B016-C9FA-B4F6-C161-98540A473741}"/>
              </a:ext>
            </a:extLst>
          </p:cNvPr>
          <p:cNvSpPr>
            <a:spLocks noGrp="1"/>
          </p:cNvSpPr>
          <p:nvPr>
            <p:ph type="pic" sz="quarter" idx="10" hasCustomPrompt="1"/>
          </p:nvPr>
        </p:nvSpPr>
        <p:spPr bwMode="gray">
          <a:xfrm>
            <a:off x="8112125" y="0"/>
            <a:ext cx="4079875" cy="6858000"/>
          </a:xfrm>
          <a:solidFill>
            <a:srgbClr val="E5E3DE"/>
          </a:solidFill>
        </p:spPr>
        <p:txBody>
          <a:bodyPr tIns="720000" anchor="ctr" anchorCtr="0"/>
          <a:lstStyle>
            <a:lvl1pPr marL="0" indent="0" algn="ctr">
              <a:spcBef>
                <a:spcPts val="0"/>
              </a:spcBef>
              <a:spcAft>
                <a:spcPts val="0"/>
              </a:spcAft>
              <a:buFontTx/>
              <a:buNone/>
              <a:tabLst/>
              <a:defRPr sz="1200" b="0"/>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Add picture</a:t>
            </a:r>
          </a:p>
        </p:txBody>
      </p:sp>
      <p:pic>
        <p:nvPicPr>
          <p:cNvPr id="14" name="Grafik 13">
            <a:extLst>
              <a:ext uri="{FF2B5EF4-FFF2-40B4-BE49-F238E27FC236}">
                <a16:creationId xmlns:a16="http://schemas.microsoft.com/office/drawing/2014/main" id="{AB10EE33-A0A3-2BD8-C7ED-852048EC8CE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5200"/>
            <a:ext cx="1645200" cy="496608"/>
          </a:xfrm>
          <a:prstGeom prst="rect">
            <a:avLst/>
          </a:prstGeom>
        </p:spPr>
      </p:pic>
      <p:sp>
        <p:nvSpPr>
          <p:cNvPr id="4" name="Fußzeilenplatzhalter 3">
            <a:extLst>
              <a:ext uri="{FF2B5EF4-FFF2-40B4-BE49-F238E27FC236}">
                <a16:creationId xmlns:a16="http://schemas.microsoft.com/office/drawing/2014/main" id="{C5F7B9D5-A641-50BA-7FC3-561DC9FE3D6A}"/>
              </a:ext>
            </a:extLst>
          </p:cNvPr>
          <p:cNvSpPr>
            <a:spLocks noGrp="1"/>
          </p:cNvSpPr>
          <p:nvPr>
            <p:ph type="ftr" sz="quarter" idx="19"/>
          </p:nvPr>
        </p:nvSpPr>
        <p:spPr bwMode="gray">
          <a:xfrm>
            <a:off x="479427" y="6165328"/>
            <a:ext cx="5040000" cy="216000"/>
          </a:xfrm>
        </p:spPr>
        <p:txBody>
          <a:bodyPr/>
          <a:lstStyle>
            <a:lvl1pPr algn="l">
              <a:defRPr>
                <a:solidFill>
                  <a:schemeClr val="bg1"/>
                </a:solidFill>
              </a:defRPr>
            </a:lvl1pPr>
          </a:lstStyle>
          <a:p>
            <a:r>
              <a:rPr lang="en-US"/>
              <a:t>BI 765423, BI3804379 _March 2026 IUPC |  Confidential - External Innovation</a:t>
            </a:r>
          </a:p>
        </p:txBody>
      </p:sp>
      <p:sp>
        <p:nvSpPr>
          <p:cNvPr id="5" name="Text Placeholder 8">
            <a:extLst>
              <a:ext uri="{FF2B5EF4-FFF2-40B4-BE49-F238E27FC236}">
                <a16:creationId xmlns:a16="http://schemas.microsoft.com/office/drawing/2014/main" id="{D866CAA2-63E1-6F81-7EFF-FDAEDBEBDB8A}"/>
              </a:ext>
              <a:ext uri="{C183D7F6-B498-43B3-948B-1728B52AA6E4}">
                <adec:decorative xmlns:adec="http://schemas.microsoft.com/office/drawing/2017/decorative" val="1"/>
              </a:ext>
            </a:extLst>
          </p:cNvPr>
          <p:cNvSpPr>
            <a:spLocks noGrp="1"/>
          </p:cNvSpPr>
          <p:nvPr>
            <p:ph type="body" sz="quarter" idx="31"/>
          </p:nvPr>
        </p:nvSpPr>
        <p:spPr bwMode="gray">
          <a:xfrm>
            <a:off x="10092439" y="6166800"/>
            <a:ext cx="1620000" cy="216000"/>
          </a:xfrm>
          <a:blipFill>
            <a:blip>
              <a:extLst>
                <a:ext uri="{96DAC541-7B7A-43D3-8B79-37D633B846F1}">
                  <asvg:svgBlip xmlns:asvg="http://schemas.microsoft.com/office/drawing/2016/SVG/main" r:embed="rId3"/>
                </a:ext>
              </a:extLst>
            </a:blip>
            <a:srcRect/>
            <a:stretch>
              <a:fillRect t="-1800" b="-1800"/>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6" name="Group 5">
            <a:extLst>
              <a:ext uri="{FF2B5EF4-FFF2-40B4-BE49-F238E27FC236}">
                <a16:creationId xmlns:a16="http://schemas.microsoft.com/office/drawing/2014/main" id="{28D32FED-547E-0BF1-8567-DB33A9EEAF18}"/>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2" name="TextBox 11">
              <a:extLst>
                <a:ext uri="{FF2B5EF4-FFF2-40B4-BE49-F238E27FC236}">
                  <a16:creationId xmlns:a16="http://schemas.microsoft.com/office/drawing/2014/main" id="{39404507-51EC-B961-42FB-56684AE6D086}"/>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3" name="Picture 12">
              <a:extLst>
                <a:ext uri="{FF2B5EF4-FFF2-40B4-BE49-F238E27FC236}">
                  <a16:creationId xmlns:a16="http://schemas.microsoft.com/office/drawing/2014/main" id="{D2A2DCDD-87D8-A4BF-7482-51B8E6D5DA42}"/>
                </a:ext>
              </a:extLst>
            </p:cNvPr>
            <p:cNvPicPr>
              <a:picLocks noChangeAspect="1"/>
            </p:cNvPicPr>
            <p:nvPr userDrawn="1"/>
          </p:nvPicPr>
          <p:blipFill rotWithShape="1">
            <a:blip r:embed="rId4"/>
            <a:srcRect l="8843" r="2395" b="2546"/>
            <a:stretch/>
          </p:blipFill>
          <p:spPr bwMode="gray">
            <a:xfrm>
              <a:off x="-1589806" y="4475212"/>
              <a:ext cx="745332" cy="1122804"/>
            </a:xfrm>
            <a:prstGeom prst="roundRect">
              <a:avLst>
                <a:gd name="adj" fmla="val 3514"/>
              </a:avLst>
            </a:prstGeom>
          </p:spPr>
        </p:pic>
        <p:sp>
          <p:nvSpPr>
            <p:cNvPr id="15" name="TextBox 14">
              <a:extLst>
                <a:ext uri="{FF2B5EF4-FFF2-40B4-BE49-F238E27FC236}">
                  <a16:creationId xmlns:a16="http://schemas.microsoft.com/office/drawing/2014/main" id="{065B591E-D8A0-EDFE-1511-0E54D26949F7}"/>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98152663"/>
      </p:ext>
    </p:extLst>
  </p:cSld>
  <p:clrMapOvr>
    <a:masterClrMapping/>
  </p:clrMapOvr>
  <p:extLst>
    <p:ext uri="{DCECCB84-F9BA-43D5-87BE-67443E8EF086}">
      <p15:sldGuideLst xmlns:p15="http://schemas.microsoft.com/office/powerpoint/2012/main">
        <p15:guide id="1" orient="horz" pos="2682">
          <p15:clr>
            <a:srgbClr val="FBAE40"/>
          </p15:clr>
        </p15:guide>
        <p15:guide id="7" orient="horz" pos="2795">
          <p15:clr>
            <a:srgbClr val="FBAE40"/>
          </p15:clr>
        </p15:guide>
      </p15:sldGuideLst>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a:t>Add agenda title</a:t>
            </a:r>
          </a:p>
        </p:txBody>
      </p:sp>
      <p:sp>
        <p:nvSpPr>
          <p:cNvPr id="10" name="Textplatzhalter 9"/>
          <p:cNvSpPr>
            <a:spLocks noGrp="1"/>
          </p:cNvSpPr>
          <p:nvPr>
            <p:ph type="body" sz="quarter" idx="15" hasCustomPrompt="1"/>
          </p:nvPr>
        </p:nvSpPr>
        <p:spPr bwMode="gray">
          <a:xfrm>
            <a:off x="479426" y="1412876"/>
            <a:ext cx="11233151" cy="4537075"/>
          </a:xfrm>
        </p:spPr>
        <p:txBody>
          <a:bodyPr/>
          <a:lstStyle>
            <a:lvl1pPr marL="359991" indent="-359991">
              <a:spcBef>
                <a:spcPts val="1800"/>
              </a:spcBef>
              <a:buFont typeface="+mj-lt"/>
              <a:buAutoNum type="arabicPeriod"/>
              <a:defRPr sz="2000"/>
            </a:lvl1pPr>
            <a:lvl2pPr marL="539987" indent="-179996">
              <a:spcBef>
                <a:spcPts val="200"/>
              </a:spcBef>
              <a:spcAft>
                <a:spcPts val="200"/>
              </a:spcAft>
              <a:buFont typeface="Arial" panose="020B0604020202020204" pitchFamily="34" charset="0"/>
              <a:buChar char="•"/>
              <a:defRPr/>
            </a:lvl2pPr>
            <a:lvl3pPr marL="539987" indent="-179996">
              <a:spcBef>
                <a:spcPts val="200"/>
              </a:spcBef>
              <a:spcAft>
                <a:spcPts val="200"/>
              </a:spcAft>
              <a:buFont typeface="Arial" panose="020B0604020202020204" pitchFamily="34" charset="0"/>
              <a:buChar char="•"/>
              <a:defRPr/>
            </a:lvl3pPr>
            <a:lvl4pPr marL="539987" indent="-179996">
              <a:spcBef>
                <a:spcPts val="200"/>
              </a:spcBef>
              <a:spcAft>
                <a:spcPts val="200"/>
              </a:spcAft>
              <a:buFont typeface="Arial" panose="020B0604020202020204" pitchFamily="34" charset="0"/>
              <a:buChar char="•"/>
              <a:defRPr/>
            </a:lvl4pPr>
            <a:lvl5pPr marL="539987" indent="-179996">
              <a:spcBef>
                <a:spcPts val="200"/>
              </a:spcBef>
              <a:spcAft>
                <a:spcPts val="200"/>
              </a:spcAft>
              <a:buFont typeface="Arial" panose="020B0604020202020204" pitchFamily="34" charset="0"/>
              <a:buChar char="•"/>
              <a:defRPr sz="1600"/>
            </a:lvl5pPr>
            <a:lvl6pPr marL="539987" indent="-179996">
              <a:spcBef>
                <a:spcPts val="200"/>
              </a:spcBef>
              <a:spcAft>
                <a:spcPts val="200"/>
              </a:spcAft>
              <a:buFont typeface="Arial" panose="020B0604020202020204" pitchFamily="34" charset="0"/>
              <a:buChar char="•"/>
              <a:defRPr sz="1600"/>
            </a:lvl6pPr>
            <a:lvl7pPr marL="539987" indent="-179996">
              <a:spcBef>
                <a:spcPts val="200"/>
              </a:spcBef>
              <a:spcAft>
                <a:spcPts val="200"/>
              </a:spcAft>
              <a:buFont typeface="Arial" panose="020B0604020202020204" pitchFamily="34" charset="0"/>
              <a:buChar char="•"/>
              <a:defRPr sz="1600"/>
            </a:lvl7pPr>
            <a:lvl8pPr marL="539987" indent="-179996">
              <a:spcBef>
                <a:spcPts val="200"/>
              </a:spcBef>
              <a:spcAft>
                <a:spcPts val="200"/>
              </a:spcAft>
              <a:buFont typeface="Arial" panose="020B0604020202020204" pitchFamily="34" charset="0"/>
              <a:buChar char="•"/>
              <a:defRPr sz="1600"/>
            </a:lvl8pPr>
            <a:lvl9pPr marL="539987" indent="-179996">
              <a:spcBef>
                <a:spcPts val="200"/>
              </a:spcBef>
              <a:spcAft>
                <a:spcPts val="200"/>
              </a:spcAft>
              <a:buFont typeface="Arial" panose="020B0604020202020204" pitchFamily="34" charset="0"/>
              <a:buChar char="•"/>
              <a:defRPr sz="1600"/>
            </a:lvl9pPr>
          </a:lstStyle>
          <a:p>
            <a:pPr lvl="0"/>
            <a:r>
              <a:rPr lang="en-US"/>
              <a:t>Edit text by clicking. Use the "Increase/decrease list level" buttons on the Start tab to switch between the set up text levels.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p>
            <a:r>
              <a:rPr lang="en-US"/>
              <a:t>BI 765423, BI3804379 _March 2026 IUPC |  Confidential - External Innovation</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273982125"/>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Agenda alternative">
    <p:bg bwMode="blackWhite">
      <p:bgPr>
        <a:solidFill>
          <a:schemeClr val="bg2"/>
        </a:solidFill>
        <a:effectLst/>
      </p:bgPr>
    </p:bg>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21F75BC8-F612-2B70-B801-672E4369F889}"/>
              </a:ext>
            </a:extLst>
          </p:cNvPr>
          <p:cNvSpPr>
            <a:spLocks noGrp="1"/>
          </p:cNvSpPr>
          <p:nvPr>
            <p:ph type="title" hasCustomPrompt="1"/>
          </p:nvPr>
        </p:nvSpPr>
        <p:spPr bwMode="gray"/>
        <p:txBody>
          <a:bodyPr/>
          <a:lstStyle>
            <a:lvl1pPr>
              <a:defRPr>
                <a:solidFill>
                  <a:schemeClr val="tx2"/>
                </a:solidFill>
              </a:defRPr>
            </a:lvl1pPr>
          </a:lstStyle>
          <a:p>
            <a:r>
              <a:rPr lang="en-US"/>
              <a:t>Add agenda title</a:t>
            </a:r>
          </a:p>
        </p:txBody>
      </p:sp>
      <p:sp>
        <p:nvSpPr>
          <p:cNvPr id="6" name="Fußzeilenplatzhalter 5">
            <a:extLst>
              <a:ext uri="{FF2B5EF4-FFF2-40B4-BE49-F238E27FC236}">
                <a16:creationId xmlns:a16="http://schemas.microsoft.com/office/drawing/2014/main" id="{BA817014-5BFC-469F-98F9-387F1D269363}"/>
              </a:ext>
            </a:extLst>
          </p:cNvPr>
          <p:cNvSpPr>
            <a:spLocks noGrp="1"/>
          </p:cNvSpPr>
          <p:nvPr>
            <p:ph type="ftr" sz="quarter" idx="16"/>
          </p:nvPr>
        </p:nvSpPr>
        <p:spPr bwMode="gray"/>
        <p:txBody>
          <a:bodyPr/>
          <a:lstStyle>
            <a:lvl1pPr>
              <a:defRPr>
                <a:solidFill>
                  <a:schemeClr val="bg1"/>
                </a:solidFill>
              </a:defRPr>
            </a:lvl1pPr>
          </a:lstStyle>
          <a:p>
            <a:r>
              <a:rPr lang="en-US"/>
              <a:t>BI 765423, BI3804379 _March 2026 IUPC |  Confidential - External Innovation</a:t>
            </a:r>
          </a:p>
        </p:txBody>
      </p:sp>
      <p:sp>
        <p:nvSpPr>
          <p:cNvPr id="7" name="Foliennummernplatzhalter 6">
            <a:extLst>
              <a:ext uri="{FF2B5EF4-FFF2-40B4-BE49-F238E27FC236}">
                <a16:creationId xmlns:a16="http://schemas.microsoft.com/office/drawing/2014/main" id="{BF4CBD4C-0F49-F57C-9B27-DEC864627EEC}"/>
              </a:ext>
            </a:extLst>
          </p:cNvPr>
          <p:cNvSpPr>
            <a:spLocks noGrp="1"/>
          </p:cNvSpPr>
          <p:nvPr>
            <p:ph type="sldNum" sz="quarter" idx="17"/>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5" name="Textplatzhalter 8">
            <a:extLst>
              <a:ext uri="{FF2B5EF4-FFF2-40B4-BE49-F238E27FC236}">
                <a16:creationId xmlns:a16="http://schemas.microsoft.com/office/drawing/2014/main" id="{4C4A6E80-CB53-4D72-1B7B-3500815C4B7B}"/>
              </a:ext>
            </a:extLst>
          </p:cNvPr>
          <p:cNvSpPr>
            <a:spLocks noGrp="1"/>
          </p:cNvSpPr>
          <p:nvPr>
            <p:ph type="body" sz="quarter" idx="48" hasCustomPrompt="1"/>
          </p:nvPr>
        </p:nvSpPr>
        <p:spPr bwMode="white">
          <a:xfrm>
            <a:off x="479480"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9" name="Textplatzhalter 8">
            <a:extLst>
              <a:ext uri="{FF2B5EF4-FFF2-40B4-BE49-F238E27FC236}">
                <a16:creationId xmlns:a16="http://schemas.microsoft.com/office/drawing/2014/main" id="{7E03331E-BAE6-FE9A-0655-4888C3038D4F}"/>
              </a:ext>
            </a:extLst>
          </p:cNvPr>
          <p:cNvSpPr>
            <a:spLocks noGrp="1"/>
          </p:cNvSpPr>
          <p:nvPr>
            <p:ph type="body" sz="quarter" idx="18" hasCustomPrompt="1"/>
          </p:nvPr>
        </p:nvSpPr>
        <p:spPr bwMode="gray">
          <a:xfrm>
            <a:off x="1485715"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26" name="Textplatzhalter 8">
            <a:extLst>
              <a:ext uri="{FF2B5EF4-FFF2-40B4-BE49-F238E27FC236}">
                <a16:creationId xmlns:a16="http://schemas.microsoft.com/office/drawing/2014/main" id="{54A84130-BB18-0BA4-1EE9-823C0DB98D2B}"/>
              </a:ext>
            </a:extLst>
          </p:cNvPr>
          <p:cNvSpPr>
            <a:spLocks noGrp="1"/>
          </p:cNvSpPr>
          <p:nvPr>
            <p:ph type="body" sz="quarter" idx="30" hasCustomPrompt="1"/>
          </p:nvPr>
        </p:nvSpPr>
        <p:spPr bwMode="white">
          <a:xfrm>
            <a:off x="479480"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7" name="Textplatzhalter 8">
            <a:extLst>
              <a:ext uri="{FF2B5EF4-FFF2-40B4-BE49-F238E27FC236}">
                <a16:creationId xmlns:a16="http://schemas.microsoft.com/office/drawing/2014/main" id="{208F9C79-09A7-4EEA-9FFB-C9B3089CC82C}"/>
              </a:ext>
            </a:extLst>
          </p:cNvPr>
          <p:cNvSpPr>
            <a:spLocks noGrp="1"/>
          </p:cNvSpPr>
          <p:nvPr>
            <p:ph type="body" sz="quarter" idx="31" hasCustomPrompt="1"/>
          </p:nvPr>
        </p:nvSpPr>
        <p:spPr bwMode="white">
          <a:xfrm>
            <a:off x="479376"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8" name="Textplatzhalter 8">
            <a:extLst>
              <a:ext uri="{FF2B5EF4-FFF2-40B4-BE49-F238E27FC236}">
                <a16:creationId xmlns:a16="http://schemas.microsoft.com/office/drawing/2014/main" id="{07B81727-F8CD-3444-26FB-0954D4A41441}"/>
              </a:ext>
            </a:extLst>
          </p:cNvPr>
          <p:cNvSpPr>
            <a:spLocks noGrp="1"/>
          </p:cNvSpPr>
          <p:nvPr>
            <p:ph type="body" sz="quarter" idx="32" hasCustomPrompt="1"/>
          </p:nvPr>
        </p:nvSpPr>
        <p:spPr bwMode="white">
          <a:xfrm>
            <a:off x="479376"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0" name="Textplatzhalter 8">
            <a:extLst>
              <a:ext uri="{FF2B5EF4-FFF2-40B4-BE49-F238E27FC236}">
                <a16:creationId xmlns:a16="http://schemas.microsoft.com/office/drawing/2014/main" id="{176E8A7C-F934-3053-3346-B9C0DDCB28B0}"/>
              </a:ext>
            </a:extLst>
          </p:cNvPr>
          <p:cNvSpPr>
            <a:spLocks noGrp="1"/>
          </p:cNvSpPr>
          <p:nvPr>
            <p:ph type="body" sz="quarter" idx="34" hasCustomPrompt="1"/>
          </p:nvPr>
        </p:nvSpPr>
        <p:spPr bwMode="white">
          <a:xfrm>
            <a:off x="6252635" y="1412776"/>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4" name="Textplatzhalter 8">
            <a:extLst>
              <a:ext uri="{FF2B5EF4-FFF2-40B4-BE49-F238E27FC236}">
                <a16:creationId xmlns:a16="http://schemas.microsoft.com/office/drawing/2014/main" id="{6F35D68B-9EA2-1F5E-DBD3-B9F93C1D90B9}"/>
              </a:ext>
            </a:extLst>
          </p:cNvPr>
          <p:cNvSpPr>
            <a:spLocks noGrp="1"/>
          </p:cNvSpPr>
          <p:nvPr>
            <p:ph type="body" sz="quarter" idx="38" hasCustomPrompt="1"/>
          </p:nvPr>
        </p:nvSpPr>
        <p:spPr bwMode="white">
          <a:xfrm>
            <a:off x="6252531" y="2529951"/>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5" name="Textplatzhalter 8">
            <a:extLst>
              <a:ext uri="{FF2B5EF4-FFF2-40B4-BE49-F238E27FC236}">
                <a16:creationId xmlns:a16="http://schemas.microsoft.com/office/drawing/2014/main" id="{C0AE24B1-32EB-BCA7-7B48-261B6399A0A5}"/>
              </a:ext>
            </a:extLst>
          </p:cNvPr>
          <p:cNvSpPr>
            <a:spLocks noGrp="1"/>
          </p:cNvSpPr>
          <p:nvPr>
            <p:ph type="body" sz="quarter" idx="39" hasCustomPrompt="1"/>
          </p:nvPr>
        </p:nvSpPr>
        <p:spPr bwMode="white">
          <a:xfrm>
            <a:off x="6252427" y="3646075"/>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36" name="Textplatzhalter 8">
            <a:extLst>
              <a:ext uri="{FF2B5EF4-FFF2-40B4-BE49-F238E27FC236}">
                <a16:creationId xmlns:a16="http://schemas.microsoft.com/office/drawing/2014/main" id="{A942C4DD-370F-53DC-9980-04DA927CBB92}"/>
              </a:ext>
            </a:extLst>
          </p:cNvPr>
          <p:cNvSpPr>
            <a:spLocks noGrp="1"/>
          </p:cNvSpPr>
          <p:nvPr>
            <p:ph type="body" sz="quarter" idx="40" hasCustomPrompt="1"/>
          </p:nvPr>
        </p:nvSpPr>
        <p:spPr bwMode="white">
          <a:xfrm>
            <a:off x="6252427" y="4762199"/>
            <a:ext cx="792000" cy="540000"/>
          </a:xfrm>
          <a:solidFill>
            <a:schemeClr val="bg2"/>
          </a:solidFill>
          <a:effectLst/>
        </p:spPr>
        <p:txBody>
          <a:bodyPr wrap="none" rIns="0" bIns="72000" anchor="ctr" anchorCtr="0"/>
          <a:lstStyle>
            <a:lvl1pPr marL="0" indent="0" algn="l">
              <a:buFontTx/>
              <a:buNone/>
              <a:defRPr sz="4400" b="1">
                <a:solidFill>
                  <a:schemeClr val="tx2"/>
                </a:solidFill>
                <a:latin typeface="+mj-lt"/>
              </a:defRPr>
            </a:lvl1pPr>
            <a:lvl2pPr marL="0" indent="0">
              <a:buFontTx/>
              <a:buNone/>
              <a:defRPr sz="4400" b="1">
                <a:solidFill>
                  <a:schemeClr val="tx2"/>
                </a:solidFill>
                <a:latin typeface="+mj-lt"/>
              </a:defRPr>
            </a:lvl2pPr>
            <a:lvl3pPr marL="0" indent="0">
              <a:buFontTx/>
              <a:buNone/>
              <a:defRPr sz="4400" b="1">
                <a:solidFill>
                  <a:schemeClr val="tx2"/>
                </a:solidFill>
                <a:latin typeface="+mj-lt"/>
              </a:defRPr>
            </a:lvl3pPr>
            <a:lvl4pPr marL="0" indent="0">
              <a:buFontTx/>
              <a:buNone/>
              <a:defRPr sz="4400" b="1">
                <a:solidFill>
                  <a:schemeClr val="tx2"/>
                </a:solidFill>
                <a:latin typeface="+mj-lt"/>
              </a:defRPr>
            </a:lvl4pPr>
            <a:lvl5pPr marL="0" indent="0">
              <a:buFontTx/>
              <a:buNone/>
              <a:defRPr sz="4400" b="1">
                <a:solidFill>
                  <a:schemeClr val="tx2"/>
                </a:solidFill>
                <a:latin typeface="+mj-lt"/>
              </a:defRPr>
            </a:lvl5pPr>
            <a:lvl6pPr marL="0" indent="0">
              <a:buFontTx/>
              <a:buNone/>
              <a:defRPr sz="4400" b="1">
                <a:solidFill>
                  <a:schemeClr val="tx2"/>
                </a:solidFill>
                <a:latin typeface="+mj-lt"/>
              </a:defRPr>
            </a:lvl6pPr>
            <a:lvl7pPr marL="0" indent="0">
              <a:buFontTx/>
              <a:buNone/>
              <a:defRPr sz="4400" b="1">
                <a:solidFill>
                  <a:schemeClr val="tx2"/>
                </a:solidFill>
                <a:latin typeface="+mj-lt"/>
              </a:defRPr>
            </a:lvl7pPr>
            <a:lvl8pPr marL="0" indent="0">
              <a:buFontTx/>
              <a:buNone/>
              <a:defRPr sz="4400" b="1">
                <a:solidFill>
                  <a:schemeClr val="tx2"/>
                </a:solidFill>
                <a:latin typeface="+mj-lt"/>
              </a:defRPr>
            </a:lvl8pPr>
            <a:lvl9pPr marL="0" indent="0">
              <a:buFontTx/>
              <a:buNone/>
              <a:defRPr sz="4400" b="1">
                <a:solidFill>
                  <a:schemeClr val="tx2"/>
                </a:solidFill>
                <a:latin typeface="+mj-lt"/>
              </a:defRPr>
            </a:lvl9pPr>
          </a:lstStyle>
          <a:p>
            <a:pPr lvl="0"/>
            <a:r>
              <a:rPr lang="en-US"/>
              <a:t>00</a:t>
            </a:r>
          </a:p>
        </p:txBody>
      </p:sp>
      <p:sp>
        <p:nvSpPr>
          <p:cNvPr id="2" name="Textplatzhalter 8">
            <a:extLst>
              <a:ext uri="{FF2B5EF4-FFF2-40B4-BE49-F238E27FC236}">
                <a16:creationId xmlns:a16="http://schemas.microsoft.com/office/drawing/2014/main" id="{FE96CCAE-DEB1-05B2-23F4-80296F42DC33}"/>
              </a:ext>
            </a:extLst>
          </p:cNvPr>
          <p:cNvSpPr>
            <a:spLocks noGrp="1"/>
          </p:cNvSpPr>
          <p:nvPr>
            <p:ph type="body" sz="quarter" idx="41" hasCustomPrompt="1"/>
          </p:nvPr>
        </p:nvSpPr>
        <p:spPr bwMode="gray">
          <a:xfrm>
            <a:off x="1485715"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3" name="Textplatzhalter 8">
            <a:extLst>
              <a:ext uri="{FF2B5EF4-FFF2-40B4-BE49-F238E27FC236}">
                <a16:creationId xmlns:a16="http://schemas.microsoft.com/office/drawing/2014/main" id="{A507323D-32FF-D21E-0B11-BE50DD3C09B2}"/>
              </a:ext>
            </a:extLst>
          </p:cNvPr>
          <p:cNvSpPr>
            <a:spLocks noGrp="1"/>
          </p:cNvSpPr>
          <p:nvPr>
            <p:ph type="body" sz="quarter" idx="42" hasCustomPrompt="1"/>
          </p:nvPr>
        </p:nvSpPr>
        <p:spPr bwMode="gray">
          <a:xfrm>
            <a:off x="1485715"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8" name="Textplatzhalter 8">
            <a:extLst>
              <a:ext uri="{FF2B5EF4-FFF2-40B4-BE49-F238E27FC236}">
                <a16:creationId xmlns:a16="http://schemas.microsoft.com/office/drawing/2014/main" id="{7E31A785-5524-76BF-9060-B6AA5B0F30E7}"/>
              </a:ext>
            </a:extLst>
          </p:cNvPr>
          <p:cNvSpPr>
            <a:spLocks noGrp="1"/>
          </p:cNvSpPr>
          <p:nvPr>
            <p:ph type="body" sz="quarter" idx="43" hasCustomPrompt="1"/>
          </p:nvPr>
        </p:nvSpPr>
        <p:spPr bwMode="gray">
          <a:xfrm>
            <a:off x="1485715"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0" name="Textplatzhalter 8">
            <a:extLst>
              <a:ext uri="{FF2B5EF4-FFF2-40B4-BE49-F238E27FC236}">
                <a16:creationId xmlns:a16="http://schemas.microsoft.com/office/drawing/2014/main" id="{EFEA4E51-2FA4-4753-1997-132CFAA3ED77}"/>
              </a:ext>
            </a:extLst>
          </p:cNvPr>
          <p:cNvSpPr>
            <a:spLocks noGrp="1"/>
          </p:cNvSpPr>
          <p:nvPr>
            <p:ph type="body" sz="quarter" idx="44" hasCustomPrompt="1"/>
          </p:nvPr>
        </p:nvSpPr>
        <p:spPr bwMode="gray">
          <a:xfrm>
            <a:off x="7248624" y="1412776"/>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2" name="Textplatzhalter 8">
            <a:extLst>
              <a:ext uri="{FF2B5EF4-FFF2-40B4-BE49-F238E27FC236}">
                <a16:creationId xmlns:a16="http://schemas.microsoft.com/office/drawing/2014/main" id="{AB9A186C-679D-438B-04CB-003052B11225}"/>
              </a:ext>
            </a:extLst>
          </p:cNvPr>
          <p:cNvSpPr>
            <a:spLocks noGrp="1"/>
          </p:cNvSpPr>
          <p:nvPr>
            <p:ph type="body" sz="quarter" idx="45" hasCustomPrompt="1"/>
          </p:nvPr>
        </p:nvSpPr>
        <p:spPr bwMode="gray">
          <a:xfrm>
            <a:off x="7248624" y="2529315"/>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3" name="Textplatzhalter 8">
            <a:extLst>
              <a:ext uri="{FF2B5EF4-FFF2-40B4-BE49-F238E27FC236}">
                <a16:creationId xmlns:a16="http://schemas.microsoft.com/office/drawing/2014/main" id="{5442791C-C3FF-9B10-DCFF-2C95FAD1ACA5}"/>
              </a:ext>
            </a:extLst>
          </p:cNvPr>
          <p:cNvSpPr>
            <a:spLocks noGrp="1"/>
          </p:cNvSpPr>
          <p:nvPr>
            <p:ph type="body" sz="quarter" idx="46" hasCustomPrompt="1"/>
          </p:nvPr>
        </p:nvSpPr>
        <p:spPr bwMode="gray">
          <a:xfrm>
            <a:off x="7248624" y="3645279"/>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sp>
        <p:nvSpPr>
          <p:cNvPr id="14" name="Textplatzhalter 8">
            <a:extLst>
              <a:ext uri="{FF2B5EF4-FFF2-40B4-BE49-F238E27FC236}">
                <a16:creationId xmlns:a16="http://schemas.microsoft.com/office/drawing/2014/main" id="{0EB776AE-0143-C85F-03FB-98448F3729D0}"/>
              </a:ext>
            </a:extLst>
          </p:cNvPr>
          <p:cNvSpPr>
            <a:spLocks noGrp="1"/>
          </p:cNvSpPr>
          <p:nvPr>
            <p:ph type="body" sz="quarter" idx="47" hasCustomPrompt="1"/>
          </p:nvPr>
        </p:nvSpPr>
        <p:spPr bwMode="gray">
          <a:xfrm>
            <a:off x="7248624" y="4761244"/>
            <a:ext cx="4464000" cy="864000"/>
          </a:xfrm>
        </p:spPr>
        <p:txBody>
          <a:bodyPr/>
          <a:lstStyle>
            <a:lvl1pPr marL="0" indent="0">
              <a:spcAft>
                <a:spcPts val="0"/>
              </a:spcAft>
              <a:buFontTx/>
              <a:buNone/>
              <a:defRPr sz="1600" b="1">
                <a:solidFill>
                  <a:schemeClr val="bg1"/>
                </a:solidFill>
              </a:defRPr>
            </a:lvl1pPr>
            <a:lvl2pPr marL="0" indent="0">
              <a:spcAft>
                <a:spcPts val="0"/>
              </a:spcAft>
              <a:buFontTx/>
              <a:buNone/>
              <a:defRPr sz="1600">
                <a:solidFill>
                  <a:schemeClr val="bg1"/>
                </a:solidFill>
              </a:defRPr>
            </a:lvl2pPr>
            <a:lvl3pPr marL="0" indent="0">
              <a:spcAft>
                <a:spcPts val="0"/>
              </a:spcAft>
              <a:buFontTx/>
              <a:buNone/>
              <a:defRPr sz="1600">
                <a:solidFill>
                  <a:schemeClr val="bg1"/>
                </a:solidFill>
              </a:defRPr>
            </a:lvl3pPr>
            <a:lvl4pPr marL="0" indent="0">
              <a:spcAft>
                <a:spcPts val="0"/>
              </a:spcAft>
              <a:buFontTx/>
              <a:buNone/>
              <a:defRPr sz="1600">
                <a:solidFill>
                  <a:schemeClr val="bg1"/>
                </a:solidFill>
              </a:defRPr>
            </a:lvl4pPr>
            <a:lvl5pPr marL="0" indent="0">
              <a:spcAft>
                <a:spcPts val="0"/>
              </a:spcAft>
              <a:buFontTx/>
              <a:buNone/>
              <a:defRPr sz="1600">
                <a:solidFill>
                  <a:schemeClr val="bg1"/>
                </a:solidFill>
              </a:defRPr>
            </a:lvl5pPr>
            <a:lvl6pPr marL="0" indent="0">
              <a:spcAft>
                <a:spcPts val="0"/>
              </a:spcAft>
              <a:buFontTx/>
              <a:buNone/>
              <a:defRPr sz="1600">
                <a:solidFill>
                  <a:schemeClr val="bg1"/>
                </a:solidFill>
              </a:defRPr>
            </a:lvl6pPr>
            <a:lvl7pPr marL="0" indent="0">
              <a:spcAft>
                <a:spcPts val="0"/>
              </a:spcAft>
              <a:buFontTx/>
              <a:buNone/>
              <a:defRPr sz="1600">
                <a:solidFill>
                  <a:schemeClr val="bg1"/>
                </a:solidFill>
              </a:defRPr>
            </a:lvl7pPr>
            <a:lvl8pPr marL="0" indent="0">
              <a:spcAft>
                <a:spcPts val="0"/>
              </a:spcAft>
              <a:buFontTx/>
              <a:buNone/>
              <a:defRPr sz="1600">
                <a:solidFill>
                  <a:schemeClr val="bg1"/>
                </a:solidFill>
              </a:defRPr>
            </a:lvl8pPr>
            <a:lvl9pPr marL="0" indent="0">
              <a:spcAft>
                <a:spcPts val="0"/>
              </a:spcAft>
              <a:buFontTx/>
              <a:buNone/>
              <a:defRPr sz="1600">
                <a:solidFill>
                  <a:schemeClr val="bg1"/>
                </a:solidFill>
              </a:defRPr>
            </a:lvl9pPr>
          </a:lstStyle>
          <a:p>
            <a:pPr lvl="0"/>
            <a:r>
              <a:rPr lang="en-US"/>
              <a:t>First level</a:t>
            </a:r>
          </a:p>
          <a:p>
            <a:pPr lvl="1"/>
            <a:r>
              <a:rPr lang="en-US"/>
              <a:t>Second level</a:t>
            </a:r>
          </a:p>
        </p:txBody>
      </p:sp>
      <p:pic>
        <p:nvPicPr>
          <p:cNvPr id="4" name="Grafik 3">
            <a:extLst>
              <a:ext uri="{FF2B5EF4-FFF2-40B4-BE49-F238E27FC236}">
                <a16:creationId xmlns:a16="http://schemas.microsoft.com/office/drawing/2014/main" id="{6FF19CC3-3A21-2383-F22A-797AA780005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682894039"/>
      </p:ext>
    </p:extLst>
  </p:cSld>
  <p:clrMapOvr>
    <a:masterClrMapping/>
  </p:clrMapOvr>
  <p:extLst>
    <p:ext uri="{DCECCB84-F9BA-43D5-87BE-67443E8EF086}">
      <p15:sldGuideLst xmlns:p15="http://schemas.microsoft.com/office/powerpoint/2012/main">
        <p15:guide id="3" pos="3749">
          <p15:clr>
            <a:srgbClr val="FBAE40"/>
          </p15:clr>
        </p15:guide>
        <p15:guide id="5" pos="3931">
          <p15:clr>
            <a:srgbClr val="FBAE40"/>
          </p15:clr>
        </p15:guide>
      </p15:sldGuideLst>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Chapter divider (1)">
    <p:bg>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bg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2"/>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2"/>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4769088E-E8C5-EC8B-3FB8-5430FCA3DC4B}"/>
              </a:ext>
            </a:extLst>
          </p:cNvPr>
          <p:cNvSpPr>
            <a:spLocks noGrp="1"/>
          </p:cNvSpPr>
          <p:nvPr>
            <p:ph type="ftr" sz="quarter" idx="19"/>
          </p:nvPr>
        </p:nvSpPr>
        <p:spPr bwMode="gray"/>
        <p:txBody>
          <a:bodyPr/>
          <a:lstStyle/>
          <a:p>
            <a:r>
              <a:rPr lang="en-US"/>
              <a:t>BI 765423, BI3804379 _March 2026 IUPC |  Confidential - External Innovation</a:t>
            </a:r>
          </a:p>
        </p:txBody>
      </p:sp>
    </p:spTree>
    <p:extLst>
      <p:ext uri="{BB962C8B-B14F-4D97-AF65-F5344CB8AC3E}">
        <p14:creationId xmlns:p14="http://schemas.microsoft.com/office/powerpoint/2010/main" val="926889016"/>
      </p:ext>
    </p:extLst>
  </p:cSld>
  <p:clrMapOvr>
    <a:masterClrMapping/>
  </p:clrMapOvr>
  <p:extLst>
    <p:ext uri="{DCECCB84-F9BA-43D5-87BE-67443E8EF086}">
      <p15:sldGuideLst xmlns:p15="http://schemas.microsoft.com/office/powerpoint/2012/main">
        <p15:guide id="1" orient="horz" pos="2024">
          <p15:clr>
            <a:srgbClr val="FBAE40"/>
          </p15:clr>
        </p15:guide>
        <p15:guide id="2" orient="horz" pos="2251">
          <p15:clr>
            <a:srgbClr val="FBAE40"/>
          </p15:clr>
        </p15:guide>
      </p15:sldGuideLst>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Chapter divider (2)">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79424" y="1412875"/>
            <a:ext cx="7632701"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4" y="3573016"/>
            <a:ext cx="7632701"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4" name="Grafik 3">
            <a:extLst>
              <a:ext uri="{FF2B5EF4-FFF2-40B4-BE49-F238E27FC236}">
                <a16:creationId xmlns:a16="http://schemas.microsoft.com/office/drawing/2014/main" id="{7E3CE082-8BE8-42AC-F40F-87B704B7B14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8" name="Fußzeilenplatzhalter 7">
            <a:extLst>
              <a:ext uri="{FF2B5EF4-FFF2-40B4-BE49-F238E27FC236}">
                <a16:creationId xmlns:a16="http://schemas.microsoft.com/office/drawing/2014/main" id="{C09303A1-9EA9-72D7-63F5-E6B6F685FAE0}"/>
              </a:ext>
            </a:extLst>
          </p:cNvPr>
          <p:cNvSpPr>
            <a:spLocks noGrp="1"/>
          </p:cNvSpPr>
          <p:nvPr>
            <p:ph type="ftr" sz="quarter" idx="19"/>
          </p:nvPr>
        </p:nvSpPr>
        <p:spPr bwMode="gray"/>
        <p:txBody>
          <a:bodyPr/>
          <a:lstStyle>
            <a:lvl1pPr>
              <a:defRPr>
                <a:solidFill>
                  <a:schemeClr val="bg1"/>
                </a:solidFill>
              </a:defRPr>
            </a:lvl1pPr>
          </a:lstStyle>
          <a:p>
            <a:r>
              <a:rPr lang="en-US"/>
              <a:t>BI 765423, BI3804379 _March 2026 IUPC |  Confidential - External Innovation</a:t>
            </a:r>
          </a:p>
        </p:txBody>
      </p:sp>
    </p:spTree>
    <p:extLst>
      <p:ext uri="{BB962C8B-B14F-4D97-AF65-F5344CB8AC3E}">
        <p14:creationId xmlns:p14="http://schemas.microsoft.com/office/powerpoint/2010/main" val="1595094909"/>
      </p:ext>
    </p:extLst>
  </p:cSld>
  <p:clrMapOvr>
    <a:masterClrMapping/>
  </p:clrMapOvr>
  <p:extLst>
    <p:ext uri="{DCECCB84-F9BA-43D5-87BE-67443E8EF086}">
      <p15:sldGuideLst xmlns:p15="http://schemas.microsoft.com/office/powerpoint/2012/main">
        <p15:guide id="3" orient="horz" pos="2024">
          <p15:clr>
            <a:srgbClr val="FBAE40"/>
          </p15:clr>
        </p15:guide>
        <p15:guide id="4" orient="horz" pos="2251">
          <p15:clr>
            <a:srgbClr val="FBAE40"/>
          </p15:clr>
        </p15:guide>
      </p15:sldGuideLst>
    </p:ext>
  </p:extLst>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Chapter divider (image)">
    <p:bg>
      <p:bgPr>
        <a:solidFill>
          <a:schemeClr val="bg2"/>
        </a:solidFill>
        <a:effectLst/>
      </p:bgPr>
    </p:bg>
    <p:spTree>
      <p:nvGrpSpPr>
        <p:cNvPr id="1" name=""/>
        <p:cNvGrpSpPr/>
        <p:nvPr/>
      </p:nvGrpSpPr>
      <p:grpSpPr>
        <a:xfrm>
          <a:off x="0" y="0"/>
          <a:ext cx="0" cy="0"/>
          <a:chOff x="0" y="0"/>
          <a:chExt cx="0" cy="0"/>
        </a:xfrm>
      </p:grpSpPr>
      <p:sp>
        <p:nvSpPr>
          <p:cNvPr id="8" name="Bildplatzhalter 10">
            <a:extLst>
              <a:ext uri="{FF2B5EF4-FFF2-40B4-BE49-F238E27FC236}">
                <a16:creationId xmlns:a16="http://schemas.microsoft.com/office/drawing/2014/main" id="{47C26184-1D1B-92B8-25CF-5F2442C1A0BD}"/>
              </a:ext>
            </a:extLst>
          </p:cNvPr>
          <p:cNvSpPr>
            <a:spLocks noGrp="1"/>
          </p:cNvSpPr>
          <p:nvPr>
            <p:ph type="pic" sz="quarter" idx="10" hasCustomPrompt="1"/>
          </p:nvPr>
        </p:nvSpPr>
        <p:spPr bwMode="gray">
          <a:xfrm>
            <a:off x="6096000" y="0"/>
            <a:ext cx="6096000"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2" name="Titel 1"/>
          <p:cNvSpPr>
            <a:spLocks noGrp="1"/>
          </p:cNvSpPr>
          <p:nvPr>
            <p:ph type="title" hasCustomPrompt="1"/>
          </p:nvPr>
        </p:nvSpPr>
        <p:spPr bwMode="gray">
          <a:xfrm>
            <a:off x="479426" y="1412875"/>
            <a:ext cx="5329239" cy="1799861"/>
          </a:xfrm>
        </p:spPr>
        <p:txBody>
          <a:bodyPr anchor="b"/>
          <a:lstStyle>
            <a:lvl1pPr>
              <a:defRPr sz="4000">
                <a:solidFill>
                  <a:schemeClr val="tx2"/>
                </a:solidFill>
              </a:defRPr>
            </a:lvl1pPr>
          </a:lstStyle>
          <a:p>
            <a:r>
              <a:rPr lang="en-US"/>
              <a:t>Name of the current chapter</a:t>
            </a:r>
          </a:p>
        </p:txBody>
      </p:sp>
      <p:sp>
        <p:nvSpPr>
          <p:cNvPr id="9" name="Untertitel 2">
            <a:extLst>
              <a:ext uri="{FF2B5EF4-FFF2-40B4-BE49-F238E27FC236}">
                <a16:creationId xmlns:a16="http://schemas.microsoft.com/office/drawing/2014/main" id="{CB53F2D2-D116-44C8-A3EF-21A6F6DBA4E3}"/>
              </a:ext>
            </a:extLst>
          </p:cNvPr>
          <p:cNvSpPr>
            <a:spLocks noGrp="1"/>
          </p:cNvSpPr>
          <p:nvPr>
            <p:ph type="subTitle" idx="14" hasCustomPrompt="1"/>
          </p:nvPr>
        </p:nvSpPr>
        <p:spPr bwMode="gray">
          <a:xfrm>
            <a:off x="479426" y="3573016"/>
            <a:ext cx="5329239" cy="792088"/>
          </a:xfrm>
        </p:spPr>
        <p:txBody>
          <a:bodyPr/>
          <a:lstStyle>
            <a:lvl1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1pPr>
            <a:lvl2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2pPr>
            <a:lvl3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3pPr>
            <a:lvl4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4pPr>
            <a:lvl5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5pPr>
            <a:lvl6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6pPr>
            <a:lvl7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7pPr>
            <a:lvl8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8pPr>
            <a:lvl9pPr marL="0" indent="0" algn="l">
              <a:lnSpc>
                <a:spcPct val="140000"/>
              </a:lnSpc>
              <a:spcBef>
                <a:spcPts val="0"/>
              </a:spcBef>
              <a:spcAft>
                <a:spcPts val="0"/>
              </a:spcAft>
              <a:buFont typeface="Arial" panose="020B0604020202020204" pitchFamily="34" charset="0"/>
              <a:buNone/>
              <a:defRPr sz="1600" b="0">
                <a:solidFill>
                  <a:schemeClr val="bg1"/>
                </a:solidFill>
                <a:latin typeface="+mn-lt"/>
              </a:defRPr>
            </a:lvl9pPr>
          </a:lstStyle>
          <a:p>
            <a:r>
              <a:rPr lang="en-US"/>
              <a:t>Optional short description</a:t>
            </a:r>
          </a:p>
        </p:txBody>
      </p:sp>
      <p:sp>
        <p:nvSpPr>
          <p:cNvPr id="7" name="Foliennummernplatzhalter 6">
            <a:extLst>
              <a:ext uri="{FF2B5EF4-FFF2-40B4-BE49-F238E27FC236}">
                <a16:creationId xmlns:a16="http://schemas.microsoft.com/office/drawing/2014/main" id="{8EAAE6E7-1373-8040-C96B-B3A08A84CE2A}"/>
              </a:ext>
            </a:extLst>
          </p:cNvPr>
          <p:cNvSpPr>
            <a:spLocks noGrp="1"/>
          </p:cNvSpPr>
          <p:nvPr>
            <p:ph type="sldNum" sz="quarter" idx="16"/>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5" name="Grafik 4">
            <a:extLst>
              <a:ext uri="{FF2B5EF4-FFF2-40B4-BE49-F238E27FC236}">
                <a16:creationId xmlns:a16="http://schemas.microsoft.com/office/drawing/2014/main" id="{EE7772F2-FA6E-58A9-9E00-5407C4C6D9D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12" name="Fußzeilenplatzhalter 11">
            <a:extLst>
              <a:ext uri="{FF2B5EF4-FFF2-40B4-BE49-F238E27FC236}">
                <a16:creationId xmlns:a16="http://schemas.microsoft.com/office/drawing/2014/main" id="{0118AE22-AF85-0585-B755-09D18B404308}"/>
              </a:ext>
            </a:extLst>
          </p:cNvPr>
          <p:cNvSpPr>
            <a:spLocks noGrp="1"/>
          </p:cNvSpPr>
          <p:nvPr>
            <p:ph type="ftr" sz="quarter" idx="19"/>
          </p:nvPr>
        </p:nvSpPr>
        <p:spPr bwMode="gray"/>
        <p:txBody>
          <a:bodyPr/>
          <a:lstStyle>
            <a:lvl1pPr>
              <a:defRPr>
                <a:solidFill>
                  <a:schemeClr val="bg1"/>
                </a:solidFill>
              </a:defRPr>
            </a:lvl1pPr>
          </a:lstStyle>
          <a:p>
            <a:r>
              <a:rPr lang="en-US"/>
              <a:t>BI 765423, BI3804379 _March 2026 IUPC |  Confidential - External Innovation</a:t>
            </a:r>
          </a:p>
        </p:txBody>
      </p:sp>
      <p:grpSp>
        <p:nvGrpSpPr>
          <p:cNvPr id="16" name="Group 15">
            <a:extLst>
              <a:ext uri="{FF2B5EF4-FFF2-40B4-BE49-F238E27FC236}">
                <a16:creationId xmlns:a16="http://schemas.microsoft.com/office/drawing/2014/main" id="{D2D34356-34F3-1E89-4AAB-FD152C5E05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D4B81AAF-FF1D-EDCE-0A83-D65DAC7945B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B75A2EF2-D131-D1B0-F40E-2A5462A47C5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1D861B26-9995-6295-D8D1-F6113B2A85D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623033172"/>
      </p:ext>
    </p:extLst>
  </p:cSld>
  <p:clrMapOvr>
    <a:masterClrMapping/>
  </p:clrMapOvr>
  <p:extLst>
    <p:ext uri="{DCECCB84-F9BA-43D5-87BE-67443E8EF086}">
      <p15:sldGuideLst xmlns:p15="http://schemas.microsoft.com/office/powerpoint/2012/main">
        <p15:guide id="1" pos="3840">
          <p15:clr>
            <a:srgbClr val="FBAE40"/>
          </p15:clr>
        </p15:guide>
        <p15:guide id="2" orient="horz" pos="2024">
          <p15:clr>
            <a:srgbClr val="FBAE40"/>
          </p15:clr>
        </p15:guide>
        <p15:guide id="3" orient="horz" pos="2251">
          <p15:clr>
            <a:srgbClr val="FBAE40"/>
          </p15:clr>
        </p15:guide>
      </p15:sldGuideLst>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a:t>Add  title of the slide</a:t>
            </a:r>
          </a:p>
        </p:txBody>
      </p:sp>
      <p:sp>
        <p:nvSpPr>
          <p:cNvPr id="3" name="Inhaltsplatzhalter 2"/>
          <p:cNvSpPr>
            <a:spLocks noGrp="1"/>
          </p:cNvSpPr>
          <p:nvPr>
            <p:ph idx="1" hasCustomPrompt="1"/>
          </p:nvPr>
        </p:nvSpPr>
        <p:spPr bwMode="gray">
          <a:xfrm>
            <a:off x="479426" y="1412876"/>
            <a:ext cx="11233151"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p:txBody>
          <a:bodyPr/>
          <a:lstStyle/>
          <a:p>
            <a:r>
              <a:rPr lang="en-US"/>
              <a:t>BI 765423, BI3804379 _March 2026 IUPC |  Confidential - External Innovation</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2702250417"/>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One content dark">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6" y="1412876"/>
            <a:ext cx="11233151"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BI 765423, BI3804379 _March 2026 IUPC |  Confidential - External Innovation</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655943AA-9582-D43E-426E-499CC57E518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253486513"/>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Content and margin">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gray">
          <a:xfrm>
            <a:off x="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gray">
          <a:xfrm>
            <a:off x="479376"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7" name="Fußzeilenplatzhalter 6">
            <a:extLst>
              <a:ext uri="{FF2B5EF4-FFF2-40B4-BE49-F238E27FC236}">
                <a16:creationId xmlns:a16="http://schemas.microsoft.com/office/drawing/2014/main" id="{03767B11-95F5-EF30-786E-85FF75E46DF7}"/>
              </a:ext>
            </a:extLst>
          </p:cNvPr>
          <p:cNvSpPr>
            <a:spLocks noGrp="1"/>
          </p:cNvSpPr>
          <p:nvPr>
            <p:ph type="ftr" sz="quarter" idx="21"/>
          </p:nvPr>
        </p:nvSpPr>
        <p:spPr bwMode="gray"/>
        <p:txBody>
          <a:bodyPr/>
          <a:lstStyle/>
          <a:p>
            <a:r>
              <a:rPr lang="en-US"/>
              <a:t>BI 765423, BI3804379 _March 2026 IUPC |  Confidential - External Innovation</a:t>
            </a:r>
          </a:p>
        </p:txBody>
      </p:sp>
      <p:sp>
        <p:nvSpPr>
          <p:cNvPr id="8" name="Foliennummernplatzhalter 7">
            <a:extLst>
              <a:ext uri="{FF2B5EF4-FFF2-40B4-BE49-F238E27FC236}">
                <a16:creationId xmlns:a16="http://schemas.microsoft.com/office/drawing/2014/main" id="{BBC5784B-3341-229A-166C-A3CFE21498D3}"/>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9" name="Grafik 8">
            <a:extLst>
              <a:ext uri="{FF2B5EF4-FFF2-40B4-BE49-F238E27FC236}">
                <a16:creationId xmlns:a16="http://schemas.microsoft.com/office/drawing/2014/main" id="{93239E29-02AE-A81D-3D5A-88835FF77C4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1781787730"/>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Content and margin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gray">
          <a:xfrm>
            <a:off x="8617200" y="0"/>
            <a:ext cx="3574800" cy="6858000"/>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gray">
          <a:xfrm>
            <a:off x="8904624" y="476671"/>
            <a:ext cx="2808000" cy="5472000"/>
          </a:xfrm>
          <a:noFill/>
        </p:spPr>
        <p:txBody>
          <a:bodyPr lIns="0" tIns="0" rIns="0"/>
          <a:lstStyle>
            <a:lvl1pPr>
              <a:defRPr sz="1200">
                <a:solidFill>
                  <a:schemeClr val="bg2"/>
                </a:solidFill>
              </a:defRPr>
            </a:lvl1pPr>
            <a:lvl2pPr>
              <a:defRPr sz="1200">
                <a:solidFill>
                  <a:schemeClr val="bg2"/>
                </a:solidFill>
              </a:defRPr>
            </a:lvl2pPr>
            <a:lvl3pPr>
              <a:defRPr sz="1200">
                <a:solidFill>
                  <a:schemeClr val="bg2"/>
                </a:solidFill>
              </a:defRPr>
            </a:lvl3pPr>
            <a:lvl4pPr>
              <a:defRPr sz="1200">
                <a:solidFill>
                  <a:schemeClr val="bg2"/>
                </a:solidFill>
              </a:defRPr>
            </a:lvl4pPr>
            <a:lvl5pPr marL="791980" indent="-215995">
              <a:defRPr sz="1200">
                <a:solidFill>
                  <a:schemeClr val="bg2"/>
                </a:solidFill>
              </a:defRPr>
            </a:lvl5pPr>
            <a:lvl6pPr marL="791980" indent="-215995">
              <a:defRPr sz="1200">
                <a:solidFill>
                  <a:schemeClr val="bg2"/>
                </a:solidFill>
              </a:defRPr>
            </a:lvl6pPr>
            <a:lvl7pPr marL="791980" indent="-215995">
              <a:defRPr sz="1200">
                <a:solidFill>
                  <a:schemeClr val="bg2"/>
                </a:solidFill>
              </a:defRPr>
            </a:lvl7pPr>
            <a:lvl8pPr marL="791980" indent="-215995">
              <a:defRPr sz="1200">
                <a:solidFill>
                  <a:schemeClr val="bg2"/>
                </a:solidFill>
              </a:defRPr>
            </a:lvl8pPr>
            <a:lvl9pPr marL="791980" indent="-215995">
              <a:defRPr sz="1200">
                <a:solidFill>
                  <a:schemeClr val="bg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44FD59F4-1C7D-3239-B386-71AF16CE89A6}"/>
              </a:ext>
            </a:extLst>
          </p:cNvPr>
          <p:cNvSpPr>
            <a:spLocks noGrp="1"/>
          </p:cNvSpPr>
          <p:nvPr>
            <p:ph type="ftr" sz="quarter" idx="19"/>
          </p:nvPr>
        </p:nvSpPr>
        <p:spPr bwMode="gray">
          <a:xfrm>
            <a:off x="8904624" y="6246836"/>
            <a:ext cx="2447960" cy="288000"/>
          </a:xfrm>
        </p:spPr>
        <p:txBody>
          <a:bodyPr/>
          <a:lstStyle/>
          <a:p>
            <a:r>
              <a:rPr lang="en-US"/>
              <a:t>BI 765423, BI3804379 _March 2026 IUPC |  Confidential - External Innovation</a:t>
            </a:r>
          </a:p>
        </p:txBody>
      </p:sp>
      <p:sp>
        <p:nvSpPr>
          <p:cNvPr id="6" name="Arrow: Pentagon 5">
            <a:extLst>
              <a:ext uri="{FF2B5EF4-FFF2-40B4-BE49-F238E27FC236}">
                <a16:creationId xmlns:a16="http://schemas.microsoft.com/office/drawing/2014/main" id="{D538B7FC-6B3A-8F3A-BBDC-1EEFED308F78}"/>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2316356263"/>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BI 765423, BI3804379 _March 2026 IUPC |  Confidential - External Innovation</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653332384"/>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Content and margin dark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5421"/>
            <a:ext cx="7380288"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5"/>
            <a:ext cx="738028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Textplatzhalter 7">
            <a:extLst>
              <a:ext uri="{FF2B5EF4-FFF2-40B4-BE49-F238E27FC236}">
                <a16:creationId xmlns:a16="http://schemas.microsoft.com/office/drawing/2014/main" id="{08582CA4-7CD5-7812-627E-FD2D9C55D890}"/>
              </a:ext>
            </a:extLst>
          </p:cNvPr>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4" name="Rechteck 3">
            <a:extLst>
              <a:ext uri="{FF2B5EF4-FFF2-40B4-BE49-F238E27FC236}">
                <a16:creationId xmlns:a16="http://schemas.microsoft.com/office/drawing/2014/main" id="{24688781-42AD-2AB8-7E4B-B07DF616297A}"/>
              </a:ext>
              <a:ext uri="{C183D7F6-B498-43B3-948B-1728B52AA6E4}">
                <adec:decorative xmlns:adec="http://schemas.microsoft.com/office/drawing/2017/decorative" val="1"/>
              </a:ext>
            </a:extLst>
          </p:cNvPr>
          <p:cNvSpPr/>
          <p:nvPr userDrawn="1"/>
        </p:nvSpPr>
        <p:spPr bwMode="ltGray">
          <a:xfrm>
            <a:off x="861720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 name="Inhaltsplatzhalter 2">
            <a:extLst>
              <a:ext uri="{FF2B5EF4-FFF2-40B4-BE49-F238E27FC236}">
                <a16:creationId xmlns:a16="http://schemas.microsoft.com/office/drawing/2014/main" id="{86302274-F93B-1846-038E-F2D91EC79A58}"/>
              </a:ext>
            </a:extLst>
          </p:cNvPr>
          <p:cNvSpPr>
            <a:spLocks noGrp="1"/>
          </p:cNvSpPr>
          <p:nvPr>
            <p:ph idx="16" hasCustomPrompt="1"/>
          </p:nvPr>
        </p:nvSpPr>
        <p:spPr bwMode="white">
          <a:xfrm>
            <a:off x="8904624" y="476671"/>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1980" indent="-215995">
              <a:defRPr sz="1200">
                <a:solidFill>
                  <a:schemeClr val="tx2"/>
                </a:solidFill>
              </a:defRPr>
            </a:lvl5pPr>
            <a:lvl6pPr marL="791980" indent="-215995">
              <a:defRPr sz="1200">
                <a:solidFill>
                  <a:schemeClr val="tx2"/>
                </a:solidFill>
              </a:defRPr>
            </a:lvl6pPr>
            <a:lvl7pPr marL="791980" indent="-215995">
              <a:defRPr sz="1200">
                <a:solidFill>
                  <a:schemeClr val="tx2"/>
                </a:solidFill>
              </a:defRPr>
            </a:lvl7pPr>
            <a:lvl8pPr marL="791980" indent="-215995">
              <a:defRPr sz="1200">
                <a:solidFill>
                  <a:schemeClr val="tx2"/>
                </a:solidFill>
              </a:defRPr>
            </a:lvl8pPr>
            <a:lvl9pPr marL="791980" indent="-215995">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0" name="Foliennummernplatzhalter 9">
            <a:extLst>
              <a:ext uri="{FF2B5EF4-FFF2-40B4-BE49-F238E27FC236}">
                <a16:creationId xmlns:a16="http://schemas.microsoft.com/office/drawing/2014/main" id="{72FCF5F4-CA3B-1BFB-C58A-7D430F5E452D}"/>
              </a:ext>
            </a:extLst>
          </p:cNvPr>
          <p:cNvSpPr>
            <a:spLocks noGrp="1"/>
          </p:cNvSpPr>
          <p:nvPr>
            <p:ph type="sldNum" sz="quarter" idx="18"/>
          </p:nvPr>
        </p:nvSpPr>
        <p:spPr bwMode="gray">
          <a:xfrm>
            <a:off x="11424592" y="6246836"/>
            <a:ext cx="288000" cy="288000"/>
          </a:xfrm>
        </p:spPr>
        <p:txBody>
          <a:bodyPr/>
          <a:lstStyle>
            <a:lvl1pPr>
              <a:defRPr>
                <a:solidFill>
                  <a:schemeClr val="bg1"/>
                </a:solidFill>
              </a:defRPr>
            </a:lvl1pPr>
          </a:lstStyle>
          <a:p>
            <a:fld id="{8FF9B0DE-3FEB-4AA0-B465-B80EF7C1333D}" type="slidenum">
              <a:rPr lang="en-US" smtClean="0"/>
              <a:pPr/>
              <a:t>‹#›</a:t>
            </a:fld>
            <a:endParaRPr lang="en-US"/>
          </a:p>
        </p:txBody>
      </p:sp>
      <p:sp>
        <p:nvSpPr>
          <p:cNvPr id="6" name="Fußzeilenplatzhalter 5">
            <a:extLst>
              <a:ext uri="{FF2B5EF4-FFF2-40B4-BE49-F238E27FC236}">
                <a16:creationId xmlns:a16="http://schemas.microsoft.com/office/drawing/2014/main" id="{3C34E6B4-9185-474A-FF6F-DCBB3809D0C0}"/>
              </a:ext>
            </a:extLst>
          </p:cNvPr>
          <p:cNvSpPr>
            <a:spLocks noGrp="1"/>
          </p:cNvSpPr>
          <p:nvPr>
            <p:ph type="ftr" sz="quarter" idx="19"/>
          </p:nvPr>
        </p:nvSpPr>
        <p:spPr bwMode="gray">
          <a:xfrm>
            <a:off x="8904624" y="6246836"/>
            <a:ext cx="2447960" cy="288000"/>
          </a:xfrm>
        </p:spPr>
        <p:txBody>
          <a:bodyPr/>
          <a:lstStyle>
            <a:lvl1pPr>
              <a:defRPr>
                <a:solidFill>
                  <a:schemeClr val="bg1"/>
                </a:solidFill>
              </a:defRPr>
            </a:lvl1pPr>
          </a:lstStyle>
          <a:p>
            <a:r>
              <a:rPr lang="en-US"/>
              <a:t>BI 765423, BI3804379 _March 2026 IUPC |  Confidential - External Innovation</a:t>
            </a:r>
          </a:p>
        </p:txBody>
      </p:sp>
      <p:sp>
        <p:nvSpPr>
          <p:cNvPr id="7" name="Arrow: Pentagon 6">
            <a:extLst>
              <a:ext uri="{FF2B5EF4-FFF2-40B4-BE49-F238E27FC236}">
                <a16:creationId xmlns:a16="http://schemas.microsoft.com/office/drawing/2014/main" id="{1C2F19D9-5B8F-D889-26A0-5956F75299B0}"/>
              </a:ext>
            </a:extLst>
          </p:cNvPr>
          <p:cNvSpPr/>
          <p:nvPr userDrawn="1"/>
        </p:nvSpPr>
        <p:spPr bwMode="gray">
          <a:xfrm flipH="1">
            <a:off x="12216880" y="6165344"/>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title first line, classification second line</a:t>
            </a:r>
            <a:endParaRPr lang="en-US" sz="800" b="1">
              <a:solidFill>
                <a:srgbClr val="076D7E"/>
              </a:solidFill>
              <a:latin typeface="+mj-lt"/>
            </a:endParaRPr>
          </a:p>
        </p:txBody>
      </p:sp>
    </p:spTree>
    <p:extLst>
      <p:ext uri="{BB962C8B-B14F-4D97-AF65-F5344CB8AC3E}">
        <p14:creationId xmlns:p14="http://schemas.microsoft.com/office/powerpoint/2010/main" val="1398384236"/>
      </p:ext>
    </p:extLst>
  </p:cSld>
  <p:clrMapOvr>
    <a:masterClrMapping/>
  </p:clrMapOvr>
  <p:extLst>
    <p:ext uri="{DCECCB84-F9BA-43D5-87BE-67443E8EF086}">
      <p15:sldGuideLst xmlns:p15="http://schemas.microsoft.com/office/powerpoint/2012/main">
        <p15:guide id="2" pos="4951">
          <p15:clr>
            <a:srgbClr val="FBAE40"/>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Two contents">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B969D033-1776-30E3-34FB-6D433A2B3D1E}"/>
              </a:ext>
            </a:extLst>
          </p:cNvPr>
          <p:cNvSpPr>
            <a:spLocks noGrp="1"/>
          </p:cNvSpPr>
          <p:nvPr>
            <p:ph type="title" hasCustomPrompt="1"/>
          </p:nvPr>
        </p:nvSpPr>
        <p:spPr bwMode="gray"/>
        <p:txBody>
          <a:bodyPr/>
          <a:lstStyle/>
          <a:p>
            <a:r>
              <a:rPr lang="en-US"/>
              <a:t>Mastertitelformat bearbeiten</a:t>
            </a:r>
          </a:p>
        </p:txBody>
      </p:sp>
      <p:sp>
        <p:nvSpPr>
          <p:cNvPr id="3" name="Inhaltsplatzhalter 2"/>
          <p:cNvSpPr>
            <a:spLocks noGrp="1"/>
          </p:cNvSpPr>
          <p:nvPr>
            <p:ph idx="1" hasCustomPrompt="1"/>
          </p:nvPr>
        </p:nvSpPr>
        <p:spPr bwMode="gray">
          <a:xfrm>
            <a:off x="479425"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6240461" y="1412876"/>
            <a:ext cx="54721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183299EF-0735-B377-A1A9-0068F4589F5F}"/>
              </a:ext>
            </a:extLst>
          </p:cNvPr>
          <p:cNvSpPr>
            <a:spLocks noGrp="1"/>
          </p:cNvSpPr>
          <p:nvPr>
            <p:ph type="ftr" sz="quarter" idx="21"/>
          </p:nvPr>
        </p:nvSpPr>
        <p:spPr bwMode="gray"/>
        <p:txBody>
          <a:bodyPr/>
          <a:lstStyle/>
          <a:p>
            <a:r>
              <a:rPr lang="en-US"/>
              <a:t>BI 765423, BI3804379 _March 2026 IUPC |  Confidential - External Innovation</a:t>
            </a:r>
          </a:p>
        </p:txBody>
      </p:sp>
    </p:spTree>
    <p:extLst>
      <p:ext uri="{BB962C8B-B14F-4D97-AF65-F5344CB8AC3E}">
        <p14:creationId xmlns:p14="http://schemas.microsoft.com/office/powerpoint/2010/main" val="2402744607"/>
      </p:ext>
    </p:extLst>
  </p:cSld>
  <p:clrMapOvr>
    <a:masterClrMapping/>
  </p:clrMapOvr>
  <p:extLst>
    <p:ext uri="{DCECCB84-F9BA-43D5-87BE-67443E8EF086}">
      <p15:sldGuideLst xmlns:p15="http://schemas.microsoft.com/office/powerpoint/2012/main">
        <p15:guide id="1" pos="3749">
          <p15:clr>
            <a:srgbClr val="FBAE40"/>
          </p15:clr>
        </p15:guide>
        <p15:guide id="2" pos="3931">
          <p15:clr>
            <a:srgbClr val="FBAE40"/>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Three contents">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833" y="1413223"/>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2" name="Inhaltsplatzhalter 2">
            <a:extLst>
              <a:ext uri="{FF2B5EF4-FFF2-40B4-BE49-F238E27FC236}">
                <a16:creationId xmlns:a16="http://schemas.microsoft.com/office/drawing/2014/main" id="{BADB063E-26C4-805D-BAFD-D98A9ADF74B2}"/>
              </a:ext>
            </a:extLst>
          </p:cNvPr>
          <p:cNvSpPr>
            <a:spLocks noGrp="1"/>
          </p:cNvSpPr>
          <p:nvPr>
            <p:ph idx="16" hasCustomPrompt="1"/>
          </p:nvPr>
        </p:nvSpPr>
        <p:spPr bwMode="gray">
          <a:xfrm>
            <a:off x="4332289" y="1412876"/>
            <a:ext cx="352742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4" name="Inhaltsplatzhalter 2">
            <a:extLst>
              <a:ext uri="{FF2B5EF4-FFF2-40B4-BE49-F238E27FC236}">
                <a16:creationId xmlns:a16="http://schemas.microsoft.com/office/drawing/2014/main" id="{D1B68FCE-197A-6E5E-0E54-04837565753A}"/>
              </a:ext>
            </a:extLst>
          </p:cNvPr>
          <p:cNvSpPr>
            <a:spLocks noGrp="1"/>
          </p:cNvSpPr>
          <p:nvPr>
            <p:ph idx="17" hasCustomPrompt="1"/>
          </p:nvPr>
        </p:nvSpPr>
        <p:spPr bwMode="gray">
          <a:xfrm>
            <a:off x="8148640" y="1412876"/>
            <a:ext cx="3563937"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8" name="Textplatzhalter 7"/>
          <p:cNvSpPr>
            <a:spLocks noGrp="1"/>
          </p:cNvSpPr>
          <p:nvPr>
            <p:ph type="body" sz="quarter" idx="13" hasCustomPrompt="1"/>
          </p:nvPr>
        </p:nvSpPr>
        <p:spPr bwMode="gray">
          <a:xfrm>
            <a:off x="480000"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8C2E740B-CD4F-8BDC-2C1B-D377B1F6FC20}"/>
              </a:ext>
            </a:extLst>
          </p:cNvPr>
          <p:cNvSpPr>
            <a:spLocks noGrp="1"/>
          </p:cNvSpPr>
          <p:nvPr>
            <p:ph type="ftr" sz="quarter" idx="21"/>
          </p:nvPr>
        </p:nvSpPr>
        <p:spPr bwMode="gray"/>
        <p:txBody>
          <a:bodyPr/>
          <a:lstStyle/>
          <a:p>
            <a:r>
              <a:rPr lang="en-US"/>
              <a:t>BI 765423, BI3804379 _March 2026 IUPC |  Confidential - External Innovation</a:t>
            </a:r>
          </a:p>
        </p:txBody>
      </p:sp>
    </p:spTree>
    <p:extLst>
      <p:ext uri="{BB962C8B-B14F-4D97-AF65-F5344CB8AC3E}">
        <p14:creationId xmlns:p14="http://schemas.microsoft.com/office/powerpoint/2010/main" val="1296102220"/>
      </p:ext>
    </p:extLst>
  </p:cSld>
  <p:clrMapOvr>
    <a:masterClrMapping/>
  </p:clrMapOvr>
  <p:extLst>
    <p:ext uri="{DCECCB84-F9BA-43D5-87BE-67443E8EF086}">
      <p15:sldGuideLst xmlns:p15="http://schemas.microsoft.com/office/powerpoint/2012/main">
        <p15:guide id="1" pos="2547">
          <p15:clr>
            <a:srgbClr val="FBAE40"/>
          </p15:clr>
        </p15:guide>
        <p15:guide id="2" pos="4951">
          <p15:clr>
            <a:srgbClr val="FBAE40"/>
          </p15:clr>
        </p15:guide>
        <p15:guide id="3" pos="2729">
          <p15:clr>
            <a:srgbClr val="FBAE40"/>
          </p15:clr>
        </p15:guide>
        <p15:guide id="4" pos="5133">
          <p15:clr>
            <a:srgbClr val="FBAE40"/>
          </p15:clr>
        </p15:guide>
      </p15:sldGuideLst>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35639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p:txBody>
      </p:sp>
      <p:sp>
        <p:nvSpPr>
          <p:cNvPr id="8" name="Textplatzhalter 7"/>
          <p:cNvSpPr>
            <a:spLocks noGrp="1"/>
          </p:cNvSpPr>
          <p:nvPr>
            <p:ph type="body" sz="quarter" idx="13" hasCustomPrompt="1"/>
          </p:nvPr>
        </p:nvSpPr>
        <p:spPr bwMode="gray">
          <a:xfrm>
            <a:off x="480000" y="5805280"/>
            <a:ext cx="356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FB127ACA-7301-1D15-F27B-789EB417CEE5}"/>
              </a:ext>
            </a:extLst>
          </p:cNvPr>
          <p:cNvSpPr>
            <a:spLocks noGrp="1"/>
          </p:cNvSpPr>
          <p:nvPr>
            <p:ph type="pic" sz="quarter" idx="10" hasCustomPrompt="1"/>
          </p:nvPr>
        </p:nvSpPr>
        <p:spPr bwMode="gray">
          <a:xfrm>
            <a:off x="4332290" y="1412875"/>
            <a:ext cx="7380287" cy="4537076"/>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p>
            <a:fld id="{8FF9B0DE-3FEB-4AA0-B465-B80EF7C1333D}" type="slidenum">
              <a:rPr lang="en-US" smtClean="0"/>
              <a:pPr/>
              <a:t>‹#›</a:t>
            </a:fld>
            <a:endParaRPr lang="en-US"/>
          </a:p>
        </p:txBody>
      </p:sp>
      <p:sp>
        <p:nvSpPr>
          <p:cNvPr id="7" name="Fußzeilenplatzhalter 6">
            <a:extLst>
              <a:ext uri="{FF2B5EF4-FFF2-40B4-BE49-F238E27FC236}">
                <a16:creationId xmlns:a16="http://schemas.microsoft.com/office/drawing/2014/main" id="{75C3C559-0E44-2CF1-30DB-163A44A8E1A0}"/>
              </a:ext>
            </a:extLst>
          </p:cNvPr>
          <p:cNvSpPr>
            <a:spLocks noGrp="1"/>
          </p:cNvSpPr>
          <p:nvPr>
            <p:ph type="ftr" sz="quarter" idx="21"/>
          </p:nvPr>
        </p:nvSpPr>
        <p:spPr bwMode="gray"/>
        <p:txBody>
          <a:bodyPr/>
          <a:lstStyle/>
          <a:p>
            <a:r>
              <a:rPr lang="en-US"/>
              <a:t>BI 765423, BI3804379 _March 2026 IUPC |  Confidential - External Innovation</a:t>
            </a:r>
          </a:p>
        </p:txBody>
      </p:sp>
      <p:grpSp>
        <p:nvGrpSpPr>
          <p:cNvPr id="16" name="Group 15">
            <a:extLst>
              <a:ext uri="{FF2B5EF4-FFF2-40B4-BE49-F238E27FC236}">
                <a16:creationId xmlns:a16="http://schemas.microsoft.com/office/drawing/2014/main" id="{5C004B49-0A09-FF20-3C02-5645DB8F518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C261A63-FB73-23E5-90D9-E0CE8078F2F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913620F6-50B6-B7FA-90C6-56A1C2D600DA}"/>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BD49DFC3-B857-BDA2-9814-717235FC2029}"/>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846285950"/>
      </p:ext>
    </p:extLst>
  </p:cSld>
  <p:clrMapOvr>
    <a:masterClrMapping/>
  </p:clrMapOvr>
  <p:extLst>
    <p:ext uri="{DCECCB84-F9BA-43D5-87BE-67443E8EF086}">
      <p15:sldGuideLst xmlns:p15="http://schemas.microsoft.com/office/powerpoint/2012/main">
        <p15:guide id="1" pos="2547">
          <p15:clr>
            <a:srgbClr val="FBAE40"/>
          </p15:clr>
        </p15:guide>
        <p15:guide id="2" pos="2729">
          <p15:clr>
            <a:srgbClr val="FBAE40"/>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Content with image portrait (1)">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6" name="Bildplatzhalter 10">
            <a:extLst>
              <a:ext uri="{FF2B5EF4-FFF2-40B4-BE49-F238E27FC236}">
                <a16:creationId xmlns:a16="http://schemas.microsoft.com/office/drawing/2014/main" id="{07DFFAAB-7F67-7CCB-4278-3380D6198626}"/>
              </a:ext>
            </a:extLst>
          </p:cNvPr>
          <p:cNvSpPr>
            <a:spLocks noGrp="1"/>
          </p:cNvSpPr>
          <p:nvPr>
            <p:ph type="pic" sz="quarter" idx="10" hasCustomPrompt="1"/>
          </p:nvPr>
        </p:nvSpPr>
        <p:spPr bwMode="gray">
          <a:xfrm>
            <a:off x="6240464" y="0"/>
            <a:ext cx="5951537"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11" name="Fußzeilenplatzhalter 10">
            <a:extLst>
              <a:ext uri="{FF2B5EF4-FFF2-40B4-BE49-F238E27FC236}">
                <a16:creationId xmlns:a16="http://schemas.microsoft.com/office/drawing/2014/main" id="{F62110C8-BF5F-EA2C-EB2D-4E0C19640ECA}"/>
              </a:ext>
            </a:extLst>
          </p:cNvPr>
          <p:cNvSpPr>
            <a:spLocks noGrp="1"/>
          </p:cNvSpPr>
          <p:nvPr>
            <p:ph type="ftr" sz="quarter" idx="21"/>
          </p:nvPr>
        </p:nvSpPr>
        <p:spPr bwMode="gray"/>
        <p:txBody>
          <a:bodyPr/>
          <a:lstStyle>
            <a:lvl1pPr>
              <a:defRPr>
                <a:solidFill>
                  <a:schemeClr val="bg1"/>
                </a:solidFill>
              </a:defRPr>
            </a:lvl1pPr>
          </a:lstStyle>
          <a:p>
            <a:r>
              <a:rPr lang="en-US"/>
              <a:t>BI 765423, BI3804379 _March 2026 IUPC |  Confidential - External Innovation</a:t>
            </a:r>
          </a:p>
        </p:txBody>
      </p:sp>
      <p:grpSp>
        <p:nvGrpSpPr>
          <p:cNvPr id="16" name="Group 15">
            <a:extLst>
              <a:ext uri="{FF2B5EF4-FFF2-40B4-BE49-F238E27FC236}">
                <a16:creationId xmlns:a16="http://schemas.microsoft.com/office/drawing/2014/main" id="{967AA79C-2B4E-4DB9-F976-62ADDFA37FF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5D5BFF86-A68C-0B9C-092C-6C18506FDCE9}"/>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651567FA-06CC-D5C2-1547-BCEA50F0F885}"/>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E9293D4-108C-1E0E-3148-65D756A4F4A8}"/>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758232593"/>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Content with image portrait (2)">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80"/>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Bildplatzhalter 10">
            <a:extLst>
              <a:ext uri="{FF2B5EF4-FFF2-40B4-BE49-F238E27FC236}">
                <a16:creationId xmlns:a16="http://schemas.microsoft.com/office/drawing/2014/main" id="{14CF255F-B2EC-2517-FAAE-EBA3F3EB53C3}"/>
              </a:ext>
            </a:extLst>
          </p:cNvPr>
          <p:cNvSpPr>
            <a:spLocks noGrp="1"/>
          </p:cNvSpPr>
          <p:nvPr>
            <p:ph type="pic" sz="quarter" idx="10" hasCustomPrompt="1"/>
          </p:nvPr>
        </p:nvSpPr>
        <p:spPr bwMode="gray">
          <a:xfrm>
            <a:off x="8148637" y="0"/>
            <a:ext cx="4043363"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sp>
        <p:nvSpPr>
          <p:cNvPr id="2" name="Fußzeilenplatzhalter 1">
            <a:extLst>
              <a:ext uri="{FF2B5EF4-FFF2-40B4-BE49-F238E27FC236}">
                <a16:creationId xmlns:a16="http://schemas.microsoft.com/office/drawing/2014/main" id="{8464A4AD-DF50-326A-C3CC-77A3E90EED6B}"/>
              </a:ext>
            </a:extLst>
          </p:cNvPr>
          <p:cNvSpPr>
            <a:spLocks noGrp="1"/>
          </p:cNvSpPr>
          <p:nvPr>
            <p:ph type="ftr" sz="quarter" idx="16"/>
          </p:nvPr>
        </p:nvSpPr>
        <p:spPr bwMode="gray"/>
        <p:txBody>
          <a:bodyPr/>
          <a:lstStyle>
            <a:lvl1pPr>
              <a:defRPr>
                <a:solidFill>
                  <a:schemeClr val="bg1"/>
                </a:solidFill>
              </a:defRPr>
            </a:lvl1pPr>
          </a:lstStyle>
          <a:p>
            <a:r>
              <a:rPr lang="en-US"/>
              <a:t>BI 765423, BI3804379 _March 2026 IUPC |  Confidential - External Innovation</a:t>
            </a:r>
          </a:p>
        </p:txBody>
      </p:sp>
      <p:grpSp>
        <p:nvGrpSpPr>
          <p:cNvPr id="16" name="Group 15">
            <a:extLst>
              <a:ext uri="{FF2B5EF4-FFF2-40B4-BE49-F238E27FC236}">
                <a16:creationId xmlns:a16="http://schemas.microsoft.com/office/drawing/2014/main" id="{826E795A-4AEE-2618-1B23-937B8A4644F0}"/>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7" name="TextBox 16">
              <a:extLst>
                <a:ext uri="{FF2B5EF4-FFF2-40B4-BE49-F238E27FC236}">
                  <a16:creationId xmlns:a16="http://schemas.microsoft.com/office/drawing/2014/main" id="{8B0F84D0-AE67-3B0E-A7AB-6540F919DB0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8" name="Picture 17">
              <a:extLst>
                <a:ext uri="{FF2B5EF4-FFF2-40B4-BE49-F238E27FC236}">
                  <a16:creationId xmlns:a16="http://schemas.microsoft.com/office/drawing/2014/main" id="{8A135E1A-DE75-B2CF-E3B2-F7C52478F81B}"/>
                </a:ext>
              </a:extLst>
            </p:cNvPr>
            <p:cNvPicPr>
              <a:picLocks noChangeAspect="1"/>
            </p:cNvPicPr>
            <p:nvPr userDrawn="1"/>
          </p:nvPicPr>
          <p:blipFill rotWithShape="1">
            <a:blip r:embed="rId2"/>
            <a:srcRect l="8843" r="2395" b="2546"/>
            <a:stretch/>
          </p:blipFill>
          <p:spPr bwMode="gray">
            <a:xfrm>
              <a:off x="-1589806" y="4475212"/>
              <a:ext cx="745332" cy="1122804"/>
            </a:xfrm>
            <a:prstGeom prst="roundRect">
              <a:avLst>
                <a:gd name="adj" fmla="val 3514"/>
              </a:avLst>
            </a:prstGeom>
          </p:spPr>
        </p:pic>
        <p:sp>
          <p:nvSpPr>
            <p:cNvPr id="19" name="TextBox 18">
              <a:extLst>
                <a:ext uri="{FF2B5EF4-FFF2-40B4-BE49-F238E27FC236}">
                  <a16:creationId xmlns:a16="http://schemas.microsoft.com/office/drawing/2014/main" id="{6CE8A64D-42CD-4BF1-BA15-ED10E21F96F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2897470404"/>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Content with image portrait (3)">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163" y="477000"/>
            <a:ext cx="9396461"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13" name="Bildplatzhalter 10">
            <a:extLst>
              <a:ext uri="{FF2B5EF4-FFF2-40B4-BE49-F238E27FC236}">
                <a16:creationId xmlns:a16="http://schemas.microsoft.com/office/drawing/2014/main" id="{4EA519C6-3621-AA78-3D48-CE2C8B305E30}"/>
              </a:ext>
            </a:extLst>
          </p:cNvPr>
          <p:cNvSpPr>
            <a:spLocks noGrp="1"/>
          </p:cNvSpPr>
          <p:nvPr>
            <p:ph type="pic" sz="quarter" idx="10" hasCustomPrompt="1"/>
          </p:nvPr>
        </p:nvSpPr>
        <p:spPr bwMode="gray">
          <a:xfrm>
            <a:off x="2"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4" name="Fußzeilenplatzhalter 13">
            <a:extLst>
              <a:ext uri="{FF2B5EF4-FFF2-40B4-BE49-F238E27FC236}">
                <a16:creationId xmlns:a16="http://schemas.microsoft.com/office/drawing/2014/main" id="{6EEB0A4C-9CB1-5FD3-5A85-95FE106E43BA}"/>
              </a:ext>
            </a:extLst>
          </p:cNvPr>
          <p:cNvSpPr>
            <a:spLocks noGrp="1"/>
          </p:cNvSpPr>
          <p:nvPr>
            <p:ph type="ftr" sz="quarter" idx="29"/>
          </p:nvPr>
        </p:nvSpPr>
        <p:spPr bwMode="gray"/>
        <p:txBody>
          <a:bodyPr/>
          <a:lstStyle/>
          <a:p>
            <a:r>
              <a:rPr lang="en-US"/>
              <a:t>BI 765423, BI3804379 _March 2026 IUPC |  Confidential - External Innovation</a:t>
            </a:r>
          </a:p>
        </p:txBody>
      </p:sp>
      <p:sp>
        <p:nvSpPr>
          <p:cNvPr id="15" name="Foliennummernplatzhalter 14">
            <a:extLst>
              <a:ext uri="{FF2B5EF4-FFF2-40B4-BE49-F238E27FC236}">
                <a16:creationId xmlns:a16="http://schemas.microsoft.com/office/drawing/2014/main" id="{15D18496-5D1E-5F00-2ACA-70465B9A16F2}"/>
              </a:ext>
            </a:extLst>
          </p:cNvPr>
          <p:cNvSpPr>
            <a:spLocks noGrp="1"/>
          </p:cNvSpPr>
          <p:nvPr>
            <p:ph type="sldNum" sz="quarter" idx="30"/>
          </p:nvPr>
        </p:nvSpPr>
        <p:spPr bwMode="gray"/>
        <p:txBody>
          <a:body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0581CA52-FD82-1F55-27CD-D1C50118A4C0}"/>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0D5B12A7-5AE8-4E1A-DA33-D80561FB9A6F}"/>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367C244-F025-3A15-FAA2-8B46D5E9A8A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B5B5593A-6E6C-DA64-6263-6DB67B6B34B4}"/>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EC983BE9-6EB2-3207-54B9-1904F8E3EE1D}"/>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477485768"/>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1)">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54721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5472113"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80000" y="5805280"/>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BB620B58-DC4D-ABB4-B16A-92C43E6933B4}"/>
              </a:ext>
            </a:extLst>
          </p:cNvPr>
          <p:cNvSpPr>
            <a:spLocks noGrp="1"/>
          </p:cNvSpPr>
          <p:nvPr>
            <p:ph type="pic" sz="quarter" idx="10" hasCustomPrompt="1"/>
          </p:nvPr>
        </p:nvSpPr>
        <p:spPr bwMode="gray">
          <a:xfrm>
            <a:off x="6240463" y="0"/>
            <a:ext cx="5951536"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9" name="Fußzeilenplatzhalter 8">
            <a:extLst>
              <a:ext uri="{FF2B5EF4-FFF2-40B4-BE49-F238E27FC236}">
                <a16:creationId xmlns:a16="http://schemas.microsoft.com/office/drawing/2014/main" id="{DD2A017B-395B-34E7-2458-B410A50C8516}"/>
              </a:ext>
            </a:extLst>
          </p:cNvPr>
          <p:cNvSpPr>
            <a:spLocks noGrp="1"/>
          </p:cNvSpPr>
          <p:nvPr>
            <p:ph type="ftr" sz="quarter" idx="14"/>
          </p:nvPr>
        </p:nvSpPr>
        <p:spPr bwMode="gray"/>
        <p:txBody>
          <a:bodyPr/>
          <a:lstStyle>
            <a:lvl1pPr>
              <a:defRPr>
                <a:solidFill>
                  <a:schemeClr val="bg1"/>
                </a:solidFill>
              </a:defRPr>
            </a:lvl1pPr>
          </a:lstStyle>
          <a:p>
            <a:r>
              <a:rPr lang="en-US"/>
              <a:t>BI 765423, BI3804379 _March 2026 IUPC |  Confidential - External Innovation</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8F1C8E5E-1DF3-5390-67F1-46733FD7009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7" name="Group 16">
            <a:extLst>
              <a:ext uri="{FF2B5EF4-FFF2-40B4-BE49-F238E27FC236}">
                <a16:creationId xmlns:a16="http://schemas.microsoft.com/office/drawing/2014/main" id="{78C86180-AB79-4834-665E-69ECBDACDBFA}"/>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EE62970-DA69-216C-E19E-55BF4225BE20}"/>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04E9497-F690-B6F9-BDBD-88138254379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010D4C6-8495-8FBA-8744-C69458EFC7C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830559813"/>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2)">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5" y="477000"/>
            <a:ext cx="7380289"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479425" y="1412876"/>
            <a:ext cx="7380289"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479999" y="5805264"/>
            <a:ext cx="7379713"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7" name="Bildplatzhalter 10">
            <a:extLst>
              <a:ext uri="{FF2B5EF4-FFF2-40B4-BE49-F238E27FC236}">
                <a16:creationId xmlns:a16="http://schemas.microsoft.com/office/drawing/2014/main" id="{CB86A524-EBBF-8AA1-B452-E3F520BD9009}"/>
              </a:ext>
            </a:extLst>
          </p:cNvPr>
          <p:cNvSpPr>
            <a:spLocks noGrp="1"/>
          </p:cNvSpPr>
          <p:nvPr>
            <p:ph type="pic" sz="quarter" idx="10" hasCustomPrompt="1"/>
          </p:nvPr>
        </p:nvSpPr>
        <p:spPr bwMode="gray">
          <a:xfrm>
            <a:off x="8148638" y="0"/>
            <a:ext cx="4043361"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0" name="Foliennummernplatzhalter 9">
            <a:extLst>
              <a:ext uri="{FF2B5EF4-FFF2-40B4-BE49-F238E27FC236}">
                <a16:creationId xmlns:a16="http://schemas.microsoft.com/office/drawing/2014/main" id="{94D61AF6-E14A-F199-9F75-3E049334E961}"/>
              </a:ext>
            </a:extLst>
          </p:cNvPr>
          <p:cNvSpPr>
            <a:spLocks noGrp="1"/>
          </p:cNvSpPr>
          <p:nvPr>
            <p:ph type="sldNum" sz="quarter" idx="15"/>
          </p:nvPr>
        </p:nvSpPr>
        <p:spPr bwMode="gray"/>
        <p:txBody>
          <a:bodyPr/>
          <a:lstStyle>
            <a:lvl1pPr>
              <a:defRPr>
                <a:solidFill>
                  <a:schemeClr val="bg1"/>
                </a:solidFill>
              </a:defRPr>
            </a:lvl1pPr>
          </a:lstStyle>
          <a:p>
            <a:fld id="{8FF9B0DE-3FEB-4AA0-B465-B80EF7C1333D}" type="slidenum">
              <a:rPr lang="en-US" smtClean="0"/>
              <a:pPr/>
              <a:t>‹#›</a:t>
            </a:fld>
            <a:endParaRPr lang="en-US"/>
          </a:p>
        </p:txBody>
      </p:sp>
      <p:pic>
        <p:nvPicPr>
          <p:cNvPr id="6" name="Grafik 5">
            <a:extLst>
              <a:ext uri="{FF2B5EF4-FFF2-40B4-BE49-F238E27FC236}">
                <a16:creationId xmlns:a16="http://schemas.microsoft.com/office/drawing/2014/main" id="{C437CFD6-8782-8672-5598-F3A97DD175F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
        <p:nvSpPr>
          <p:cNvPr id="2" name="Fußzeilenplatzhalter 1">
            <a:extLst>
              <a:ext uri="{FF2B5EF4-FFF2-40B4-BE49-F238E27FC236}">
                <a16:creationId xmlns:a16="http://schemas.microsoft.com/office/drawing/2014/main" id="{10AA6098-3F2F-0A65-3542-51CB8D539E51}"/>
              </a:ext>
            </a:extLst>
          </p:cNvPr>
          <p:cNvSpPr>
            <a:spLocks noGrp="1"/>
          </p:cNvSpPr>
          <p:nvPr>
            <p:ph type="ftr" sz="quarter" idx="16"/>
          </p:nvPr>
        </p:nvSpPr>
        <p:spPr bwMode="gray"/>
        <p:txBody>
          <a:bodyPr/>
          <a:lstStyle>
            <a:lvl1pPr>
              <a:defRPr>
                <a:solidFill>
                  <a:schemeClr val="bg1"/>
                </a:solidFill>
              </a:defRPr>
            </a:lvl1pPr>
          </a:lstStyle>
          <a:p>
            <a:r>
              <a:rPr lang="en-US"/>
              <a:t>BI 765423, BI3804379 _March 2026 IUPC |  Confidential - External Innovation</a:t>
            </a:r>
          </a:p>
        </p:txBody>
      </p:sp>
      <p:grpSp>
        <p:nvGrpSpPr>
          <p:cNvPr id="17" name="Group 16">
            <a:extLst>
              <a:ext uri="{FF2B5EF4-FFF2-40B4-BE49-F238E27FC236}">
                <a16:creationId xmlns:a16="http://schemas.microsoft.com/office/drawing/2014/main" id="{EB3D85D0-EE44-A930-049A-7DA939F6D0F4}"/>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AC27EF27-1B97-A569-7351-28E06EE47B6C}"/>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23580758-F3F5-AE7A-4F63-F70660D4FE0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E778F22-457B-0501-F4D5-F037A2E66E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895833962"/>
      </p:ext>
    </p:extLst>
  </p:cSld>
  <p:clrMapOvr>
    <a:masterClrMapping/>
  </p:clrMapOvr>
  <p:extLst>
    <p:ext uri="{DCECCB84-F9BA-43D5-87BE-67443E8EF086}">
      <p15:sldGuideLst xmlns:p15="http://schemas.microsoft.com/office/powerpoint/2012/main">
        <p15:guide id="1" pos="5133">
          <p15:clr>
            <a:srgbClr val="FBAE40"/>
          </p15:clr>
        </p15:guide>
        <p15:guide id="2" pos="4951">
          <p15:clr>
            <a:srgbClr val="FBAE40"/>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Content dark with image portrait (3)">
    <p:bg>
      <p:bgPr>
        <a:solidFill>
          <a:schemeClr val="bg2"/>
        </a:solidFill>
        <a:effectLst/>
      </p:bgPr>
    </p:bg>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2316210" y="477000"/>
            <a:ext cx="9396415" cy="720000"/>
          </a:xfrm>
        </p:spPr>
        <p:txBody>
          <a:bodyPr/>
          <a:lstStyle>
            <a:lvl1pPr>
              <a:defRPr>
                <a:solidFill>
                  <a:schemeClr val="tx2"/>
                </a:solidFill>
              </a:defRPr>
            </a:lvl1pPr>
          </a:lstStyle>
          <a:p>
            <a:r>
              <a:rPr lang="en-US" err="1"/>
              <a:t>Folientitel</a:t>
            </a:r>
            <a:endParaRPr lang="en-US"/>
          </a:p>
        </p:txBody>
      </p:sp>
      <p:sp>
        <p:nvSpPr>
          <p:cNvPr id="3" name="Inhaltsplatzhalter 2"/>
          <p:cNvSpPr>
            <a:spLocks noGrp="1"/>
          </p:cNvSpPr>
          <p:nvPr>
            <p:ph idx="1" hasCustomPrompt="1"/>
          </p:nvPr>
        </p:nvSpPr>
        <p:spPr bwMode="gray">
          <a:xfrm>
            <a:off x="2316210" y="1412876"/>
            <a:ext cx="9396415" cy="4392000"/>
          </a:xfrm>
        </p:spPr>
        <p:txBody>
          <a:bodyPr/>
          <a:lstStyle>
            <a:lvl1pPr>
              <a:buClr>
                <a:schemeClr val="tx2"/>
              </a:buClr>
              <a:defRPr>
                <a:solidFill>
                  <a:schemeClr val="bg1"/>
                </a:solidFill>
              </a:defRPr>
            </a:lvl1pPr>
            <a:lvl2pPr>
              <a:buClr>
                <a:schemeClr val="tx2"/>
              </a:buClr>
              <a:defRPr>
                <a:solidFill>
                  <a:schemeClr val="bg1"/>
                </a:solidFill>
              </a:defRPr>
            </a:lvl2pPr>
            <a:lvl3pPr>
              <a:buClr>
                <a:schemeClr val="tx2"/>
              </a:buClr>
              <a:defRPr>
                <a:solidFill>
                  <a:schemeClr val="bg1"/>
                </a:solidFill>
              </a:defRPr>
            </a:lvl3pPr>
            <a:lvl4pPr>
              <a:buClr>
                <a:schemeClr val="tx2"/>
              </a:buClr>
              <a:defRPr>
                <a:solidFill>
                  <a:schemeClr val="bg1"/>
                </a:solidFill>
              </a:defRPr>
            </a:lvl4pPr>
            <a:lvl5pPr>
              <a:buClr>
                <a:schemeClr val="tx2"/>
              </a:buClr>
              <a:defRPr>
                <a:solidFill>
                  <a:schemeClr val="bg1"/>
                </a:solidFill>
              </a:defRPr>
            </a:lvl5pPr>
            <a:lvl6pPr>
              <a:buClr>
                <a:schemeClr val="tx2"/>
              </a:buClr>
              <a:defRPr>
                <a:solidFill>
                  <a:schemeClr val="bg1"/>
                </a:solidFill>
              </a:defRPr>
            </a:lvl6pPr>
            <a:lvl7pPr>
              <a:buClr>
                <a:schemeClr val="tx2"/>
              </a:buClr>
              <a:defRPr>
                <a:solidFill>
                  <a:schemeClr val="bg1"/>
                </a:solidFill>
              </a:defRPr>
            </a:lvl7pPr>
            <a:lvl8pPr>
              <a:buClr>
                <a:schemeClr val="tx2"/>
              </a:buClr>
              <a:defRPr>
                <a:solidFill>
                  <a:schemeClr val="bg1"/>
                </a:solidFill>
              </a:defRPr>
            </a:lvl8pPr>
            <a:lvl9pPr>
              <a:buClr>
                <a:schemeClr val="tx2"/>
              </a:buClr>
              <a:defRPr>
                <a:solidFill>
                  <a:schemeClr val="bg1"/>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Textplatzhalter 7"/>
          <p:cNvSpPr>
            <a:spLocks noGrp="1"/>
          </p:cNvSpPr>
          <p:nvPr>
            <p:ph type="body" sz="quarter" idx="13" hasCustomPrompt="1"/>
          </p:nvPr>
        </p:nvSpPr>
        <p:spPr bwMode="gray">
          <a:xfrm>
            <a:off x="2316783"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Clr>
                <a:schemeClr val="tx2"/>
              </a:buClr>
              <a:buNone/>
              <a:defRPr sz="800" b="0">
                <a:solidFill>
                  <a:schemeClr val="bg1"/>
                </a:solidFill>
              </a:defRPr>
            </a:lvl9pPr>
          </a:lstStyle>
          <a:p>
            <a:pPr lvl="0"/>
            <a:r>
              <a:rPr lang="en-US"/>
              <a:t>Footnote/Source</a:t>
            </a:r>
          </a:p>
        </p:txBody>
      </p:sp>
      <p:sp>
        <p:nvSpPr>
          <p:cNvPr id="9" name="Bildplatzhalter 10">
            <a:extLst>
              <a:ext uri="{FF2B5EF4-FFF2-40B4-BE49-F238E27FC236}">
                <a16:creationId xmlns:a16="http://schemas.microsoft.com/office/drawing/2014/main" id="{8AC3E855-6EF4-C6F2-D585-DB31C0712702}"/>
              </a:ext>
            </a:extLst>
          </p:cNvPr>
          <p:cNvSpPr>
            <a:spLocks noGrp="1"/>
          </p:cNvSpPr>
          <p:nvPr>
            <p:ph type="pic" sz="quarter" idx="10" hasCustomPrompt="1"/>
          </p:nvPr>
        </p:nvSpPr>
        <p:spPr bwMode="gray">
          <a:xfrm>
            <a:off x="1" y="0"/>
            <a:ext cx="2027239" cy="6858000"/>
          </a:xfrm>
          <a:solidFill>
            <a:srgbClr val="E5E3DE"/>
          </a:solidFill>
        </p:spPr>
        <p:txBody>
          <a:bodyPr tIns="720000" anchor="ctr" anchorCtr="0"/>
          <a:lstStyle>
            <a:lvl1pPr marL="0" indent="0" algn="ctr">
              <a:spcBef>
                <a:spcPts val="0"/>
              </a:spcBef>
              <a:spcAft>
                <a:spcPts val="0"/>
              </a:spcAft>
              <a:buFontTx/>
              <a:buNone/>
              <a:tabLst/>
              <a:defRPr sz="1200" b="0">
                <a:solidFill>
                  <a:schemeClr val="tx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13" name="Fußzeilenplatzhalter 12">
            <a:extLst>
              <a:ext uri="{FF2B5EF4-FFF2-40B4-BE49-F238E27FC236}">
                <a16:creationId xmlns:a16="http://schemas.microsoft.com/office/drawing/2014/main" id="{D88892A0-6C24-62CD-4CFC-704F04B95F1E}"/>
              </a:ext>
            </a:extLst>
          </p:cNvPr>
          <p:cNvSpPr>
            <a:spLocks noGrp="1"/>
          </p:cNvSpPr>
          <p:nvPr>
            <p:ph type="ftr" sz="quarter" idx="21"/>
          </p:nvPr>
        </p:nvSpPr>
        <p:spPr bwMode="gray"/>
        <p:txBody>
          <a:bodyPr/>
          <a:lstStyle>
            <a:lvl1pPr>
              <a:defRPr>
                <a:solidFill>
                  <a:schemeClr val="bg1"/>
                </a:solidFill>
              </a:defRPr>
            </a:lvl1pPr>
          </a:lstStyle>
          <a:p>
            <a:r>
              <a:rPr lang="en-US"/>
              <a:t>BI 765423, BI3804379 _March 2026 IUPC |  Confidential - External Innovation</a:t>
            </a:r>
          </a:p>
        </p:txBody>
      </p:sp>
      <p:sp>
        <p:nvSpPr>
          <p:cNvPr id="14" name="Foliennummernplatzhalter 13">
            <a:extLst>
              <a:ext uri="{FF2B5EF4-FFF2-40B4-BE49-F238E27FC236}">
                <a16:creationId xmlns:a16="http://schemas.microsoft.com/office/drawing/2014/main" id="{6C936672-C494-FE8E-9599-B67DEB310856}"/>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BBE11ABF-3402-C443-27C0-39F802CCA058}"/>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10CE41C5-B831-0917-4EF0-7E77AD98CCC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E7A05A8A-B1C1-AF73-2631-553BBA814E3B}"/>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65F2F23-FABD-0611-744F-39A4715C4376}"/>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B37C428C-35F0-EFF6-E7EE-A9943D4C637E}"/>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122115977"/>
      </p:ext>
    </p:extLst>
  </p:cSld>
  <p:clrMapOvr>
    <a:masterClrMapping/>
  </p:clrMapOvr>
  <p:extLst>
    <p:ext uri="{DCECCB84-F9BA-43D5-87BE-67443E8EF086}">
      <p15:sldGuideLst xmlns:p15="http://schemas.microsoft.com/office/powerpoint/2012/main">
        <p15:guide id="1" pos="1459">
          <p15:clr>
            <a:srgbClr val="FBAE40"/>
          </p15:clr>
        </p15:guide>
        <p15:guide id="2" pos="1277">
          <p15:clr>
            <a:srgbClr val="FBAE40"/>
          </p15:clr>
        </p15:guide>
      </p15:sldGuideLst>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Key message and image">
    <p:spTree>
      <p:nvGrpSpPr>
        <p:cNvPr id="1" name=""/>
        <p:cNvGrpSpPr/>
        <p:nvPr/>
      </p:nvGrpSpPr>
      <p:grpSpPr>
        <a:xfrm>
          <a:off x="0" y="0"/>
          <a:ext cx="0" cy="0"/>
          <a:chOff x="0" y="0"/>
          <a:chExt cx="0" cy="0"/>
        </a:xfrm>
      </p:grpSpPr>
      <p:sp>
        <p:nvSpPr>
          <p:cNvPr id="16" name="Bildplatzhalter 10">
            <a:extLst>
              <a:ext uri="{FF2B5EF4-FFF2-40B4-BE49-F238E27FC236}">
                <a16:creationId xmlns:a16="http://schemas.microsoft.com/office/drawing/2014/main" id="{CDCE6BA9-456A-2E17-7285-6D2E904642A7}"/>
              </a:ext>
            </a:extLst>
          </p:cNvPr>
          <p:cNvSpPr>
            <a:spLocks noGrp="1"/>
          </p:cNvSpPr>
          <p:nvPr>
            <p:ph type="pic" sz="quarter" idx="10" hasCustomPrompt="1"/>
          </p:nvPr>
        </p:nvSpPr>
        <p:spPr bwMode="ltGray">
          <a:xfrm>
            <a:off x="0" y="0"/>
            <a:ext cx="12192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376" y="1412875"/>
            <a:ext cx="11233149" cy="4392000"/>
          </a:xfrm>
        </p:spPr>
        <p:txBody>
          <a:bodyPr/>
          <a:lstStyle>
            <a:lvl1pPr marL="0" indent="0">
              <a:lnSpc>
                <a:spcPct val="120000"/>
              </a:lnSpc>
              <a:spcAft>
                <a:spcPts val="0"/>
              </a:spcAft>
              <a:buNone/>
              <a:defRPr sz="4000" b="1">
                <a:solidFill>
                  <a:schemeClr val="bg1"/>
                </a:solidFill>
                <a:latin typeface="+mj-lt"/>
              </a:defRPr>
            </a:lvl1pPr>
            <a:lvl2pPr marL="0" indent="0">
              <a:lnSpc>
                <a:spcPct val="120000"/>
              </a:lnSpc>
              <a:spcAft>
                <a:spcPts val="0"/>
              </a:spcAft>
              <a:buNone/>
              <a:defRPr sz="4000" b="1">
                <a:solidFill>
                  <a:schemeClr val="tx2"/>
                </a:solidFill>
                <a:latin typeface="+mj-lt"/>
              </a:defRPr>
            </a:lvl2pPr>
            <a:lvl3pPr marL="0" indent="0">
              <a:lnSpc>
                <a:spcPct val="120000"/>
              </a:lnSpc>
              <a:spcAft>
                <a:spcPts val="0"/>
              </a:spcAft>
              <a:buNone/>
              <a:defRPr sz="4000" b="1">
                <a:solidFill>
                  <a:schemeClr val="tx2"/>
                </a:solidFill>
                <a:latin typeface="+mj-lt"/>
              </a:defRPr>
            </a:lvl3pPr>
            <a:lvl4pPr marL="0" indent="0">
              <a:lnSpc>
                <a:spcPct val="120000"/>
              </a:lnSpc>
              <a:spcAft>
                <a:spcPts val="0"/>
              </a:spcAft>
              <a:buNone/>
              <a:defRPr sz="4000" b="1">
                <a:solidFill>
                  <a:schemeClr val="tx2"/>
                </a:solidFill>
                <a:latin typeface="+mj-lt"/>
              </a:defRPr>
            </a:lvl4pPr>
            <a:lvl5pPr marL="0" indent="0">
              <a:lnSpc>
                <a:spcPct val="120000"/>
              </a:lnSpc>
              <a:spcAft>
                <a:spcPts val="0"/>
              </a:spcAft>
              <a:buNone/>
              <a:defRPr sz="4000" b="1">
                <a:solidFill>
                  <a:schemeClr val="tx2"/>
                </a:solidFill>
                <a:latin typeface="+mj-lt"/>
              </a:defRPr>
            </a:lvl5pPr>
            <a:lvl6pPr marL="0" indent="0">
              <a:lnSpc>
                <a:spcPct val="120000"/>
              </a:lnSpc>
              <a:spcAft>
                <a:spcPts val="0"/>
              </a:spcAft>
              <a:buNone/>
              <a:defRPr sz="4000" b="1">
                <a:solidFill>
                  <a:schemeClr val="tx2"/>
                </a:solidFill>
                <a:latin typeface="+mj-lt"/>
              </a:defRPr>
            </a:lvl6pPr>
            <a:lvl7pPr marL="0" indent="0">
              <a:lnSpc>
                <a:spcPct val="120000"/>
              </a:lnSpc>
              <a:spcAft>
                <a:spcPts val="0"/>
              </a:spcAft>
              <a:buNone/>
              <a:defRPr sz="4000" b="1">
                <a:solidFill>
                  <a:schemeClr val="tx2"/>
                </a:solidFill>
                <a:latin typeface="+mj-lt"/>
              </a:defRPr>
            </a:lvl7pPr>
            <a:lvl8pPr marL="0" indent="0">
              <a:lnSpc>
                <a:spcPct val="120000"/>
              </a:lnSpc>
              <a:spcAft>
                <a:spcPts val="0"/>
              </a:spcAft>
              <a:buNone/>
              <a:defRPr sz="4000" b="1">
                <a:solidFill>
                  <a:schemeClr val="tx2"/>
                </a:solidFill>
                <a:latin typeface="+mj-lt"/>
              </a:defRPr>
            </a:lvl8pPr>
            <a:lvl9pPr marL="0" indent="0">
              <a:lnSpc>
                <a:spcPct val="120000"/>
              </a:lnSpc>
              <a:spcAft>
                <a:spcPts val="0"/>
              </a:spcAft>
              <a:buNone/>
              <a:defRPr sz="40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19" name="Fußzeilenplatzhalter 18">
            <a:extLst>
              <a:ext uri="{FF2B5EF4-FFF2-40B4-BE49-F238E27FC236}">
                <a16:creationId xmlns:a16="http://schemas.microsoft.com/office/drawing/2014/main" id="{2706031C-1812-1C52-3140-EDDE3DB5703F}"/>
              </a:ext>
            </a:extLst>
          </p:cNvPr>
          <p:cNvSpPr>
            <a:spLocks noGrp="1"/>
          </p:cNvSpPr>
          <p:nvPr>
            <p:ph type="ftr" sz="quarter" idx="29"/>
          </p:nvPr>
        </p:nvSpPr>
        <p:spPr bwMode="gray"/>
        <p:txBody>
          <a:bodyPr/>
          <a:lstStyle>
            <a:lvl1pPr>
              <a:defRPr>
                <a:solidFill>
                  <a:schemeClr val="bg1"/>
                </a:solidFill>
              </a:defRPr>
            </a:lvl1pPr>
          </a:lstStyle>
          <a:p>
            <a:r>
              <a:rPr lang="en-US"/>
              <a:t>BI 765423, BI3804379 _March 2026 IUPC |  Confidential - External Innovation</a:t>
            </a:r>
          </a:p>
        </p:txBody>
      </p:sp>
      <p:sp>
        <p:nvSpPr>
          <p:cNvPr id="20" name="Foliennummernplatzhalter 19">
            <a:extLst>
              <a:ext uri="{FF2B5EF4-FFF2-40B4-BE49-F238E27FC236}">
                <a16:creationId xmlns:a16="http://schemas.microsoft.com/office/drawing/2014/main" id="{55540A76-A2F8-66BE-84B7-CD50E20A56F1}"/>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8" name="Textplatzhalter 7"/>
          <p:cNvSpPr>
            <a:spLocks noGrp="1"/>
          </p:cNvSpPr>
          <p:nvPr>
            <p:ph type="body" sz="quarter" idx="13" hasCustomPrompt="1"/>
          </p:nvPr>
        </p:nvSpPr>
        <p:spPr bwMode="gray">
          <a:xfrm>
            <a:off x="480000" y="5805264"/>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2" name="Text Placeholder 8">
            <a:extLst>
              <a:ext uri="{FF2B5EF4-FFF2-40B4-BE49-F238E27FC236}">
                <a16:creationId xmlns:a16="http://schemas.microsoft.com/office/drawing/2014/main" id="{E48AB895-403D-2837-EFB7-B1EA2D95A83B}"/>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3" name="Group 12">
            <a:extLst>
              <a:ext uri="{FF2B5EF4-FFF2-40B4-BE49-F238E27FC236}">
                <a16:creationId xmlns:a16="http://schemas.microsoft.com/office/drawing/2014/main" id="{CE4AEE63-02E0-6605-B2A1-120F8CA2B401}"/>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7BFA4372-03FC-5464-BB8D-FDF16512BABE}"/>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B6F7839F-DF51-6296-1393-3706F5CAFADA}"/>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7" name="TextBox 16">
              <a:extLst>
                <a:ext uri="{FF2B5EF4-FFF2-40B4-BE49-F238E27FC236}">
                  <a16:creationId xmlns:a16="http://schemas.microsoft.com/office/drawing/2014/main" id="{999A7330-3B4A-E3AB-E977-BD83267E806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F1671DA-AF66-65E8-3B46-9A2A1A7C1B92}"/>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a picture in the background</a:t>
            </a:r>
            <a:endParaRPr lang="en-US" sz="800" b="1">
              <a:solidFill>
                <a:srgbClr val="076D7E"/>
              </a:solidFill>
              <a:latin typeface="+mj-lt"/>
            </a:endParaRPr>
          </a:p>
        </p:txBody>
      </p:sp>
    </p:spTree>
    <p:extLst>
      <p:ext uri="{BB962C8B-B14F-4D97-AF65-F5344CB8AC3E}">
        <p14:creationId xmlns:p14="http://schemas.microsoft.com/office/powerpoint/2010/main" val="3820947868"/>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sldGuideLst>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Key message and image division (1)">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2" y="0"/>
            <a:ext cx="6095999"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6" name="Bildplatzhalter 10">
            <a:extLst>
              <a:ext uri="{FF2B5EF4-FFF2-40B4-BE49-F238E27FC236}">
                <a16:creationId xmlns:a16="http://schemas.microsoft.com/office/drawing/2014/main" id="{1B5E6665-6076-758D-8F68-22FE102F4503}"/>
              </a:ext>
            </a:extLst>
          </p:cNvPr>
          <p:cNvSpPr>
            <a:spLocks noGrp="1"/>
          </p:cNvSpPr>
          <p:nvPr>
            <p:ph type="pic" sz="quarter" idx="21" hasCustomPrompt="1"/>
          </p:nvPr>
        </p:nvSpPr>
        <p:spPr bwMode="ltGray">
          <a:xfrm>
            <a:off x="6096000" y="0"/>
            <a:ext cx="6096000"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6" y="1413280"/>
            <a:ext cx="54721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64"/>
            <a:ext cx="5472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3" name="Fußzeilenplatzhalter 12">
            <a:extLst>
              <a:ext uri="{FF2B5EF4-FFF2-40B4-BE49-F238E27FC236}">
                <a16:creationId xmlns:a16="http://schemas.microsoft.com/office/drawing/2014/main" id="{A667E39B-7540-9CEB-0374-944CA8579721}"/>
              </a:ext>
            </a:extLst>
          </p:cNvPr>
          <p:cNvSpPr>
            <a:spLocks noGrp="1"/>
          </p:cNvSpPr>
          <p:nvPr>
            <p:ph type="ftr" sz="quarter" idx="29"/>
          </p:nvPr>
        </p:nvSpPr>
        <p:spPr bwMode="gray"/>
        <p:txBody>
          <a:bodyPr/>
          <a:lstStyle>
            <a:lvl1pPr>
              <a:defRPr>
                <a:solidFill>
                  <a:schemeClr val="bg1"/>
                </a:solidFill>
              </a:defRPr>
            </a:lvl1pPr>
          </a:lstStyle>
          <a:p>
            <a:r>
              <a:rPr lang="en-US"/>
              <a:t>BI 765423, BI3804379 _March 2026 IUPC |  Confidential - External Innovation</a:t>
            </a:r>
          </a:p>
        </p:txBody>
      </p:sp>
      <p:sp>
        <p:nvSpPr>
          <p:cNvPr id="14" name="Foliennummernplatzhalter 13">
            <a:extLst>
              <a:ext uri="{FF2B5EF4-FFF2-40B4-BE49-F238E27FC236}">
                <a16:creationId xmlns:a16="http://schemas.microsoft.com/office/drawing/2014/main" id="{8232BFC2-647B-B4B6-1EB1-6E9E32ED1994}"/>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2" name="Text Placeholder 8">
            <a:extLst>
              <a:ext uri="{FF2B5EF4-FFF2-40B4-BE49-F238E27FC236}">
                <a16:creationId xmlns:a16="http://schemas.microsoft.com/office/drawing/2014/main" id="{CB4A65EB-A398-8280-6840-772AD43C343C}"/>
              </a:ext>
            </a:extLst>
          </p:cNvPr>
          <p:cNvSpPr>
            <a:spLocks noGrp="1"/>
          </p:cNvSpPr>
          <p:nvPr>
            <p:ph type="body" sz="quarter" idx="31"/>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B486832A-3F59-AC80-2F13-A64607CB7775}"/>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66E4FF04-A86E-0C54-7F24-DB0EE1782691}"/>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7DFE41E4-ECEB-A2A1-A286-BCB29F691638}"/>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60BB963A-B8DB-ADCF-209D-23D0816454B4}"/>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3" name="Arrow: Pentagon 6">
            <a:extLst>
              <a:ext uri="{FF2B5EF4-FFF2-40B4-BE49-F238E27FC236}">
                <a16:creationId xmlns:a16="http://schemas.microsoft.com/office/drawing/2014/main" id="{10626C63-9EC1-F170-9293-A76090726AF6}"/>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005739766"/>
      </p:ext>
    </p:extLst>
  </p:cSld>
  <p:clrMapOvr>
    <a:masterClrMapping/>
  </p:clrMapOvr>
  <p:extLst>
    <p:ext uri="{DCECCB84-F9BA-43D5-87BE-67443E8EF086}">
      <p15:sldGuideLst xmlns:p15="http://schemas.microsoft.com/office/powerpoint/2012/main">
        <p15:guide id="1" pos="3931">
          <p15:clr>
            <a:srgbClr val="FBAE40"/>
          </p15:clr>
        </p15:guide>
        <p15:guide id="2" pos="3749">
          <p15:clr>
            <a:srgbClr val="FBAE40"/>
          </p15:clr>
        </p15:guide>
        <p15:guide id="3" orient="horz" pos="1298">
          <p15:clr>
            <a:srgbClr val="FBAE40"/>
          </p15:clr>
        </p15:guide>
        <p15:guide id="4" pos="3840">
          <p15:clr>
            <a:srgbClr val="FBAE40"/>
          </p15:clr>
        </p15:guide>
      </p15:sldGuideLst>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Key message and image division (2)">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0" y="0"/>
            <a:ext cx="8148637"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4FBDAE19-EEFC-C0FF-2C91-7610E4715477}"/>
              </a:ext>
            </a:extLst>
          </p:cNvPr>
          <p:cNvSpPr>
            <a:spLocks noGrp="1"/>
          </p:cNvSpPr>
          <p:nvPr>
            <p:ph type="pic" sz="quarter" idx="21" hasCustomPrompt="1"/>
          </p:nvPr>
        </p:nvSpPr>
        <p:spPr bwMode="ltGray">
          <a:xfrm>
            <a:off x="8148637" y="0"/>
            <a:ext cx="4043363"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5" y="1412875"/>
            <a:ext cx="7380288"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7380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2C16D604-692B-A946-0EC8-16D8E62D24EC}"/>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29E334AD-D29B-7211-26D3-B8B8A73BFA0B}"/>
              </a:ext>
            </a:extLst>
          </p:cNvPr>
          <p:cNvSpPr>
            <a:spLocks noGrp="1"/>
          </p:cNvSpPr>
          <p:nvPr>
            <p:ph type="ftr" sz="quarter" idx="31"/>
          </p:nvPr>
        </p:nvSpPr>
        <p:spPr bwMode="gray"/>
        <p:txBody>
          <a:bodyPr/>
          <a:lstStyle>
            <a:lvl1pPr>
              <a:defRPr>
                <a:solidFill>
                  <a:schemeClr val="bg1"/>
                </a:solidFill>
              </a:defRPr>
            </a:lvl1pPr>
          </a:lstStyle>
          <a:p>
            <a:r>
              <a:rPr lang="en-US"/>
              <a:t>BI 765423, BI3804379 _March 2026 IUPC |  Confidential - External Innovation</a:t>
            </a:r>
          </a:p>
        </p:txBody>
      </p:sp>
      <p:sp>
        <p:nvSpPr>
          <p:cNvPr id="2" name="Text Placeholder 8">
            <a:extLst>
              <a:ext uri="{FF2B5EF4-FFF2-40B4-BE49-F238E27FC236}">
                <a16:creationId xmlns:a16="http://schemas.microsoft.com/office/drawing/2014/main" id="{AA49972D-F9C7-9152-B19D-7D4EB031A5D2}"/>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DCF59E70-0AA5-7D95-51CA-468698922E0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F2DB1682-7A9E-32ED-89E1-35FD5DD053E4}"/>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F4CC5AE4-025E-4DA7-5C5D-88CB2C864849}"/>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C42EB3FB-8F80-C780-C13A-9D6DFF4300EC}"/>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0DBDA80F-0715-C37D-E631-65B9559D2BA3}"/>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162656477"/>
      </p:ext>
    </p:extLst>
  </p:cSld>
  <p:clrMapOvr>
    <a:masterClrMapping/>
  </p:clrMapOvr>
  <p:extLst>
    <p:ext uri="{DCECCB84-F9BA-43D5-87BE-67443E8EF086}">
      <p15:sldGuideLst xmlns:p15="http://schemas.microsoft.com/office/powerpoint/2012/main">
        <p15:guide id="1" pos="4951">
          <p15:clr>
            <a:srgbClr val="FBAE40"/>
          </p15:clr>
        </p15:guide>
        <p15:guide id="3" orient="horz" pos="1298">
          <p15:clr>
            <a:srgbClr val="FBAE40"/>
          </p15:clr>
        </p15:guide>
        <p15:guide id="4" pos="5133">
          <p15:clr>
            <a:srgbClr val="FBAE40"/>
          </p15:clr>
        </p15:guide>
      </p15:sldGuideLst>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Key message and image division (3)">
    <p:spTree>
      <p:nvGrpSpPr>
        <p:cNvPr id="1" name=""/>
        <p:cNvGrpSpPr/>
        <p:nvPr/>
      </p:nvGrpSpPr>
      <p:grpSpPr>
        <a:xfrm>
          <a:off x="0" y="0"/>
          <a:ext cx="0" cy="0"/>
          <a:chOff x="0" y="0"/>
          <a:chExt cx="0" cy="0"/>
        </a:xfrm>
      </p:grpSpPr>
      <p:sp>
        <p:nvSpPr>
          <p:cNvPr id="4" name="Bildplatzhalter 10">
            <a:extLst>
              <a:ext uri="{FF2B5EF4-FFF2-40B4-BE49-F238E27FC236}">
                <a16:creationId xmlns:a16="http://schemas.microsoft.com/office/drawing/2014/main" id="{6F9AA895-08EE-571D-61F7-0086C0A8BE7C}"/>
              </a:ext>
            </a:extLst>
          </p:cNvPr>
          <p:cNvSpPr>
            <a:spLocks noGrp="1"/>
          </p:cNvSpPr>
          <p:nvPr>
            <p:ph type="pic" sz="quarter" idx="10" hasCustomPrompt="1"/>
          </p:nvPr>
        </p:nvSpPr>
        <p:spPr bwMode="ltGray">
          <a:xfrm>
            <a:off x="1" y="0"/>
            <a:ext cx="10164763" cy="6858000"/>
          </a:xfrm>
          <a:solidFill>
            <a:schemeClr val="bg2"/>
          </a:solidFill>
        </p:spPr>
        <p:txBody>
          <a:bodyPr tIns="108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lvl5pPr>
            <a:lvl6pPr marL="0" indent="0" algn="ctr">
              <a:spcBef>
                <a:spcPts val="0"/>
              </a:spcBef>
              <a:spcAft>
                <a:spcPts val="0"/>
              </a:spcAft>
              <a:buFontTx/>
              <a:buNone/>
              <a:tabLst/>
              <a:defRPr sz="1200" b="0"/>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r>
              <a:rPr lang="en-US"/>
              <a:t>Bild hinzufügen per </a:t>
            </a:r>
            <a:br>
              <a:rPr lang="en-US"/>
            </a:br>
            <a:r>
              <a:rPr lang="en-US"/>
              <a:t>Klick auf das Symbol</a:t>
            </a:r>
          </a:p>
        </p:txBody>
      </p:sp>
      <p:sp>
        <p:nvSpPr>
          <p:cNvPr id="12" name="Bildplatzhalter 10">
            <a:extLst>
              <a:ext uri="{FF2B5EF4-FFF2-40B4-BE49-F238E27FC236}">
                <a16:creationId xmlns:a16="http://schemas.microsoft.com/office/drawing/2014/main" id="{7A533ABC-C52E-DA13-A669-D0BEA88A8E1A}"/>
              </a:ext>
            </a:extLst>
          </p:cNvPr>
          <p:cNvSpPr>
            <a:spLocks noGrp="1"/>
          </p:cNvSpPr>
          <p:nvPr>
            <p:ph type="pic" sz="quarter" idx="21" hasCustomPrompt="1"/>
          </p:nvPr>
        </p:nvSpPr>
        <p:spPr bwMode="ltGray">
          <a:xfrm>
            <a:off x="10164763" y="0"/>
            <a:ext cx="2027236" cy="6858000"/>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solidFill>
                  <a:schemeClr val="bg1"/>
                </a:solidFill>
              </a:defRPr>
            </a:lvl3pPr>
            <a:lvl4pPr marL="0" indent="0" algn="ctr">
              <a:spcBef>
                <a:spcPts val="0"/>
              </a:spcBef>
              <a:spcAft>
                <a:spcPts val="0"/>
              </a:spcAft>
              <a:buFontTx/>
              <a:buNone/>
              <a:tabLst/>
              <a:defRPr sz="1200" b="0">
                <a:solidFill>
                  <a:schemeClr val="bg1"/>
                </a:solidFill>
              </a:defRPr>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solidFill>
                  <a:schemeClr val="bg1"/>
                </a:solidFill>
              </a:defRPr>
            </a:lvl7pPr>
            <a:lvl8pPr marL="0" indent="0" algn="ctr">
              <a:spcBef>
                <a:spcPts val="0"/>
              </a:spcBef>
              <a:spcAft>
                <a:spcPts val="0"/>
              </a:spcAft>
              <a:buFontTx/>
              <a:buNone/>
              <a:tabLst/>
              <a:defRPr sz="1200" b="0">
                <a:solidFill>
                  <a:schemeClr val="bg1"/>
                </a:solidFill>
              </a:defRPr>
            </a:lvl8pPr>
            <a:lvl9pPr marL="0" indent="0" algn="ctr">
              <a:spcBef>
                <a:spcPts val="0"/>
              </a:spcBef>
              <a:spcAft>
                <a:spcPts val="0"/>
              </a:spcAft>
              <a:buFontTx/>
              <a:buNone/>
              <a:tabLst/>
              <a:defRPr sz="1200" b="0">
                <a:solidFill>
                  <a:schemeClr val="bg1"/>
                </a:solidFill>
              </a:defRPr>
            </a:lvl9pPr>
          </a:lstStyle>
          <a:p>
            <a:pPr lvl="0"/>
            <a:r>
              <a:rPr lang="en-US"/>
              <a:t>Add picture</a:t>
            </a:r>
          </a:p>
        </p:txBody>
      </p:sp>
      <p:sp>
        <p:nvSpPr>
          <p:cNvPr id="7" name="Textplatzhalter 6">
            <a:extLst>
              <a:ext uri="{FF2B5EF4-FFF2-40B4-BE49-F238E27FC236}">
                <a16:creationId xmlns:a16="http://schemas.microsoft.com/office/drawing/2014/main" id="{BB5806D4-1E90-A7C2-8212-91BE93E8EF72}"/>
              </a:ext>
            </a:extLst>
          </p:cNvPr>
          <p:cNvSpPr>
            <a:spLocks noGrp="1"/>
          </p:cNvSpPr>
          <p:nvPr>
            <p:ph type="body" sz="quarter" idx="18" hasCustomPrompt="1"/>
          </p:nvPr>
        </p:nvSpPr>
        <p:spPr bwMode="gray">
          <a:xfrm>
            <a:off x="479424" y="1412875"/>
            <a:ext cx="9396413" cy="4392000"/>
          </a:xfrm>
        </p:spPr>
        <p:txBody>
          <a:bodyPr/>
          <a:lstStyle>
            <a:lvl1pPr marL="0" indent="0">
              <a:lnSpc>
                <a:spcPct val="120000"/>
              </a:lnSpc>
              <a:spcAft>
                <a:spcPts val="0"/>
              </a:spcAft>
              <a:buNone/>
              <a:defRPr sz="3200" b="1">
                <a:solidFill>
                  <a:schemeClr val="bg1"/>
                </a:solidFill>
                <a:latin typeface="+mj-lt"/>
              </a:defRPr>
            </a:lvl1pPr>
            <a:lvl2pPr marL="0" indent="0">
              <a:lnSpc>
                <a:spcPct val="120000"/>
              </a:lnSpc>
              <a:spcAft>
                <a:spcPts val="0"/>
              </a:spcAft>
              <a:buNone/>
              <a:defRPr sz="3200" b="1">
                <a:solidFill>
                  <a:schemeClr val="tx2"/>
                </a:solidFill>
                <a:latin typeface="+mj-lt"/>
              </a:defRPr>
            </a:lvl2pPr>
            <a:lvl3pPr marL="0" indent="0">
              <a:lnSpc>
                <a:spcPct val="120000"/>
              </a:lnSpc>
              <a:spcAft>
                <a:spcPts val="0"/>
              </a:spcAft>
              <a:buNone/>
              <a:defRPr sz="3200" b="1">
                <a:solidFill>
                  <a:schemeClr val="tx2"/>
                </a:solidFill>
                <a:latin typeface="+mj-lt"/>
              </a:defRPr>
            </a:lvl3pPr>
            <a:lvl4pPr marL="0" indent="0">
              <a:lnSpc>
                <a:spcPct val="120000"/>
              </a:lnSpc>
              <a:spcAft>
                <a:spcPts val="0"/>
              </a:spcAft>
              <a:buNone/>
              <a:defRPr sz="3200" b="1">
                <a:solidFill>
                  <a:schemeClr val="tx2"/>
                </a:solidFill>
                <a:latin typeface="+mj-lt"/>
              </a:defRPr>
            </a:lvl4pPr>
            <a:lvl5pPr marL="0" indent="0">
              <a:lnSpc>
                <a:spcPct val="120000"/>
              </a:lnSpc>
              <a:spcAft>
                <a:spcPts val="0"/>
              </a:spcAft>
              <a:buNone/>
              <a:defRPr sz="3200" b="1">
                <a:solidFill>
                  <a:schemeClr val="tx2"/>
                </a:solidFill>
                <a:latin typeface="+mj-lt"/>
              </a:defRPr>
            </a:lvl5pPr>
            <a:lvl6pPr marL="0" indent="0">
              <a:lnSpc>
                <a:spcPct val="120000"/>
              </a:lnSpc>
              <a:spcAft>
                <a:spcPts val="0"/>
              </a:spcAft>
              <a:buNone/>
              <a:defRPr sz="3200" b="1">
                <a:solidFill>
                  <a:schemeClr val="tx2"/>
                </a:solidFill>
                <a:latin typeface="+mj-lt"/>
              </a:defRPr>
            </a:lvl6pPr>
            <a:lvl7pPr marL="0" indent="0">
              <a:lnSpc>
                <a:spcPct val="120000"/>
              </a:lnSpc>
              <a:spcAft>
                <a:spcPts val="0"/>
              </a:spcAft>
              <a:buNone/>
              <a:defRPr sz="3200" b="1">
                <a:solidFill>
                  <a:schemeClr val="tx2"/>
                </a:solidFill>
                <a:latin typeface="+mj-lt"/>
              </a:defRPr>
            </a:lvl7pPr>
            <a:lvl8pPr marL="0" indent="0">
              <a:lnSpc>
                <a:spcPct val="120000"/>
              </a:lnSpc>
              <a:spcAft>
                <a:spcPts val="0"/>
              </a:spcAft>
              <a:buNone/>
              <a:defRPr sz="3200" b="1">
                <a:solidFill>
                  <a:schemeClr val="tx2"/>
                </a:solidFill>
                <a:latin typeface="+mj-lt"/>
              </a:defRPr>
            </a:lvl8pPr>
            <a:lvl9pPr marL="0" indent="0">
              <a:lnSpc>
                <a:spcPct val="120000"/>
              </a:lnSpc>
              <a:spcAft>
                <a:spcPts val="0"/>
              </a:spcAft>
              <a:buNone/>
              <a:defRPr sz="3200" b="1">
                <a:solidFill>
                  <a:schemeClr val="tx2"/>
                </a:solidFill>
                <a:latin typeface="+mj-lt"/>
              </a:defRPr>
            </a:lvl9pPr>
          </a:lstStyle>
          <a:p>
            <a:pPr lvl="0"/>
            <a:r>
              <a:rPr lang="en-US"/>
              <a:t>Edit text by clicking. Use the "Increase/decrease list level" buttons on the Start tab to switch between the set up text levels.</a:t>
            </a:r>
          </a:p>
          <a:p>
            <a:pPr lvl="1"/>
            <a:r>
              <a:rPr lang="en-US"/>
              <a:t>Second level</a:t>
            </a:r>
          </a:p>
        </p:txBody>
      </p:sp>
      <p:sp>
        <p:nvSpPr>
          <p:cNvPr id="8" name="Textplatzhalter 7"/>
          <p:cNvSpPr>
            <a:spLocks noGrp="1"/>
          </p:cNvSpPr>
          <p:nvPr>
            <p:ph type="body" sz="quarter" idx="13" hasCustomPrompt="1"/>
          </p:nvPr>
        </p:nvSpPr>
        <p:spPr bwMode="gray">
          <a:xfrm>
            <a:off x="480000" y="5805280"/>
            <a:ext cx="9396000" cy="144000"/>
          </a:xfrm>
        </p:spPr>
        <p:txBody>
          <a:bodyPr anchor="b"/>
          <a:lstStyle>
            <a:lvl1pPr marL="0" indent="0">
              <a:lnSpc>
                <a:spcPct val="100000"/>
              </a:lnSpc>
              <a:spcBef>
                <a:spcPts val="0"/>
              </a:spcBef>
              <a:spcAft>
                <a:spcPts val="0"/>
              </a:spcAft>
              <a:buFont typeface="Arial" panose="020B0604020202020204" pitchFamily="34" charset="0"/>
              <a:buNone/>
              <a:defRPr sz="800" b="0">
                <a:solidFill>
                  <a:schemeClr val="bg1"/>
                </a:solidFill>
              </a:defRPr>
            </a:lvl1pPr>
            <a:lvl2pPr marL="0" indent="0">
              <a:lnSpc>
                <a:spcPct val="100000"/>
              </a:lnSpc>
              <a:spcBef>
                <a:spcPts val="0"/>
              </a:spcBef>
              <a:spcAft>
                <a:spcPts val="0"/>
              </a:spcAft>
              <a:buFont typeface="Arial" panose="020B0604020202020204" pitchFamily="34" charset="0"/>
              <a:buNone/>
              <a:defRPr sz="800" b="0">
                <a:solidFill>
                  <a:schemeClr val="bg1"/>
                </a:solidFill>
              </a:defRPr>
            </a:lvl2pPr>
            <a:lvl3pPr marL="0" indent="0">
              <a:lnSpc>
                <a:spcPct val="100000"/>
              </a:lnSpc>
              <a:spcBef>
                <a:spcPts val="0"/>
              </a:spcBef>
              <a:spcAft>
                <a:spcPts val="0"/>
              </a:spcAft>
              <a:buNone/>
              <a:defRPr sz="800" b="0">
                <a:solidFill>
                  <a:schemeClr val="bg1"/>
                </a:solidFill>
              </a:defRPr>
            </a:lvl3pPr>
            <a:lvl4pPr marL="0" indent="0">
              <a:lnSpc>
                <a:spcPct val="100000"/>
              </a:lnSpc>
              <a:spcBef>
                <a:spcPts val="0"/>
              </a:spcBef>
              <a:spcAft>
                <a:spcPts val="0"/>
              </a:spcAft>
              <a:buNone/>
              <a:defRPr sz="800" b="0">
                <a:solidFill>
                  <a:schemeClr val="bg1"/>
                </a:solidFill>
              </a:defRPr>
            </a:lvl4pPr>
            <a:lvl5pPr marL="0" indent="0">
              <a:lnSpc>
                <a:spcPct val="100000"/>
              </a:lnSpc>
              <a:spcBef>
                <a:spcPts val="0"/>
              </a:spcBef>
              <a:spcAft>
                <a:spcPts val="0"/>
              </a:spcAft>
              <a:buNone/>
              <a:defRPr sz="800" b="0">
                <a:solidFill>
                  <a:schemeClr val="bg1"/>
                </a:solidFill>
              </a:defRPr>
            </a:lvl5pPr>
            <a:lvl6pPr marL="0" indent="0">
              <a:lnSpc>
                <a:spcPct val="100000"/>
              </a:lnSpc>
              <a:spcBef>
                <a:spcPts val="0"/>
              </a:spcBef>
              <a:spcAft>
                <a:spcPts val="0"/>
              </a:spcAft>
              <a:buNone/>
              <a:defRPr sz="800" b="0">
                <a:solidFill>
                  <a:schemeClr val="bg1"/>
                </a:solidFill>
              </a:defRPr>
            </a:lvl6pPr>
            <a:lvl7pPr marL="0" indent="0">
              <a:lnSpc>
                <a:spcPct val="100000"/>
              </a:lnSpc>
              <a:spcBef>
                <a:spcPts val="0"/>
              </a:spcBef>
              <a:spcAft>
                <a:spcPts val="0"/>
              </a:spcAft>
              <a:buNone/>
              <a:defRPr sz="800" b="0">
                <a:solidFill>
                  <a:schemeClr val="bg1"/>
                </a:solidFill>
              </a:defRPr>
            </a:lvl7pPr>
            <a:lvl8pPr marL="0" indent="0">
              <a:lnSpc>
                <a:spcPct val="100000"/>
              </a:lnSpc>
              <a:spcBef>
                <a:spcPts val="0"/>
              </a:spcBef>
              <a:spcAft>
                <a:spcPts val="0"/>
              </a:spcAft>
              <a:buNone/>
              <a:defRPr sz="800" b="0">
                <a:solidFill>
                  <a:schemeClr val="bg1"/>
                </a:solidFill>
              </a:defRPr>
            </a:lvl8pPr>
            <a:lvl9pPr marL="0" indent="0">
              <a:lnSpc>
                <a:spcPct val="100000"/>
              </a:lnSpc>
              <a:spcBef>
                <a:spcPts val="0"/>
              </a:spcBef>
              <a:spcAft>
                <a:spcPts val="0"/>
              </a:spcAft>
              <a:buNone/>
              <a:defRPr sz="800" b="0">
                <a:solidFill>
                  <a:schemeClr val="bg1"/>
                </a:solidFill>
              </a:defRPr>
            </a:lvl9pPr>
          </a:lstStyle>
          <a:p>
            <a:pPr lvl="0"/>
            <a:r>
              <a:rPr lang="en-US"/>
              <a:t>Footnote/Source</a:t>
            </a:r>
          </a:p>
        </p:txBody>
      </p:sp>
      <p:sp>
        <p:nvSpPr>
          <p:cNvPr id="14" name="Foliennummernplatzhalter 13">
            <a:extLst>
              <a:ext uri="{FF2B5EF4-FFF2-40B4-BE49-F238E27FC236}">
                <a16:creationId xmlns:a16="http://schemas.microsoft.com/office/drawing/2014/main" id="{45F3464A-9797-B24C-824F-1ACC52EFDC22}"/>
              </a:ext>
            </a:extLst>
          </p:cNvPr>
          <p:cNvSpPr>
            <a:spLocks noGrp="1"/>
          </p:cNvSpPr>
          <p:nvPr>
            <p:ph type="sldNum" sz="quarter" idx="30"/>
          </p:nvPr>
        </p:nvSpPr>
        <p:spPr bwMode="gray"/>
        <p:txBody>
          <a:bodyPr/>
          <a:lstStyle>
            <a:lvl1pPr>
              <a:defRPr>
                <a:solidFill>
                  <a:schemeClr val="bg1"/>
                </a:solidFill>
              </a:defRPr>
            </a:lvl1pPr>
          </a:lstStyle>
          <a:p>
            <a:fld id="{DF4E8F9F-5B1F-4F5B-BE49-3245D8C18D9F}" type="slidenum">
              <a:rPr lang="en-US" smtClean="0"/>
              <a:pPr/>
              <a:t>‹#›</a:t>
            </a:fld>
            <a:endParaRPr lang="en-US"/>
          </a:p>
        </p:txBody>
      </p:sp>
      <p:sp>
        <p:nvSpPr>
          <p:cNvPr id="3" name="Fußzeilenplatzhalter 2">
            <a:extLst>
              <a:ext uri="{FF2B5EF4-FFF2-40B4-BE49-F238E27FC236}">
                <a16:creationId xmlns:a16="http://schemas.microsoft.com/office/drawing/2014/main" id="{60A36999-AA89-78BB-997C-93DA7D5BAB15}"/>
              </a:ext>
            </a:extLst>
          </p:cNvPr>
          <p:cNvSpPr>
            <a:spLocks noGrp="1"/>
          </p:cNvSpPr>
          <p:nvPr>
            <p:ph type="ftr" sz="quarter" idx="31"/>
          </p:nvPr>
        </p:nvSpPr>
        <p:spPr bwMode="gray"/>
        <p:txBody>
          <a:bodyPr/>
          <a:lstStyle>
            <a:lvl1pPr>
              <a:defRPr>
                <a:solidFill>
                  <a:schemeClr val="bg1"/>
                </a:solidFill>
              </a:defRPr>
            </a:lvl1pPr>
          </a:lstStyle>
          <a:p>
            <a:r>
              <a:rPr lang="en-US"/>
              <a:t>BI 765423, BI3804379 _March 2026 IUPC |  Confidential - External Innovation</a:t>
            </a:r>
          </a:p>
        </p:txBody>
      </p:sp>
      <p:sp>
        <p:nvSpPr>
          <p:cNvPr id="2" name="Text Placeholder 8">
            <a:extLst>
              <a:ext uri="{FF2B5EF4-FFF2-40B4-BE49-F238E27FC236}">
                <a16:creationId xmlns:a16="http://schemas.microsoft.com/office/drawing/2014/main" id="{65A201DE-2CBA-3A2F-BCAF-2D18E1438B20}"/>
              </a:ext>
            </a:extLst>
          </p:cNvPr>
          <p:cNvSpPr>
            <a:spLocks noGrp="1"/>
          </p:cNvSpPr>
          <p:nvPr>
            <p:ph type="body" sz="quarter" idx="32"/>
          </p:nvPr>
        </p:nvSpPr>
        <p:spPr bwMode="gray">
          <a:xfrm>
            <a:off x="479424" y="6166800"/>
            <a:ext cx="1234800" cy="374400"/>
          </a:xfrm>
          <a:blipFill>
            <a:blip>
              <a:extLst>
                <a:ext uri="{96DAC541-7B7A-43D3-8B79-37D633B846F1}">
                  <asvg:svgBlip xmlns:asvg="http://schemas.microsoft.com/office/drawing/2016/SVG/main" r:embed="rId2"/>
                </a:ext>
              </a:extLst>
            </a:blip>
            <a:srcRect/>
            <a:stretch>
              <a:fillRect t="224" b="224"/>
            </a:stretch>
          </a:blipFill>
        </p:spPr>
        <p:txBody>
          <a:bodyPr/>
          <a:lstStyle>
            <a:lvl1pPr marL="0" indent="0">
              <a:lnSpc>
                <a:spcPct val="100000"/>
              </a:lnSpc>
              <a:spcAft>
                <a:spcPts val="0"/>
              </a:spcAft>
              <a:buFontTx/>
              <a:buNone/>
              <a:defRPr sz="200">
                <a:noFill/>
              </a:defRPr>
            </a:lvl1pPr>
            <a:lvl2pPr marL="0" indent="0">
              <a:lnSpc>
                <a:spcPct val="100000"/>
              </a:lnSpc>
              <a:spcAft>
                <a:spcPts val="0"/>
              </a:spcAft>
              <a:buFontTx/>
              <a:buNone/>
              <a:defRPr sz="200">
                <a:noFill/>
              </a:defRPr>
            </a:lvl2pPr>
            <a:lvl3pPr marL="0" indent="0">
              <a:lnSpc>
                <a:spcPct val="100000"/>
              </a:lnSpc>
              <a:spcAft>
                <a:spcPts val="0"/>
              </a:spcAft>
              <a:buFontTx/>
              <a:buNone/>
              <a:defRPr sz="200">
                <a:noFill/>
              </a:defRPr>
            </a:lvl3pPr>
            <a:lvl4pPr marL="0" indent="0">
              <a:lnSpc>
                <a:spcPct val="100000"/>
              </a:lnSpc>
              <a:spcAft>
                <a:spcPts val="0"/>
              </a:spcAft>
              <a:buFontTx/>
              <a:buNone/>
              <a:defRPr sz="200">
                <a:noFill/>
              </a:defRPr>
            </a:lvl4pPr>
            <a:lvl5pPr marL="0" indent="0">
              <a:lnSpc>
                <a:spcPct val="100000"/>
              </a:lnSpc>
              <a:spcAft>
                <a:spcPts val="0"/>
              </a:spcAft>
              <a:buFontTx/>
              <a:buNone/>
              <a:defRPr sz="200">
                <a:noFill/>
              </a:defRPr>
            </a:lvl5pPr>
          </a:lstStyle>
          <a:p>
            <a:pPr lvl="0"/>
            <a:r>
              <a:rPr lang="de-DE"/>
              <a:t>Mastertextformat bearbeiten</a:t>
            </a:r>
          </a:p>
        </p:txBody>
      </p:sp>
      <p:grpSp>
        <p:nvGrpSpPr>
          <p:cNvPr id="17" name="Group 16">
            <a:extLst>
              <a:ext uri="{FF2B5EF4-FFF2-40B4-BE49-F238E27FC236}">
                <a16:creationId xmlns:a16="http://schemas.microsoft.com/office/drawing/2014/main" id="{4BAE589A-359B-E6DB-622E-EAE04CAF348C}"/>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8" name="TextBox 17">
              <a:extLst>
                <a:ext uri="{FF2B5EF4-FFF2-40B4-BE49-F238E27FC236}">
                  <a16:creationId xmlns:a16="http://schemas.microsoft.com/office/drawing/2014/main" id="{29600E54-4002-6509-4582-0EDEEBDAB63D}"/>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9" name="Picture 18">
              <a:extLst>
                <a:ext uri="{FF2B5EF4-FFF2-40B4-BE49-F238E27FC236}">
                  <a16:creationId xmlns:a16="http://schemas.microsoft.com/office/drawing/2014/main" id="{32624874-21BE-DEEA-091D-A0656CFC21F1}"/>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20" name="TextBox 19">
              <a:extLst>
                <a:ext uri="{FF2B5EF4-FFF2-40B4-BE49-F238E27FC236}">
                  <a16:creationId xmlns:a16="http://schemas.microsoft.com/office/drawing/2014/main" id="{AC724CB1-D70D-E3FD-69B6-E6671D0AC023}"/>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
        <p:nvSpPr>
          <p:cNvPr id="5" name="Arrow: Pentagon 6">
            <a:extLst>
              <a:ext uri="{FF2B5EF4-FFF2-40B4-BE49-F238E27FC236}">
                <a16:creationId xmlns:a16="http://schemas.microsoft.com/office/drawing/2014/main" id="{E400A93E-ECB0-FAFD-59FC-294C05F64D5E}"/>
              </a:ext>
            </a:extLst>
          </p:cNvPr>
          <p:cNvSpPr/>
          <p:nvPr userDrawn="1"/>
        </p:nvSpPr>
        <p:spPr bwMode="gray">
          <a:xfrm flipH="1">
            <a:off x="12216880" y="548680"/>
            <a:ext cx="1656000" cy="43200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algn="l">
              <a:lnSpc>
                <a:spcPct val="140000"/>
              </a:lnSpc>
            </a:pPr>
            <a:r>
              <a:rPr lang="en-GB" sz="800" b="1">
                <a:solidFill>
                  <a:srgbClr val="076D7E"/>
                </a:solidFill>
                <a:latin typeface="+mj-lt"/>
              </a:rPr>
              <a:t>This layout requires two pictures in the background</a:t>
            </a:r>
            <a:endParaRPr lang="en-US" sz="800" b="1">
              <a:solidFill>
                <a:srgbClr val="076D7E"/>
              </a:solidFill>
              <a:latin typeface="+mj-lt"/>
            </a:endParaRPr>
          </a:p>
        </p:txBody>
      </p:sp>
    </p:spTree>
    <p:extLst>
      <p:ext uri="{BB962C8B-B14F-4D97-AF65-F5344CB8AC3E}">
        <p14:creationId xmlns:p14="http://schemas.microsoft.com/office/powerpoint/2010/main" val="2148622402"/>
      </p:ext>
    </p:extLst>
  </p:cSld>
  <p:clrMapOvr>
    <a:masterClrMapping/>
  </p:clrMapOvr>
  <p:extLst>
    <p:ext uri="{DCECCB84-F9BA-43D5-87BE-67443E8EF086}">
      <p15:sldGuideLst xmlns:p15="http://schemas.microsoft.com/office/powerpoint/2012/main">
        <p15:guide id="1" pos="6221">
          <p15:clr>
            <a:srgbClr val="FBAE40"/>
          </p15:clr>
        </p15:guide>
        <p15:guide id="2" pos="6403">
          <p15:clr>
            <a:srgbClr val="FBAE40"/>
          </p15:clr>
        </p15:guide>
        <p15:guide id="3" orient="horz" pos="1298">
          <p15:clr>
            <a:srgbClr val="FBAE40"/>
          </p15:clr>
        </p15:guide>
      </p15:sldGuideLst>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BI 765423, BI3804379 _March 2026 IUPC |  Confidential - External Innovation</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1348337380"/>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9" name="Textplatzhalter 7">
            <a:extLst>
              <a:ext uri="{FF2B5EF4-FFF2-40B4-BE49-F238E27FC236}">
                <a16:creationId xmlns:a16="http://schemas.microsoft.com/office/drawing/2014/main" id="{5B4F68A4-760E-D8DD-FB9B-EEEE9A86D218}"/>
              </a:ext>
            </a:extLst>
          </p:cNvPr>
          <p:cNvSpPr>
            <a:spLocks noGrp="1"/>
          </p:cNvSpPr>
          <p:nvPr>
            <p:ph type="body" sz="quarter" idx="13" hasCustomPrompt="1"/>
          </p:nvPr>
        </p:nvSpPr>
        <p:spPr bwMode="gray">
          <a:xfrm>
            <a:off x="479999"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Fußzeilenplatzhalter 6">
            <a:extLst>
              <a:ext uri="{FF2B5EF4-FFF2-40B4-BE49-F238E27FC236}">
                <a16:creationId xmlns:a16="http://schemas.microsoft.com/office/drawing/2014/main" id="{BC90D2AF-FA8A-6EF6-A12B-6BF8488D789C}"/>
              </a:ext>
            </a:extLst>
          </p:cNvPr>
          <p:cNvSpPr>
            <a:spLocks noGrp="1"/>
          </p:cNvSpPr>
          <p:nvPr>
            <p:ph type="ftr" sz="quarter" idx="10"/>
          </p:nvPr>
        </p:nvSpPr>
        <p:spPr bwMode="gray">
          <a:xfrm>
            <a:off x="6312024" y="6246836"/>
            <a:ext cx="5040560" cy="288000"/>
          </a:xfrm>
        </p:spPr>
        <p:txBody>
          <a:bodyPr/>
          <a:lstStyle/>
          <a:p>
            <a:r>
              <a:rPr lang="en-US"/>
              <a:t>BI 765423, BI3804379 _March 2026 IUPC |  Confidential - External Innovation</a:t>
            </a:r>
          </a:p>
        </p:txBody>
      </p:sp>
    </p:spTree>
    <p:extLst>
      <p:ext uri="{BB962C8B-B14F-4D97-AF65-F5344CB8AC3E}">
        <p14:creationId xmlns:p14="http://schemas.microsoft.com/office/powerpoint/2010/main" val="2830244654"/>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bg2"/>
        </a:solidFill>
        <a:effectLst/>
      </p:bgPr>
    </p:bg>
    <p:spTree>
      <p:nvGrpSpPr>
        <p:cNvPr id="1" name=""/>
        <p:cNvGrpSpPr/>
        <p:nvPr/>
      </p:nvGrpSpPr>
      <p:grpSpPr>
        <a:xfrm>
          <a:off x="0" y="0"/>
          <a:ext cx="0" cy="0"/>
          <a:chOff x="0" y="0"/>
          <a:chExt cx="0" cy="0"/>
        </a:xfrm>
      </p:grpSpPr>
      <p:sp>
        <p:nvSpPr>
          <p:cNvPr id="13" name="Titel 12">
            <a:extLst>
              <a:ext uri="{FF2B5EF4-FFF2-40B4-BE49-F238E27FC236}">
                <a16:creationId xmlns:a16="http://schemas.microsoft.com/office/drawing/2014/main" id="{DB5A7F3B-7D8D-EFD1-99CB-9BB681ACBDEE}"/>
              </a:ext>
            </a:extLst>
          </p:cNvPr>
          <p:cNvSpPr>
            <a:spLocks noGrp="1"/>
          </p:cNvSpPr>
          <p:nvPr>
            <p:ph type="title" hasCustomPrompt="1"/>
          </p:nvPr>
        </p:nvSpPr>
        <p:spPr bwMode="gray"/>
        <p:txBody>
          <a:bodyPr/>
          <a:lstStyle>
            <a:lvl1pPr>
              <a:defRPr>
                <a:solidFill>
                  <a:schemeClr val="bg1"/>
                </a:solidFill>
              </a:defRPr>
            </a:lvl1pPr>
          </a:lstStyle>
          <a:p>
            <a:r>
              <a:rPr lang="en-US"/>
              <a:t>Add End Message</a:t>
            </a:r>
          </a:p>
        </p:txBody>
      </p:sp>
      <p:sp>
        <p:nvSpPr>
          <p:cNvPr id="5" name="Bildplatzhalter 10">
            <a:extLst>
              <a:ext uri="{FF2B5EF4-FFF2-40B4-BE49-F238E27FC236}">
                <a16:creationId xmlns:a16="http://schemas.microsoft.com/office/drawing/2014/main" id="{ED8B2C2E-F2A3-10EF-4F1B-48E4651D76B7}"/>
              </a:ext>
            </a:extLst>
          </p:cNvPr>
          <p:cNvSpPr>
            <a:spLocks noGrp="1"/>
          </p:cNvSpPr>
          <p:nvPr>
            <p:ph type="pic" sz="quarter" idx="19" hasCustomPrompt="1"/>
          </p:nvPr>
        </p:nvSpPr>
        <p:spPr bwMode="ltGray">
          <a:xfrm>
            <a:off x="2" y="0"/>
            <a:ext cx="12191999" cy="3392488"/>
          </a:xfrm>
          <a:solidFill>
            <a:schemeClr val="bg2"/>
          </a:solidFill>
        </p:spPr>
        <p:txBody>
          <a:bodyPr tIns="720000" anchor="ctr" anchorCtr="0"/>
          <a:lstStyle>
            <a:lvl1pPr marL="0" indent="0" algn="ctr">
              <a:spcBef>
                <a:spcPts val="0"/>
              </a:spcBef>
              <a:spcAft>
                <a:spcPts val="0"/>
              </a:spcAft>
              <a:buFontTx/>
              <a:buNone/>
              <a:tabLst/>
              <a:defRPr sz="1200" b="0">
                <a:solidFill>
                  <a:schemeClr val="bg1"/>
                </a:solidFill>
              </a:defRPr>
            </a:lvl1pPr>
            <a:lvl2pPr marL="0" indent="0" algn="ctr">
              <a:spcBef>
                <a:spcPts val="0"/>
              </a:spcBef>
              <a:spcAft>
                <a:spcPts val="0"/>
              </a:spcAft>
              <a:buFontTx/>
              <a:buNone/>
              <a:tabLst/>
              <a:defRPr sz="1200" b="0">
                <a:solidFill>
                  <a:schemeClr val="bg1"/>
                </a:solidFill>
              </a:defRPr>
            </a:lvl2pPr>
            <a:lvl3pPr marL="0" indent="0" algn="ctr">
              <a:spcBef>
                <a:spcPts val="0"/>
              </a:spcBef>
              <a:spcAft>
                <a:spcPts val="0"/>
              </a:spcAft>
              <a:buFontTx/>
              <a:buNone/>
              <a:tabLst/>
              <a:defRPr sz="1200" b="0"/>
            </a:lvl3pPr>
            <a:lvl4pPr marL="0" indent="0" algn="ctr">
              <a:spcBef>
                <a:spcPts val="0"/>
              </a:spcBef>
              <a:spcAft>
                <a:spcPts val="0"/>
              </a:spcAft>
              <a:buFontTx/>
              <a:buNone/>
              <a:tabLst/>
              <a:defRPr sz="1200" b="0"/>
            </a:lvl4pPr>
            <a:lvl5pPr marL="0" indent="0" algn="ctr">
              <a:spcBef>
                <a:spcPts val="0"/>
              </a:spcBef>
              <a:spcAft>
                <a:spcPts val="0"/>
              </a:spcAft>
              <a:buFontTx/>
              <a:buNone/>
              <a:tabLst/>
              <a:defRPr sz="1200" b="0">
                <a:solidFill>
                  <a:schemeClr val="bg1"/>
                </a:solidFill>
              </a:defRPr>
            </a:lvl5pPr>
            <a:lvl6pPr marL="0" indent="0" algn="ctr">
              <a:spcBef>
                <a:spcPts val="0"/>
              </a:spcBef>
              <a:spcAft>
                <a:spcPts val="0"/>
              </a:spcAft>
              <a:buFontTx/>
              <a:buNone/>
              <a:tabLst/>
              <a:defRPr sz="1200" b="0">
                <a:solidFill>
                  <a:schemeClr val="bg1"/>
                </a:solidFill>
              </a:defRPr>
            </a:lvl6pPr>
            <a:lvl7pPr marL="0" indent="0" algn="ctr">
              <a:spcBef>
                <a:spcPts val="0"/>
              </a:spcBef>
              <a:spcAft>
                <a:spcPts val="0"/>
              </a:spcAft>
              <a:buFontTx/>
              <a:buNone/>
              <a:tabLst/>
              <a:defRPr sz="1200" b="0"/>
            </a:lvl7pPr>
            <a:lvl8pPr marL="0" indent="0" algn="ctr">
              <a:spcBef>
                <a:spcPts val="0"/>
              </a:spcBef>
              <a:spcAft>
                <a:spcPts val="0"/>
              </a:spcAft>
              <a:buFontTx/>
              <a:buNone/>
              <a:tabLst/>
              <a:defRPr sz="1200" b="0"/>
            </a:lvl8pPr>
            <a:lvl9pPr marL="0" indent="0" algn="ctr">
              <a:spcBef>
                <a:spcPts val="0"/>
              </a:spcBef>
              <a:spcAft>
                <a:spcPts val="0"/>
              </a:spcAft>
              <a:buFontTx/>
              <a:buNone/>
              <a:tabLst/>
              <a:defRPr sz="1200" b="0"/>
            </a:lvl9pPr>
          </a:lstStyle>
          <a:p>
            <a:pPr lvl="0"/>
            <a:r>
              <a:rPr lang="en-US"/>
              <a:t>Add picture</a:t>
            </a:r>
          </a:p>
        </p:txBody>
      </p:sp>
      <p:sp>
        <p:nvSpPr>
          <p:cNvPr id="8" name="Textplatzhalter 7"/>
          <p:cNvSpPr>
            <a:spLocks noGrp="1"/>
          </p:cNvSpPr>
          <p:nvPr>
            <p:ph type="body" sz="quarter" idx="10" hasCustomPrompt="1"/>
          </p:nvPr>
        </p:nvSpPr>
        <p:spPr bwMode="gray">
          <a:xfrm>
            <a:off x="479425"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11" name="Textplatzhalter 7">
            <a:extLst>
              <a:ext uri="{FF2B5EF4-FFF2-40B4-BE49-F238E27FC236}">
                <a16:creationId xmlns:a16="http://schemas.microsoft.com/office/drawing/2014/main" id="{63EFF41A-2249-B1BB-008D-C93DA85C3703}"/>
              </a:ext>
            </a:extLst>
          </p:cNvPr>
          <p:cNvSpPr>
            <a:spLocks noGrp="1"/>
          </p:cNvSpPr>
          <p:nvPr>
            <p:ph type="body" sz="quarter" idx="15" hasCustomPrompt="1"/>
          </p:nvPr>
        </p:nvSpPr>
        <p:spPr bwMode="gray">
          <a:xfrm>
            <a:off x="6235528" y="3573016"/>
            <a:ext cx="5472113" cy="2376000"/>
          </a:xfrm>
        </p:spPr>
        <p:txBody>
          <a:bodyPr anchor="t" anchorCtr="0"/>
          <a:lstStyle>
            <a:lvl1pPr marL="0" indent="0" algn="l">
              <a:spcBef>
                <a:spcPts val="0"/>
              </a:spcBef>
              <a:spcAft>
                <a:spcPts val="600"/>
              </a:spcAft>
              <a:buNone/>
              <a:defRPr sz="2000">
                <a:solidFill>
                  <a:schemeClr val="tx2"/>
                </a:solidFill>
              </a:defRPr>
            </a:lvl1pPr>
            <a:lvl2pPr marL="0" indent="0" algn="l">
              <a:spcBef>
                <a:spcPts val="0"/>
              </a:spcBef>
              <a:spcAft>
                <a:spcPts val="0"/>
              </a:spcAft>
              <a:buFont typeface="Arial" panose="020B0604020202020204" pitchFamily="34" charset="0"/>
              <a:buNone/>
              <a:tabLst>
                <a:tab pos="723882" algn="l"/>
              </a:tabLst>
              <a:defRPr b="1">
                <a:solidFill>
                  <a:schemeClr val="bg1"/>
                </a:solidFill>
              </a:defRPr>
            </a:lvl2pPr>
            <a:lvl3pPr marL="0" indent="0" algn="l">
              <a:spcBef>
                <a:spcPts val="0"/>
              </a:spcBef>
              <a:spcAft>
                <a:spcPts val="1200"/>
              </a:spcAft>
              <a:buNone/>
              <a:tabLst>
                <a:tab pos="266693" algn="l"/>
              </a:tabLst>
              <a:defRPr sz="1400">
                <a:solidFill>
                  <a:schemeClr val="bg1"/>
                </a:solidFill>
              </a:defRPr>
            </a:lvl3pPr>
            <a:lvl4pPr marL="0" indent="0" algn="l">
              <a:spcBef>
                <a:spcPts val="0"/>
              </a:spcBef>
              <a:spcAft>
                <a:spcPts val="1200"/>
              </a:spcAft>
              <a:buNone/>
              <a:tabLst>
                <a:tab pos="723882" algn="l"/>
              </a:tabLst>
              <a:defRPr sz="1400">
                <a:solidFill>
                  <a:schemeClr val="bg1"/>
                </a:solidFill>
              </a:defRPr>
            </a:lvl4pPr>
            <a:lvl5pPr marL="0" indent="0" algn="l">
              <a:spcBef>
                <a:spcPts val="0"/>
              </a:spcBef>
              <a:spcAft>
                <a:spcPts val="1200"/>
              </a:spcAft>
              <a:buNone/>
              <a:tabLst>
                <a:tab pos="723882" algn="l"/>
              </a:tabLst>
              <a:defRPr sz="1400">
                <a:solidFill>
                  <a:schemeClr val="bg1"/>
                </a:solidFill>
              </a:defRPr>
            </a:lvl5pPr>
            <a:lvl6pPr marL="0" indent="0">
              <a:spcBef>
                <a:spcPts val="0"/>
              </a:spcBef>
              <a:spcAft>
                <a:spcPts val="1200"/>
              </a:spcAft>
              <a:buNone/>
              <a:tabLst>
                <a:tab pos="723882" algn="l"/>
              </a:tabLst>
              <a:defRPr sz="1400">
                <a:solidFill>
                  <a:schemeClr val="bg1"/>
                </a:solidFill>
              </a:defRPr>
            </a:lvl6pPr>
            <a:lvl7pPr marL="0" indent="0">
              <a:spcBef>
                <a:spcPts val="0"/>
              </a:spcBef>
              <a:spcAft>
                <a:spcPts val="1200"/>
              </a:spcAft>
              <a:buNone/>
              <a:tabLst>
                <a:tab pos="723882" algn="l"/>
              </a:tabLst>
              <a:defRPr sz="1400">
                <a:solidFill>
                  <a:schemeClr val="bg1"/>
                </a:solidFill>
              </a:defRPr>
            </a:lvl7pPr>
            <a:lvl8pPr marL="0" indent="0">
              <a:spcBef>
                <a:spcPts val="0"/>
              </a:spcBef>
              <a:spcAft>
                <a:spcPts val="1200"/>
              </a:spcAft>
              <a:buNone/>
              <a:tabLst>
                <a:tab pos="723882" algn="l"/>
              </a:tabLst>
              <a:defRPr sz="1400">
                <a:solidFill>
                  <a:schemeClr val="bg1"/>
                </a:solidFill>
              </a:defRPr>
            </a:lvl8pPr>
            <a:lvl9pPr marL="0" indent="0">
              <a:spcBef>
                <a:spcPts val="0"/>
              </a:spcBef>
              <a:spcAft>
                <a:spcPts val="1200"/>
              </a:spcAft>
              <a:buNone/>
              <a:tabLst>
                <a:tab pos="723882" algn="l"/>
              </a:tabLst>
              <a:defRPr sz="1400">
                <a:solidFill>
                  <a:schemeClr val="bg1"/>
                </a:solidFill>
              </a:defRPr>
            </a:lvl9pPr>
          </a:lstStyle>
          <a:p>
            <a:pPr lvl="0"/>
            <a:r>
              <a:rPr lang="en-US"/>
              <a:t>Add Name in the first text level, in the second text level function and in the third address. Use the "Increase/ decrease list level" buttons to switch between the set up text levels</a:t>
            </a:r>
          </a:p>
          <a:p>
            <a:pPr lvl="1"/>
            <a:r>
              <a:rPr lang="en-US"/>
              <a:t>Second level</a:t>
            </a:r>
          </a:p>
          <a:p>
            <a:pPr lvl="2"/>
            <a:r>
              <a:rPr lang="en-US"/>
              <a:t>Third level</a:t>
            </a:r>
          </a:p>
        </p:txBody>
      </p:sp>
      <p:sp>
        <p:nvSpPr>
          <p:cNvPr id="7" name="Fußzeilenplatzhalter 6">
            <a:extLst>
              <a:ext uri="{FF2B5EF4-FFF2-40B4-BE49-F238E27FC236}">
                <a16:creationId xmlns:a16="http://schemas.microsoft.com/office/drawing/2014/main" id="{9D23F8D4-2091-3342-FC66-194C19083D99}"/>
              </a:ext>
            </a:extLst>
          </p:cNvPr>
          <p:cNvSpPr>
            <a:spLocks noGrp="1"/>
          </p:cNvSpPr>
          <p:nvPr>
            <p:ph type="ftr" sz="quarter" idx="21"/>
          </p:nvPr>
        </p:nvSpPr>
        <p:spPr bwMode="gray"/>
        <p:txBody>
          <a:bodyPr/>
          <a:lstStyle>
            <a:lvl1pPr>
              <a:defRPr>
                <a:solidFill>
                  <a:schemeClr val="bg1"/>
                </a:solidFill>
              </a:defRPr>
            </a:lvl1pPr>
          </a:lstStyle>
          <a:p>
            <a:r>
              <a:rPr lang="en-US"/>
              <a:t>BI 765423, BI3804379 _March 2026 IUPC |  Confidential - External Innovation</a:t>
            </a:r>
          </a:p>
        </p:txBody>
      </p:sp>
      <p:sp>
        <p:nvSpPr>
          <p:cNvPr id="9" name="Foliennummernplatzhalter 8">
            <a:extLst>
              <a:ext uri="{FF2B5EF4-FFF2-40B4-BE49-F238E27FC236}">
                <a16:creationId xmlns:a16="http://schemas.microsoft.com/office/drawing/2014/main" id="{41B27782-384F-041B-A991-2E9D5FCFE582}"/>
              </a:ext>
            </a:extLst>
          </p:cNvPr>
          <p:cNvSpPr>
            <a:spLocks noGrp="1"/>
          </p:cNvSpPr>
          <p:nvPr>
            <p:ph type="sldNum" sz="quarter" idx="22"/>
          </p:nvPr>
        </p:nvSpPr>
        <p:spPr bwMode="gray"/>
        <p:txBody>
          <a:bodyPr/>
          <a:lstStyle>
            <a:lvl1pPr>
              <a:defRPr>
                <a:solidFill>
                  <a:schemeClr val="bg1"/>
                </a:solidFill>
              </a:defRPr>
            </a:lvl1pPr>
          </a:lstStyle>
          <a:p>
            <a:fld id="{DF4E8F9F-5B1F-4F5B-BE49-3245D8C18D9F}" type="slidenum">
              <a:rPr lang="en-US" smtClean="0"/>
              <a:pPr/>
              <a:t>‹#›</a:t>
            </a:fld>
            <a:endParaRPr lang="en-US"/>
          </a:p>
        </p:txBody>
      </p:sp>
      <p:pic>
        <p:nvPicPr>
          <p:cNvPr id="12" name="Grafik 11">
            <a:extLst>
              <a:ext uri="{FF2B5EF4-FFF2-40B4-BE49-F238E27FC236}">
                <a16:creationId xmlns:a16="http://schemas.microsoft.com/office/drawing/2014/main" id="{F2874AFC-74CB-0BE3-BE94-780E6A5A13B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grpSp>
        <p:nvGrpSpPr>
          <p:cNvPr id="10" name="Group 9">
            <a:extLst>
              <a:ext uri="{FF2B5EF4-FFF2-40B4-BE49-F238E27FC236}">
                <a16:creationId xmlns:a16="http://schemas.microsoft.com/office/drawing/2014/main" id="{7F716648-72D7-19EE-F0D1-88CEC08CBD0B}"/>
              </a:ext>
              <a:ext uri="{C183D7F6-B498-43B3-948B-1728B52AA6E4}">
                <adec:decorative xmlns:adec="http://schemas.microsoft.com/office/drawing/2017/decorative" val="1"/>
              </a:ext>
            </a:extLst>
          </p:cNvPr>
          <p:cNvGrpSpPr/>
          <p:nvPr userDrawn="1"/>
        </p:nvGrpSpPr>
        <p:grpSpPr bwMode="gray">
          <a:xfrm>
            <a:off x="-1896888" y="0"/>
            <a:ext cx="1715079" cy="3744416"/>
            <a:chOff x="-1824880" y="2708920"/>
            <a:chExt cx="1715078" cy="3744416"/>
          </a:xfrm>
        </p:grpSpPr>
        <p:sp>
          <p:nvSpPr>
            <p:cNvPr id="14" name="TextBox 13">
              <a:extLst>
                <a:ext uri="{FF2B5EF4-FFF2-40B4-BE49-F238E27FC236}">
                  <a16:creationId xmlns:a16="http://schemas.microsoft.com/office/drawing/2014/main" id="{39292310-B8F7-FC12-65D8-0063132D7C5F}"/>
                </a:ext>
              </a:extLst>
            </p:cNvPr>
            <p:cNvSpPr txBox="1"/>
            <p:nvPr userDrawn="1"/>
          </p:nvSpPr>
          <p:spPr bwMode="gray">
            <a:xfrm>
              <a:off x="-1824880" y="2708920"/>
              <a:ext cx="1715078" cy="3744416"/>
            </a:xfrm>
            <a:prstGeom prst="rect">
              <a:avLst/>
            </a:prstGeom>
            <a:solidFill>
              <a:schemeClr val="bg1"/>
            </a:solidFill>
          </p:spPr>
          <p:txBody>
            <a:bodyPr wrap="square" lIns="108000" tIns="108000" rIns="108000" bIns="108000">
              <a:noAutofit/>
            </a:bodyPr>
            <a:lstStyle/>
            <a:p>
              <a:pPr>
                <a:lnSpc>
                  <a:spcPct val="120000"/>
                </a:lnSpc>
                <a:spcAft>
                  <a:spcPts val="600"/>
                </a:spcAft>
              </a:pPr>
              <a:r>
                <a:rPr lang="en-US" sz="1100" b="1">
                  <a:solidFill>
                    <a:schemeClr val="tx1"/>
                  </a:solidFill>
                  <a:effectLst/>
                  <a:latin typeface="+mj-lt"/>
                </a:rPr>
                <a:t>To insert a picture:</a:t>
              </a:r>
            </a:p>
            <a:p>
              <a:pPr marL="143996" indent="-143996">
                <a:lnSpc>
                  <a:spcPct val="120000"/>
                </a:lnSpc>
                <a:spcAft>
                  <a:spcPts val="600"/>
                </a:spcAft>
                <a:buFont typeface="+mj-lt"/>
                <a:buAutoNum type="arabicPeriod"/>
              </a:pPr>
              <a:r>
                <a:rPr lang="en-US" sz="900">
                  <a:solidFill>
                    <a:schemeClr val="tx1"/>
                  </a:solidFill>
                  <a:effectLst/>
                  <a:latin typeface="+mn-lt"/>
                </a:rPr>
                <a:t>Click on the placeholder for pictures</a:t>
              </a:r>
            </a:p>
            <a:p>
              <a:pPr marL="143996" indent="-143996">
                <a:lnSpc>
                  <a:spcPct val="120000"/>
                </a:lnSpc>
                <a:spcAft>
                  <a:spcPts val="600"/>
                </a:spcAft>
                <a:buFont typeface="+mj-lt"/>
                <a:buAutoNum type="arabicPeriod"/>
              </a:pPr>
              <a:r>
                <a:rPr lang="en-US" sz="900">
                  <a:solidFill>
                    <a:schemeClr val="tx1"/>
                  </a:solidFill>
                  <a:effectLst/>
                  <a:latin typeface="+mn-lt"/>
                </a:rPr>
                <a:t>Open the menu “Insert”</a:t>
              </a:r>
            </a:p>
            <a:p>
              <a:pPr marL="143996" indent="-143996">
                <a:lnSpc>
                  <a:spcPct val="120000"/>
                </a:lnSpc>
                <a:spcAft>
                  <a:spcPts val="600"/>
                </a:spcAft>
                <a:buFont typeface="+mj-lt"/>
                <a:buAutoNum type="arabicPeriod"/>
              </a:pPr>
              <a:r>
                <a:rPr lang="en-US" sz="900">
                  <a:solidFill>
                    <a:schemeClr val="tx1"/>
                  </a:solidFill>
                  <a:effectLst/>
                  <a:latin typeface="+mn-lt"/>
                </a:rPr>
                <a:t>Choose “Pictures” and then the corresponding source where the image is located</a:t>
              </a:r>
              <a:endParaRPr lang="en-US" sz="900">
                <a:solidFill>
                  <a:schemeClr val="tx1"/>
                </a:solidFill>
                <a:latin typeface="+mn-lt"/>
              </a:endParaRPr>
            </a:p>
          </p:txBody>
        </p:sp>
        <p:pic>
          <p:nvPicPr>
            <p:cNvPr id="15" name="Picture 14">
              <a:extLst>
                <a:ext uri="{FF2B5EF4-FFF2-40B4-BE49-F238E27FC236}">
                  <a16:creationId xmlns:a16="http://schemas.microsoft.com/office/drawing/2014/main" id="{35B9F273-16B6-E1DC-FCB9-01E9449EED9E}"/>
                </a:ext>
              </a:extLst>
            </p:cNvPr>
            <p:cNvPicPr>
              <a:picLocks noChangeAspect="1"/>
            </p:cNvPicPr>
            <p:nvPr userDrawn="1"/>
          </p:nvPicPr>
          <p:blipFill rotWithShape="1">
            <a:blip r:embed="rId3"/>
            <a:srcRect l="8843" r="2395" b="2546"/>
            <a:stretch/>
          </p:blipFill>
          <p:spPr bwMode="gray">
            <a:xfrm>
              <a:off x="-1589806" y="4475212"/>
              <a:ext cx="745332" cy="1122804"/>
            </a:xfrm>
            <a:prstGeom prst="roundRect">
              <a:avLst>
                <a:gd name="adj" fmla="val 3514"/>
              </a:avLst>
            </a:prstGeom>
          </p:spPr>
        </p:pic>
        <p:sp>
          <p:nvSpPr>
            <p:cNvPr id="16" name="TextBox 15">
              <a:extLst>
                <a:ext uri="{FF2B5EF4-FFF2-40B4-BE49-F238E27FC236}">
                  <a16:creationId xmlns:a16="http://schemas.microsoft.com/office/drawing/2014/main" id="{3CC7B68A-834C-1601-B673-ABE093226632}"/>
                </a:ext>
              </a:extLst>
            </p:cNvPr>
            <p:cNvSpPr txBox="1"/>
            <p:nvPr userDrawn="1"/>
          </p:nvSpPr>
          <p:spPr bwMode="gray">
            <a:xfrm>
              <a:off x="-1824880" y="5589240"/>
              <a:ext cx="1715078" cy="864096"/>
            </a:xfrm>
            <a:prstGeom prst="rect">
              <a:avLst/>
            </a:prstGeom>
            <a:noFill/>
          </p:spPr>
          <p:txBody>
            <a:bodyPr wrap="square" lIns="108000" tIns="108000" rIns="108000" bIns="108000">
              <a:noAutofit/>
            </a:bodyPr>
            <a:lstStyle/>
            <a:p>
              <a:pPr marL="143996" indent="-143996">
                <a:spcAft>
                  <a:spcPts val="600"/>
                </a:spcAft>
                <a:buFont typeface="+mj-lt"/>
                <a:buAutoNum type="arabicPeriod" startAt="4"/>
              </a:pPr>
              <a:r>
                <a:rPr lang="en-US" sz="900">
                  <a:solidFill>
                    <a:schemeClr val="tx1"/>
                  </a:solidFill>
                  <a:effectLst/>
                  <a:latin typeface="+mn-lt"/>
                </a:rPr>
                <a:t>Now the image has </a:t>
              </a:r>
              <a:br>
                <a:rPr lang="en-US" sz="900">
                  <a:solidFill>
                    <a:schemeClr val="tx1"/>
                  </a:solidFill>
                  <a:effectLst/>
                  <a:latin typeface="+mn-lt"/>
                </a:rPr>
              </a:br>
              <a:r>
                <a:rPr lang="en-US" sz="900">
                  <a:solidFill>
                    <a:schemeClr val="tx1"/>
                  </a:solidFill>
                  <a:effectLst/>
                  <a:latin typeface="+mn-lt"/>
                </a:rPr>
                <a:t>been loaded into the </a:t>
              </a:r>
              <a:br>
                <a:rPr lang="en-US" sz="900">
                  <a:solidFill>
                    <a:schemeClr val="tx1"/>
                  </a:solidFill>
                  <a:effectLst/>
                  <a:latin typeface="+mn-lt"/>
                </a:rPr>
              </a:br>
              <a:r>
                <a:rPr lang="en-US" sz="900">
                  <a:solidFill>
                    <a:schemeClr val="tx1"/>
                  </a:solidFill>
                  <a:effectLst/>
                  <a:latin typeface="+mn-lt"/>
                </a:rPr>
                <a:t>placeholder.</a:t>
              </a:r>
              <a:endParaRPr lang="en-US" sz="900">
                <a:solidFill>
                  <a:schemeClr val="tx1"/>
                </a:solidFill>
                <a:latin typeface="+mn-lt"/>
              </a:endParaRPr>
            </a:p>
          </p:txBody>
        </p:sp>
      </p:grpSp>
    </p:spTree>
    <p:extLst>
      <p:ext uri="{BB962C8B-B14F-4D97-AF65-F5344CB8AC3E}">
        <p14:creationId xmlns:p14="http://schemas.microsoft.com/office/powerpoint/2010/main" val="3895750879"/>
      </p:ext>
    </p:extLst>
  </p:cSld>
  <p:clrMapOvr>
    <a:masterClrMapping/>
  </p:clrMapOvr>
  <p:extLst>
    <p:ext uri="{DCECCB84-F9BA-43D5-87BE-67443E8EF086}">
      <p15:sldGuideLst xmlns:p15="http://schemas.microsoft.com/office/powerpoint/2012/main">
        <p15:guide id="1" pos="3931">
          <p15:clr>
            <a:srgbClr val="FBAE40"/>
          </p15:clr>
        </p15:guide>
        <p15:guide id="2" orient="horz" pos="2137">
          <p15:clr>
            <a:srgbClr val="FBAE40"/>
          </p15:clr>
        </p15:guide>
        <p15:guide id="3" orient="horz" pos="1434">
          <p15:clr>
            <a:srgbClr val="FBAE40"/>
          </p15:clr>
        </p15:guide>
        <p15:guide id="4" pos="3749">
          <p15:clr>
            <a:srgbClr val="FBAE40"/>
          </p15:clr>
        </p15:guide>
      </p15:sldGuideLst>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8" name="Foliennummernplatzhalter 7">
            <a:extLst>
              <a:ext uri="{FF2B5EF4-FFF2-40B4-BE49-F238E27FC236}">
                <a16:creationId xmlns:a16="http://schemas.microsoft.com/office/drawing/2014/main" id="{E7CA049A-FBC2-2652-22F7-C91C418B0F2E}"/>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
        <p:nvSpPr>
          <p:cNvPr id="2" name="Rechteck 1">
            <a:extLst>
              <a:ext uri="{FF2B5EF4-FFF2-40B4-BE49-F238E27FC236}">
                <a16:creationId xmlns:a16="http://schemas.microsoft.com/office/drawing/2014/main" id="{3341D3C2-8E8C-C888-7E53-E3465CB0DDEB}"/>
              </a:ext>
            </a:extLst>
          </p:cNvPr>
          <p:cNvSpPr/>
          <p:nvPr userDrawn="1"/>
        </p:nvSpPr>
        <p:spPr bwMode="gray">
          <a:xfrm>
            <a:off x="479426" y="476251"/>
            <a:ext cx="11233151" cy="720000"/>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l"/>
            <a:r>
              <a:rPr lang="en-US" sz="2500" b="1">
                <a:solidFill>
                  <a:schemeClr val="bg2"/>
                </a:solidFill>
                <a:latin typeface="+mj-lt"/>
              </a:rPr>
              <a:t>Disclaimer</a:t>
            </a:r>
          </a:p>
        </p:txBody>
      </p:sp>
      <p:sp>
        <p:nvSpPr>
          <p:cNvPr id="6" name="Inhaltsplatzhalter 18">
            <a:extLst>
              <a:ext uri="{FF2B5EF4-FFF2-40B4-BE49-F238E27FC236}">
                <a16:creationId xmlns:a16="http://schemas.microsoft.com/office/drawing/2014/main" id="{DDE0E452-5F2C-BB59-8DE7-874CECE76ABE}"/>
              </a:ext>
            </a:extLst>
          </p:cNvPr>
          <p:cNvSpPr txBox="1">
            <a:spLocks/>
          </p:cNvSpPr>
          <p:nvPr userDrawn="1"/>
        </p:nvSpPr>
        <p:spPr bwMode="gray">
          <a:xfrm>
            <a:off x="479426" y="1916832"/>
            <a:ext cx="6120631" cy="3456384"/>
          </a:xfrm>
          <a:prstGeom prst="rect">
            <a:avLst/>
          </a:prstGeom>
        </p:spPr>
        <p:txBody>
          <a:bodyPr vert="horz" lIns="0" tIns="0" rIns="0" bIns="0" numCol="1" spcCol="28800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spcAft>
                <a:spcPts val="1200"/>
              </a:spcAft>
              <a:buFont typeface="Arial" panose="020B0604020202020204" pitchFamily="34" charset="0"/>
              <a:buNone/>
            </a:pPr>
            <a:r>
              <a:rPr lang="en-US" sz="1400"/>
              <a:t>This presentation and its contents are property of Boehringer Ingelheim and are, inter alia, protected by copyright law. Complete or partial passing on to third parties as well as copying, reproduction, publication or any other use by third parties is not permitted.</a:t>
            </a:r>
          </a:p>
        </p:txBody>
      </p:sp>
      <p:sp>
        <p:nvSpPr>
          <p:cNvPr id="10" name="Inhaltsplatzhalter 18">
            <a:extLst>
              <a:ext uri="{FF2B5EF4-FFF2-40B4-BE49-F238E27FC236}">
                <a16:creationId xmlns:a16="http://schemas.microsoft.com/office/drawing/2014/main" id="{7FF0A3E9-BBDF-2079-1E3B-71A2C0AF8B14}"/>
              </a:ext>
            </a:extLst>
          </p:cNvPr>
          <p:cNvSpPr txBox="1">
            <a:spLocks/>
          </p:cNvSpPr>
          <p:nvPr userDrawn="1"/>
        </p:nvSpPr>
        <p:spPr bwMode="gray">
          <a:xfrm>
            <a:off x="475503" y="5697252"/>
            <a:ext cx="8892000" cy="252699"/>
          </a:xfrm>
          <a:prstGeom prst="rect">
            <a:avLst/>
          </a:prstGeom>
        </p:spPr>
        <p:txBody>
          <a:bodyPr vert="horz" lIns="0" tIns="0" rIns="0" bIns="0" rtlCol="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buFont typeface="Arial" panose="020B0604020202020204" pitchFamily="34" charset="0"/>
              <a:buNone/>
            </a:pPr>
            <a:r>
              <a:rPr lang="en-US" sz="1400"/>
              <a:t> </a:t>
            </a:r>
          </a:p>
        </p:txBody>
      </p:sp>
      <p:sp>
        <p:nvSpPr>
          <p:cNvPr id="11" name="Inhaltsplatzhalter 18">
            <a:extLst>
              <a:ext uri="{FF2B5EF4-FFF2-40B4-BE49-F238E27FC236}">
                <a16:creationId xmlns:a16="http://schemas.microsoft.com/office/drawing/2014/main" id="{74AA0B8D-5EC8-118E-FABE-831281106603}"/>
              </a:ext>
            </a:extLst>
          </p:cNvPr>
          <p:cNvSpPr txBox="1">
            <a:spLocks/>
          </p:cNvSpPr>
          <p:nvPr userDrawn="1"/>
        </p:nvSpPr>
        <p:spPr bwMode="gray">
          <a:xfrm>
            <a:off x="475504" y="1412875"/>
            <a:ext cx="5436555" cy="180020"/>
          </a:xfrm>
          <a:prstGeom prst="rect">
            <a:avLst/>
          </a:prstGeom>
        </p:spPr>
        <p:txBody>
          <a:bodyPr vert="horz" lIns="0" tIns="0" rIns="0" bIns="0" rtlCol="0" anchor="b" anchorCtr="0">
            <a:noAutofit/>
          </a:bodyPr>
          <a:lstStyle>
            <a:lvl1pPr marL="216000" indent="-216000" algn="l" defTabSz="914400" rtl="0" eaLnBrk="1" latinLnBrk="0" hangingPunct="1">
              <a:lnSpc>
                <a:spcPct val="11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1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1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gn="l">
              <a:buFont typeface="Arial" panose="020B0604020202020204" pitchFamily="34" charset="0"/>
              <a:buNone/>
            </a:pPr>
            <a:r>
              <a:rPr lang="en-US" sz="900"/>
              <a:t>© </a:t>
            </a:r>
            <a:fld id="{2F99CDBD-C73A-474F-91D2-EC8081FF32A1}" type="datetimeyyyy">
              <a:rPr lang="en-US" sz="900" smtClean="0"/>
              <a:pPr marL="0" indent="0" algn="l">
                <a:buFont typeface="Arial" panose="020B0604020202020204" pitchFamily="34" charset="0"/>
                <a:buNone/>
              </a:pPr>
              <a:t>2026</a:t>
            </a:fld>
            <a:r>
              <a:rPr lang="en-US" sz="900"/>
              <a:t> Boehringer Ingelheim International GmbH. All rights reserved.</a:t>
            </a:r>
          </a:p>
        </p:txBody>
      </p:sp>
      <p:sp>
        <p:nvSpPr>
          <p:cNvPr id="3" name="Fußzeilenplatzhalter 6">
            <a:extLst>
              <a:ext uri="{FF2B5EF4-FFF2-40B4-BE49-F238E27FC236}">
                <a16:creationId xmlns:a16="http://schemas.microsoft.com/office/drawing/2014/main" id="{27D60233-28BC-D549-85BD-07F124ADF092}"/>
              </a:ext>
            </a:extLst>
          </p:cNvPr>
          <p:cNvSpPr>
            <a:spLocks noGrp="1"/>
          </p:cNvSpPr>
          <p:nvPr>
            <p:ph type="ftr" sz="quarter" idx="10"/>
          </p:nvPr>
        </p:nvSpPr>
        <p:spPr bwMode="gray">
          <a:xfrm>
            <a:off x="6312024" y="6246836"/>
            <a:ext cx="5040560" cy="288000"/>
          </a:xfrm>
        </p:spPr>
        <p:txBody>
          <a:bodyPr/>
          <a:lstStyle/>
          <a:p>
            <a:r>
              <a:rPr lang="en-US"/>
              <a:t>BI 765423, BI3804379 _March 2026 IUPC |  Confidential - External Innovation</a:t>
            </a:r>
          </a:p>
        </p:txBody>
      </p:sp>
    </p:spTree>
    <p:extLst>
      <p:ext uri="{BB962C8B-B14F-4D97-AF65-F5344CB8AC3E}">
        <p14:creationId xmlns:p14="http://schemas.microsoft.com/office/powerpoint/2010/main" val="1699232177"/>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userDrawn="1">
  <p:cSld name="Title only 20 pts">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BA834F0A-3AAE-76F9-DBB2-1572F13A2942}"/>
              </a:ext>
            </a:extLst>
          </p:cNvPr>
          <p:cNvGraphicFramePr>
            <a:graphicFrameLocks noChangeAspect="1"/>
          </p:cNvGraphicFramePr>
          <p:nvPr userDrawn="1">
            <p:custDataLst>
              <p:tags r:id="rId1"/>
            </p:custDataLst>
            <p:extLst>
              <p:ext uri="{D42A27DB-BD31-4B8C-83A1-F6EECF244321}">
                <p14:modId xmlns:p14="http://schemas.microsoft.com/office/powerpoint/2010/main" val="87523428"/>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425" imgH="424" progId="TCLayout.ActiveDocument.1">
                  <p:embed/>
                </p:oleObj>
              </mc:Choice>
              <mc:Fallback>
                <p:oleObj name="think-cell Slide" r:id="rId3" imgW="425" imgH="424" progId="TCLayout.ActiveDocument.1">
                  <p:embed/>
                  <p:pic>
                    <p:nvPicPr>
                      <p:cNvPr id="3" name="think-cell data - do not delete" hidden="1">
                        <a:extLst>
                          <a:ext uri="{FF2B5EF4-FFF2-40B4-BE49-F238E27FC236}">
                            <a16:creationId xmlns:a16="http://schemas.microsoft.com/office/drawing/2014/main" id="{BA834F0A-3AAE-76F9-DBB2-1572F13A2942}"/>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4" name="Datumsplatzhalter 3"/>
          <p:cNvSpPr>
            <a:spLocks noGrp="1"/>
          </p:cNvSpPr>
          <p:nvPr>
            <p:ph type="dt" sz="half" idx="12"/>
          </p:nvPr>
        </p:nvSpPr>
        <p:spPr/>
        <p:txBody>
          <a:bodyPr/>
          <a:lstStyle/>
          <a:p>
            <a:endParaRPr lang="en-GB" noProof="0"/>
          </a:p>
        </p:txBody>
      </p:sp>
      <p:sp>
        <p:nvSpPr>
          <p:cNvPr id="7" name="Foliennummernplatzhalter 6"/>
          <p:cNvSpPr>
            <a:spLocks noGrp="1"/>
          </p:cNvSpPr>
          <p:nvPr>
            <p:ph type="sldNum" sz="quarter" idx="14"/>
          </p:nvPr>
        </p:nvSpPr>
        <p:spPr/>
        <p:txBody>
          <a:bodyPr/>
          <a:lstStyle/>
          <a:p>
            <a:fld id="{143B55C4-4F5A-416B-997D-6CE47EB0A945}" type="slidenum">
              <a:rPr lang="en-GB" noProof="0" smtClean="0"/>
              <a:pPr/>
              <a:t>‹#›</a:t>
            </a:fld>
            <a:endParaRPr lang="en-GB" noProof="0"/>
          </a:p>
        </p:txBody>
      </p:sp>
      <p:cxnSp>
        <p:nvCxnSpPr>
          <p:cNvPr id="8" name="Gerade Verbindung 7"/>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9" name="Titel 7"/>
          <p:cNvSpPr>
            <a:spLocks noGrp="1"/>
          </p:cNvSpPr>
          <p:nvPr>
            <p:ph type="title" hasCustomPrompt="1"/>
          </p:nvPr>
        </p:nvSpPr>
        <p:spPr>
          <a:xfrm>
            <a:off x="490100" y="469504"/>
            <a:ext cx="11211800" cy="410369"/>
          </a:xfrm>
        </p:spPr>
        <p:txBody>
          <a:bodyPr vert="horz" anchor="b"/>
          <a:lstStyle>
            <a:lvl1pPr>
              <a:defRPr sz="2667"/>
            </a:lvl1pPr>
          </a:lstStyle>
          <a:p>
            <a:r>
              <a:rPr lang="en-GB" noProof="0"/>
              <a:t>Click to add headline</a:t>
            </a:r>
          </a:p>
        </p:txBody>
      </p:sp>
      <p:pic>
        <p:nvPicPr>
          <p:cNvPr id="10" name="Grafik 6"/>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
        <p:nvSpPr>
          <p:cNvPr id="2" name="Fußzeilenplatzhalter 6">
            <a:extLst>
              <a:ext uri="{FF2B5EF4-FFF2-40B4-BE49-F238E27FC236}">
                <a16:creationId xmlns:a16="http://schemas.microsoft.com/office/drawing/2014/main" id="{B73E1385-1A15-3FB1-4E15-CCEA670023CA}"/>
              </a:ext>
            </a:extLst>
          </p:cNvPr>
          <p:cNvSpPr>
            <a:spLocks noGrp="1"/>
          </p:cNvSpPr>
          <p:nvPr>
            <p:ph type="ftr" sz="quarter" idx="10"/>
          </p:nvPr>
        </p:nvSpPr>
        <p:spPr bwMode="gray">
          <a:xfrm>
            <a:off x="6312024" y="6246836"/>
            <a:ext cx="5040560" cy="288000"/>
          </a:xfrm>
        </p:spPr>
        <p:txBody>
          <a:bodyPr/>
          <a:lstStyle/>
          <a:p>
            <a:r>
              <a:rPr lang="en-US"/>
              <a:t>BI 765423, BI3804379 _March 2026 IUPC |  Confidential - External Innovation</a:t>
            </a:r>
          </a:p>
        </p:txBody>
      </p:sp>
    </p:spTree>
    <p:extLst>
      <p:ext uri="{BB962C8B-B14F-4D97-AF65-F5344CB8AC3E}">
        <p14:creationId xmlns:p14="http://schemas.microsoft.com/office/powerpoint/2010/main" val="10868698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Chapter title_01">
    <p:spTree>
      <p:nvGrpSpPr>
        <p:cNvPr id="1" name=""/>
        <p:cNvGrpSpPr/>
        <p:nvPr/>
      </p:nvGrpSpPr>
      <p:grpSpPr>
        <a:xfrm>
          <a:off x="0" y="0"/>
          <a:ext cx="0" cy="0"/>
          <a:chOff x="0" y="0"/>
          <a:chExt cx="0" cy="0"/>
        </a:xfrm>
      </p:grpSpPr>
      <p:sp>
        <p:nvSpPr>
          <p:cNvPr id="13" name="Rechteck 12"/>
          <p:cNvSpPr/>
          <p:nvPr userDrawn="1"/>
        </p:nvSpPr>
        <p:spPr>
          <a:xfrm>
            <a:off x="0" y="0"/>
            <a:ext cx="12192000" cy="6858000"/>
          </a:xfrm>
          <a:prstGeom prst="rect">
            <a:avLst/>
          </a:prstGeom>
          <a:gradFill>
            <a:gsLst>
              <a:gs pos="0">
                <a:srgbClr val="89C0FF"/>
              </a:gs>
              <a:gs pos="100000">
                <a:srgbClr val="5486C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noProof="0">
              <a:latin typeface="BISansOpti"/>
            </a:endParaRPr>
          </a:p>
        </p:txBody>
      </p:sp>
      <p:cxnSp>
        <p:nvCxnSpPr>
          <p:cNvPr id="17" name="Gerade Verbindung 16"/>
          <p:cNvCxnSpPr/>
          <p:nvPr/>
        </p:nvCxnSpPr>
        <p:spPr>
          <a:xfrm>
            <a:off x="0" y="2492389"/>
            <a:ext cx="12192000" cy="0"/>
          </a:xfrm>
          <a:prstGeom prst="line">
            <a:avLst/>
          </a:prstGeom>
          <a:ln w="12700">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9" name="Textplatzhalter 18"/>
          <p:cNvSpPr>
            <a:spLocks noGrp="1"/>
          </p:cNvSpPr>
          <p:nvPr>
            <p:ph type="body" sz="quarter" idx="11" hasCustomPrompt="1"/>
          </p:nvPr>
        </p:nvSpPr>
        <p:spPr>
          <a:xfrm>
            <a:off x="469104" y="2640130"/>
            <a:ext cx="10980424" cy="1212833"/>
          </a:xfrm>
        </p:spPr>
        <p:txBody>
          <a:bodyPr wrap="square">
            <a:spAutoFit/>
          </a:bodyPr>
          <a:lstStyle>
            <a:lvl1pPr marL="0" indent="0">
              <a:buNone/>
              <a:defRPr sz="6400" b="0" i="0">
                <a:solidFill>
                  <a:schemeClr val="bg1"/>
                </a:solidFill>
                <a:latin typeface="BISansOptiCond"/>
                <a:cs typeface="BISansOptiCond"/>
              </a:defRPr>
            </a:lvl1pPr>
          </a:lstStyle>
          <a:p>
            <a:pPr lvl="0"/>
            <a:r>
              <a:rPr lang="en-GB" noProof="0"/>
              <a:t>Click to add chapter title</a:t>
            </a:r>
          </a:p>
        </p:txBody>
      </p:sp>
      <p:sp>
        <p:nvSpPr>
          <p:cNvPr id="20" name="Textplatzhalter 18"/>
          <p:cNvSpPr>
            <a:spLocks noGrp="1"/>
          </p:cNvSpPr>
          <p:nvPr>
            <p:ph type="body" sz="quarter" idx="12" hasCustomPrompt="1"/>
          </p:nvPr>
        </p:nvSpPr>
        <p:spPr>
          <a:xfrm>
            <a:off x="469105" y="3718148"/>
            <a:ext cx="5412315" cy="606448"/>
          </a:xfrm>
        </p:spPr>
        <p:txBody>
          <a:bodyPr wrap="square">
            <a:spAutoFit/>
          </a:bodyPr>
          <a:lstStyle>
            <a:lvl1pPr marL="0" indent="0">
              <a:buNone/>
              <a:defRPr sz="3200" b="0" i="0">
                <a:solidFill>
                  <a:schemeClr val="bg1"/>
                </a:solidFill>
                <a:latin typeface="BISansOptiCond"/>
                <a:cs typeface="BISansOptiCond"/>
              </a:defRPr>
            </a:lvl1pPr>
          </a:lstStyle>
          <a:p>
            <a:pPr lvl="0"/>
            <a:r>
              <a:rPr lang="en-GB" noProof="0"/>
              <a:t>Click to add text</a:t>
            </a:r>
          </a:p>
        </p:txBody>
      </p:sp>
      <p:cxnSp>
        <p:nvCxnSpPr>
          <p:cNvPr id="10" name="Gerade Verbindung 9"/>
          <p:cNvCxnSpPr/>
          <p:nvPr userDrawn="1"/>
        </p:nvCxnSpPr>
        <p:spPr>
          <a:xfrm>
            <a:off x="0" y="2492389"/>
            <a:ext cx="12192000" cy="0"/>
          </a:xfrm>
          <a:prstGeom prst="line">
            <a:avLst/>
          </a:prstGeom>
          <a:ln w="12700">
            <a:solidFill>
              <a:schemeClr val="bg1"/>
            </a:solidFill>
          </a:ln>
          <a:effectLst/>
        </p:spPr>
        <p:style>
          <a:lnRef idx="2">
            <a:schemeClr val="accent1"/>
          </a:lnRef>
          <a:fillRef idx="0">
            <a:schemeClr val="accent1"/>
          </a:fillRef>
          <a:effectRef idx="1">
            <a:schemeClr val="accent1"/>
          </a:effectRef>
          <a:fontRef idx="minor">
            <a:schemeClr val="tx1"/>
          </a:fontRef>
        </p:style>
      </p:cxnSp>
      <p:pic>
        <p:nvPicPr>
          <p:cNvPr id="8" name="Grafik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026260" y="5889117"/>
            <a:ext cx="1679601" cy="508800"/>
          </a:xfrm>
          <a:prstGeom prst="rect">
            <a:avLst/>
          </a:prstGeom>
        </p:spPr>
      </p:pic>
    </p:spTree>
    <p:extLst>
      <p:ext uri="{BB962C8B-B14F-4D97-AF65-F5344CB8AC3E}">
        <p14:creationId xmlns:p14="http://schemas.microsoft.com/office/powerpoint/2010/main" val="1691430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2_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6" y="477000"/>
            <a:ext cx="11233151" cy="720000"/>
          </a:xfrm>
          <a:prstGeom prst="rect">
            <a:avLst/>
          </a:prstGeom>
        </p:spPr>
        <p:txBody>
          <a:bodyPr/>
          <a:lstStyle>
            <a:lvl1pPr>
              <a:defRPr/>
            </a:lvl1pPr>
          </a:lstStyle>
          <a:p>
            <a:r>
              <a:rPr lang="en-US"/>
              <a:t>Add  title of the slide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a:xfrm>
            <a:off x="6312024" y="6246836"/>
            <a:ext cx="5040560" cy="288000"/>
          </a:xfrm>
          <a:prstGeom prst="rect">
            <a:avLst/>
          </a:prstGeom>
        </p:spPr>
        <p:txBody>
          <a:bodyPr/>
          <a:lstStyle/>
          <a:p>
            <a:pPr defTabSz="1219170">
              <a:defRPr/>
            </a:pPr>
            <a:r>
              <a:rPr lang="en-US">
                <a:solidFill>
                  <a:srgbClr val="08312A"/>
                </a:solidFill>
              </a:rPr>
              <a:t>BI 765423, BI3804379 _March 2026 IUPC |  Confidential - External Innovation</a:t>
            </a: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pPr defTabSz="1219170">
              <a:defRPr/>
            </a:pPr>
            <a:fld id="{DF4E8F9F-5B1F-4F5B-BE49-3245D8C18D9F}" type="slidenum">
              <a:rPr lang="en-US" smtClean="0">
                <a:solidFill>
                  <a:srgbClr val="08312A"/>
                </a:solidFill>
              </a:rPr>
              <a:pPr defTabSz="1219170">
                <a:defRPr/>
              </a:pPr>
              <a:t>‹#›</a:t>
            </a:fld>
            <a:endParaRPr lang="en-US">
              <a:solidFill>
                <a:srgbClr val="08312A"/>
              </a:solidFill>
            </a:endParaRPr>
          </a:p>
        </p:txBody>
      </p:sp>
      <p:sp>
        <p:nvSpPr>
          <p:cNvPr id="16" name="Content Placeholder 15">
            <a:extLst>
              <a:ext uri="{FF2B5EF4-FFF2-40B4-BE49-F238E27FC236}">
                <a16:creationId xmlns:a16="http://schemas.microsoft.com/office/drawing/2014/main" id="{D794D47B-0C29-79A3-FCB0-485279DB13AE}"/>
              </a:ext>
            </a:extLst>
          </p:cNvPr>
          <p:cNvSpPr>
            <a:spLocks noGrp="1"/>
          </p:cNvSpPr>
          <p:nvPr>
            <p:ph sz="quarter" idx="21"/>
          </p:nvPr>
        </p:nvSpPr>
        <p:spPr>
          <a:xfrm>
            <a:off x="479425" y="1412875"/>
            <a:ext cx="11231563" cy="4032251"/>
          </a:xfrm>
        </p:spPr>
        <p:txBody>
          <a:bodyPr/>
          <a:lstStyle>
            <a:lvl2pPr>
              <a:defRPr>
                <a:solidFill>
                  <a:schemeClr val="tx1"/>
                </a:solidFill>
              </a:defRPr>
            </a:lvl2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8" name="Straight Connector 17">
            <a:extLst>
              <a:ext uri="{FF2B5EF4-FFF2-40B4-BE49-F238E27FC236}">
                <a16:creationId xmlns:a16="http://schemas.microsoft.com/office/drawing/2014/main" id="{2243A190-ECC7-FCEE-7197-EE4B6DCB5629}"/>
              </a:ext>
            </a:extLst>
          </p:cNvPr>
          <p:cNvCxnSpPr/>
          <p:nvPr userDrawn="1"/>
        </p:nvCxnSpPr>
        <p:spPr bwMode="gray">
          <a:xfrm>
            <a:off x="0" y="1197000"/>
            <a:ext cx="12192000" cy="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6073724"/>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showMasterSp="0" userDrawn="1">
  <p:cSld name="Standard page_01">
    <p:spTree>
      <p:nvGrpSpPr>
        <p:cNvPr id="1" name=""/>
        <p:cNvGrpSpPr/>
        <p:nvPr/>
      </p:nvGrpSpPr>
      <p:grpSpPr>
        <a:xfrm>
          <a:off x="0" y="0"/>
          <a:ext cx="0" cy="0"/>
          <a:chOff x="0" y="0"/>
          <a:chExt cx="0" cy="0"/>
        </a:xfrm>
      </p:grpSpPr>
      <p:sp>
        <p:nvSpPr>
          <p:cNvPr id="9" name="Rechteck 8"/>
          <p:cNvSpPr/>
          <p:nvPr userDrawn="1"/>
        </p:nvSpPr>
        <p:spPr>
          <a:xfrm>
            <a:off x="0" y="2928493"/>
            <a:ext cx="12192000" cy="3929507"/>
          </a:xfrm>
          <a:prstGeom prst="rect">
            <a:avLst/>
          </a:prstGeom>
          <a:gradFill>
            <a:gsLst>
              <a:gs pos="0">
                <a:srgbClr val="6699CC">
                  <a:alpha val="40000"/>
                </a:srgbClr>
              </a:gs>
              <a:gs pos="100000">
                <a:srgbClr val="FFFFFF"/>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algn="ctr"/>
            <a:endParaRPr lang="en-GB" sz="1867" noProof="0">
              <a:solidFill>
                <a:schemeClr val="tx1"/>
              </a:solidFill>
              <a:latin typeface="BISansOpti"/>
            </a:endParaRPr>
          </a:p>
        </p:txBody>
      </p:sp>
      <p:cxnSp>
        <p:nvCxnSpPr>
          <p:cNvPr id="5" name="Gerade Verbindung 4"/>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3" name="Datumsplatzhalter 2"/>
          <p:cNvSpPr>
            <a:spLocks noGrp="1"/>
          </p:cNvSpPr>
          <p:nvPr>
            <p:ph type="dt" sz="half" idx="10"/>
          </p:nvPr>
        </p:nvSpPr>
        <p:spPr/>
        <p:txBody>
          <a:bodyPr/>
          <a:lstStyle/>
          <a:p>
            <a:endParaRPr lang="en-GB"/>
          </a:p>
        </p:txBody>
      </p:sp>
      <p:sp>
        <p:nvSpPr>
          <p:cNvPr id="4" name="Fußzeilenplatzhalter 3"/>
          <p:cNvSpPr>
            <a:spLocks noGrp="1"/>
          </p:cNvSpPr>
          <p:nvPr>
            <p:ph type="ftr" sz="quarter" idx="11"/>
          </p:nvPr>
        </p:nvSpPr>
        <p:spPr/>
        <p:txBody>
          <a:bodyPr/>
          <a:lstStyle/>
          <a:p>
            <a:r>
              <a:rPr lang="en-US"/>
              <a:t>1524-0001 Timeline 12Jan2026      ONLY FOR INTERNAL USE</a:t>
            </a:r>
            <a:endParaRPr lang="en-GB"/>
          </a:p>
        </p:txBody>
      </p:sp>
      <p:sp>
        <p:nvSpPr>
          <p:cNvPr id="6" name="Foliennummernplatzhalter 5"/>
          <p:cNvSpPr>
            <a:spLocks noGrp="1"/>
          </p:cNvSpPr>
          <p:nvPr>
            <p:ph type="sldNum" sz="quarter" idx="12"/>
          </p:nvPr>
        </p:nvSpPr>
        <p:spPr/>
        <p:txBody>
          <a:bodyPr/>
          <a:lstStyle/>
          <a:p>
            <a:fld id="{143B55C4-4F5A-416B-997D-6CE47EB0A945}" type="slidenum">
              <a:rPr lang="en-GB" smtClean="0"/>
              <a:pPr/>
              <a:t>‹#›</a:t>
            </a:fld>
            <a:endParaRPr lang="en-GB"/>
          </a:p>
        </p:txBody>
      </p:sp>
      <p:sp>
        <p:nvSpPr>
          <p:cNvPr id="8" name="Titel 7"/>
          <p:cNvSpPr>
            <a:spLocks noGrp="1"/>
          </p:cNvSpPr>
          <p:nvPr>
            <p:ph type="title" hasCustomPrompt="1"/>
          </p:nvPr>
        </p:nvSpPr>
        <p:spPr/>
        <p:txBody>
          <a:bodyPr/>
          <a:lstStyle/>
          <a:p>
            <a:r>
              <a:rPr lang="en-GB" noProof="0"/>
              <a:t>Click to add headline</a:t>
            </a:r>
          </a:p>
        </p:txBody>
      </p:sp>
      <p:pic>
        <p:nvPicPr>
          <p:cNvPr id="10" name="Grafik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2428742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6.xml><?xml version="1.0" encoding="utf-8"?>
<p:sldLayout xmlns:a="http://schemas.openxmlformats.org/drawingml/2006/main" xmlns:r="http://schemas.openxmlformats.org/officeDocument/2006/relationships" xmlns:p="http://schemas.openxmlformats.org/presentationml/2006/main" userDrawn="1">
  <p:cSld name="1_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5"/>
            <a:ext cx="7704139"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2122099"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BI 765423, BI3804379 _March 2026 IUPC |  Confidential - External Innovation</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078203968"/>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3_One content">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79426" y="477000"/>
            <a:ext cx="11233151" cy="720000"/>
          </a:xfrm>
          <a:prstGeom prst="rect">
            <a:avLst/>
          </a:prstGeom>
        </p:spPr>
        <p:txBody>
          <a:bodyPr/>
          <a:lstStyle>
            <a:lvl1pPr>
              <a:defRPr/>
            </a:lvl1pPr>
          </a:lstStyle>
          <a:p>
            <a:r>
              <a:rPr lang="en-US"/>
              <a:t>Add  title of the slide</a:t>
            </a:r>
          </a:p>
        </p:txBody>
      </p:sp>
      <p:sp>
        <p:nvSpPr>
          <p:cNvPr id="4" name="Fußzeilenplatzhalter 3">
            <a:extLst>
              <a:ext uri="{FF2B5EF4-FFF2-40B4-BE49-F238E27FC236}">
                <a16:creationId xmlns:a16="http://schemas.microsoft.com/office/drawing/2014/main" id="{D2A15767-C935-9245-AEC6-4E3D0D96A295}"/>
              </a:ext>
            </a:extLst>
          </p:cNvPr>
          <p:cNvSpPr>
            <a:spLocks noGrp="1"/>
          </p:cNvSpPr>
          <p:nvPr>
            <p:ph type="ftr" sz="quarter" idx="19"/>
          </p:nvPr>
        </p:nvSpPr>
        <p:spPr bwMode="gray">
          <a:xfrm>
            <a:off x="6312024" y="6246836"/>
            <a:ext cx="5040560" cy="288000"/>
          </a:xfrm>
          <a:prstGeom prst="rect">
            <a:avLst/>
          </a:prstGeom>
        </p:spPr>
        <p:txBody>
          <a:bodyPr/>
          <a:lstStyle/>
          <a:p>
            <a:r>
              <a:rPr lang="en-US"/>
              <a:t>Confidential, Version 1.0, C. Haass, </a:t>
            </a:r>
            <a:r>
              <a:rPr lang="en-US" b="1" err="1"/>
              <a:t>QC'ed</a:t>
            </a:r>
            <a:r>
              <a:rPr lang="en-US" b="1"/>
              <a:t>, Jan-2026</a:t>
            </a:r>
            <a:endParaRPr lang="en-US" sz="800" b="1">
              <a:solidFill>
                <a:srgbClr val="FF0000"/>
              </a:solidFill>
            </a:endParaRPr>
          </a:p>
        </p:txBody>
      </p:sp>
      <p:sp>
        <p:nvSpPr>
          <p:cNvPr id="5" name="Foliennummernplatzhalter 4">
            <a:extLst>
              <a:ext uri="{FF2B5EF4-FFF2-40B4-BE49-F238E27FC236}">
                <a16:creationId xmlns:a16="http://schemas.microsoft.com/office/drawing/2014/main" id="{5CC89D3B-393F-9E87-6D42-19413F2259DA}"/>
              </a:ext>
            </a:extLst>
          </p:cNvPr>
          <p:cNvSpPr>
            <a:spLocks noGrp="1"/>
          </p:cNvSpPr>
          <p:nvPr>
            <p:ph type="sldNum" sz="quarter" idx="20"/>
          </p:nvPr>
        </p:nvSpPr>
        <p:spPr bwMode="gray"/>
        <p:txBody>
          <a:bodyPr/>
          <a:lstStyle/>
          <a:p>
            <a:fld id="{DF4E8F9F-5B1F-4F5B-BE49-3245D8C18D9F}" type="slidenum">
              <a:rPr lang="en-US" smtClean="0"/>
              <a:pPr/>
              <a:t>‹#›</a:t>
            </a:fld>
            <a:endParaRPr lang="en-US"/>
          </a:p>
        </p:txBody>
      </p:sp>
      <p:sp>
        <p:nvSpPr>
          <p:cNvPr id="16" name="Content Placeholder 15">
            <a:extLst>
              <a:ext uri="{FF2B5EF4-FFF2-40B4-BE49-F238E27FC236}">
                <a16:creationId xmlns:a16="http://schemas.microsoft.com/office/drawing/2014/main" id="{D794D47B-0C29-79A3-FCB0-485279DB13AE}"/>
              </a:ext>
            </a:extLst>
          </p:cNvPr>
          <p:cNvSpPr>
            <a:spLocks noGrp="1"/>
          </p:cNvSpPr>
          <p:nvPr>
            <p:ph sz="quarter" idx="21"/>
          </p:nvPr>
        </p:nvSpPr>
        <p:spPr>
          <a:xfrm>
            <a:off x="479425" y="1412875"/>
            <a:ext cx="11231563" cy="4032251"/>
          </a:xfrm>
        </p:spPr>
        <p:txBody>
          <a:bodyPr/>
          <a:lstStyle>
            <a:lvl2pPr>
              <a:defRPr>
                <a:solidFill>
                  <a:schemeClr val="tx1"/>
                </a:solidFill>
              </a:defRPr>
            </a:lvl2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8" name="Straight Connector 17">
            <a:extLst>
              <a:ext uri="{FF2B5EF4-FFF2-40B4-BE49-F238E27FC236}">
                <a16:creationId xmlns:a16="http://schemas.microsoft.com/office/drawing/2014/main" id="{2243A190-ECC7-FCEE-7197-EE4B6DCB5629}"/>
              </a:ext>
            </a:extLst>
          </p:cNvPr>
          <p:cNvCxnSpPr/>
          <p:nvPr userDrawn="1"/>
        </p:nvCxnSpPr>
        <p:spPr bwMode="gray">
          <a:xfrm>
            <a:off x="0" y="1197000"/>
            <a:ext cx="12192000" cy="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5479971"/>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p:cSld name="Titel 24pt und Inhalt">
    <p:spTree>
      <p:nvGrpSpPr>
        <p:cNvPr id="1" name=""/>
        <p:cNvGrpSpPr/>
        <p:nvPr/>
      </p:nvGrpSpPr>
      <p:grpSpPr>
        <a:xfrm>
          <a:off x="0" y="0"/>
          <a:ext cx="0" cy="0"/>
          <a:chOff x="0" y="0"/>
          <a:chExt cx="0" cy="0"/>
        </a:xfrm>
      </p:grpSpPr>
      <p:sp>
        <p:nvSpPr>
          <p:cNvPr id="3" name="Inhaltsplatzhalter 2"/>
          <p:cNvSpPr>
            <a:spLocks noGrp="1"/>
          </p:cNvSpPr>
          <p:nvPr>
            <p:ph idx="1" hasCustomPrompt="1"/>
          </p:nvPr>
        </p:nvSpPr>
        <p:spPr/>
        <p:txBody>
          <a:bodyPr/>
          <a:lstStyle/>
          <a:p>
            <a:pPr lvl="0"/>
            <a:r>
              <a:rPr lang="en-GB" noProof="0"/>
              <a:t>Click to add text</a:t>
            </a:r>
          </a:p>
        </p:txBody>
      </p:sp>
      <p:sp>
        <p:nvSpPr>
          <p:cNvPr id="4" name="Datumsplatzhalter 3"/>
          <p:cNvSpPr>
            <a:spLocks noGrp="1"/>
          </p:cNvSpPr>
          <p:nvPr>
            <p:ph type="dt" sz="half" idx="10"/>
          </p:nvPr>
        </p:nvSpPr>
        <p:spPr/>
        <p:txBody>
          <a:bodyPr/>
          <a:lstStyle/>
          <a:p>
            <a:r>
              <a:rPr lang="de-DE" noProof="0"/>
              <a:t>5/3/2019</a:t>
            </a:r>
            <a:endParaRPr lang="en-GB" noProof="0"/>
          </a:p>
        </p:txBody>
      </p:sp>
      <p:sp>
        <p:nvSpPr>
          <p:cNvPr id="5" name="Fußzeilenplatzhalter 4"/>
          <p:cNvSpPr>
            <a:spLocks noGrp="1"/>
          </p:cNvSpPr>
          <p:nvPr>
            <p:ph type="ftr" sz="quarter" idx="11"/>
          </p:nvPr>
        </p:nvSpPr>
        <p:spPr/>
        <p:txBody>
          <a:bodyPr/>
          <a:lstStyle/>
          <a:p>
            <a:r>
              <a:rPr lang="en-US" noProof="0"/>
              <a:t>BI 765423 (IL-11 mAb) for SoD, HPSC December 2020                 -CONFIDENTIAL-</a:t>
            </a:r>
            <a:endParaRPr lang="en-GB" noProof="0"/>
          </a:p>
        </p:txBody>
      </p:sp>
      <p:sp>
        <p:nvSpPr>
          <p:cNvPr id="6" name="Foliennummernplatzhalter 5"/>
          <p:cNvSpPr>
            <a:spLocks noGrp="1"/>
          </p:cNvSpPr>
          <p:nvPr>
            <p:ph type="sldNum" sz="quarter" idx="12"/>
          </p:nvPr>
        </p:nvSpPr>
        <p:spPr/>
        <p:txBody>
          <a:bodyPr/>
          <a:lstStyle/>
          <a:p>
            <a:fld id="{143B55C4-4F5A-416B-997D-6CE47EB0A945}" type="slidenum">
              <a:rPr lang="en-GB" noProof="0" smtClean="0"/>
              <a:t>‹#›</a:t>
            </a:fld>
            <a:endParaRPr lang="en-GB" noProof="0"/>
          </a:p>
        </p:txBody>
      </p:sp>
      <p:cxnSp>
        <p:nvCxnSpPr>
          <p:cNvPr id="7" name="Gerade Verbindung 6"/>
          <p:cNvCxnSpPr/>
          <p:nvPr/>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sp>
        <p:nvSpPr>
          <p:cNvPr id="8" name="Titel 7"/>
          <p:cNvSpPr>
            <a:spLocks noGrp="1"/>
          </p:cNvSpPr>
          <p:nvPr>
            <p:ph type="title" hasCustomPrompt="1"/>
          </p:nvPr>
        </p:nvSpPr>
        <p:spPr>
          <a:xfrm>
            <a:off x="490100" y="387429"/>
            <a:ext cx="11211800" cy="492443"/>
          </a:xfrm>
        </p:spPr>
        <p:txBody>
          <a:bodyPr/>
          <a:lstStyle/>
          <a:p>
            <a:r>
              <a:rPr lang="en-GB" noProof="0"/>
              <a:t>Click to add headline</a:t>
            </a:r>
          </a:p>
        </p:txBody>
      </p:sp>
      <p:pic>
        <p:nvPicPr>
          <p:cNvPr id="9" name="Grafik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cxnSp>
        <p:nvCxnSpPr>
          <p:cNvPr id="10" name="Gerade Verbindung 6">
            <a:extLst>
              <a:ext uri="{FF2B5EF4-FFF2-40B4-BE49-F238E27FC236}">
                <a16:creationId xmlns:a16="http://schemas.microsoft.com/office/drawing/2014/main" id="{B51F52F7-BC0D-4864-9F25-E52E0DA03520}"/>
              </a:ext>
            </a:extLst>
          </p:cNvPr>
          <p:cNvCxnSpPr/>
          <p:nvPr userDrawn="1"/>
        </p:nvCxnSpPr>
        <p:spPr>
          <a:xfrm>
            <a:off x="0" y="971453"/>
            <a:ext cx="12192000" cy="0"/>
          </a:xfrm>
          <a:prstGeom prst="line">
            <a:avLst/>
          </a:prstGeom>
          <a:ln w="12700">
            <a:solidFill>
              <a:srgbClr val="003366"/>
            </a:solidFill>
          </a:ln>
          <a:effectLst/>
        </p:spPr>
        <p:style>
          <a:lnRef idx="2">
            <a:schemeClr val="accent1"/>
          </a:lnRef>
          <a:fillRef idx="0">
            <a:schemeClr val="accent1"/>
          </a:fillRef>
          <a:effectRef idx="1">
            <a:schemeClr val="accent1"/>
          </a:effectRef>
          <a:fontRef idx="minor">
            <a:schemeClr val="tx1"/>
          </a:fontRef>
        </p:style>
      </p:cxnSp>
      <p:pic>
        <p:nvPicPr>
          <p:cNvPr id="11" name="Grafik 6">
            <a:extLst>
              <a:ext uri="{FF2B5EF4-FFF2-40B4-BE49-F238E27FC236}">
                <a16:creationId xmlns:a16="http://schemas.microsoft.com/office/drawing/2014/main" id="{35DB7CC6-4D8D-48AF-B38C-610951D2726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924" y="6485508"/>
            <a:ext cx="840360" cy="254013"/>
          </a:xfrm>
          <a:prstGeom prst="rect">
            <a:avLst/>
          </a:prstGeom>
        </p:spPr>
      </p:pic>
    </p:spTree>
    <p:extLst>
      <p:ext uri="{BB962C8B-B14F-4D97-AF65-F5344CB8AC3E}">
        <p14:creationId xmlns:p14="http://schemas.microsoft.com/office/powerpoint/2010/main" val="2896602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6FB6B5F7-C0F2-49F7-E3A2-B0E980989E86}"/>
              </a:ext>
            </a:extLst>
          </p:cNvPr>
          <p:cNvSpPr>
            <a:spLocks noGrp="1"/>
          </p:cNvSpPr>
          <p:nvPr>
            <p:ph type="ftr" sz="quarter" idx="10"/>
          </p:nvPr>
        </p:nvSpPr>
        <p:spPr/>
        <p:txBody>
          <a:bodyPr/>
          <a:lstStyle/>
          <a:p>
            <a:r>
              <a:rPr lang="en-US"/>
              <a:t>1493-0010 | F&amp;P Report @ Early Planning– 10MAR26_Version 1 | ONLY FOR INTERNAL USE</a:t>
            </a:r>
          </a:p>
        </p:txBody>
      </p:sp>
      <p:sp>
        <p:nvSpPr>
          <p:cNvPr id="3" name="Slide Number Placeholder 2">
            <a:extLst>
              <a:ext uri="{FF2B5EF4-FFF2-40B4-BE49-F238E27FC236}">
                <a16:creationId xmlns:a16="http://schemas.microsoft.com/office/drawing/2014/main" id="{E43E8FEF-24BF-8356-E8E9-8D550C873FF1}"/>
              </a:ext>
            </a:extLst>
          </p:cNvPr>
          <p:cNvSpPr>
            <a:spLocks noGrp="1"/>
          </p:cNvSpPr>
          <p:nvPr>
            <p:ph type="sldNum" sz="quarter" idx="11"/>
          </p:nvPr>
        </p:nvSpPr>
        <p:spPr/>
        <p:txBody>
          <a:bodyPr/>
          <a:lstStyle/>
          <a:p>
            <a:fld id="{DF4E8F9F-5B1F-4F5B-BE49-3245D8C18D9F}" type="slidenum">
              <a:rPr lang="en-US" smtClean="0"/>
              <a:pPr/>
              <a:t>‹#›</a:t>
            </a:fld>
            <a:endParaRPr lang="en-US"/>
          </a:p>
        </p:txBody>
      </p:sp>
    </p:spTree>
    <p:extLst>
      <p:ext uri="{BB962C8B-B14F-4D97-AF65-F5344CB8AC3E}">
        <p14:creationId xmlns:p14="http://schemas.microsoft.com/office/powerpoint/2010/main" val="1203384465"/>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Title slide (bright)">
    <p:bg bwMode="gray">
      <p:bgPr>
        <a:solidFill>
          <a:schemeClr val="tx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bwMode="gray">
          <a:xfrm>
            <a:off x="479425" y="2637000"/>
            <a:ext cx="8280755" cy="1584000"/>
          </a:xfrm>
        </p:spPr>
        <p:txBody>
          <a:bodyPr anchor="b"/>
          <a:lstStyle>
            <a:lvl1pPr algn="l">
              <a:defRPr sz="4800" b="1" i="0">
                <a:solidFill>
                  <a:schemeClr val="bg2"/>
                </a:solidFill>
                <a:latin typeface="+mj-lt"/>
              </a:defRPr>
            </a:lvl1pPr>
          </a:lstStyle>
          <a:p>
            <a:r>
              <a:rPr lang="en-US"/>
              <a:t>Presentation title</a:t>
            </a:r>
          </a:p>
        </p:txBody>
      </p:sp>
      <p:sp>
        <p:nvSpPr>
          <p:cNvPr id="3" name="Untertitel 2"/>
          <p:cNvSpPr>
            <a:spLocks noGrp="1"/>
          </p:cNvSpPr>
          <p:nvPr>
            <p:ph type="subTitle" idx="1" hasCustomPrompt="1"/>
          </p:nvPr>
        </p:nvSpPr>
        <p:spPr bwMode="gray">
          <a:xfrm>
            <a:off x="479425" y="4437120"/>
            <a:ext cx="8281375" cy="936000"/>
          </a:xfrm>
        </p:spPr>
        <p:txBody>
          <a:bodyPr/>
          <a:lstStyle>
            <a:lvl1pPr marL="0" indent="0" algn="l">
              <a:lnSpc>
                <a:spcPct val="100000"/>
              </a:lnSpc>
              <a:spcBef>
                <a:spcPts val="0"/>
              </a:spcBef>
              <a:spcAft>
                <a:spcPts val="2400"/>
              </a:spcAft>
              <a:buFont typeface="Arial" panose="020B0604020202020204" pitchFamily="34" charset="0"/>
              <a:buNone/>
              <a:defRPr sz="2400" b="0">
                <a:solidFill>
                  <a:schemeClr val="bg2"/>
                </a:solidFill>
                <a:latin typeface="+mj-lt"/>
              </a:defRPr>
            </a:lvl1pPr>
            <a:lvl2pPr marL="0" indent="0" algn="l">
              <a:lnSpc>
                <a:spcPct val="100000"/>
              </a:lnSpc>
              <a:spcBef>
                <a:spcPts val="0"/>
              </a:spcBef>
              <a:spcAft>
                <a:spcPts val="0"/>
              </a:spcAft>
              <a:buFont typeface="Arial" panose="020B0604020202020204" pitchFamily="34" charset="0"/>
              <a:buNone/>
              <a:defRPr sz="1600" b="0">
                <a:solidFill>
                  <a:schemeClr val="bg2"/>
                </a:solidFill>
              </a:defRPr>
            </a:lvl2pPr>
            <a:lvl3pPr marL="0" indent="0" algn="l">
              <a:lnSpc>
                <a:spcPct val="100000"/>
              </a:lnSpc>
              <a:spcBef>
                <a:spcPts val="0"/>
              </a:spcBef>
              <a:spcAft>
                <a:spcPts val="0"/>
              </a:spcAft>
              <a:buFont typeface="Arial" panose="020B0604020202020204" pitchFamily="34" charset="0"/>
              <a:buNone/>
              <a:defRPr sz="1600" b="0">
                <a:solidFill>
                  <a:schemeClr val="bg2"/>
                </a:solidFill>
              </a:defRPr>
            </a:lvl3pPr>
            <a:lvl4pPr marL="0" indent="0" algn="l">
              <a:lnSpc>
                <a:spcPct val="100000"/>
              </a:lnSpc>
              <a:spcBef>
                <a:spcPts val="0"/>
              </a:spcBef>
              <a:spcAft>
                <a:spcPts val="0"/>
              </a:spcAft>
              <a:buFont typeface="Arial" panose="020B0604020202020204" pitchFamily="34" charset="0"/>
              <a:buNone/>
              <a:defRPr sz="1600" b="0">
                <a:solidFill>
                  <a:schemeClr val="bg2"/>
                </a:solidFill>
              </a:defRPr>
            </a:lvl4pPr>
            <a:lvl5pPr marL="0" indent="0" algn="l">
              <a:lnSpc>
                <a:spcPct val="100000"/>
              </a:lnSpc>
              <a:spcBef>
                <a:spcPts val="0"/>
              </a:spcBef>
              <a:spcAft>
                <a:spcPts val="0"/>
              </a:spcAft>
              <a:buFont typeface="Arial" panose="020B0604020202020204" pitchFamily="34" charset="0"/>
              <a:buNone/>
              <a:defRPr sz="1600" b="0">
                <a:solidFill>
                  <a:schemeClr val="bg2"/>
                </a:solidFill>
              </a:defRPr>
            </a:lvl5pPr>
            <a:lvl6pPr marL="0" indent="0" algn="l">
              <a:lnSpc>
                <a:spcPct val="100000"/>
              </a:lnSpc>
              <a:spcBef>
                <a:spcPts val="0"/>
              </a:spcBef>
              <a:spcAft>
                <a:spcPts val="0"/>
              </a:spcAft>
              <a:buFont typeface="Arial" panose="020B0604020202020204" pitchFamily="34" charset="0"/>
              <a:buNone/>
              <a:defRPr sz="1600" b="0">
                <a:solidFill>
                  <a:schemeClr val="bg2"/>
                </a:solidFill>
              </a:defRPr>
            </a:lvl6pPr>
            <a:lvl7pPr marL="0" indent="0" algn="l">
              <a:lnSpc>
                <a:spcPct val="100000"/>
              </a:lnSpc>
              <a:spcBef>
                <a:spcPts val="0"/>
              </a:spcBef>
              <a:spcAft>
                <a:spcPts val="0"/>
              </a:spcAft>
              <a:buFont typeface="Arial" panose="020B0604020202020204" pitchFamily="34" charset="0"/>
              <a:buNone/>
              <a:defRPr sz="1600" b="0">
                <a:solidFill>
                  <a:schemeClr val="bg2"/>
                </a:solidFill>
              </a:defRPr>
            </a:lvl7pPr>
            <a:lvl8pPr marL="0" indent="0" algn="l">
              <a:lnSpc>
                <a:spcPct val="100000"/>
              </a:lnSpc>
              <a:spcBef>
                <a:spcPts val="0"/>
              </a:spcBef>
              <a:spcAft>
                <a:spcPts val="0"/>
              </a:spcAft>
              <a:buFont typeface="Arial" panose="020B0604020202020204" pitchFamily="34" charset="0"/>
              <a:buNone/>
              <a:defRPr sz="1600" b="0">
                <a:solidFill>
                  <a:schemeClr val="bg2"/>
                </a:solidFill>
              </a:defRPr>
            </a:lvl8pPr>
            <a:lvl9pPr marL="0" indent="0" algn="l">
              <a:lnSpc>
                <a:spcPct val="100000"/>
              </a:lnSpc>
              <a:spcBef>
                <a:spcPts val="0"/>
              </a:spcBef>
              <a:spcAft>
                <a:spcPts val="0"/>
              </a:spcAft>
              <a:buFont typeface="Arial" panose="020B0604020202020204" pitchFamily="34" charset="0"/>
              <a:buNone/>
              <a:defRPr sz="1600" b="0">
                <a:solidFill>
                  <a:schemeClr val="bg2"/>
                </a:solidFill>
              </a:defRPr>
            </a:lvl9pPr>
          </a:lstStyle>
          <a:p>
            <a:r>
              <a:rPr lang="en-US"/>
              <a:t>Subtitle of the presentation</a:t>
            </a:r>
          </a:p>
          <a:p>
            <a:pPr lvl="1"/>
            <a:r>
              <a:rPr lang="en-US"/>
              <a:t>Author | Date | Place</a:t>
            </a:r>
          </a:p>
        </p:txBody>
      </p:sp>
      <p:sp>
        <p:nvSpPr>
          <p:cNvPr id="10" name="Rechteck 9">
            <a:extLst>
              <a:ext uri="{FF2B5EF4-FFF2-40B4-BE49-F238E27FC236}">
                <a16:creationId xmlns:a16="http://schemas.microsoft.com/office/drawing/2014/main" id="{9B0B3083-709D-1FC7-BFBA-C4F2D3257FEE}"/>
              </a:ext>
              <a:ext uri="{C183D7F6-B498-43B3-948B-1728B52AA6E4}">
                <adec:decorative xmlns:adec="http://schemas.microsoft.com/office/drawing/2017/decorative" val="1"/>
              </a:ext>
            </a:extLst>
          </p:cNvPr>
          <p:cNvSpPr/>
          <p:nvPr userDrawn="1"/>
        </p:nvSpPr>
        <p:spPr bwMode="gray">
          <a:xfrm>
            <a:off x="0" y="5706000"/>
            <a:ext cx="9360000" cy="115200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pic>
        <p:nvPicPr>
          <p:cNvPr id="8" name="Grafik 7">
            <a:extLst>
              <a:ext uri="{FF2B5EF4-FFF2-40B4-BE49-F238E27FC236}">
                <a16:creationId xmlns:a16="http://schemas.microsoft.com/office/drawing/2014/main" id="{6DB32D28-99E6-CEDB-1308-E8AA86413B9C}"/>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8800" y="476672"/>
            <a:ext cx="1645200" cy="496608"/>
          </a:xfrm>
          <a:prstGeom prst="rect">
            <a:avLst/>
          </a:prstGeom>
        </p:spPr>
      </p:pic>
      <p:pic>
        <p:nvPicPr>
          <p:cNvPr id="9" name="Grafik 8">
            <a:extLst>
              <a:ext uri="{FF2B5EF4-FFF2-40B4-BE49-F238E27FC236}">
                <a16:creationId xmlns:a16="http://schemas.microsoft.com/office/drawing/2014/main" id="{B239B802-036F-AAEA-0DFE-B625A130C1D2}"/>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bwMode="gray">
          <a:xfrm>
            <a:off x="10094400" y="6166372"/>
            <a:ext cx="1620000" cy="214956"/>
          </a:xfrm>
          <a:prstGeom prst="rect">
            <a:avLst/>
          </a:prstGeom>
        </p:spPr>
      </p:pic>
      <p:sp>
        <p:nvSpPr>
          <p:cNvPr id="4" name="Fußzeilenplatzhalter 3">
            <a:extLst>
              <a:ext uri="{FF2B5EF4-FFF2-40B4-BE49-F238E27FC236}">
                <a16:creationId xmlns:a16="http://schemas.microsoft.com/office/drawing/2014/main" id="{584603D0-3740-CB40-9C94-D226811D1CE4}"/>
              </a:ext>
            </a:extLst>
          </p:cNvPr>
          <p:cNvSpPr>
            <a:spLocks noGrp="1"/>
          </p:cNvSpPr>
          <p:nvPr>
            <p:ph type="ftr" sz="quarter" idx="19"/>
          </p:nvPr>
        </p:nvSpPr>
        <p:spPr bwMode="gray">
          <a:xfrm>
            <a:off x="479936" y="6165328"/>
            <a:ext cx="5040000" cy="216000"/>
          </a:xfrm>
        </p:spPr>
        <p:txBody>
          <a:bodyPr/>
          <a:lstStyle>
            <a:lvl1pPr algn="l">
              <a:defRPr/>
            </a:lvl1pPr>
          </a:lstStyle>
          <a:p>
            <a:r>
              <a:rPr lang="en-US"/>
              <a:t>ONLY FOR INTERNAL USE</a:t>
            </a:r>
          </a:p>
        </p:txBody>
      </p:sp>
    </p:spTree>
    <p:extLst>
      <p:ext uri="{BB962C8B-B14F-4D97-AF65-F5344CB8AC3E}">
        <p14:creationId xmlns:p14="http://schemas.microsoft.com/office/powerpoint/2010/main" val="995643818"/>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Content and margin dark">
    <p:spTree>
      <p:nvGrpSpPr>
        <p:cNvPr id="1" name=""/>
        <p:cNvGrpSpPr/>
        <p:nvPr/>
      </p:nvGrpSpPr>
      <p:grpSpPr>
        <a:xfrm>
          <a:off x="0" y="0"/>
          <a:ext cx="0" cy="0"/>
          <a:chOff x="0" y="0"/>
          <a:chExt cx="0" cy="0"/>
        </a:xfrm>
      </p:grpSpPr>
      <p:sp>
        <p:nvSpPr>
          <p:cNvPr id="12" name="Titel 11"/>
          <p:cNvSpPr>
            <a:spLocks noGrp="1"/>
          </p:cNvSpPr>
          <p:nvPr>
            <p:ph type="title" hasCustomPrompt="1"/>
          </p:nvPr>
        </p:nvSpPr>
        <p:spPr bwMode="gray">
          <a:xfrm>
            <a:off x="4008437" y="475421"/>
            <a:ext cx="7704576" cy="720000"/>
          </a:xfrm>
        </p:spPr>
        <p:txBody>
          <a:bodyPr/>
          <a:lstStyle>
            <a:lvl1pPr>
              <a:defRPr/>
            </a:lvl1pPr>
          </a:lstStyle>
          <a:p>
            <a:r>
              <a:rPr lang="en-US" err="1"/>
              <a:t>Folientitel</a:t>
            </a:r>
            <a:endParaRPr lang="en-US"/>
          </a:p>
        </p:txBody>
      </p:sp>
      <p:sp>
        <p:nvSpPr>
          <p:cNvPr id="3" name="Inhaltsplatzhalter 2"/>
          <p:cNvSpPr>
            <a:spLocks noGrp="1"/>
          </p:cNvSpPr>
          <p:nvPr>
            <p:ph idx="1" hasCustomPrompt="1"/>
          </p:nvPr>
        </p:nvSpPr>
        <p:spPr bwMode="gray">
          <a:xfrm>
            <a:off x="4008437" y="1412874"/>
            <a:ext cx="7704138" cy="4392000"/>
          </a:xfrm>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Textplatzhalter 7">
            <a:extLst>
              <a:ext uri="{FF2B5EF4-FFF2-40B4-BE49-F238E27FC236}">
                <a16:creationId xmlns:a16="http://schemas.microsoft.com/office/drawing/2014/main" id="{2A95F447-219A-69FD-4A7C-F3F31D1125FD}"/>
              </a:ext>
            </a:extLst>
          </p:cNvPr>
          <p:cNvSpPr>
            <a:spLocks noGrp="1"/>
          </p:cNvSpPr>
          <p:nvPr>
            <p:ph type="body" sz="quarter" idx="13" hasCustomPrompt="1"/>
          </p:nvPr>
        </p:nvSpPr>
        <p:spPr bwMode="gray">
          <a:xfrm>
            <a:off x="4008437" y="5805280"/>
            <a:ext cx="7704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2" name="Rechteck 1">
            <a:extLst>
              <a:ext uri="{FF2B5EF4-FFF2-40B4-BE49-F238E27FC236}">
                <a16:creationId xmlns:a16="http://schemas.microsoft.com/office/drawing/2014/main" id="{964E6C92-F738-050B-D124-0B9B2D1A3A22}"/>
              </a:ext>
              <a:ext uri="{C183D7F6-B498-43B3-948B-1728B52AA6E4}">
                <adec:decorative xmlns:adec="http://schemas.microsoft.com/office/drawing/2017/decorative" val="1"/>
              </a:ext>
            </a:extLst>
          </p:cNvPr>
          <p:cNvSpPr/>
          <p:nvPr userDrawn="1"/>
        </p:nvSpPr>
        <p:spPr bwMode="ltGray">
          <a:xfrm>
            <a:off x="0" y="0"/>
            <a:ext cx="35748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 name="Inhaltsplatzhalter 2">
            <a:extLst>
              <a:ext uri="{FF2B5EF4-FFF2-40B4-BE49-F238E27FC236}">
                <a16:creationId xmlns:a16="http://schemas.microsoft.com/office/drawing/2014/main" id="{57AF223A-9133-4CD7-A24F-37E750D20428}"/>
              </a:ext>
            </a:extLst>
          </p:cNvPr>
          <p:cNvSpPr>
            <a:spLocks noGrp="1"/>
          </p:cNvSpPr>
          <p:nvPr>
            <p:ph idx="16" hasCustomPrompt="1"/>
          </p:nvPr>
        </p:nvSpPr>
        <p:spPr bwMode="white">
          <a:xfrm>
            <a:off x="479376" y="476670"/>
            <a:ext cx="2808000" cy="5472000"/>
          </a:xfrm>
          <a:noFill/>
        </p:spPr>
        <p:txBody>
          <a:bodyPr lIns="0" tIns="0" rIns="0"/>
          <a:lstStyle>
            <a:lvl1pPr>
              <a:defRPr sz="1200">
                <a:solidFill>
                  <a:schemeClr val="tx2"/>
                </a:solidFill>
              </a:defRPr>
            </a:lvl1pPr>
            <a:lvl2pPr>
              <a:defRPr sz="1200">
                <a:solidFill>
                  <a:schemeClr val="tx2"/>
                </a:solidFill>
              </a:defRPr>
            </a:lvl2pPr>
            <a:lvl3pPr>
              <a:defRPr sz="1200">
                <a:solidFill>
                  <a:schemeClr val="tx2"/>
                </a:solidFill>
              </a:defRPr>
            </a:lvl3pPr>
            <a:lvl4pPr>
              <a:defRPr sz="1200">
                <a:solidFill>
                  <a:schemeClr val="tx2"/>
                </a:solidFill>
              </a:defRPr>
            </a:lvl4pPr>
            <a:lvl5pPr marL="792000" indent="-216000">
              <a:defRPr sz="1200">
                <a:solidFill>
                  <a:schemeClr val="tx2"/>
                </a:solidFill>
              </a:defRPr>
            </a:lvl5pPr>
            <a:lvl6pPr marL="792000" indent="-216000">
              <a:defRPr sz="1200">
                <a:solidFill>
                  <a:schemeClr val="tx2"/>
                </a:solidFill>
              </a:defRPr>
            </a:lvl6pPr>
            <a:lvl7pPr marL="792000" indent="-216000">
              <a:defRPr sz="1200">
                <a:solidFill>
                  <a:schemeClr val="tx2"/>
                </a:solidFill>
              </a:defRPr>
            </a:lvl7pPr>
            <a:lvl8pPr marL="792000" indent="-216000">
              <a:defRPr sz="1200">
                <a:solidFill>
                  <a:schemeClr val="tx2"/>
                </a:solidFill>
              </a:defRPr>
            </a:lvl8pPr>
            <a:lvl9pPr marL="792000" indent="-216000">
              <a:defRPr sz="1200">
                <a:solidFill>
                  <a:schemeClr val="tx2"/>
                </a:solidFill>
              </a:defRPr>
            </a:lvl9p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8" name="Fußzeilenplatzhalter 7">
            <a:extLst>
              <a:ext uri="{FF2B5EF4-FFF2-40B4-BE49-F238E27FC236}">
                <a16:creationId xmlns:a16="http://schemas.microsoft.com/office/drawing/2014/main" id="{968BB1DE-E9BE-775B-4288-1AF4F0D5B1B1}"/>
              </a:ext>
            </a:extLst>
          </p:cNvPr>
          <p:cNvSpPr>
            <a:spLocks noGrp="1"/>
          </p:cNvSpPr>
          <p:nvPr>
            <p:ph type="ftr" sz="quarter" idx="21"/>
          </p:nvPr>
        </p:nvSpPr>
        <p:spPr bwMode="gray"/>
        <p:txBody>
          <a:bodyPr/>
          <a:lstStyle/>
          <a:p>
            <a:r>
              <a:rPr lang="en-US"/>
              <a:t>ONLY FOR INTERNAL USE</a:t>
            </a:r>
          </a:p>
        </p:txBody>
      </p:sp>
      <p:sp>
        <p:nvSpPr>
          <p:cNvPr id="9" name="Foliennummernplatzhalter 8">
            <a:extLst>
              <a:ext uri="{FF2B5EF4-FFF2-40B4-BE49-F238E27FC236}">
                <a16:creationId xmlns:a16="http://schemas.microsoft.com/office/drawing/2014/main" id="{3E2B5224-32EA-94A3-115E-0FDE596416E4}"/>
              </a:ext>
            </a:extLst>
          </p:cNvPr>
          <p:cNvSpPr>
            <a:spLocks noGrp="1"/>
          </p:cNvSpPr>
          <p:nvPr>
            <p:ph type="sldNum" sz="quarter" idx="22"/>
          </p:nvPr>
        </p:nvSpPr>
        <p:spPr bwMode="gray"/>
        <p:txBody>
          <a:bodyPr/>
          <a:lstStyle/>
          <a:p>
            <a:fld id="{DF4E8F9F-5B1F-4F5B-BE49-3245D8C18D9F}" type="slidenum">
              <a:rPr lang="en-US" smtClean="0"/>
              <a:pPr/>
              <a:t>‹#›</a:t>
            </a:fld>
            <a:endParaRPr lang="en-US"/>
          </a:p>
        </p:txBody>
      </p:sp>
      <p:pic>
        <p:nvPicPr>
          <p:cNvPr id="11" name="Grafik 10">
            <a:extLst>
              <a:ext uri="{FF2B5EF4-FFF2-40B4-BE49-F238E27FC236}">
                <a16:creationId xmlns:a16="http://schemas.microsoft.com/office/drawing/2014/main" id="{0815D78F-DFF9-F83D-6050-F8F2DCF549A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379616303"/>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Only title">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p:txBody>
          <a:bodyPr/>
          <a:lstStyle>
            <a:lvl1pPr>
              <a:defRPr/>
            </a:lvl1pPr>
          </a:lstStyle>
          <a:p>
            <a:r>
              <a:rPr lang="en-US" err="1"/>
              <a:t>Folientitel</a:t>
            </a:r>
            <a:endParaRPr lang="en-US"/>
          </a:p>
        </p:txBody>
      </p:sp>
      <p:sp>
        <p:nvSpPr>
          <p:cNvPr id="11" name="Textplatzhalter 7">
            <a:extLst>
              <a:ext uri="{FF2B5EF4-FFF2-40B4-BE49-F238E27FC236}">
                <a16:creationId xmlns:a16="http://schemas.microsoft.com/office/drawing/2014/main" id="{87DC9DBC-428C-0141-1449-618275A50D20}"/>
              </a:ext>
            </a:extLst>
          </p:cNvPr>
          <p:cNvSpPr>
            <a:spLocks noGrp="1"/>
          </p:cNvSpPr>
          <p:nvPr>
            <p:ph type="body" sz="quarter" idx="13" hasCustomPrompt="1"/>
          </p:nvPr>
        </p:nvSpPr>
        <p:spPr bwMode="gray">
          <a:xfrm>
            <a:off x="479998" y="5805280"/>
            <a:ext cx="11232000" cy="144000"/>
          </a:xfrm>
        </p:spPr>
        <p:txBody>
          <a:bodyPr anchor="b"/>
          <a:lstStyle>
            <a:lvl1pPr marL="0" indent="0">
              <a:lnSpc>
                <a:spcPct val="100000"/>
              </a:lnSpc>
              <a:spcBef>
                <a:spcPts val="0"/>
              </a:spcBef>
              <a:spcAft>
                <a:spcPts val="0"/>
              </a:spcAft>
              <a:buFont typeface="Arial" panose="020B0604020202020204" pitchFamily="34" charset="0"/>
              <a:buNone/>
              <a:defRPr sz="800" b="0"/>
            </a:lvl1pPr>
            <a:lvl2pPr marL="0" indent="0">
              <a:lnSpc>
                <a:spcPct val="100000"/>
              </a:lnSpc>
              <a:spcBef>
                <a:spcPts val="0"/>
              </a:spcBef>
              <a:spcAft>
                <a:spcPts val="0"/>
              </a:spcAft>
              <a:buFont typeface="Arial" panose="020B0604020202020204" pitchFamily="34" charset="0"/>
              <a:buNone/>
              <a:defRPr sz="800" b="0"/>
            </a:lvl2pPr>
            <a:lvl3pPr marL="0" indent="0">
              <a:lnSpc>
                <a:spcPct val="100000"/>
              </a:lnSpc>
              <a:spcBef>
                <a:spcPts val="0"/>
              </a:spcBef>
              <a:spcAft>
                <a:spcPts val="0"/>
              </a:spcAft>
              <a:buNone/>
              <a:defRPr sz="800" b="0"/>
            </a:lvl3pPr>
            <a:lvl4pPr marL="0" indent="0">
              <a:lnSpc>
                <a:spcPct val="100000"/>
              </a:lnSpc>
              <a:spcBef>
                <a:spcPts val="0"/>
              </a:spcBef>
              <a:spcAft>
                <a:spcPts val="0"/>
              </a:spcAft>
              <a:buNone/>
              <a:defRPr sz="800" b="0"/>
            </a:lvl4pPr>
            <a:lvl5pPr marL="0" indent="0">
              <a:lnSpc>
                <a:spcPct val="100000"/>
              </a:lnSpc>
              <a:spcBef>
                <a:spcPts val="0"/>
              </a:spcBef>
              <a:spcAft>
                <a:spcPts val="0"/>
              </a:spcAft>
              <a:buNone/>
              <a:defRPr sz="800" b="0"/>
            </a:lvl5pPr>
            <a:lvl6pPr marL="0" indent="0">
              <a:lnSpc>
                <a:spcPct val="100000"/>
              </a:lnSpc>
              <a:spcBef>
                <a:spcPts val="0"/>
              </a:spcBef>
              <a:spcAft>
                <a:spcPts val="0"/>
              </a:spcAft>
              <a:buNone/>
              <a:defRPr sz="800" b="0"/>
            </a:lvl6pPr>
            <a:lvl7pPr marL="0" indent="0">
              <a:lnSpc>
                <a:spcPct val="100000"/>
              </a:lnSpc>
              <a:spcBef>
                <a:spcPts val="0"/>
              </a:spcBef>
              <a:spcAft>
                <a:spcPts val="0"/>
              </a:spcAft>
              <a:buNone/>
              <a:defRPr sz="800" b="0"/>
            </a:lvl7pPr>
            <a:lvl8pPr marL="0" indent="0">
              <a:lnSpc>
                <a:spcPct val="100000"/>
              </a:lnSpc>
              <a:spcBef>
                <a:spcPts val="0"/>
              </a:spcBef>
              <a:spcAft>
                <a:spcPts val="0"/>
              </a:spcAft>
              <a:buNone/>
              <a:defRPr sz="800" b="0"/>
            </a:lvl8pPr>
            <a:lvl9pPr marL="0" indent="0">
              <a:lnSpc>
                <a:spcPct val="100000"/>
              </a:lnSpc>
              <a:spcBef>
                <a:spcPts val="0"/>
              </a:spcBef>
              <a:spcAft>
                <a:spcPts val="0"/>
              </a:spcAft>
              <a:buNone/>
              <a:defRPr sz="800" b="0"/>
            </a:lvl9pPr>
          </a:lstStyle>
          <a:p>
            <a:pPr lvl="0"/>
            <a:r>
              <a:rPr lang="en-US"/>
              <a:t>Footnote/Source</a:t>
            </a:r>
          </a:p>
        </p:txBody>
      </p:sp>
      <p:sp>
        <p:nvSpPr>
          <p:cNvPr id="7" name="Fußzeilenplatzhalter 6">
            <a:extLst>
              <a:ext uri="{FF2B5EF4-FFF2-40B4-BE49-F238E27FC236}">
                <a16:creationId xmlns:a16="http://schemas.microsoft.com/office/drawing/2014/main" id="{AC322F83-D582-6CFE-50EE-9B963E9DAFF2}"/>
              </a:ext>
            </a:extLst>
          </p:cNvPr>
          <p:cNvSpPr>
            <a:spLocks noGrp="1"/>
          </p:cNvSpPr>
          <p:nvPr>
            <p:ph type="ftr" sz="quarter" idx="10"/>
          </p:nvPr>
        </p:nvSpPr>
        <p:spPr bwMode="gray"/>
        <p:txBody>
          <a:bodyPr/>
          <a:lstStyle/>
          <a:p>
            <a:r>
              <a:rPr lang="en-US"/>
              <a:t>ONLY FOR INTERNAL USE</a:t>
            </a:r>
          </a:p>
        </p:txBody>
      </p:sp>
      <p:sp>
        <p:nvSpPr>
          <p:cNvPr id="10" name="Foliennummernplatzhalter 9">
            <a:extLst>
              <a:ext uri="{FF2B5EF4-FFF2-40B4-BE49-F238E27FC236}">
                <a16:creationId xmlns:a16="http://schemas.microsoft.com/office/drawing/2014/main" id="{381724B2-BBE4-E79B-167B-326D36AACC52}"/>
              </a:ext>
            </a:extLst>
          </p:cNvPr>
          <p:cNvSpPr>
            <a:spLocks noGrp="1"/>
          </p:cNvSpPr>
          <p:nvPr>
            <p:ph type="sldNum" sz="quarter" idx="11"/>
          </p:nvPr>
        </p:nvSpPr>
        <p:spPr bwMode="gray"/>
        <p:txBody>
          <a:bodyPr/>
          <a:lstStyle/>
          <a:p>
            <a:fld id="{8FF9B0DE-3FEB-4AA0-B465-B80EF7C1333D}" type="slidenum">
              <a:rPr lang="en-US" smtClean="0"/>
              <a:pPr/>
              <a:t>‹#›</a:t>
            </a:fld>
            <a:endParaRPr lang="en-US"/>
          </a:p>
        </p:txBody>
      </p:sp>
    </p:spTree>
    <p:extLst>
      <p:ext uri="{BB962C8B-B14F-4D97-AF65-F5344CB8AC3E}">
        <p14:creationId xmlns:p14="http://schemas.microsoft.com/office/powerpoint/2010/main" val="3525369296"/>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matchingName="Only title">
  <p:cSld name="1_Only title">
    <p:spTree>
      <p:nvGrpSpPr>
        <p:cNvPr id="1" name="Shape 38"/>
        <p:cNvGrpSpPr/>
        <p:nvPr/>
      </p:nvGrpSpPr>
      <p:grpSpPr>
        <a:xfrm>
          <a:off x="0" y="0"/>
          <a:ext cx="0" cy="0"/>
          <a:chOff x="0" y="0"/>
          <a:chExt cx="0" cy="0"/>
        </a:xfrm>
      </p:grpSpPr>
      <p:sp>
        <p:nvSpPr>
          <p:cNvPr id="39" name="Google Shape;39;p99"/>
          <p:cNvSpPr txBox="1">
            <a:spLocks noGrp="1"/>
          </p:cNvSpPr>
          <p:nvPr>
            <p:ph type="title"/>
          </p:nvPr>
        </p:nvSpPr>
        <p:spPr>
          <a:xfrm>
            <a:off x="479424" y="477000"/>
            <a:ext cx="11233151" cy="7200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Clr>
                <a:schemeClr val="lt2"/>
              </a:buClr>
              <a:buSzPts val="2500"/>
              <a:buFont typeface="Arial"/>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 name="Google Shape;40;p99"/>
          <p:cNvSpPr txBox="1">
            <a:spLocks noGrp="1"/>
          </p:cNvSpPr>
          <p:nvPr>
            <p:ph type="body" idx="1"/>
          </p:nvPr>
        </p:nvSpPr>
        <p:spPr>
          <a:xfrm>
            <a:off x="479998" y="5805280"/>
            <a:ext cx="11232000" cy="144000"/>
          </a:xfrm>
          <a:prstGeom prst="rect">
            <a:avLst/>
          </a:prstGeom>
          <a:noFill/>
          <a:ln>
            <a:noFill/>
          </a:ln>
        </p:spPr>
        <p:txBody>
          <a:bodyPr spcFirstLastPara="1" wrap="square" lIns="0" tIns="0" rIns="0" bIns="0" anchor="b" anchorCtr="0">
            <a:noAutofit/>
          </a:bodyPr>
          <a:lstStyle>
            <a:lvl1pPr marL="457200" lvl="0" indent="-228600" algn="l">
              <a:lnSpc>
                <a:spcPct val="100000"/>
              </a:lnSpc>
              <a:spcBef>
                <a:spcPts val="0"/>
              </a:spcBef>
              <a:spcAft>
                <a:spcPts val="0"/>
              </a:spcAft>
              <a:buClr>
                <a:schemeClr val="dk1"/>
              </a:buClr>
              <a:buSzPts val="800"/>
              <a:buFont typeface="Arial"/>
              <a:buNone/>
              <a:defRPr sz="800" b="0"/>
            </a:lvl1pPr>
            <a:lvl2pPr marL="914400" lvl="1" indent="-228600" algn="l">
              <a:lnSpc>
                <a:spcPct val="100000"/>
              </a:lnSpc>
              <a:spcBef>
                <a:spcPts val="0"/>
              </a:spcBef>
              <a:spcAft>
                <a:spcPts val="0"/>
              </a:spcAft>
              <a:buClr>
                <a:schemeClr val="dk1"/>
              </a:buClr>
              <a:buSzPts val="800"/>
              <a:buFont typeface="Arial"/>
              <a:buNone/>
              <a:defRPr sz="800" b="0"/>
            </a:lvl2pPr>
            <a:lvl3pPr marL="1371600" lvl="2" indent="-228600" algn="l">
              <a:lnSpc>
                <a:spcPct val="100000"/>
              </a:lnSpc>
              <a:spcBef>
                <a:spcPts val="0"/>
              </a:spcBef>
              <a:spcAft>
                <a:spcPts val="0"/>
              </a:spcAft>
              <a:buClr>
                <a:schemeClr val="dk1"/>
              </a:buClr>
              <a:buSzPts val="800"/>
              <a:buNone/>
              <a:defRPr sz="800" b="0"/>
            </a:lvl3pPr>
            <a:lvl4pPr marL="1828800" lvl="3" indent="-228600" algn="l">
              <a:lnSpc>
                <a:spcPct val="100000"/>
              </a:lnSpc>
              <a:spcBef>
                <a:spcPts val="0"/>
              </a:spcBef>
              <a:spcAft>
                <a:spcPts val="0"/>
              </a:spcAft>
              <a:buClr>
                <a:schemeClr val="dk1"/>
              </a:buClr>
              <a:buSzPts val="800"/>
              <a:buNone/>
              <a:defRPr sz="800" b="0"/>
            </a:lvl4pPr>
            <a:lvl5pPr marL="2286000" lvl="4" indent="-228600" algn="l">
              <a:lnSpc>
                <a:spcPct val="100000"/>
              </a:lnSpc>
              <a:spcBef>
                <a:spcPts val="0"/>
              </a:spcBef>
              <a:spcAft>
                <a:spcPts val="0"/>
              </a:spcAft>
              <a:buClr>
                <a:schemeClr val="dk1"/>
              </a:buClr>
              <a:buSzPts val="800"/>
              <a:buNone/>
              <a:defRPr sz="800" b="0"/>
            </a:lvl5pPr>
            <a:lvl6pPr marL="2743200" lvl="5" indent="-228600" algn="l">
              <a:lnSpc>
                <a:spcPct val="100000"/>
              </a:lnSpc>
              <a:spcBef>
                <a:spcPts val="0"/>
              </a:spcBef>
              <a:spcAft>
                <a:spcPts val="0"/>
              </a:spcAft>
              <a:buClr>
                <a:schemeClr val="dk1"/>
              </a:buClr>
              <a:buSzPts val="800"/>
              <a:buNone/>
              <a:defRPr sz="800" b="0"/>
            </a:lvl6pPr>
            <a:lvl7pPr marL="3200400" lvl="6" indent="-228600" algn="l">
              <a:lnSpc>
                <a:spcPct val="100000"/>
              </a:lnSpc>
              <a:spcBef>
                <a:spcPts val="0"/>
              </a:spcBef>
              <a:spcAft>
                <a:spcPts val="0"/>
              </a:spcAft>
              <a:buClr>
                <a:schemeClr val="dk1"/>
              </a:buClr>
              <a:buSzPts val="800"/>
              <a:buNone/>
              <a:defRPr sz="800" b="0"/>
            </a:lvl7pPr>
            <a:lvl8pPr marL="3657600" lvl="7" indent="-228600" algn="l">
              <a:lnSpc>
                <a:spcPct val="100000"/>
              </a:lnSpc>
              <a:spcBef>
                <a:spcPts val="0"/>
              </a:spcBef>
              <a:spcAft>
                <a:spcPts val="0"/>
              </a:spcAft>
              <a:buClr>
                <a:schemeClr val="dk1"/>
              </a:buClr>
              <a:buSzPts val="800"/>
              <a:buNone/>
              <a:defRPr sz="800" b="0"/>
            </a:lvl8pPr>
            <a:lvl9pPr marL="4114800" lvl="8" indent="-228600" algn="l">
              <a:lnSpc>
                <a:spcPct val="100000"/>
              </a:lnSpc>
              <a:spcBef>
                <a:spcPts val="0"/>
              </a:spcBef>
              <a:spcAft>
                <a:spcPts val="0"/>
              </a:spcAft>
              <a:buClr>
                <a:schemeClr val="dk1"/>
              </a:buClr>
              <a:buSzPts val="800"/>
              <a:buNone/>
              <a:defRPr sz="800" b="0"/>
            </a:lvl9pPr>
          </a:lstStyle>
          <a:p>
            <a:endParaRPr/>
          </a:p>
        </p:txBody>
      </p:sp>
      <p:sp>
        <p:nvSpPr>
          <p:cNvPr id="41" name="Google Shape;41;p99"/>
          <p:cNvSpPr txBox="1">
            <a:spLocks noGrp="1"/>
          </p:cNvSpPr>
          <p:nvPr>
            <p:ph type="ftr" idx="11"/>
          </p:nvPr>
        </p:nvSpPr>
        <p:spPr>
          <a:xfrm>
            <a:off x="6312024" y="6246836"/>
            <a:ext cx="5040560" cy="288000"/>
          </a:xfrm>
          <a:prstGeom prst="rect">
            <a:avLst/>
          </a:prstGeom>
          <a:noFill/>
          <a:ln>
            <a:noFill/>
          </a:ln>
        </p:spPr>
        <p:txBody>
          <a:bodyPr spcFirstLastPara="1" wrap="square" lIns="0" tIns="0" rIns="0" bIns="0" anchor="b" anchorCtr="0">
            <a:noAutofit/>
          </a:bodyPr>
          <a:lstStyle>
            <a:lvl1pPr lvl="0" algn="r">
              <a:lnSpc>
                <a:spcPct val="100000"/>
              </a:lnSpc>
              <a:spcBef>
                <a:spcPts val="0"/>
              </a:spcBef>
              <a:spcAft>
                <a:spcPts val="0"/>
              </a:spcAft>
              <a:buSzPts val="1400"/>
              <a:buNone/>
              <a:defRPr/>
            </a:lvl1pPr>
            <a:lvl2pPr lvl="1" algn="l">
              <a:lnSpc>
                <a:spcPct val="100000"/>
              </a:lnSpc>
              <a:spcBef>
                <a:spcPts val="30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 name="Google Shape;42;p99"/>
          <p:cNvSpPr txBox="1">
            <a:spLocks noGrp="1"/>
          </p:cNvSpPr>
          <p:nvPr>
            <p:ph type="sldNum" idx="12"/>
          </p:nvPr>
        </p:nvSpPr>
        <p:spPr>
          <a:xfrm>
            <a:off x="11424592" y="6246836"/>
            <a:ext cx="288000" cy="288000"/>
          </a:xfrm>
          <a:prstGeom prst="rect">
            <a:avLst/>
          </a:prstGeom>
          <a:noFill/>
          <a:ln>
            <a:noFill/>
          </a:ln>
        </p:spPr>
        <p:txBody>
          <a:bodyPr spcFirstLastPara="1" wrap="square" lIns="0" tIns="0" rIns="0" bIns="0" anchor="b" anchorCtr="0">
            <a:noAutofit/>
          </a:bodyPr>
          <a:lstStyle>
            <a:lvl1pPr marL="0" marR="0" lvl="0"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800"/>
              <a:buFont typeface="Arial"/>
              <a:buNone/>
              <a:defRPr sz="800" b="0" i="0" u="none" strike="noStrike" cap="none">
                <a:solidFill>
                  <a:schemeClr val="lt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609189229"/>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693C469-2D17-EED6-AEAD-344B959B3B07}"/>
              </a:ext>
            </a:extLst>
          </p:cNvPr>
          <p:cNvSpPr>
            <a:spLocks noGrp="1"/>
          </p:cNvSpPr>
          <p:nvPr>
            <p:ph type="dt" sz="half" idx="10"/>
          </p:nvPr>
        </p:nvSpPr>
        <p:spPr/>
        <p:txBody>
          <a:bodyPr/>
          <a:lstStyle/>
          <a:p>
            <a:fld id="{A26FC8E1-F373-4CE6-A579-785DFE727DF0}" type="datetimeFigureOut">
              <a:rPr lang="en-US" smtClean="0"/>
              <a:t>5/14/2026</a:t>
            </a:fld>
            <a:endParaRPr lang="en-US"/>
          </a:p>
        </p:txBody>
      </p:sp>
      <p:sp>
        <p:nvSpPr>
          <p:cNvPr id="3" name="Footer Placeholder 2">
            <a:extLst>
              <a:ext uri="{FF2B5EF4-FFF2-40B4-BE49-F238E27FC236}">
                <a16:creationId xmlns:a16="http://schemas.microsoft.com/office/drawing/2014/main" id="{96508F1A-C50C-0C95-54FB-13A22C5DC8DB}"/>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EC9F3A84-201F-0854-C086-A9A58EBC2A25}"/>
              </a:ext>
            </a:extLst>
          </p:cNvPr>
          <p:cNvSpPr>
            <a:spLocks noGrp="1"/>
          </p:cNvSpPr>
          <p:nvPr>
            <p:ph type="sldNum" sz="quarter" idx="12"/>
          </p:nvPr>
        </p:nvSpPr>
        <p:spPr/>
        <p:txBody>
          <a:bodyPr/>
          <a:lstStyle/>
          <a:p>
            <a:fld id="{9BD1B9F9-1484-4440-97F6-9565FA1B371C}" type="slidenum">
              <a:rPr lang="en-US" smtClean="0"/>
              <a:t>‹#›</a:t>
            </a:fld>
            <a:endParaRPr lang="en-US"/>
          </a:p>
        </p:txBody>
      </p:sp>
    </p:spTree>
    <p:extLst>
      <p:ext uri="{BB962C8B-B14F-4D97-AF65-F5344CB8AC3E}">
        <p14:creationId xmlns:p14="http://schemas.microsoft.com/office/powerpoint/2010/main" val="8209716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image" Target="../media/image1.sv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48.xml"/><Relationship Id="rId18" Type="http://schemas.openxmlformats.org/officeDocument/2006/relationships/slideLayout" Target="../slideLayouts/slideLayout53.xml"/><Relationship Id="rId26" Type="http://schemas.openxmlformats.org/officeDocument/2006/relationships/slideLayout" Target="../slideLayouts/slideLayout61.xml"/><Relationship Id="rId39" Type="http://schemas.openxmlformats.org/officeDocument/2006/relationships/slideLayout" Target="../slideLayouts/slideLayout74.xml"/><Relationship Id="rId21" Type="http://schemas.openxmlformats.org/officeDocument/2006/relationships/slideLayout" Target="../slideLayouts/slideLayout56.xml"/><Relationship Id="rId34" Type="http://schemas.openxmlformats.org/officeDocument/2006/relationships/slideLayout" Target="../slideLayouts/slideLayout69.xml"/><Relationship Id="rId42" Type="http://schemas.openxmlformats.org/officeDocument/2006/relationships/slideLayout" Target="../slideLayouts/slideLayout77.xml"/><Relationship Id="rId47" Type="http://schemas.openxmlformats.org/officeDocument/2006/relationships/slideLayout" Target="../slideLayouts/slideLayout82.xml"/><Relationship Id="rId50" Type="http://schemas.openxmlformats.org/officeDocument/2006/relationships/slideLayout" Target="../slideLayouts/slideLayout85.xml"/><Relationship Id="rId55" Type="http://schemas.openxmlformats.org/officeDocument/2006/relationships/slideLayout" Target="../slideLayouts/slideLayout90.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17" Type="http://schemas.openxmlformats.org/officeDocument/2006/relationships/slideLayout" Target="../slideLayouts/slideLayout52.xml"/><Relationship Id="rId25" Type="http://schemas.openxmlformats.org/officeDocument/2006/relationships/slideLayout" Target="../slideLayouts/slideLayout60.xml"/><Relationship Id="rId33" Type="http://schemas.openxmlformats.org/officeDocument/2006/relationships/slideLayout" Target="../slideLayouts/slideLayout68.xml"/><Relationship Id="rId38" Type="http://schemas.openxmlformats.org/officeDocument/2006/relationships/slideLayout" Target="../slideLayouts/slideLayout73.xml"/><Relationship Id="rId46" Type="http://schemas.openxmlformats.org/officeDocument/2006/relationships/slideLayout" Target="../slideLayouts/slideLayout81.xml"/><Relationship Id="rId2" Type="http://schemas.openxmlformats.org/officeDocument/2006/relationships/slideLayout" Target="../slideLayouts/slideLayout37.xml"/><Relationship Id="rId16" Type="http://schemas.openxmlformats.org/officeDocument/2006/relationships/slideLayout" Target="../slideLayouts/slideLayout51.xml"/><Relationship Id="rId20" Type="http://schemas.openxmlformats.org/officeDocument/2006/relationships/slideLayout" Target="../slideLayouts/slideLayout55.xml"/><Relationship Id="rId29" Type="http://schemas.openxmlformats.org/officeDocument/2006/relationships/slideLayout" Target="../slideLayouts/slideLayout64.xml"/><Relationship Id="rId41" Type="http://schemas.openxmlformats.org/officeDocument/2006/relationships/slideLayout" Target="../slideLayouts/slideLayout76.xml"/><Relationship Id="rId54" Type="http://schemas.openxmlformats.org/officeDocument/2006/relationships/slideLayout" Target="../slideLayouts/slideLayout89.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24" Type="http://schemas.openxmlformats.org/officeDocument/2006/relationships/slideLayout" Target="../slideLayouts/slideLayout59.xml"/><Relationship Id="rId32" Type="http://schemas.openxmlformats.org/officeDocument/2006/relationships/slideLayout" Target="../slideLayouts/slideLayout67.xml"/><Relationship Id="rId37" Type="http://schemas.openxmlformats.org/officeDocument/2006/relationships/slideLayout" Target="../slideLayouts/slideLayout72.xml"/><Relationship Id="rId40" Type="http://schemas.openxmlformats.org/officeDocument/2006/relationships/slideLayout" Target="../slideLayouts/slideLayout75.xml"/><Relationship Id="rId45" Type="http://schemas.openxmlformats.org/officeDocument/2006/relationships/slideLayout" Target="../slideLayouts/slideLayout80.xml"/><Relationship Id="rId53" Type="http://schemas.openxmlformats.org/officeDocument/2006/relationships/slideLayout" Target="../slideLayouts/slideLayout88.xml"/><Relationship Id="rId58" Type="http://schemas.openxmlformats.org/officeDocument/2006/relationships/image" Target="../media/image1.svg"/><Relationship Id="rId5" Type="http://schemas.openxmlformats.org/officeDocument/2006/relationships/slideLayout" Target="../slideLayouts/slideLayout40.xml"/><Relationship Id="rId15" Type="http://schemas.openxmlformats.org/officeDocument/2006/relationships/slideLayout" Target="../slideLayouts/slideLayout50.xml"/><Relationship Id="rId23" Type="http://schemas.openxmlformats.org/officeDocument/2006/relationships/slideLayout" Target="../slideLayouts/slideLayout58.xml"/><Relationship Id="rId28" Type="http://schemas.openxmlformats.org/officeDocument/2006/relationships/slideLayout" Target="../slideLayouts/slideLayout63.xml"/><Relationship Id="rId36" Type="http://schemas.openxmlformats.org/officeDocument/2006/relationships/slideLayout" Target="../slideLayouts/slideLayout71.xml"/><Relationship Id="rId49" Type="http://schemas.openxmlformats.org/officeDocument/2006/relationships/slideLayout" Target="../slideLayouts/slideLayout84.xml"/><Relationship Id="rId57" Type="http://schemas.openxmlformats.org/officeDocument/2006/relationships/theme" Target="../theme/theme2.xml"/><Relationship Id="rId10" Type="http://schemas.openxmlformats.org/officeDocument/2006/relationships/slideLayout" Target="../slideLayouts/slideLayout45.xml"/><Relationship Id="rId19" Type="http://schemas.openxmlformats.org/officeDocument/2006/relationships/slideLayout" Target="../slideLayouts/slideLayout54.xml"/><Relationship Id="rId31" Type="http://schemas.openxmlformats.org/officeDocument/2006/relationships/slideLayout" Target="../slideLayouts/slideLayout66.xml"/><Relationship Id="rId44" Type="http://schemas.openxmlformats.org/officeDocument/2006/relationships/slideLayout" Target="../slideLayouts/slideLayout79.xml"/><Relationship Id="rId52" Type="http://schemas.openxmlformats.org/officeDocument/2006/relationships/slideLayout" Target="../slideLayouts/slideLayout87.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slideLayout" Target="../slideLayouts/slideLayout49.xml"/><Relationship Id="rId22" Type="http://schemas.openxmlformats.org/officeDocument/2006/relationships/slideLayout" Target="../slideLayouts/slideLayout57.xml"/><Relationship Id="rId27" Type="http://schemas.openxmlformats.org/officeDocument/2006/relationships/slideLayout" Target="../slideLayouts/slideLayout62.xml"/><Relationship Id="rId30" Type="http://schemas.openxmlformats.org/officeDocument/2006/relationships/slideLayout" Target="../slideLayouts/slideLayout65.xml"/><Relationship Id="rId35" Type="http://schemas.openxmlformats.org/officeDocument/2006/relationships/slideLayout" Target="../slideLayouts/slideLayout70.xml"/><Relationship Id="rId43" Type="http://schemas.openxmlformats.org/officeDocument/2006/relationships/slideLayout" Target="../slideLayouts/slideLayout78.xml"/><Relationship Id="rId48" Type="http://schemas.openxmlformats.org/officeDocument/2006/relationships/slideLayout" Target="../slideLayouts/slideLayout83.xml"/><Relationship Id="rId56" Type="http://schemas.openxmlformats.org/officeDocument/2006/relationships/slideLayout" Target="../slideLayouts/slideLayout91.xml"/><Relationship Id="rId8" Type="http://schemas.openxmlformats.org/officeDocument/2006/relationships/slideLayout" Target="../slideLayouts/slideLayout43.xml"/><Relationship Id="rId51" Type="http://schemas.openxmlformats.org/officeDocument/2006/relationships/slideLayout" Target="../slideLayouts/slideLayout86.xml"/><Relationship Id="rId3" Type="http://schemas.openxmlformats.org/officeDocument/2006/relationships/slideLayout" Target="../slideLayouts/slideLayout38.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4.xml"/><Relationship Id="rId18" Type="http://schemas.openxmlformats.org/officeDocument/2006/relationships/slideLayout" Target="../slideLayouts/slideLayout109.xml"/><Relationship Id="rId26" Type="http://schemas.openxmlformats.org/officeDocument/2006/relationships/slideLayout" Target="../slideLayouts/slideLayout117.xml"/><Relationship Id="rId39" Type="http://schemas.openxmlformats.org/officeDocument/2006/relationships/slideLayout" Target="../slideLayouts/slideLayout130.xml"/><Relationship Id="rId21" Type="http://schemas.openxmlformats.org/officeDocument/2006/relationships/slideLayout" Target="../slideLayouts/slideLayout112.xml"/><Relationship Id="rId34" Type="http://schemas.openxmlformats.org/officeDocument/2006/relationships/slideLayout" Target="../slideLayouts/slideLayout125.xml"/><Relationship Id="rId42" Type="http://schemas.openxmlformats.org/officeDocument/2006/relationships/slideLayout" Target="../slideLayouts/slideLayout133.xml"/><Relationship Id="rId47" Type="http://schemas.openxmlformats.org/officeDocument/2006/relationships/slideLayout" Target="../slideLayouts/slideLayout138.xml"/><Relationship Id="rId50" Type="http://schemas.openxmlformats.org/officeDocument/2006/relationships/slideLayout" Target="../slideLayouts/slideLayout141.xml"/><Relationship Id="rId55" Type="http://schemas.openxmlformats.org/officeDocument/2006/relationships/slideLayout" Target="../slideLayouts/slideLayout146.xml"/><Relationship Id="rId63" Type="http://schemas.openxmlformats.org/officeDocument/2006/relationships/slideLayout" Target="../slideLayouts/slideLayout154.xml"/><Relationship Id="rId68" Type="http://schemas.openxmlformats.org/officeDocument/2006/relationships/theme" Target="../theme/theme3.xml"/><Relationship Id="rId7" Type="http://schemas.openxmlformats.org/officeDocument/2006/relationships/slideLayout" Target="../slideLayouts/slideLayout98.xml"/><Relationship Id="rId2" Type="http://schemas.openxmlformats.org/officeDocument/2006/relationships/slideLayout" Target="../slideLayouts/slideLayout93.xml"/><Relationship Id="rId16" Type="http://schemas.openxmlformats.org/officeDocument/2006/relationships/slideLayout" Target="../slideLayouts/slideLayout107.xml"/><Relationship Id="rId29" Type="http://schemas.openxmlformats.org/officeDocument/2006/relationships/slideLayout" Target="../slideLayouts/slideLayout120.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24" Type="http://schemas.openxmlformats.org/officeDocument/2006/relationships/slideLayout" Target="../slideLayouts/slideLayout115.xml"/><Relationship Id="rId32" Type="http://schemas.openxmlformats.org/officeDocument/2006/relationships/slideLayout" Target="../slideLayouts/slideLayout123.xml"/><Relationship Id="rId37" Type="http://schemas.openxmlformats.org/officeDocument/2006/relationships/slideLayout" Target="../slideLayouts/slideLayout128.xml"/><Relationship Id="rId40" Type="http://schemas.openxmlformats.org/officeDocument/2006/relationships/slideLayout" Target="../slideLayouts/slideLayout131.xml"/><Relationship Id="rId45" Type="http://schemas.openxmlformats.org/officeDocument/2006/relationships/slideLayout" Target="../slideLayouts/slideLayout136.xml"/><Relationship Id="rId53" Type="http://schemas.openxmlformats.org/officeDocument/2006/relationships/slideLayout" Target="../slideLayouts/slideLayout144.xml"/><Relationship Id="rId58" Type="http://schemas.openxmlformats.org/officeDocument/2006/relationships/slideLayout" Target="../slideLayouts/slideLayout149.xml"/><Relationship Id="rId66" Type="http://schemas.openxmlformats.org/officeDocument/2006/relationships/slideLayout" Target="../slideLayouts/slideLayout157.xml"/><Relationship Id="rId5" Type="http://schemas.openxmlformats.org/officeDocument/2006/relationships/slideLayout" Target="../slideLayouts/slideLayout96.xml"/><Relationship Id="rId15" Type="http://schemas.openxmlformats.org/officeDocument/2006/relationships/slideLayout" Target="../slideLayouts/slideLayout106.xml"/><Relationship Id="rId23" Type="http://schemas.openxmlformats.org/officeDocument/2006/relationships/slideLayout" Target="../slideLayouts/slideLayout114.xml"/><Relationship Id="rId28" Type="http://schemas.openxmlformats.org/officeDocument/2006/relationships/slideLayout" Target="../slideLayouts/slideLayout119.xml"/><Relationship Id="rId36" Type="http://schemas.openxmlformats.org/officeDocument/2006/relationships/slideLayout" Target="../slideLayouts/slideLayout127.xml"/><Relationship Id="rId49" Type="http://schemas.openxmlformats.org/officeDocument/2006/relationships/slideLayout" Target="../slideLayouts/slideLayout140.xml"/><Relationship Id="rId57" Type="http://schemas.openxmlformats.org/officeDocument/2006/relationships/slideLayout" Target="../slideLayouts/slideLayout148.xml"/><Relationship Id="rId61" Type="http://schemas.openxmlformats.org/officeDocument/2006/relationships/slideLayout" Target="../slideLayouts/slideLayout152.xml"/><Relationship Id="rId10" Type="http://schemas.openxmlformats.org/officeDocument/2006/relationships/slideLayout" Target="../slideLayouts/slideLayout101.xml"/><Relationship Id="rId19" Type="http://schemas.openxmlformats.org/officeDocument/2006/relationships/slideLayout" Target="../slideLayouts/slideLayout110.xml"/><Relationship Id="rId31" Type="http://schemas.openxmlformats.org/officeDocument/2006/relationships/slideLayout" Target="../slideLayouts/slideLayout122.xml"/><Relationship Id="rId44" Type="http://schemas.openxmlformats.org/officeDocument/2006/relationships/slideLayout" Target="../slideLayouts/slideLayout135.xml"/><Relationship Id="rId52" Type="http://schemas.openxmlformats.org/officeDocument/2006/relationships/slideLayout" Target="../slideLayouts/slideLayout143.xml"/><Relationship Id="rId60" Type="http://schemas.openxmlformats.org/officeDocument/2006/relationships/slideLayout" Target="../slideLayouts/slideLayout151.xml"/><Relationship Id="rId65" Type="http://schemas.openxmlformats.org/officeDocument/2006/relationships/slideLayout" Target="../slideLayouts/slideLayout156.xml"/><Relationship Id="rId4" Type="http://schemas.openxmlformats.org/officeDocument/2006/relationships/slideLayout" Target="../slideLayouts/slideLayout95.xml"/><Relationship Id="rId9" Type="http://schemas.openxmlformats.org/officeDocument/2006/relationships/slideLayout" Target="../slideLayouts/slideLayout100.xml"/><Relationship Id="rId14" Type="http://schemas.openxmlformats.org/officeDocument/2006/relationships/slideLayout" Target="../slideLayouts/slideLayout105.xml"/><Relationship Id="rId22" Type="http://schemas.openxmlformats.org/officeDocument/2006/relationships/slideLayout" Target="../slideLayouts/slideLayout113.xml"/><Relationship Id="rId27" Type="http://schemas.openxmlformats.org/officeDocument/2006/relationships/slideLayout" Target="../slideLayouts/slideLayout118.xml"/><Relationship Id="rId30" Type="http://schemas.openxmlformats.org/officeDocument/2006/relationships/slideLayout" Target="../slideLayouts/slideLayout121.xml"/><Relationship Id="rId35" Type="http://schemas.openxmlformats.org/officeDocument/2006/relationships/slideLayout" Target="../slideLayouts/slideLayout126.xml"/><Relationship Id="rId43" Type="http://schemas.openxmlformats.org/officeDocument/2006/relationships/slideLayout" Target="../slideLayouts/slideLayout134.xml"/><Relationship Id="rId48" Type="http://schemas.openxmlformats.org/officeDocument/2006/relationships/slideLayout" Target="../slideLayouts/slideLayout139.xml"/><Relationship Id="rId56" Type="http://schemas.openxmlformats.org/officeDocument/2006/relationships/slideLayout" Target="../slideLayouts/slideLayout147.xml"/><Relationship Id="rId64" Type="http://schemas.openxmlformats.org/officeDocument/2006/relationships/slideLayout" Target="../slideLayouts/slideLayout155.xml"/><Relationship Id="rId69" Type="http://schemas.openxmlformats.org/officeDocument/2006/relationships/image" Target="../media/image1.svg"/><Relationship Id="rId8" Type="http://schemas.openxmlformats.org/officeDocument/2006/relationships/slideLayout" Target="../slideLayouts/slideLayout99.xml"/><Relationship Id="rId51" Type="http://schemas.openxmlformats.org/officeDocument/2006/relationships/slideLayout" Target="../slideLayouts/slideLayout142.xml"/><Relationship Id="rId3" Type="http://schemas.openxmlformats.org/officeDocument/2006/relationships/slideLayout" Target="../slideLayouts/slideLayout94.xml"/><Relationship Id="rId12" Type="http://schemas.openxmlformats.org/officeDocument/2006/relationships/slideLayout" Target="../slideLayouts/slideLayout103.xml"/><Relationship Id="rId17" Type="http://schemas.openxmlformats.org/officeDocument/2006/relationships/slideLayout" Target="../slideLayouts/slideLayout108.xml"/><Relationship Id="rId25" Type="http://schemas.openxmlformats.org/officeDocument/2006/relationships/slideLayout" Target="../slideLayouts/slideLayout116.xml"/><Relationship Id="rId33" Type="http://schemas.openxmlformats.org/officeDocument/2006/relationships/slideLayout" Target="../slideLayouts/slideLayout124.xml"/><Relationship Id="rId38" Type="http://schemas.openxmlformats.org/officeDocument/2006/relationships/slideLayout" Target="../slideLayouts/slideLayout129.xml"/><Relationship Id="rId46" Type="http://schemas.openxmlformats.org/officeDocument/2006/relationships/slideLayout" Target="../slideLayouts/slideLayout137.xml"/><Relationship Id="rId59" Type="http://schemas.openxmlformats.org/officeDocument/2006/relationships/slideLayout" Target="../slideLayouts/slideLayout150.xml"/><Relationship Id="rId67" Type="http://schemas.openxmlformats.org/officeDocument/2006/relationships/slideLayout" Target="../slideLayouts/slideLayout158.xml"/><Relationship Id="rId20" Type="http://schemas.openxmlformats.org/officeDocument/2006/relationships/slideLayout" Target="../slideLayouts/slideLayout111.xml"/><Relationship Id="rId41" Type="http://schemas.openxmlformats.org/officeDocument/2006/relationships/slideLayout" Target="../slideLayouts/slideLayout132.xml"/><Relationship Id="rId54" Type="http://schemas.openxmlformats.org/officeDocument/2006/relationships/slideLayout" Target="../slideLayouts/slideLayout145.xml"/><Relationship Id="rId62" Type="http://schemas.openxmlformats.org/officeDocument/2006/relationships/slideLayout" Target="../slideLayouts/slideLayout153.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71.xml"/><Relationship Id="rId18" Type="http://schemas.openxmlformats.org/officeDocument/2006/relationships/slideLayout" Target="../slideLayouts/slideLayout176.xml"/><Relationship Id="rId26" Type="http://schemas.openxmlformats.org/officeDocument/2006/relationships/slideLayout" Target="../slideLayouts/slideLayout184.xml"/><Relationship Id="rId39" Type="http://schemas.openxmlformats.org/officeDocument/2006/relationships/slideLayout" Target="../slideLayouts/slideLayout197.xml"/><Relationship Id="rId21" Type="http://schemas.openxmlformats.org/officeDocument/2006/relationships/slideLayout" Target="../slideLayouts/slideLayout179.xml"/><Relationship Id="rId34" Type="http://schemas.openxmlformats.org/officeDocument/2006/relationships/slideLayout" Target="../slideLayouts/slideLayout192.xml"/><Relationship Id="rId42" Type="http://schemas.openxmlformats.org/officeDocument/2006/relationships/slideLayout" Target="../slideLayouts/slideLayout200.xml"/><Relationship Id="rId47" Type="http://schemas.openxmlformats.org/officeDocument/2006/relationships/slideLayout" Target="../slideLayouts/slideLayout205.xml"/><Relationship Id="rId50" Type="http://schemas.openxmlformats.org/officeDocument/2006/relationships/slideLayout" Target="../slideLayouts/slideLayout208.xml"/><Relationship Id="rId55" Type="http://schemas.openxmlformats.org/officeDocument/2006/relationships/slideLayout" Target="../slideLayouts/slideLayout213.xml"/><Relationship Id="rId63" Type="http://schemas.openxmlformats.org/officeDocument/2006/relationships/slideLayout" Target="../slideLayouts/slideLayout221.xml"/><Relationship Id="rId68" Type="http://schemas.openxmlformats.org/officeDocument/2006/relationships/slideLayout" Target="../slideLayouts/slideLayout226.xml"/><Relationship Id="rId7" Type="http://schemas.openxmlformats.org/officeDocument/2006/relationships/slideLayout" Target="../slideLayouts/slideLayout165.xml"/><Relationship Id="rId71" Type="http://schemas.openxmlformats.org/officeDocument/2006/relationships/slideLayout" Target="../slideLayouts/slideLayout229.xml"/><Relationship Id="rId2" Type="http://schemas.openxmlformats.org/officeDocument/2006/relationships/slideLayout" Target="../slideLayouts/slideLayout160.xml"/><Relationship Id="rId16" Type="http://schemas.openxmlformats.org/officeDocument/2006/relationships/slideLayout" Target="../slideLayouts/slideLayout174.xml"/><Relationship Id="rId29" Type="http://schemas.openxmlformats.org/officeDocument/2006/relationships/slideLayout" Target="../slideLayouts/slideLayout187.xml"/><Relationship Id="rId11" Type="http://schemas.openxmlformats.org/officeDocument/2006/relationships/slideLayout" Target="../slideLayouts/slideLayout169.xml"/><Relationship Id="rId24" Type="http://schemas.openxmlformats.org/officeDocument/2006/relationships/slideLayout" Target="../slideLayouts/slideLayout182.xml"/><Relationship Id="rId32" Type="http://schemas.openxmlformats.org/officeDocument/2006/relationships/slideLayout" Target="../slideLayouts/slideLayout190.xml"/><Relationship Id="rId37" Type="http://schemas.openxmlformats.org/officeDocument/2006/relationships/slideLayout" Target="../slideLayouts/slideLayout195.xml"/><Relationship Id="rId40" Type="http://schemas.openxmlformats.org/officeDocument/2006/relationships/slideLayout" Target="../slideLayouts/slideLayout198.xml"/><Relationship Id="rId45" Type="http://schemas.openxmlformats.org/officeDocument/2006/relationships/slideLayout" Target="../slideLayouts/slideLayout203.xml"/><Relationship Id="rId53" Type="http://schemas.openxmlformats.org/officeDocument/2006/relationships/slideLayout" Target="../slideLayouts/slideLayout211.xml"/><Relationship Id="rId58" Type="http://schemas.openxmlformats.org/officeDocument/2006/relationships/slideLayout" Target="../slideLayouts/slideLayout216.xml"/><Relationship Id="rId66" Type="http://schemas.openxmlformats.org/officeDocument/2006/relationships/slideLayout" Target="../slideLayouts/slideLayout224.xml"/><Relationship Id="rId74" Type="http://schemas.openxmlformats.org/officeDocument/2006/relationships/image" Target="../media/image1.svg"/><Relationship Id="rId5" Type="http://schemas.openxmlformats.org/officeDocument/2006/relationships/slideLayout" Target="../slideLayouts/slideLayout163.xml"/><Relationship Id="rId15" Type="http://schemas.openxmlformats.org/officeDocument/2006/relationships/slideLayout" Target="../slideLayouts/slideLayout173.xml"/><Relationship Id="rId23" Type="http://schemas.openxmlformats.org/officeDocument/2006/relationships/slideLayout" Target="../slideLayouts/slideLayout181.xml"/><Relationship Id="rId28" Type="http://schemas.openxmlformats.org/officeDocument/2006/relationships/slideLayout" Target="../slideLayouts/slideLayout186.xml"/><Relationship Id="rId36" Type="http://schemas.openxmlformats.org/officeDocument/2006/relationships/slideLayout" Target="../slideLayouts/slideLayout194.xml"/><Relationship Id="rId49" Type="http://schemas.openxmlformats.org/officeDocument/2006/relationships/slideLayout" Target="../slideLayouts/slideLayout207.xml"/><Relationship Id="rId57" Type="http://schemas.openxmlformats.org/officeDocument/2006/relationships/slideLayout" Target="../slideLayouts/slideLayout215.xml"/><Relationship Id="rId61" Type="http://schemas.openxmlformats.org/officeDocument/2006/relationships/slideLayout" Target="../slideLayouts/slideLayout219.xml"/><Relationship Id="rId10" Type="http://schemas.openxmlformats.org/officeDocument/2006/relationships/slideLayout" Target="../slideLayouts/slideLayout168.xml"/><Relationship Id="rId19" Type="http://schemas.openxmlformats.org/officeDocument/2006/relationships/slideLayout" Target="../slideLayouts/slideLayout177.xml"/><Relationship Id="rId31" Type="http://schemas.openxmlformats.org/officeDocument/2006/relationships/slideLayout" Target="../slideLayouts/slideLayout189.xml"/><Relationship Id="rId44" Type="http://schemas.openxmlformats.org/officeDocument/2006/relationships/slideLayout" Target="../slideLayouts/slideLayout202.xml"/><Relationship Id="rId52" Type="http://schemas.openxmlformats.org/officeDocument/2006/relationships/slideLayout" Target="../slideLayouts/slideLayout210.xml"/><Relationship Id="rId60" Type="http://schemas.openxmlformats.org/officeDocument/2006/relationships/slideLayout" Target="../slideLayouts/slideLayout218.xml"/><Relationship Id="rId65" Type="http://schemas.openxmlformats.org/officeDocument/2006/relationships/slideLayout" Target="../slideLayouts/slideLayout223.xml"/><Relationship Id="rId73" Type="http://schemas.openxmlformats.org/officeDocument/2006/relationships/theme" Target="../theme/theme4.xml"/><Relationship Id="rId4" Type="http://schemas.openxmlformats.org/officeDocument/2006/relationships/slideLayout" Target="../slideLayouts/slideLayout162.xml"/><Relationship Id="rId9" Type="http://schemas.openxmlformats.org/officeDocument/2006/relationships/slideLayout" Target="../slideLayouts/slideLayout167.xml"/><Relationship Id="rId14" Type="http://schemas.openxmlformats.org/officeDocument/2006/relationships/slideLayout" Target="../slideLayouts/slideLayout172.xml"/><Relationship Id="rId22" Type="http://schemas.openxmlformats.org/officeDocument/2006/relationships/slideLayout" Target="../slideLayouts/slideLayout180.xml"/><Relationship Id="rId27" Type="http://schemas.openxmlformats.org/officeDocument/2006/relationships/slideLayout" Target="../slideLayouts/slideLayout185.xml"/><Relationship Id="rId30" Type="http://schemas.openxmlformats.org/officeDocument/2006/relationships/slideLayout" Target="../slideLayouts/slideLayout188.xml"/><Relationship Id="rId35" Type="http://schemas.openxmlformats.org/officeDocument/2006/relationships/slideLayout" Target="../slideLayouts/slideLayout193.xml"/><Relationship Id="rId43" Type="http://schemas.openxmlformats.org/officeDocument/2006/relationships/slideLayout" Target="../slideLayouts/slideLayout201.xml"/><Relationship Id="rId48" Type="http://schemas.openxmlformats.org/officeDocument/2006/relationships/slideLayout" Target="../slideLayouts/slideLayout206.xml"/><Relationship Id="rId56" Type="http://schemas.openxmlformats.org/officeDocument/2006/relationships/slideLayout" Target="../slideLayouts/slideLayout214.xml"/><Relationship Id="rId64" Type="http://schemas.openxmlformats.org/officeDocument/2006/relationships/slideLayout" Target="../slideLayouts/slideLayout222.xml"/><Relationship Id="rId69" Type="http://schemas.openxmlformats.org/officeDocument/2006/relationships/slideLayout" Target="../slideLayouts/slideLayout227.xml"/><Relationship Id="rId8" Type="http://schemas.openxmlformats.org/officeDocument/2006/relationships/slideLayout" Target="../slideLayouts/slideLayout166.xml"/><Relationship Id="rId51" Type="http://schemas.openxmlformats.org/officeDocument/2006/relationships/slideLayout" Target="../slideLayouts/slideLayout209.xml"/><Relationship Id="rId72" Type="http://schemas.openxmlformats.org/officeDocument/2006/relationships/slideLayout" Target="../slideLayouts/slideLayout230.xml"/><Relationship Id="rId3" Type="http://schemas.openxmlformats.org/officeDocument/2006/relationships/slideLayout" Target="../slideLayouts/slideLayout161.xml"/><Relationship Id="rId12" Type="http://schemas.openxmlformats.org/officeDocument/2006/relationships/slideLayout" Target="../slideLayouts/slideLayout170.xml"/><Relationship Id="rId17" Type="http://schemas.openxmlformats.org/officeDocument/2006/relationships/slideLayout" Target="../slideLayouts/slideLayout175.xml"/><Relationship Id="rId25" Type="http://schemas.openxmlformats.org/officeDocument/2006/relationships/slideLayout" Target="../slideLayouts/slideLayout183.xml"/><Relationship Id="rId33" Type="http://schemas.openxmlformats.org/officeDocument/2006/relationships/slideLayout" Target="../slideLayouts/slideLayout191.xml"/><Relationship Id="rId38" Type="http://schemas.openxmlformats.org/officeDocument/2006/relationships/slideLayout" Target="../slideLayouts/slideLayout196.xml"/><Relationship Id="rId46" Type="http://schemas.openxmlformats.org/officeDocument/2006/relationships/slideLayout" Target="../slideLayouts/slideLayout204.xml"/><Relationship Id="rId59" Type="http://schemas.openxmlformats.org/officeDocument/2006/relationships/slideLayout" Target="../slideLayouts/slideLayout217.xml"/><Relationship Id="rId67" Type="http://schemas.openxmlformats.org/officeDocument/2006/relationships/slideLayout" Target="../slideLayouts/slideLayout225.xml"/><Relationship Id="rId20" Type="http://schemas.openxmlformats.org/officeDocument/2006/relationships/slideLayout" Target="../slideLayouts/slideLayout178.xml"/><Relationship Id="rId41" Type="http://schemas.openxmlformats.org/officeDocument/2006/relationships/slideLayout" Target="../slideLayouts/slideLayout199.xml"/><Relationship Id="rId54" Type="http://schemas.openxmlformats.org/officeDocument/2006/relationships/slideLayout" Target="../slideLayouts/slideLayout212.xml"/><Relationship Id="rId62" Type="http://schemas.openxmlformats.org/officeDocument/2006/relationships/slideLayout" Target="../slideLayouts/slideLayout220.xml"/><Relationship Id="rId70" Type="http://schemas.openxmlformats.org/officeDocument/2006/relationships/slideLayout" Target="../slideLayouts/slideLayout228.xml"/><Relationship Id="rId1" Type="http://schemas.openxmlformats.org/officeDocument/2006/relationships/slideLayout" Target="../slideLayouts/slideLayout159.xml"/><Relationship Id="rId6" Type="http://schemas.openxmlformats.org/officeDocument/2006/relationships/slideLayout" Target="../slideLayouts/slideLayout16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238.xml"/><Relationship Id="rId13" Type="http://schemas.openxmlformats.org/officeDocument/2006/relationships/slideLayout" Target="../slideLayouts/slideLayout243.xml"/><Relationship Id="rId18" Type="http://schemas.openxmlformats.org/officeDocument/2006/relationships/slideLayout" Target="../slideLayouts/slideLayout248.xml"/><Relationship Id="rId26" Type="http://schemas.openxmlformats.org/officeDocument/2006/relationships/slideLayout" Target="../slideLayouts/slideLayout256.xml"/><Relationship Id="rId3" Type="http://schemas.openxmlformats.org/officeDocument/2006/relationships/slideLayout" Target="../slideLayouts/slideLayout233.xml"/><Relationship Id="rId21" Type="http://schemas.openxmlformats.org/officeDocument/2006/relationships/slideLayout" Target="../slideLayouts/slideLayout251.xml"/><Relationship Id="rId34" Type="http://schemas.openxmlformats.org/officeDocument/2006/relationships/slideLayout" Target="../slideLayouts/slideLayout264.xml"/><Relationship Id="rId7" Type="http://schemas.openxmlformats.org/officeDocument/2006/relationships/slideLayout" Target="../slideLayouts/slideLayout237.xml"/><Relationship Id="rId12" Type="http://schemas.openxmlformats.org/officeDocument/2006/relationships/slideLayout" Target="../slideLayouts/slideLayout242.xml"/><Relationship Id="rId17" Type="http://schemas.openxmlformats.org/officeDocument/2006/relationships/slideLayout" Target="../slideLayouts/slideLayout247.xml"/><Relationship Id="rId25" Type="http://schemas.openxmlformats.org/officeDocument/2006/relationships/slideLayout" Target="../slideLayouts/slideLayout255.xml"/><Relationship Id="rId33" Type="http://schemas.openxmlformats.org/officeDocument/2006/relationships/slideLayout" Target="../slideLayouts/slideLayout263.xml"/><Relationship Id="rId38" Type="http://schemas.openxmlformats.org/officeDocument/2006/relationships/image" Target="../media/image1.svg"/><Relationship Id="rId2" Type="http://schemas.openxmlformats.org/officeDocument/2006/relationships/slideLayout" Target="../slideLayouts/slideLayout232.xml"/><Relationship Id="rId16" Type="http://schemas.openxmlformats.org/officeDocument/2006/relationships/slideLayout" Target="../slideLayouts/slideLayout246.xml"/><Relationship Id="rId20" Type="http://schemas.openxmlformats.org/officeDocument/2006/relationships/slideLayout" Target="../slideLayouts/slideLayout250.xml"/><Relationship Id="rId29" Type="http://schemas.openxmlformats.org/officeDocument/2006/relationships/slideLayout" Target="../slideLayouts/slideLayout259.xml"/><Relationship Id="rId1" Type="http://schemas.openxmlformats.org/officeDocument/2006/relationships/slideLayout" Target="../slideLayouts/slideLayout231.xml"/><Relationship Id="rId6" Type="http://schemas.openxmlformats.org/officeDocument/2006/relationships/slideLayout" Target="../slideLayouts/slideLayout236.xml"/><Relationship Id="rId11" Type="http://schemas.openxmlformats.org/officeDocument/2006/relationships/slideLayout" Target="../slideLayouts/slideLayout241.xml"/><Relationship Id="rId24" Type="http://schemas.openxmlformats.org/officeDocument/2006/relationships/slideLayout" Target="../slideLayouts/slideLayout254.xml"/><Relationship Id="rId32" Type="http://schemas.openxmlformats.org/officeDocument/2006/relationships/slideLayout" Target="../slideLayouts/slideLayout262.xml"/><Relationship Id="rId37" Type="http://schemas.openxmlformats.org/officeDocument/2006/relationships/theme" Target="../theme/theme5.xml"/><Relationship Id="rId5" Type="http://schemas.openxmlformats.org/officeDocument/2006/relationships/slideLayout" Target="../slideLayouts/slideLayout235.xml"/><Relationship Id="rId15" Type="http://schemas.openxmlformats.org/officeDocument/2006/relationships/slideLayout" Target="../slideLayouts/slideLayout245.xml"/><Relationship Id="rId23" Type="http://schemas.openxmlformats.org/officeDocument/2006/relationships/slideLayout" Target="../slideLayouts/slideLayout253.xml"/><Relationship Id="rId28" Type="http://schemas.openxmlformats.org/officeDocument/2006/relationships/slideLayout" Target="../slideLayouts/slideLayout258.xml"/><Relationship Id="rId36" Type="http://schemas.openxmlformats.org/officeDocument/2006/relationships/slideLayout" Target="../slideLayouts/slideLayout266.xml"/><Relationship Id="rId10" Type="http://schemas.openxmlformats.org/officeDocument/2006/relationships/slideLayout" Target="../slideLayouts/slideLayout240.xml"/><Relationship Id="rId19" Type="http://schemas.openxmlformats.org/officeDocument/2006/relationships/slideLayout" Target="../slideLayouts/slideLayout249.xml"/><Relationship Id="rId31" Type="http://schemas.openxmlformats.org/officeDocument/2006/relationships/slideLayout" Target="../slideLayouts/slideLayout261.xml"/><Relationship Id="rId4" Type="http://schemas.openxmlformats.org/officeDocument/2006/relationships/slideLayout" Target="../slideLayouts/slideLayout234.xml"/><Relationship Id="rId9" Type="http://schemas.openxmlformats.org/officeDocument/2006/relationships/slideLayout" Target="../slideLayouts/slideLayout239.xml"/><Relationship Id="rId14" Type="http://schemas.openxmlformats.org/officeDocument/2006/relationships/slideLayout" Target="../slideLayouts/slideLayout244.xml"/><Relationship Id="rId22" Type="http://schemas.openxmlformats.org/officeDocument/2006/relationships/slideLayout" Target="../slideLayouts/slideLayout252.xml"/><Relationship Id="rId27" Type="http://schemas.openxmlformats.org/officeDocument/2006/relationships/slideLayout" Target="../slideLayouts/slideLayout257.xml"/><Relationship Id="rId30" Type="http://schemas.openxmlformats.org/officeDocument/2006/relationships/slideLayout" Target="../slideLayouts/slideLayout260.xml"/><Relationship Id="rId35" Type="http://schemas.openxmlformats.org/officeDocument/2006/relationships/slideLayout" Target="../slideLayouts/slideLayout26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274.xml"/><Relationship Id="rId3" Type="http://schemas.openxmlformats.org/officeDocument/2006/relationships/slideLayout" Target="../slideLayouts/slideLayout269.xml"/><Relationship Id="rId7" Type="http://schemas.openxmlformats.org/officeDocument/2006/relationships/slideLayout" Target="../slideLayouts/slideLayout273.xml"/><Relationship Id="rId12" Type="http://schemas.openxmlformats.org/officeDocument/2006/relationships/theme" Target="../theme/theme6.xml"/><Relationship Id="rId2" Type="http://schemas.openxmlformats.org/officeDocument/2006/relationships/slideLayout" Target="../slideLayouts/slideLayout268.xml"/><Relationship Id="rId1" Type="http://schemas.openxmlformats.org/officeDocument/2006/relationships/slideLayout" Target="../slideLayouts/slideLayout267.xml"/><Relationship Id="rId6" Type="http://schemas.openxmlformats.org/officeDocument/2006/relationships/slideLayout" Target="../slideLayouts/slideLayout272.xml"/><Relationship Id="rId11" Type="http://schemas.openxmlformats.org/officeDocument/2006/relationships/slideLayout" Target="../slideLayouts/slideLayout277.xml"/><Relationship Id="rId5" Type="http://schemas.openxmlformats.org/officeDocument/2006/relationships/slideLayout" Target="../slideLayouts/slideLayout271.xml"/><Relationship Id="rId10" Type="http://schemas.openxmlformats.org/officeDocument/2006/relationships/slideLayout" Target="../slideLayouts/slideLayout276.xml"/><Relationship Id="rId4" Type="http://schemas.openxmlformats.org/officeDocument/2006/relationships/slideLayout" Target="../slideLayouts/slideLayout270.xml"/><Relationship Id="rId9" Type="http://schemas.openxmlformats.org/officeDocument/2006/relationships/slideLayout" Target="../slideLayouts/slideLayout27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slideLayout" Target="../slideLayouts/slideLayout290.xml"/><Relationship Id="rId18" Type="http://schemas.openxmlformats.org/officeDocument/2006/relationships/slideLayout" Target="../slideLayouts/slideLayout295.xml"/><Relationship Id="rId26" Type="http://schemas.openxmlformats.org/officeDocument/2006/relationships/slideLayout" Target="../slideLayouts/slideLayout303.xml"/><Relationship Id="rId3" Type="http://schemas.openxmlformats.org/officeDocument/2006/relationships/slideLayout" Target="../slideLayouts/slideLayout280.xml"/><Relationship Id="rId21" Type="http://schemas.openxmlformats.org/officeDocument/2006/relationships/slideLayout" Target="../slideLayouts/slideLayout298.xml"/><Relationship Id="rId34" Type="http://schemas.openxmlformats.org/officeDocument/2006/relationships/slideLayout" Target="../slideLayouts/slideLayout311.xml"/><Relationship Id="rId7" Type="http://schemas.openxmlformats.org/officeDocument/2006/relationships/slideLayout" Target="../slideLayouts/slideLayout284.xml"/><Relationship Id="rId12" Type="http://schemas.openxmlformats.org/officeDocument/2006/relationships/slideLayout" Target="../slideLayouts/slideLayout289.xml"/><Relationship Id="rId17" Type="http://schemas.openxmlformats.org/officeDocument/2006/relationships/slideLayout" Target="../slideLayouts/slideLayout294.xml"/><Relationship Id="rId25" Type="http://schemas.openxmlformats.org/officeDocument/2006/relationships/slideLayout" Target="../slideLayouts/slideLayout302.xml"/><Relationship Id="rId33" Type="http://schemas.openxmlformats.org/officeDocument/2006/relationships/slideLayout" Target="../slideLayouts/slideLayout310.xml"/><Relationship Id="rId38" Type="http://schemas.openxmlformats.org/officeDocument/2006/relationships/image" Target="../media/image1.svg"/><Relationship Id="rId2" Type="http://schemas.openxmlformats.org/officeDocument/2006/relationships/slideLayout" Target="../slideLayouts/slideLayout279.xml"/><Relationship Id="rId16" Type="http://schemas.openxmlformats.org/officeDocument/2006/relationships/slideLayout" Target="../slideLayouts/slideLayout293.xml"/><Relationship Id="rId20" Type="http://schemas.openxmlformats.org/officeDocument/2006/relationships/slideLayout" Target="../slideLayouts/slideLayout297.xml"/><Relationship Id="rId29" Type="http://schemas.openxmlformats.org/officeDocument/2006/relationships/slideLayout" Target="../slideLayouts/slideLayout306.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24" Type="http://schemas.openxmlformats.org/officeDocument/2006/relationships/slideLayout" Target="../slideLayouts/slideLayout301.xml"/><Relationship Id="rId32" Type="http://schemas.openxmlformats.org/officeDocument/2006/relationships/slideLayout" Target="../slideLayouts/slideLayout309.xml"/><Relationship Id="rId37" Type="http://schemas.openxmlformats.org/officeDocument/2006/relationships/theme" Target="../theme/theme7.xml"/><Relationship Id="rId5" Type="http://schemas.openxmlformats.org/officeDocument/2006/relationships/slideLayout" Target="../slideLayouts/slideLayout282.xml"/><Relationship Id="rId15" Type="http://schemas.openxmlformats.org/officeDocument/2006/relationships/slideLayout" Target="../slideLayouts/slideLayout292.xml"/><Relationship Id="rId23" Type="http://schemas.openxmlformats.org/officeDocument/2006/relationships/slideLayout" Target="../slideLayouts/slideLayout300.xml"/><Relationship Id="rId28" Type="http://schemas.openxmlformats.org/officeDocument/2006/relationships/slideLayout" Target="../slideLayouts/slideLayout305.xml"/><Relationship Id="rId36" Type="http://schemas.openxmlformats.org/officeDocument/2006/relationships/slideLayout" Target="../slideLayouts/slideLayout313.xml"/><Relationship Id="rId10" Type="http://schemas.openxmlformats.org/officeDocument/2006/relationships/slideLayout" Target="../slideLayouts/slideLayout287.xml"/><Relationship Id="rId19" Type="http://schemas.openxmlformats.org/officeDocument/2006/relationships/slideLayout" Target="../slideLayouts/slideLayout296.xml"/><Relationship Id="rId31" Type="http://schemas.openxmlformats.org/officeDocument/2006/relationships/slideLayout" Target="../slideLayouts/slideLayout308.xml"/><Relationship Id="rId4" Type="http://schemas.openxmlformats.org/officeDocument/2006/relationships/slideLayout" Target="../slideLayouts/slideLayout281.xml"/><Relationship Id="rId9" Type="http://schemas.openxmlformats.org/officeDocument/2006/relationships/slideLayout" Target="../slideLayouts/slideLayout286.xml"/><Relationship Id="rId14" Type="http://schemas.openxmlformats.org/officeDocument/2006/relationships/slideLayout" Target="../slideLayouts/slideLayout291.xml"/><Relationship Id="rId22" Type="http://schemas.openxmlformats.org/officeDocument/2006/relationships/slideLayout" Target="../slideLayouts/slideLayout299.xml"/><Relationship Id="rId27" Type="http://schemas.openxmlformats.org/officeDocument/2006/relationships/slideLayout" Target="../slideLayouts/slideLayout304.xml"/><Relationship Id="rId30" Type="http://schemas.openxmlformats.org/officeDocument/2006/relationships/slideLayout" Target="../slideLayouts/slideLayout307.xml"/><Relationship Id="rId35" Type="http://schemas.openxmlformats.org/officeDocument/2006/relationships/slideLayout" Target="../slideLayouts/slideLayout31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321.xml"/><Relationship Id="rId13" Type="http://schemas.openxmlformats.org/officeDocument/2006/relationships/slideLayout" Target="../slideLayouts/slideLayout326.xml"/><Relationship Id="rId18" Type="http://schemas.openxmlformats.org/officeDocument/2006/relationships/slideLayout" Target="../slideLayouts/slideLayout331.xml"/><Relationship Id="rId26" Type="http://schemas.openxmlformats.org/officeDocument/2006/relationships/slideLayout" Target="../slideLayouts/slideLayout339.xml"/><Relationship Id="rId3" Type="http://schemas.openxmlformats.org/officeDocument/2006/relationships/slideLayout" Target="../slideLayouts/slideLayout316.xml"/><Relationship Id="rId21" Type="http://schemas.openxmlformats.org/officeDocument/2006/relationships/slideLayout" Target="../slideLayouts/slideLayout334.xml"/><Relationship Id="rId34" Type="http://schemas.openxmlformats.org/officeDocument/2006/relationships/theme" Target="../theme/theme8.xml"/><Relationship Id="rId7" Type="http://schemas.openxmlformats.org/officeDocument/2006/relationships/slideLayout" Target="../slideLayouts/slideLayout320.xml"/><Relationship Id="rId12" Type="http://schemas.openxmlformats.org/officeDocument/2006/relationships/slideLayout" Target="../slideLayouts/slideLayout325.xml"/><Relationship Id="rId17" Type="http://schemas.openxmlformats.org/officeDocument/2006/relationships/slideLayout" Target="../slideLayouts/slideLayout330.xml"/><Relationship Id="rId25" Type="http://schemas.openxmlformats.org/officeDocument/2006/relationships/slideLayout" Target="../slideLayouts/slideLayout338.xml"/><Relationship Id="rId33" Type="http://schemas.openxmlformats.org/officeDocument/2006/relationships/slideLayout" Target="../slideLayouts/slideLayout346.xml"/><Relationship Id="rId2" Type="http://schemas.openxmlformats.org/officeDocument/2006/relationships/slideLayout" Target="../slideLayouts/slideLayout315.xml"/><Relationship Id="rId16" Type="http://schemas.openxmlformats.org/officeDocument/2006/relationships/slideLayout" Target="../slideLayouts/slideLayout329.xml"/><Relationship Id="rId20" Type="http://schemas.openxmlformats.org/officeDocument/2006/relationships/slideLayout" Target="../slideLayouts/slideLayout333.xml"/><Relationship Id="rId29" Type="http://schemas.openxmlformats.org/officeDocument/2006/relationships/slideLayout" Target="../slideLayouts/slideLayout342.xml"/><Relationship Id="rId1" Type="http://schemas.openxmlformats.org/officeDocument/2006/relationships/slideLayout" Target="../slideLayouts/slideLayout314.xml"/><Relationship Id="rId6" Type="http://schemas.openxmlformats.org/officeDocument/2006/relationships/slideLayout" Target="../slideLayouts/slideLayout319.xml"/><Relationship Id="rId11" Type="http://schemas.openxmlformats.org/officeDocument/2006/relationships/slideLayout" Target="../slideLayouts/slideLayout324.xml"/><Relationship Id="rId24" Type="http://schemas.openxmlformats.org/officeDocument/2006/relationships/slideLayout" Target="../slideLayouts/slideLayout337.xml"/><Relationship Id="rId32" Type="http://schemas.openxmlformats.org/officeDocument/2006/relationships/slideLayout" Target="../slideLayouts/slideLayout345.xml"/><Relationship Id="rId5" Type="http://schemas.openxmlformats.org/officeDocument/2006/relationships/slideLayout" Target="../slideLayouts/slideLayout318.xml"/><Relationship Id="rId15" Type="http://schemas.openxmlformats.org/officeDocument/2006/relationships/slideLayout" Target="../slideLayouts/slideLayout328.xml"/><Relationship Id="rId23" Type="http://schemas.openxmlformats.org/officeDocument/2006/relationships/slideLayout" Target="../slideLayouts/slideLayout336.xml"/><Relationship Id="rId28" Type="http://schemas.openxmlformats.org/officeDocument/2006/relationships/slideLayout" Target="../slideLayouts/slideLayout341.xml"/><Relationship Id="rId10" Type="http://schemas.openxmlformats.org/officeDocument/2006/relationships/slideLayout" Target="../slideLayouts/slideLayout323.xml"/><Relationship Id="rId19" Type="http://schemas.openxmlformats.org/officeDocument/2006/relationships/slideLayout" Target="../slideLayouts/slideLayout332.xml"/><Relationship Id="rId31" Type="http://schemas.openxmlformats.org/officeDocument/2006/relationships/slideLayout" Target="../slideLayouts/slideLayout344.xml"/><Relationship Id="rId4" Type="http://schemas.openxmlformats.org/officeDocument/2006/relationships/slideLayout" Target="../slideLayouts/slideLayout317.xml"/><Relationship Id="rId9" Type="http://schemas.openxmlformats.org/officeDocument/2006/relationships/slideLayout" Target="../slideLayouts/slideLayout322.xml"/><Relationship Id="rId14" Type="http://schemas.openxmlformats.org/officeDocument/2006/relationships/slideLayout" Target="../slideLayouts/slideLayout327.xml"/><Relationship Id="rId22" Type="http://schemas.openxmlformats.org/officeDocument/2006/relationships/slideLayout" Target="../slideLayouts/slideLayout335.xml"/><Relationship Id="rId27" Type="http://schemas.openxmlformats.org/officeDocument/2006/relationships/slideLayout" Target="../slideLayouts/slideLayout340.xml"/><Relationship Id="rId30" Type="http://schemas.openxmlformats.org/officeDocument/2006/relationships/slideLayout" Target="../slideLayouts/slideLayout343.xml"/><Relationship Id="rId35" Type="http://schemas.openxmlformats.org/officeDocument/2006/relationships/image" Target="../media/image1.sv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slideLayout" Target="../slideLayouts/slideLayout359.xml"/><Relationship Id="rId18" Type="http://schemas.openxmlformats.org/officeDocument/2006/relationships/slideLayout" Target="../slideLayouts/slideLayout364.xml"/><Relationship Id="rId26" Type="http://schemas.openxmlformats.org/officeDocument/2006/relationships/slideLayout" Target="../slideLayouts/slideLayout372.xml"/><Relationship Id="rId3" Type="http://schemas.openxmlformats.org/officeDocument/2006/relationships/slideLayout" Target="../slideLayouts/slideLayout349.xml"/><Relationship Id="rId21" Type="http://schemas.openxmlformats.org/officeDocument/2006/relationships/slideLayout" Target="../slideLayouts/slideLayout367.xml"/><Relationship Id="rId34" Type="http://schemas.openxmlformats.org/officeDocument/2006/relationships/slideLayout" Target="../slideLayouts/slideLayout380.xml"/><Relationship Id="rId7" Type="http://schemas.openxmlformats.org/officeDocument/2006/relationships/slideLayout" Target="../slideLayouts/slideLayout353.xml"/><Relationship Id="rId12" Type="http://schemas.openxmlformats.org/officeDocument/2006/relationships/slideLayout" Target="../slideLayouts/slideLayout358.xml"/><Relationship Id="rId17" Type="http://schemas.openxmlformats.org/officeDocument/2006/relationships/slideLayout" Target="../slideLayouts/slideLayout363.xml"/><Relationship Id="rId25" Type="http://schemas.openxmlformats.org/officeDocument/2006/relationships/slideLayout" Target="../slideLayouts/slideLayout371.xml"/><Relationship Id="rId33" Type="http://schemas.openxmlformats.org/officeDocument/2006/relationships/slideLayout" Target="../slideLayouts/slideLayout379.xml"/><Relationship Id="rId2" Type="http://schemas.openxmlformats.org/officeDocument/2006/relationships/slideLayout" Target="../slideLayouts/slideLayout348.xml"/><Relationship Id="rId16" Type="http://schemas.openxmlformats.org/officeDocument/2006/relationships/slideLayout" Target="../slideLayouts/slideLayout362.xml"/><Relationship Id="rId20" Type="http://schemas.openxmlformats.org/officeDocument/2006/relationships/slideLayout" Target="../slideLayouts/slideLayout366.xml"/><Relationship Id="rId29" Type="http://schemas.openxmlformats.org/officeDocument/2006/relationships/slideLayout" Target="../slideLayouts/slideLayout375.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24" Type="http://schemas.openxmlformats.org/officeDocument/2006/relationships/slideLayout" Target="../slideLayouts/slideLayout370.xml"/><Relationship Id="rId32" Type="http://schemas.openxmlformats.org/officeDocument/2006/relationships/slideLayout" Target="../slideLayouts/slideLayout378.xml"/><Relationship Id="rId37" Type="http://schemas.openxmlformats.org/officeDocument/2006/relationships/image" Target="../media/image1.svg"/><Relationship Id="rId5" Type="http://schemas.openxmlformats.org/officeDocument/2006/relationships/slideLayout" Target="../slideLayouts/slideLayout351.xml"/><Relationship Id="rId15" Type="http://schemas.openxmlformats.org/officeDocument/2006/relationships/slideLayout" Target="../slideLayouts/slideLayout361.xml"/><Relationship Id="rId23" Type="http://schemas.openxmlformats.org/officeDocument/2006/relationships/slideLayout" Target="../slideLayouts/slideLayout369.xml"/><Relationship Id="rId28" Type="http://schemas.openxmlformats.org/officeDocument/2006/relationships/slideLayout" Target="../slideLayouts/slideLayout374.xml"/><Relationship Id="rId36" Type="http://schemas.openxmlformats.org/officeDocument/2006/relationships/theme" Target="../theme/theme9.xml"/><Relationship Id="rId10" Type="http://schemas.openxmlformats.org/officeDocument/2006/relationships/slideLayout" Target="../slideLayouts/slideLayout356.xml"/><Relationship Id="rId19" Type="http://schemas.openxmlformats.org/officeDocument/2006/relationships/slideLayout" Target="../slideLayouts/slideLayout365.xml"/><Relationship Id="rId31" Type="http://schemas.openxmlformats.org/officeDocument/2006/relationships/slideLayout" Target="../slideLayouts/slideLayout377.xml"/><Relationship Id="rId4" Type="http://schemas.openxmlformats.org/officeDocument/2006/relationships/slideLayout" Target="../slideLayouts/slideLayout350.xml"/><Relationship Id="rId9" Type="http://schemas.openxmlformats.org/officeDocument/2006/relationships/slideLayout" Target="../slideLayouts/slideLayout355.xml"/><Relationship Id="rId14" Type="http://schemas.openxmlformats.org/officeDocument/2006/relationships/slideLayout" Target="../slideLayouts/slideLayout360.xml"/><Relationship Id="rId22" Type="http://schemas.openxmlformats.org/officeDocument/2006/relationships/slideLayout" Target="../slideLayouts/slideLayout368.xml"/><Relationship Id="rId27" Type="http://schemas.openxmlformats.org/officeDocument/2006/relationships/slideLayout" Target="../slideLayouts/slideLayout373.xml"/><Relationship Id="rId30" Type="http://schemas.openxmlformats.org/officeDocument/2006/relationships/slideLayout" Target="../slideLayouts/slideLayout376.xml"/><Relationship Id="rId35" Type="http://schemas.openxmlformats.org/officeDocument/2006/relationships/slideLayout" Target="../slideLayouts/slideLayout381.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394.xml"/><Relationship Id="rId18" Type="http://schemas.openxmlformats.org/officeDocument/2006/relationships/slideLayout" Target="../slideLayouts/slideLayout399.xml"/><Relationship Id="rId26" Type="http://schemas.openxmlformats.org/officeDocument/2006/relationships/slideLayout" Target="../slideLayouts/slideLayout407.xml"/><Relationship Id="rId39" Type="http://schemas.openxmlformats.org/officeDocument/2006/relationships/slideLayout" Target="../slideLayouts/slideLayout420.xml"/><Relationship Id="rId3" Type="http://schemas.openxmlformats.org/officeDocument/2006/relationships/slideLayout" Target="../slideLayouts/slideLayout384.xml"/><Relationship Id="rId21" Type="http://schemas.openxmlformats.org/officeDocument/2006/relationships/slideLayout" Target="../slideLayouts/slideLayout402.xml"/><Relationship Id="rId34" Type="http://schemas.openxmlformats.org/officeDocument/2006/relationships/slideLayout" Target="../slideLayouts/slideLayout415.xml"/><Relationship Id="rId42" Type="http://schemas.openxmlformats.org/officeDocument/2006/relationships/slideLayout" Target="../slideLayouts/slideLayout423.xml"/><Relationship Id="rId47" Type="http://schemas.openxmlformats.org/officeDocument/2006/relationships/slideLayout" Target="../slideLayouts/slideLayout428.xml"/><Relationship Id="rId50" Type="http://schemas.openxmlformats.org/officeDocument/2006/relationships/slideLayout" Target="../slideLayouts/slideLayout431.xml"/><Relationship Id="rId7" Type="http://schemas.openxmlformats.org/officeDocument/2006/relationships/slideLayout" Target="../slideLayouts/slideLayout388.xml"/><Relationship Id="rId12" Type="http://schemas.openxmlformats.org/officeDocument/2006/relationships/slideLayout" Target="../slideLayouts/slideLayout393.xml"/><Relationship Id="rId17" Type="http://schemas.openxmlformats.org/officeDocument/2006/relationships/slideLayout" Target="../slideLayouts/slideLayout398.xml"/><Relationship Id="rId25" Type="http://schemas.openxmlformats.org/officeDocument/2006/relationships/slideLayout" Target="../slideLayouts/slideLayout406.xml"/><Relationship Id="rId33" Type="http://schemas.openxmlformats.org/officeDocument/2006/relationships/slideLayout" Target="../slideLayouts/slideLayout414.xml"/><Relationship Id="rId38" Type="http://schemas.openxmlformats.org/officeDocument/2006/relationships/slideLayout" Target="../slideLayouts/slideLayout419.xml"/><Relationship Id="rId46" Type="http://schemas.openxmlformats.org/officeDocument/2006/relationships/slideLayout" Target="../slideLayouts/slideLayout427.xml"/><Relationship Id="rId2" Type="http://schemas.openxmlformats.org/officeDocument/2006/relationships/slideLayout" Target="../slideLayouts/slideLayout383.xml"/><Relationship Id="rId16" Type="http://schemas.openxmlformats.org/officeDocument/2006/relationships/slideLayout" Target="../slideLayouts/slideLayout397.xml"/><Relationship Id="rId20" Type="http://schemas.openxmlformats.org/officeDocument/2006/relationships/slideLayout" Target="../slideLayouts/slideLayout401.xml"/><Relationship Id="rId29" Type="http://schemas.openxmlformats.org/officeDocument/2006/relationships/slideLayout" Target="../slideLayouts/slideLayout410.xml"/><Relationship Id="rId41" Type="http://schemas.openxmlformats.org/officeDocument/2006/relationships/slideLayout" Target="../slideLayouts/slideLayout422.xml"/><Relationship Id="rId1" Type="http://schemas.openxmlformats.org/officeDocument/2006/relationships/slideLayout" Target="../slideLayouts/slideLayout382.xml"/><Relationship Id="rId6" Type="http://schemas.openxmlformats.org/officeDocument/2006/relationships/slideLayout" Target="../slideLayouts/slideLayout387.xml"/><Relationship Id="rId11" Type="http://schemas.openxmlformats.org/officeDocument/2006/relationships/slideLayout" Target="../slideLayouts/slideLayout392.xml"/><Relationship Id="rId24" Type="http://schemas.openxmlformats.org/officeDocument/2006/relationships/slideLayout" Target="../slideLayouts/slideLayout405.xml"/><Relationship Id="rId32" Type="http://schemas.openxmlformats.org/officeDocument/2006/relationships/slideLayout" Target="../slideLayouts/slideLayout413.xml"/><Relationship Id="rId37" Type="http://schemas.openxmlformats.org/officeDocument/2006/relationships/slideLayout" Target="../slideLayouts/slideLayout418.xml"/><Relationship Id="rId40" Type="http://schemas.openxmlformats.org/officeDocument/2006/relationships/slideLayout" Target="../slideLayouts/slideLayout421.xml"/><Relationship Id="rId45" Type="http://schemas.openxmlformats.org/officeDocument/2006/relationships/slideLayout" Target="../slideLayouts/slideLayout426.xml"/><Relationship Id="rId5" Type="http://schemas.openxmlformats.org/officeDocument/2006/relationships/slideLayout" Target="../slideLayouts/slideLayout386.xml"/><Relationship Id="rId15" Type="http://schemas.openxmlformats.org/officeDocument/2006/relationships/slideLayout" Target="../slideLayouts/slideLayout396.xml"/><Relationship Id="rId23" Type="http://schemas.openxmlformats.org/officeDocument/2006/relationships/slideLayout" Target="../slideLayouts/slideLayout404.xml"/><Relationship Id="rId28" Type="http://schemas.openxmlformats.org/officeDocument/2006/relationships/slideLayout" Target="../slideLayouts/slideLayout409.xml"/><Relationship Id="rId36" Type="http://schemas.openxmlformats.org/officeDocument/2006/relationships/slideLayout" Target="../slideLayouts/slideLayout417.xml"/><Relationship Id="rId49" Type="http://schemas.openxmlformats.org/officeDocument/2006/relationships/slideLayout" Target="../slideLayouts/slideLayout430.xml"/><Relationship Id="rId10" Type="http://schemas.openxmlformats.org/officeDocument/2006/relationships/slideLayout" Target="../slideLayouts/slideLayout391.xml"/><Relationship Id="rId19" Type="http://schemas.openxmlformats.org/officeDocument/2006/relationships/slideLayout" Target="../slideLayouts/slideLayout400.xml"/><Relationship Id="rId31" Type="http://schemas.openxmlformats.org/officeDocument/2006/relationships/slideLayout" Target="../slideLayouts/slideLayout412.xml"/><Relationship Id="rId44" Type="http://schemas.openxmlformats.org/officeDocument/2006/relationships/slideLayout" Target="../slideLayouts/slideLayout425.xml"/><Relationship Id="rId52" Type="http://schemas.openxmlformats.org/officeDocument/2006/relationships/image" Target="../media/image1.svg"/><Relationship Id="rId4" Type="http://schemas.openxmlformats.org/officeDocument/2006/relationships/slideLayout" Target="../slideLayouts/slideLayout385.xml"/><Relationship Id="rId9" Type="http://schemas.openxmlformats.org/officeDocument/2006/relationships/slideLayout" Target="../slideLayouts/slideLayout390.xml"/><Relationship Id="rId14" Type="http://schemas.openxmlformats.org/officeDocument/2006/relationships/slideLayout" Target="../slideLayouts/slideLayout395.xml"/><Relationship Id="rId22" Type="http://schemas.openxmlformats.org/officeDocument/2006/relationships/slideLayout" Target="../slideLayouts/slideLayout403.xml"/><Relationship Id="rId27" Type="http://schemas.openxmlformats.org/officeDocument/2006/relationships/slideLayout" Target="../slideLayouts/slideLayout408.xml"/><Relationship Id="rId30" Type="http://schemas.openxmlformats.org/officeDocument/2006/relationships/slideLayout" Target="../slideLayouts/slideLayout411.xml"/><Relationship Id="rId35" Type="http://schemas.openxmlformats.org/officeDocument/2006/relationships/slideLayout" Target="../slideLayouts/slideLayout416.xml"/><Relationship Id="rId43" Type="http://schemas.openxmlformats.org/officeDocument/2006/relationships/slideLayout" Target="../slideLayouts/slideLayout424.xml"/><Relationship Id="rId48" Type="http://schemas.openxmlformats.org/officeDocument/2006/relationships/slideLayout" Target="../slideLayouts/slideLayout429.xml"/><Relationship Id="rId8" Type="http://schemas.openxmlformats.org/officeDocument/2006/relationships/slideLayout" Target="../slideLayouts/slideLayout389.xml"/><Relationship Id="rId51"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439.xml"/><Relationship Id="rId13" Type="http://schemas.openxmlformats.org/officeDocument/2006/relationships/slideLayout" Target="../slideLayouts/slideLayout444.xml"/><Relationship Id="rId18" Type="http://schemas.openxmlformats.org/officeDocument/2006/relationships/slideLayout" Target="../slideLayouts/slideLayout449.xml"/><Relationship Id="rId26" Type="http://schemas.openxmlformats.org/officeDocument/2006/relationships/slideLayout" Target="../slideLayouts/slideLayout457.xml"/><Relationship Id="rId3" Type="http://schemas.openxmlformats.org/officeDocument/2006/relationships/slideLayout" Target="../slideLayouts/slideLayout434.xml"/><Relationship Id="rId21" Type="http://schemas.openxmlformats.org/officeDocument/2006/relationships/slideLayout" Target="../slideLayouts/slideLayout452.xml"/><Relationship Id="rId34" Type="http://schemas.openxmlformats.org/officeDocument/2006/relationships/slideLayout" Target="../slideLayouts/slideLayout465.xml"/><Relationship Id="rId7" Type="http://schemas.openxmlformats.org/officeDocument/2006/relationships/slideLayout" Target="../slideLayouts/slideLayout438.xml"/><Relationship Id="rId12" Type="http://schemas.openxmlformats.org/officeDocument/2006/relationships/slideLayout" Target="../slideLayouts/slideLayout443.xml"/><Relationship Id="rId17" Type="http://schemas.openxmlformats.org/officeDocument/2006/relationships/slideLayout" Target="../slideLayouts/slideLayout448.xml"/><Relationship Id="rId25" Type="http://schemas.openxmlformats.org/officeDocument/2006/relationships/slideLayout" Target="../slideLayouts/slideLayout456.xml"/><Relationship Id="rId33" Type="http://schemas.openxmlformats.org/officeDocument/2006/relationships/slideLayout" Target="../slideLayouts/slideLayout464.xml"/><Relationship Id="rId2" Type="http://schemas.openxmlformats.org/officeDocument/2006/relationships/slideLayout" Target="../slideLayouts/slideLayout433.xml"/><Relationship Id="rId16" Type="http://schemas.openxmlformats.org/officeDocument/2006/relationships/slideLayout" Target="../slideLayouts/slideLayout447.xml"/><Relationship Id="rId20" Type="http://schemas.openxmlformats.org/officeDocument/2006/relationships/slideLayout" Target="../slideLayouts/slideLayout451.xml"/><Relationship Id="rId29" Type="http://schemas.openxmlformats.org/officeDocument/2006/relationships/slideLayout" Target="../slideLayouts/slideLayout460.xml"/><Relationship Id="rId1" Type="http://schemas.openxmlformats.org/officeDocument/2006/relationships/slideLayout" Target="../slideLayouts/slideLayout432.xml"/><Relationship Id="rId6" Type="http://schemas.openxmlformats.org/officeDocument/2006/relationships/slideLayout" Target="../slideLayouts/slideLayout437.xml"/><Relationship Id="rId11" Type="http://schemas.openxmlformats.org/officeDocument/2006/relationships/slideLayout" Target="../slideLayouts/slideLayout442.xml"/><Relationship Id="rId24" Type="http://schemas.openxmlformats.org/officeDocument/2006/relationships/slideLayout" Target="../slideLayouts/slideLayout455.xml"/><Relationship Id="rId32" Type="http://schemas.openxmlformats.org/officeDocument/2006/relationships/slideLayout" Target="../slideLayouts/slideLayout463.xml"/><Relationship Id="rId37" Type="http://schemas.openxmlformats.org/officeDocument/2006/relationships/image" Target="../media/image1.svg"/><Relationship Id="rId5" Type="http://schemas.openxmlformats.org/officeDocument/2006/relationships/slideLayout" Target="../slideLayouts/slideLayout436.xml"/><Relationship Id="rId15" Type="http://schemas.openxmlformats.org/officeDocument/2006/relationships/slideLayout" Target="../slideLayouts/slideLayout446.xml"/><Relationship Id="rId23" Type="http://schemas.openxmlformats.org/officeDocument/2006/relationships/slideLayout" Target="../slideLayouts/slideLayout454.xml"/><Relationship Id="rId28" Type="http://schemas.openxmlformats.org/officeDocument/2006/relationships/slideLayout" Target="../slideLayouts/slideLayout459.xml"/><Relationship Id="rId36" Type="http://schemas.openxmlformats.org/officeDocument/2006/relationships/theme" Target="../theme/theme11.xml"/><Relationship Id="rId10" Type="http://schemas.openxmlformats.org/officeDocument/2006/relationships/slideLayout" Target="../slideLayouts/slideLayout441.xml"/><Relationship Id="rId19" Type="http://schemas.openxmlformats.org/officeDocument/2006/relationships/slideLayout" Target="../slideLayouts/slideLayout450.xml"/><Relationship Id="rId31" Type="http://schemas.openxmlformats.org/officeDocument/2006/relationships/slideLayout" Target="../slideLayouts/slideLayout462.xml"/><Relationship Id="rId4" Type="http://schemas.openxmlformats.org/officeDocument/2006/relationships/slideLayout" Target="../slideLayouts/slideLayout435.xml"/><Relationship Id="rId9" Type="http://schemas.openxmlformats.org/officeDocument/2006/relationships/slideLayout" Target="../slideLayouts/slideLayout440.xml"/><Relationship Id="rId14" Type="http://schemas.openxmlformats.org/officeDocument/2006/relationships/slideLayout" Target="../slideLayouts/slideLayout445.xml"/><Relationship Id="rId22" Type="http://schemas.openxmlformats.org/officeDocument/2006/relationships/slideLayout" Target="../slideLayouts/slideLayout453.xml"/><Relationship Id="rId27" Type="http://schemas.openxmlformats.org/officeDocument/2006/relationships/slideLayout" Target="../slideLayouts/slideLayout458.xml"/><Relationship Id="rId30" Type="http://schemas.openxmlformats.org/officeDocument/2006/relationships/slideLayout" Target="../slideLayouts/slideLayout461.xml"/><Relationship Id="rId35" Type="http://schemas.openxmlformats.org/officeDocument/2006/relationships/slideLayout" Target="../slideLayouts/slideLayout466.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474.xml"/><Relationship Id="rId13" Type="http://schemas.openxmlformats.org/officeDocument/2006/relationships/slideLayout" Target="../slideLayouts/slideLayout479.xml"/><Relationship Id="rId18" Type="http://schemas.openxmlformats.org/officeDocument/2006/relationships/slideLayout" Target="../slideLayouts/slideLayout484.xml"/><Relationship Id="rId26" Type="http://schemas.openxmlformats.org/officeDocument/2006/relationships/slideLayout" Target="../slideLayouts/slideLayout492.xml"/><Relationship Id="rId3" Type="http://schemas.openxmlformats.org/officeDocument/2006/relationships/slideLayout" Target="../slideLayouts/slideLayout469.xml"/><Relationship Id="rId21" Type="http://schemas.openxmlformats.org/officeDocument/2006/relationships/slideLayout" Target="../slideLayouts/slideLayout487.xml"/><Relationship Id="rId34" Type="http://schemas.openxmlformats.org/officeDocument/2006/relationships/slideLayout" Target="../slideLayouts/slideLayout500.xml"/><Relationship Id="rId7" Type="http://schemas.openxmlformats.org/officeDocument/2006/relationships/slideLayout" Target="../slideLayouts/slideLayout473.xml"/><Relationship Id="rId12" Type="http://schemas.openxmlformats.org/officeDocument/2006/relationships/slideLayout" Target="../slideLayouts/slideLayout478.xml"/><Relationship Id="rId17" Type="http://schemas.openxmlformats.org/officeDocument/2006/relationships/slideLayout" Target="../slideLayouts/slideLayout483.xml"/><Relationship Id="rId25" Type="http://schemas.openxmlformats.org/officeDocument/2006/relationships/slideLayout" Target="../slideLayouts/slideLayout491.xml"/><Relationship Id="rId33" Type="http://schemas.openxmlformats.org/officeDocument/2006/relationships/slideLayout" Target="../slideLayouts/slideLayout499.xml"/><Relationship Id="rId2" Type="http://schemas.openxmlformats.org/officeDocument/2006/relationships/slideLayout" Target="../slideLayouts/slideLayout468.xml"/><Relationship Id="rId16" Type="http://schemas.openxmlformats.org/officeDocument/2006/relationships/slideLayout" Target="../slideLayouts/slideLayout482.xml"/><Relationship Id="rId20" Type="http://schemas.openxmlformats.org/officeDocument/2006/relationships/slideLayout" Target="../slideLayouts/slideLayout486.xml"/><Relationship Id="rId29" Type="http://schemas.openxmlformats.org/officeDocument/2006/relationships/slideLayout" Target="../slideLayouts/slideLayout495.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24" Type="http://schemas.openxmlformats.org/officeDocument/2006/relationships/slideLayout" Target="../slideLayouts/slideLayout490.xml"/><Relationship Id="rId32" Type="http://schemas.openxmlformats.org/officeDocument/2006/relationships/slideLayout" Target="../slideLayouts/slideLayout498.xml"/><Relationship Id="rId5" Type="http://schemas.openxmlformats.org/officeDocument/2006/relationships/slideLayout" Target="../slideLayouts/slideLayout471.xml"/><Relationship Id="rId15" Type="http://schemas.openxmlformats.org/officeDocument/2006/relationships/slideLayout" Target="../slideLayouts/slideLayout481.xml"/><Relationship Id="rId23" Type="http://schemas.openxmlformats.org/officeDocument/2006/relationships/slideLayout" Target="../slideLayouts/slideLayout489.xml"/><Relationship Id="rId28" Type="http://schemas.openxmlformats.org/officeDocument/2006/relationships/slideLayout" Target="../slideLayouts/slideLayout494.xml"/><Relationship Id="rId36" Type="http://schemas.openxmlformats.org/officeDocument/2006/relationships/image" Target="../media/image1.svg"/><Relationship Id="rId10" Type="http://schemas.openxmlformats.org/officeDocument/2006/relationships/slideLayout" Target="../slideLayouts/slideLayout476.xml"/><Relationship Id="rId19" Type="http://schemas.openxmlformats.org/officeDocument/2006/relationships/slideLayout" Target="../slideLayouts/slideLayout485.xml"/><Relationship Id="rId31" Type="http://schemas.openxmlformats.org/officeDocument/2006/relationships/slideLayout" Target="../slideLayouts/slideLayout497.xml"/><Relationship Id="rId4" Type="http://schemas.openxmlformats.org/officeDocument/2006/relationships/slideLayout" Target="../slideLayouts/slideLayout470.xml"/><Relationship Id="rId9" Type="http://schemas.openxmlformats.org/officeDocument/2006/relationships/slideLayout" Target="../slideLayouts/slideLayout475.xml"/><Relationship Id="rId14" Type="http://schemas.openxmlformats.org/officeDocument/2006/relationships/slideLayout" Target="../slideLayouts/slideLayout480.xml"/><Relationship Id="rId22" Type="http://schemas.openxmlformats.org/officeDocument/2006/relationships/slideLayout" Target="../slideLayouts/slideLayout488.xml"/><Relationship Id="rId27" Type="http://schemas.openxmlformats.org/officeDocument/2006/relationships/slideLayout" Target="../slideLayouts/slideLayout493.xml"/><Relationship Id="rId30" Type="http://schemas.openxmlformats.org/officeDocument/2006/relationships/slideLayout" Target="../slideLayouts/slideLayout496.xml"/><Relationship Id="rId35" Type="http://schemas.openxmlformats.org/officeDocument/2006/relationships/theme" Target="../theme/theme1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508.xml"/><Relationship Id="rId13" Type="http://schemas.openxmlformats.org/officeDocument/2006/relationships/slideLayout" Target="../slideLayouts/slideLayout513.xml"/><Relationship Id="rId18" Type="http://schemas.openxmlformats.org/officeDocument/2006/relationships/slideLayout" Target="../slideLayouts/slideLayout518.xml"/><Relationship Id="rId26" Type="http://schemas.openxmlformats.org/officeDocument/2006/relationships/slideLayout" Target="../slideLayouts/slideLayout526.xml"/><Relationship Id="rId39" Type="http://schemas.openxmlformats.org/officeDocument/2006/relationships/theme" Target="../theme/theme13.xml"/><Relationship Id="rId3" Type="http://schemas.openxmlformats.org/officeDocument/2006/relationships/slideLayout" Target="../slideLayouts/slideLayout503.xml"/><Relationship Id="rId21" Type="http://schemas.openxmlformats.org/officeDocument/2006/relationships/slideLayout" Target="../slideLayouts/slideLayout521.xml"/><Relationship Id="rId34" Type="http://schemas.openxmlformats.org/officeDocument/2006/relationships/slideLayout" Target="../slideLayouts/slideLayout534.xml"/><Relationship Id="rId7" Type="http://schemas.openxmlformats.org/officeDocument/2006/relationships/slideLayout" Target="../slideLayouts/slideLayout507.xml"/><Relationship Id="rId12" Type="http://schemas.openxmlformats.org/officeDocument/2006/relationships/slideLayout" Target="../slideLayouts/slideLayout512.xml"/><Relationship Id="rId17" Type="http://schemas.openxmlformats.org/officeDocument/2006/relationships/slideLayout" Target="../slideLayouts/slideLayout517.xml"/><Relationship Id="rId25" Type="http://schemas.openxmlformats.org/officeDocument/2006/relationships/slideLayout" Target="../slideLayouts/slideLayout525.xml"/><Relationship Id="rId33" Type="http://schemas.openxmlformats.org/officeDocument/2006/relationships/slideLayout" Target="../slideLayouts/slideLayout533.xml"/><Relationship Id="rId38" Type="http://schemas.openxmlformats.org/officeDocument/2006/relationships/slideLayout" Target="../slideLayouts/slideLayout538.xml"/><Relationship Id="rId2" Type="http://schemas.openxmlformats.org/officeDocument/2006/relationships/slideLayout" Target="../slideLayouts/slideLayout502.xml"/><Relationship Id="rId16" Type="http://schemas.openxmlformats.org/officeDocument/2006/relationships/slideLayout" Target="../slideLayouts/slideLayout516.xml"/><Relationship Id="rId20" Type="http://schemas.openxmlformats.org/officeDocument/2006/relationships/slideLayout" Target="../slideLayouts/slideLayout520.xml"/><Relationship Id="rId29" Type="http://schemas.openxmlformats.org/officeDocument/2006/relationships/slideLayout" Target="../slideLayouts/slideLayout529.xml"/><Relationship Id="rId1" Type="http://schemas.openxmlformats.org/officeDocument/2006/relationships/slideLayout" Target="../slideLayouts/slideLayout501.xml"/><Relationship Id="rId6" Type="http://schemas.openxmlformats.org/officeDocument/2006/relationships/slideLayout" Target="../slideLayouts/slideLayout506.xml"/><Relationship Id="rId11" Type="http://schemas.openxmlformats.org/officeDocument/2006/relationships/slideLayout" Target="../slideLayouts/slideLayout511.xml"/><Relationship Id="rId24" Type="http://schemas.openxmlformats.org/officeDocument/2006/relationships/slideLayout" Target="../slideLayouts/slideLayout524.xml"/><Relationship Id="rId32" Type="http://schemas.openxmlformats.org/officeDocument/2006/relationships/slideLayout" Target="../slideLayouts/slideLayout532.xml"/><Relationship Id="rId37" Type="http://schemas.openxmlformats.org/officeDocument/2006/relationships/slideLayout" Target="../slideLayouts/slideLayout537.xml"/><Relationship Id="rId40" Type="http://schemas.openxmlformats.org/officeDocument/2006/relationships/image" Target="../media/image1.svg"/><Relationship Id="rId5" Type="http://schemas.openxmlformats.org/officeDocument/2006/relationships/slideLayout" Target="../slideLayouts/slideLayout505.xml"/><Relationship Id="rId15" Type="http://schemas.openxmlformats.org/officeDocument/2006/relationships/slideLayout" Target="../slideLayouts/slideLayout515.xml"/><Relationship Id="rId23" Type="http://schemas.openxmlformats.org/officeDocument/2006/relationships/slideLayout" Target="../slideLayouts/slideLayout523.xml"/><Relationship Id="rId28" Type="http://schemas.openxmlformats.org/officeDocument/2006/relationships/slideLayout" Target="../slideLayouts/slideLayout528.xml"/><Relationship Id="rId36" Type="http://schemas.openxmlformats.org/officeDocument/2006/relationships/slideLayout" Target="../slideLayouts/slideLayout536.xml"/><Relationship Id="rId10" Type="http://schemas.openxmlformats.org/officeDocument/2006/relationships/slideLayout" Target="../slideLayouts/slideLayout510.xml"/><Relationship Id="rId19" Type="http://schemas.openxmlformats.org/officeDocument/2006/relationships/slideLayout" Target="../slideLayouts/slideLayout519.xml"/><Relationship Id="rId31" Type="http://schemas.openxmlformats.org/officeDocument/2006/relationships/slideLayout" Target="../slideLayouts/slideLayout531.xml"/><Relationship Id="rId4" Type="http://schemas.openxmlformats.org/officeDocument/2006/relationships/slideLayout" Target="../slideLayouts/slideLayout504.xml"/><Relationship Id="rId9" Type="http://schemas.openxmlformats.org/officeDocument/2006/relationships/slideLayout" Target="../slideLayouts/slideLayout509.xml"/><Relationship Id="rId14" Type="http://schemas.openxmlformats.org/officeDocument/2006/relationships/slideLayout" Target="../slideLayouts/slideLayout514.xml"/><Relationship Id="rId22" Type="http://schemas.openxmlformats.org/officeDocument/2006/relationships/slideLayout" Target="../slideLayouts/slideLayout522.xml"/><Relationship Id="rId27" Type="http://schemas.openxmlformats.org/officeDocument/2006/relationships/slideLayout" Target="../slideLayouts/slideLayout527.xml"/><Relationship Id="rId30" Type="http://schemas.openxmlformats.org/officeDocument/2006/relationships/slideLayout" Target="../slideLayouts/slideLayout530.xml"/><Relationship Id="rId35" Type="http://schemas.openxmlformats.org/officeDocument/2006/relationships/slideLayout" Target="../slideLayouts/slideLayout535.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546.xml"/><Relationship Id="rId13" Type="http://schemas.openxmlformats.org/officeDocument/2006/relationships/slideLayout" Target="../slideLayouts/slideLayout551.xml"/><Relationship Id="rId18" Type="http://schemas.openxmlformats.org/officeDocument/2006/relationships/slideLayout" Target="../slideLayouts/slideLayout556.xml"/><Relationship Id="rId26" Type="http://schemas.openxmlformats.org/officeDocument/2006/relationships/slideLayout" Target="../slideLayouts/slideLayout564.xml"/><Relationship Id="rId39" Type="http://schemas.openxmlformats.org/officeDocument/2006/relationships/slideLayout" Target="../slideLayouts/slideLayout577.xml"/><Relationship Id="rId3" Type="http://schemas.openxmlformats.org/officeDocument/2006/relationships/slideLayout" Target="../slideLayouts/slideLayout541.xml"/><Relationship Id="rId21" Type="http://schemas.openxmlformats.org/officeDocument/2006/relationships/slideLayout" Target="../slideLayouts/slideLayout559.xml"/><Relationship Id="rId34" Type="http://schemas.openxmlformats.org/officeDocument/2006/relationships/slideLayout" Target="../slideLayouts/slideLayout572.xml"/><Relationship Id="rId42" Type="http://schemas.openxmlformats.org/officeDocument/2006/relationships/theme" Target="../theme/theme14.xml"/><Relationship Id="rId7" Type="http://schemas.openxmlformats.org/officeDocument/2006/relationships/slideLayout" Target="../slideLayouts/slideLayout545.xml"/><Relationship Id="rId12" Type="http://schemas.openxmlformats.org/officeDocument/2006/relationships/slideLayout" Target="../slideLayouts/slideLayout550.xml"/><Relationship Id="rId17" Type="http://schemas.openxmlformats.org/officeDocument/2006/relationships/slideLayout" Target="../slideLayouts/slideLayout555.xml"/><Relationship Id="rId25" Type="http://schemas.openxmlformats.org/officeDocument/2006/relationships/slideLayout" Target="../slideLayouts/slideLayout563.xml"/><Relationship Id="rId33" Type="http://schemas.openxmlformats.org/officeDocument/2006/relationships/slideLayout" Target="../slideLayouts/slideLayout571.xml"/><Relationship Id="rId38" Type="http://schemas.openxmlformats.org/officeDocument/2006/relationships/slideLayout" Target="../slideLayouts/slideLayout576.xml"/><Relationship Id="rId46" Type="http://schemas.openxmlformats.org/officeDocument/2006/relationships/image" Target="../media/image1.svg"/><Relationship Id="rId2" Type="http://schemas.openxmlformats.org/officeDocument/2006/relationships/slideLayout" Target="../slideLayouts/slideLayout540.xml"/><Relationship Id="rId16" Type="http://schemas.openxmlformats.org/officeDocument/2006/relationships/slideLayout" Target="../slideLayouts/slideLayout554.xml"/><Relationship Id="rId20" Type="http://schemas.openxmlformats.org/officeDocument/2006/relationships/slideLayout" Target="../slideLayouts/slideLayout558.xml"/><Relationship Id="rId29" Type="http://schemas.openxmlformats.org/officeDocument/2006/relationships/slideLayout" Target="../slideLayouts/slideLayout567.xml"/><Relationship Id="rId41" Type="http://schemas.openxmlformats.org/officeDocument/2006/relationships/slideLayout" Target="../slideLayouts/slideLayout579.xml"/><Relationship Id="rId1" Type="http://schemas.openxmlformats.org/officeDocument/2006/relationships/slideLayout" Target="../slideLayouts/slideLayout539.xml"/><Relationship Id="rId6" Type="http://schemas.openxmlformats.org/officeDocument/2006/relationships/slideLayout" Target="../slideLayouts/slideLayout544.xml"/><Relationship Id="rId11" Type="http://schemas.openxmlformats.org/officeDocument/2006/relationships/slideLayout" Target="../slideLayouts/slideLayout549.xml"/><Relationship Id="rId24" Type="http://schemas.openxmlformats.org/officeDocument/2006/relationships/slideLayout" Target="../slideLayouts/slideLayout562.xml"/><Relationship Id="rId32" Type="http://schemas.openxmlformats.org/officeDocument/2006/relationships/slideLayout" Target="../slideLayouts/slideLayout570.xml"/><Relationship Id="rId37" Type="http://schemas.openxmlformats.org/officeDocument/2006/relationships/slideLayout" Target="../slideLayouts/slideLayout575.xml"/><Relationship Id="rId40" Type="http://schemas.openxmlformats.org/officeDocument/2006/relationships/slideLayout" Target="../slideLayouts/slideLayout578.xml"/><Relationship Id="rId45" Type="http://schemas.openxmlformats.org/officeDocument/2006/relationships/image" Target="../media/image42.emf"/><Relationship Id="rId5" Type="http://schemas.openxmlformats.org/officeDocument/2006/relationships/slideLayout" Target="../slideLayouts/slideLayout543.xml"/><Relationship Id="rId15" Type="http://schemas.openxmlformats.org/officeDocument/2006/relationships/slideLayout" Target="../slideLayouts/slideLayout553.xml"/><Relationship Id="rId23" Type="http://schemas.openxmlformats.org/officeDocument/2006/relationships/slideLayout" Target="../slideLayouts/slideLayout561.xml"/><Relationship Id="rId28" Type="http://schemas.openxmlformats.org/officeDocument/2006/relationships/slideLayout" Target="../slideLayouts/slideLayout566.xml"/><Relationship Id="rId36" Type="http://schemas.openxmlformats.org/officeDocument/2006/relationships/slideLayout" Target="../slideLayouts/slideLayout574.xml"/><Relationship Id="rId10" Type="http://schemas.openxmlformats.org/officeDocument/2006/relationships/slideLayout" Target="../slideLayouts/slideLayout548.xml"/><Relationship Id="rId19" Type="http://schemas.openxmlformats.org/officeDocument/2006/relationships/slideLayout" Target="../slideLayouts/slideLayout557.xml"/><Relationship Id="rId31" Type="http://schemas.openxmlformats.org/officeDocument/2006/relationships/slideLayout" Target="../slideLayouts/slideLayout569.xml"/><Relationship Id="rId44" Type="http://schemas.openxmlformats.org/officeDocument/2006/relationships/oleObject" Target="../embeddings/oleObject2.bin"/><Relationship Id="rId4" Type="http://schemas.openxmlformats.org/officeDocument/2006/relationships/slideLayout" Target="../slideLayouts/slideLayout542.xml"/><Relationship Id="rId9" Type="http://schemas.openxmlformats.org/officeDocument/2006/relationships/slideLayout" Target="../slideLayouts/slideLayout547.xml"/><Relationship Id="rId14" Type="http://schemas.openxmlformats.org/officeDocument/2006/relationships/slideLayout" Target="../slideLayouts/slideLayout552.xml"/><Relationship Id="rId22" Type="http://schemas.openxmlformats.org/officeDocument/2006/relationships/slideLayout" Target="../slideLayouts/slideLayout560.xml"/><Relationship Id="rId27" Type="http://schemas.openxmlformats.org/officeDocument/2006/relationships/slideLayout" Target="../slideLayouts/slideLayout565.xml"/><Relationship Id="rId30" Type="http://schemas.openxmlformats.org/officeDocument/2006/relationships/slideLayout" Target="../slideLayouts/slideLayout568.xml"/><Relationship Id="rId35" Type="http://schemas.openxmlformats.org/officeDocument/2006/relationships/slideLayout" Target="../slideLayouts/slideLayout573.xml"/><Relationship Id="rId43" Type="http://schemas.openxmlformats.org/officeDocument/2006/relationships/tags" Target="../tags/tag3.xml"/></Relationships>
</file>

<file path=ppt/slideMasters/_rels/slideMaster15.xml.rels><?xml version="1.0" encoding="UTF-8" standalone="yes"?>
<Relationships xmlns="http://schemas.openxmlformats.org/package/2006/relationships"><Relationship Id="rId3" Type="http://schemas.openxmlformats.org/officeDocument/2006/relationships/slideLayout" Target="../slideLayouts/slideLayout582.xml"/><Relationship Id="rId7" Type="http://schemas.openxmlformats.org/officeDocument/2006/relationships/image" Target="../media/image1.svg"/><Relationship Id="rId2" Type="http://schemas.openxmlformats.org/officeDocument/2006/relationships/slideLayout" Target="../slideLayouts/slideLayout581.xml"/><Relationship Id="rId1" Type="http://schemas.openxmlformats.org/officeDocument/2006/relationships/slideLayout" Target="../slideLayouts/slideLayout580.xml"/><Relationship Id="rId6" Type="http://schemas.openxmlformats.org/officeDocument/2006/relationships/theme" Target="../theme/theme15.xml"/><Relationship Id="rId5" Type="http://schemas.openxmlformats.org/officeDocument/2006/relationships/slideLayout" Target="../slideLayouts/slideLayout584.xml"/><Relationship Id="rId4" Type="http://schemas.openxmlformats.org/officeDocument/2006/relationships/slideLayout" Target="../slideLayouts/slideLayout58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Slide library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768573713"/>
      </p:ext>
    </p:extLst>
  </p:cSld>
  <p:clrMap bg1="lt1" tx1="dk1" bg2="lt2" tx2="dk2" accent1="accent1" accent2="accent2" accent3="accent3" accent4="accent4" accent5="accent5" accent6="accent6" hlink="hlink" folHlink="folHlink"/>
  <p:sldLayoutIdLst>
    <p:sldLayoutId id="2147484120" r:id="rId1"/>
    <p:sldLayoutId id="2147484121" r:id="rId2"/>
    <p:sldLayoutId id="2147484122" r:id="rId3"/>
    <p:sldLayoutId id="2147484123" r:id="rId4"/>
    <p:sldLayoutId id="2147484124" r:id="rId5"/>
    <p:sldLayoutId id="2147484125" r:id="rId6"/>
    <p:sldLayoutId id="2147484126" r:id="rId7"/>
    <p:sldLayoutId id="2147484127" r:id="rId8"/>
    <p:sldLayoutId id="2147484128" r:id="rId9"/>
    <p:sldLayoutId id="2147484129" r:id="rId10"/>
    <p:sldLayoutId id="2147484130" r:id="rId11"/>
    <p:sldLayoutId id="2147484131" r:id="rId12"/>
    <p:sldLayoutId id="2147484132" r:id="rId13"/>
    <p:sldLayoutId id="2147484133" r:id="rId14"/>
    <p:sldLayoutId id="2147484134" r:id="rId15"/>
    <p:sldLayoutId id="2147484135" r:id="rId16"/>
    <p:sldLayoutId id="2147484136" r:id="rId17"/>
    <p:sldLayoutId id="2147484137" r:id="rId18"/>
    <p:sldLayoutId id="2147484138" r:id="rId19"/>
    <p:sldLayoutId id="2147484139" r:id="rId20"/>
    <p:sldLayoutId id="2147484140" r:id="rId21"/>
    <p:sldLayoutId id="2147484141" r:id="rId22"/>
    <p:sldLayoutId id="2147484142" r:id="rId23"/>
    <p:sldLayoutId id="2147484143" r:id="rId24"/>
    <p:sldLayoutId id="2147484144" r:id="rId25"/>
    <p:sldLayoutId id="2147484145" r:id="rId26"/>
    <p:sldLayoutId id="2147484146" r:id="rId27"/>
    <p:sldLayoutId id="2147484147" r:id="rId28"/>
    <p:sldLayoutId id="2147484148" r:id="rId29"/>
    <p:sldLayoutId id="2147484149" r:id="rId30"/>
    <p:sldLayoutId id="2147484150" r:id="rId31"/>
    <p:sldLayoutId id="2147484151" r:id="rId32"/>
    <p:sldLayoutId id="2147484152" r:id="rId33"/>
    <p:sldLayoutId id="2147484153" r:id="rId34"/>
    <p:sldLayoutId id="2147484154" r:id="rId35"/>
  </p:sldLayoutIdLst>
  <p:hf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guide id="7" orient="horz" pos="3657">
          <p15:clr>
            <a:srgbClr val="F26B43"/>
          </p15:clr>
        </p15:guide>
        <p15:guide id="8" pos="3751">
          <p15:clr>
            <a:srgbClr val="F26B43"/>
          </p15:clr>
        </p15:guide>
        <p15:guide id="9" pos="3922">
          <p15:clr>
            <a:srgbClr val="F26B43"/>
          </p15:clr>
        </p15:guide>
        <p15:guide id="10" pos="3840">
          <p15:clr>
            <a:srgbClr val="5ACBF0"/>
          </p15:clr>
        </p15:guide>
        <p15:guide id="11" pos="5118">
          <p15:clr>
            <a:srgbClr val="5ACBF0"/>
          </p15:clr>
        </p15:guide>
        <p15:guide id="12" pos="6399">
          <p15:clr>
            <a:srgbClr val="5ACBF0"/>
          </p15:clr>
        </p15:guide>
        <p15:guide id="13" pos="2559">
          <p15:clr>
            <a:srgbClr val="5ACBF0"/>
          </p15:clr>
        </p15:guide>
        <p15:guide id="14" pos="1280">
          <p15:clr>
            <a:srgbClr val="5ACBF0"/>
          </p15:clr>
        </p15:guide>
        <p15:guide id="15">
          <p15:clr>
            <a:srgbClr val="5ACBF0"/>
          </p15:clr>
        </p15:guide>
        <p15:guide id="17" pos="7680">
          <p15:clr>
            <a:srgbClr val="5ACBF0"/>
          </p15:clr>
        </p15:guide>
        <p15:guide id="18" pos="1940">
          <p15:clr>
            <a:srgbClr val="F26B43"/>
          </p15:clr>
        </p15:guide>
        <p15:guide id="19" pos="2111">
          <p15:clr>
            <a:srgbClr val="F26B43"/>
          </p15:clr>
        </p15:guide>
        <p15:guide id="20" pos="5562">
          <p15:clr>
            <a:srgbClr val="F26B43"/>
          </p15:clr>
        </p15:guide>
        <p15:guide id="21" pos="5736">
          <p15:clr>
            <a:srgbClr val="F26B43"/>
          </p15:clr>
        </p15:guide>
        <p15:guide id="22" orient="horz" pos="2160">
          <p15:clr>
            <a:srgbClr val="5ACBF0"/>
          </p15:clr>
        </p15:guide>
        <p15:guide id="23" orient="horz" pos="720">
          <p15:clr>
            <a:srgbClr val="5ACBF0"/>
          </p15:clr>
        </p15:guide>
        <p15:guide id="24" orient="horz" pos="1443">
          <p15:clr>
            <a:srgbClr val="5ACBF0"/>
          </p15:clr>
        </p15:guide>
        <p15:guide id="25" orient="horz" pos="2880">
          <p15:clr>
            <a:srgbClr val="5ACBF0"/>
          </p15:clr>
        </p15:guide>
        <p15:guide id="26" orient="horz" pos="3601">
          <p15:clr>
            <a:srgbClr val="5ACBF0"/>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6"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4"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58"/>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212581710"/>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 id="2147483707" r:id="rId12"/>
    <p:sldLayoutId id="2147483708" r:id="rId13"/>
    <p:sldLayoutId id="2147483709" r:id="rId14"/>
    <p:sldLayoutId id="2147483710" r:id="rId15"/>
    <p:sldLayoutId id="2147483711" r:id="rId16"/>
    <p:sldLayoutId id="2147483712" r:id="rId17"/>
    <p:sldLayoutId id="2147483713" r:id="rId18"/>
    <p:sldLayoutId id="2147483714" r:id="rId19"/>
    <p:sldLayoutId id="2147483715" r:id="rId20"/>
    <p:sldLayoutId id="2147483716" r:id="rId21"/>
    <p:sldLayoutId id="2147483717" r:id="rId22"/>
    <p:sldLayoutId id="2147483718" r:id="rId23"/>
    <p:sldLayoutId id="2147483719" r:id="rId24"/>
    <p:sldLayoutId id="2147483720" r:id="rId25"/>
    <p:sldLayoutId id="2147483721" r:id="rId26"/>
    <p:sldLayoutId id="2147483722" r:id="rId27"/>
    <p:sldLayoutId id="2147483723" r:id="rId28"/>
    <p:sldLayoutId id="2147483724" r:id="rId29"/>
    <p:sldLayoutId id="2147483725" r:id="rId30"/>
    <p:sldLayoutId id="2147483726" r:id="rId31"/>
    <p:sldLayoutId id="2147483727" r:id="rId32"/>
    <p:sldLayoutId id="2147483728" r:id="rId33"/>
    <p:sldLayoutId id="2147483729" r:id="rId34"/>
    <p:sldLayoutId id="2147483766" r:id="rId35"/>
    <p:sldLayoutId id="2147483768" r:id="rId36"/>
    <p:sldLayoutId id="2147483772" r:id="rId37"/>
    <p:sldLayoutId id="2147483773" r:id="rId38"/>
    <p:sldLayoutId id="2147483774" r:id="rId39"/>
    <p:sldLayoutId id="2147483737" r:id="rId40"/>
    <p:sldLayoutId id="2147483739" r:id="rId41"/>
    <p:sldLayoutId id="2147483740" r:id="rId42"/>
    <p:sldLayoutId id="2147483742" r:id="rId43"/>
    <p:sldLayoutId id="2147483744" r:id="rId44"/>
    <p:sldLayoutId id="2147483747" r:id="rId45"/>
    <p:sldLayoutId id="2147483748" r:id="rId46"/>
    <p:sldLayoutId id="2147483749" r:id="rId47"/>
    <p:sldLayoutId id="2147483750" r:id="rId48"/>
    <p:sldLayoutId id="2147483751" r:id="rId49"/>
    <p:sldLayoutId id="2147483752" r:id="rId50"/>
    <p:sldLayoutId id="2147483753" r:id="rId51"/>
    <p:sldLayoutId id="2147483754" r:id="rId52"/>
    <p:sldLayoutId id="2147483761" r:id="rId53"/>
    <p:sldLayoutId id="2147483762" r:id="rId54"/>
    <p:sldLayoutId id="2147483763" r:id="rId55"/>
    <p:sldLayoutId id="2147484351" r:id="rId56"/>
  </p:sldLayoutIdLst>
  <p:hf hdr="0" dt="0"/>
  <p:txStyles>
    <p:title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5995" indent="-215995" algn="l" defTabSz="914377"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89"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86"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80"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93" indent="-142871"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89"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Presentation title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69"/>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4087005753"/>
      </p:ext>
    </p:extLst>
  </p:cSld>
  <p:clrMap bg1="lt1" tx1="dk1" bg2="lt2" tx2="dk2" accent1="accent1" accent2="accent2" accent3="accent3" accent4="accent4" accent5="accent5" accent6="accent6" hlink="hlink" folHlink="folHlink"/>
  <p:sldLayoutIdLst>
    <p:sldLayoutId id="2147483858" r:id="rId1"/>
    <p:sldLayoutId id="2147483859" r:id="rId2"/>
    <p:sldLayoutId id="2147483860" r:id="rId3"/>
    <p:sldLayoutId id="2147483861" r:id="rId4"/>
    <p:sldLayoutId id="2147483862" r:id="rId5"/>
    <p:sldLayoutId id="2147483863" r:id="rId6"/>
    <p:sldLayoutId id="2147483864" r:id="rId7"/>
    <p:sldLayoutId id="2147483865" r:id="rId8"/>
    <p:sldLayoutId id="2147483866" r:id="rId9"/>
    <p:sldLayoutId id="2147483867" r:id="rId10"/>
    <p:sldLayoutId id="2147483868" r:id="rId11"/>
    <p:sldLayoutId id="2147483869" r:id="rId12"/>
    <p:sldLayoutId id="2147483870" r:id="rId13"/>
    <p:sldLayoutId id="2147483871" r:id="rId14"/>
    <p:sldLayoutId id="2147483872" r:id="rId15"/>
    <p:sldLayoutId id="2147483873" r:id="rId16"/>
    <p:sldLayoutId id="2147483874" r:id="rId17"/>
    <p:sldLayoutId id="2147483875" r:id="rId18"/>
    <p:sldLayoutId id="2147483876" r:id="rId19"/>
    <p:sldLayoutId id="2147483877" r:id="rId20"/>
    <p:sldLayoutId id="2147483878" r:id="rId21"/>
    <p:sldLayoutId id="2147483879" r:id="rId22"/>
    <p:sldLayoutId id="2147483880" r:id="rId23"/>
    <p:sldLayoutId id="2147483881" r:id="rId24"/>
    <p:sldLayoutId id="2147483882" r:id="rId25"/>
    <p:sldLayoutId id="2147483883" r:id="rId26"/>
    <p:sldLayoutId id="2147483884" r:id="rId27"/>
    <p:sldLayoutId id="2147483885" r:id="rId28"/>
    <p:sldLayoutId id="2147483886" r:id="rId29"/>
    <p:sldLayoutId id="2147483887" r:id="rId30"/>
    <p:sldLayoutId id="2147483888" r:id="rId31"/>
    <p:sldLayoutId id="2147483889" r:id="rId32"/>
    <p:sldLayoutId id="2147483890" r:id="rId33"/>
    <p:sldLayoutId id="2147483891" r:id="rId34"/>
    <p:sldLayoutId id="2147483892" r:id="rId35"/>
    <p:sldLayoutId id="2147483893" r:id="rId36"/>
    <p:sldLayoutId id="2147483894" r:id="rId37"/>
    <p:sldLayoutId id="2147483895" r:id="rId38"/>
    <p:sldLayoutId id="2147483896" r:id="rId39"/>
    <p:sldLayoutId id="2147483897" r:id="rId40"/>
    <p:sldLayoutId id="2147483898" r:id="rId41"/>
    <p:sldLayoutId id="2147483899" r:id="rId42"/>
    <p:sldLayoutId id="2147483900" r:id="rId43"/>
    <p:sldLayoutId id="2147483901" r:id="rId44"/>
    <p:sldLayoutId id="2147483903" r:id="rId45"/>
    <p:sldLayoutId id="2147483905" r:id="rId46"/>
    <p:sldLayoutId id="2147483906" r:id="rId47"/>
    <p:sldLayoutId id="2147483907" r:id="rId48"/>
    <p:sldLayoutId id="2147483909" r:id="rId49"/>
    <p:sldLayoutId id="2147483911" r:id="rId50"/>
    <p:sldLayoutId id="2147483912" r:id="rId51"/>
    <p:sldLayoutId id="2147483914" r:id="rId52"/>
    <p:sldLayoutId id="2147483915" r:id="rId53"/>
    <p:sldLayoutId id="2147483917" r:id="rId54"/>
    <p:sldLayoutId id="2147483924" r:id="rId55"/>
    <p:sldLayoutId id="2147483925" r:id="rId56"/>
    <p:sldLayoutId id="2147483926" r:id="rId57"/>
    <p:sldLayoutId id="2147483927" r:id="rId58"/>
    <p:sldLayoutId id="2147483928" r:id="rId59"/>
    <p:sldLayoutId id="2147483929" r:id="rId60"/>
    <p:sldLayoutId id="2147483930" r:id="rId61"/>
    <p:sldLayoutId id="2147483931" r:id="rId62"/>
    <p:sldLayoutId id="2147483934" r:id="rId63"/>
    <p:sldLayoutId id="2147484240" r:id="rId64"/>
    <p:sldLayoutId id="2147484241" r:id="rId65"/>
    <p:sldLayoutId id="2147484353" r:id="rId66"/>
    <p:sldLayoutId id="2147484366" r:id="rId67"/>
  </p:sldLayoutIdLst>
  <p:hf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Presentation title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74"/>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831239621"/>
      </p:ext>
    </p:extLst>
  </p:cSld>
  <p:clrMap bg1="lt1" tx1="dk1" bg2="lt2" tx2="dk2" accent1="accent1" accent2="accent2" accent3="accent3" accent4="accent4" accent5="accent5" accent6="accent6" hlink="hlink" folHlink="folHlink"/>
  <p:sldLayoutIdLst>
    <p:sldLayoutId id="2147483940" r:id="rId1"/>
    <p:sldLayoutId id="2147483941" r:id="rId2"/>
    <p:sldLayoutId id="2147483942" r:id="rId3"/>
    <p:sldLayoutId id="2147483943" r:id="rId4"/>
    <p:sldLayoutId id="2147483944" r:id="rId5"/>
    <p:sldLayoutId id="2147483945" r:id="rId6"/>
    <p:sldLayoutId id="2147483946" r:id="rId7"/>
    <p:sldLayoutId id="2147483947" r:id="rId8"/>
    <p:sldLayoutId id="2147483948" r:id="rId9"/>
    <p:sldLayoutId id="2147483949" r:id="rId10"/>
    <p:sldLayoutId id="2147483950" r:id="rId11"/>
    <p:sldLayoutId id="2147483951" r:id="rId12"/>
    <p:sldLayoutId id="2147483952" r:id="rId13"/>
    <p:sldLayoutId id="2147483953" r:id="rId14"/>
    <p:sldLayoutId id="2147483954" r:id="rId15"/>
    <p:sldLayoutId id="2147483955" r:id="rId16"/>
    <p:sldLayoutId id="2147483956" r:id="rId17"/>
    <p:sldLayoutId id="2147483957" r:id="rId18"/>
    <p:sldLayoutId id="2147483958" r:id="rId19"/>
    <p:sldLayoutId id="2147483959" r:id="rId20"/>
    <p:sldLayoutId id="2147483960" r:id="rId21"/>
    <p:sldLayoutId id="2147483961" r:id="rId22"/>
    <p:sldLayoutId id="2147483962" r:id="rId23"/>
    <p:sldLayoutId id="2147483963" r:id="rId24"/>
    <p:sldLayoutId id="2147483964" r:id="rId25"/>
    <p:sldLayoutId id="2147483965" r:id="rId26"/>
    <p:sldLayoutId id="2147483966" r:id="rId27"/>
    <p:sldLayoutId id="2147483967" r:id="rId28"/>
    <p:sldLayoutId id="2147483968" r:id="rId29"/>
    <p:sldLayoutId id="2147483969" r:id="rId30"/>
    <p:sldLayoutId id="2147483970" r:id="rId31"/>
    <p:sldLayoutId id="2147483971" r:id="rId32"/>
    <p:sldLayoutId id="2147483972" r:id="rId33"/>
    <p:sldLayoutId id="2147483973" r:id="rId34"/>
    <p:sldLayoutId id="2147483974" r:id="rId35"/>
    <p:sldLayoutId id="2147483975" r:id="rId36"/>
    <p:sldLayoutId id="2147483976" r:id="rId37"/>
    <p:sldLayoutId id="2147483977" r:id="rId38"/>
    <p:sldLayoutId id="2147483978" r:id="rId39"/>
    <p:sldLayoutId id="2147483979" r:id="rId40"/>
    <p:sldLayoutId id="2147483980" r:id="rId41"/>
    <p:sldLayoutId id="2147483981" r:id="rId42"/>
    <p:sldLayoutId id="2147483982" r:id="rId43"/>
    <p:sldLayoutId id="2147483983" r:id="rId44"/>
    <p:sldLayoutId id="2147483984" r:id="rId45"/>
    <p:sldLayoutId id="2147483985" r:id="rId46"/>
    <p:sldLayoutId id="2147483986" r:id="rId47"/>
    <p:sldLayoutId id="2147483987" r:id="rId48"/>
    <p:sldLayoutId id="2147483988" r:id="rId49"/>
    <p:sldLayoutId id="2147483989" r:id="rId50"/>
    <p:sldLayoutId id="2147483990" r:id="rId51"/>
    <p:sldLayoutId id="2147483991" r:id="rId52"/>
    <p:sldLayoutId id="2147483992" r:id="rId53"/>
    <p:sldLayoutId id="2147483993" r:id="rId54"/>
    <p:sldLayoutId id="2147483994" r:id="rId55"/>
    <p:sldLayoutId id="2147483995" r:id="rId56"/>
    <p:sldLayoutId id="2147483996" r:id="rId57"/>
    <p:sldLayoutId id="2147483997" r:id="rId58"/>
    <p:sldLayoutId id="2147483998" r:id="rId59"/>
    <p:sldLayoutId id="2147483999" r:id="rId60"/>
    <p:sldLayoutId id="2147484000" r:id="rId61"/>
    <p:sldLayoutId id="2147484001" r:id="rId62"/>
    <p:sldLayoutId id="2147484002" r:id="rId63"/>
    <p:sldLayoutId id="2147484003" r:id="rId64"/>
    <p:sldLayoutId id="2147484004" r:id="rId65"/>
    <p:sldLayoutId id="2147484005" r:id="rId66"/>
    <p:sldLayoutId id="2147484006" r:id="rId67"/>
    <p:sldLayoutId id="2147484007" r:id="rId68"/>
    <p:sldLayoutId id="2147484008" r:id="rId69"/>
    <p:sldLayoutId id="2147484009" r:id="rId70"/>
    <p:sldLayoutId id="2147484010" r:id="rId71"/>
    <p:sldLayoutId id="2147484080" r:id="rId72"/>
  </p:sldLayoutIdLst>
  <p:hf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IUPC CRM February 2025 | Confidential - Third-Party Collaboration Project</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72501741"/>
      </p:ext>
    </p:extLst>
  </p:cSld>
  <p:clrMap bg1="lt1" tx1="dk1" bg2="lt2" tx2="dk2" accent1="accent1" accent2="accent2" accent3="accent3" accent4="accent4" accent5="accent5" accent6="accent6" hlink="hlink" folHlink="folHlink"/>
  <p:sldLayoutIdLst>
    <p:sldLayoutId id="2147484083" r:id="rId1"/>
    <p:sldLayoutId id="2147484084" r:id="rId2"/>
    <p:sldLayoutId id="2147484085" r:id="rId3"/>
    <p:sldLayoutId id="2147484086" r:id="rId4"/>
    <p:sldLayoutId id="2147484087" r:id="rId5"/>
    <p:sldLayoutId id="2147484088" r:id="rId6"/>
    <p:sldLayoutId id="2147484089" r:id="rId7"/>
    <p:sldLayoutId id="2147484090" r:id="rId8"/>
    <p:sldLayoutId id="2147484091" r:id="rId9"/>
    <p:sldLayoutId id="2147484092" r:id="rId10"/>
    <p:sldLayoutId id="2147484093" r:id="rId11"/>
    <p:sldLayoutId id="2147484094" r:id="rId12"/>
    <p:sldLayoutId id="2147484095" r:id="rId13"/>
    <p:sldLayoutId id="2147484096" r:id="rId14"/>
    <p:sldLayoutId id="2147484097" r:id="rId15"/>
    <p:sldLayoutId id="2147484098" r:id="rId16"/>
    <p:sldLayoutId id="2147484099" r:id="rId17"/>
    <p:sldLayoutId id="2147484100" r:id="rId18"/>
    <p:sldLayoutId id="2147484101" r:id="rId19"/>
    <p:sldLayoutId id="2147484102" r:id="rId20"/>
    <p:sldLayoutId id="2147484103" r:id="rId21"/>
    <p:sldLayoutId id="2147484104" r:id="rId22"/>
    <p:sldLayoutId id="2147484105" r:id="rId23"/>
    <p:sldLayoutId id="2147484106" r:id="rId24"/>
    <p:sldLayoutId id="2147484107" r:id="rId25"/>
    <p:sldLayoutId id="2147484108" r:id="rId26"/>
    <p:sldLayoutId id="2147484109" r:id="rId27"/>
    <p:sldLayoutId id="2147484110" r:id="rId28"/>
    <p:sldLayoutId id="2147484111" r:id="rId29"/>
    <p:sldLayoutId id="2147484112" r:id="rId30"/>
    <p:sldLayoutId id="2147484113" r:id="rId31"/>
    <p:sldLayoutId id="2147484114" r:id="rId32"/>
    <p:sldLayoutId id="2147484115" r:id="rId33"/>
    <p:sldLayoutId id="2147484116" r:id="rId34"/>
    <p:sldLayoutId id="2147484117" r:id="rId35"/>
    <p:sldLayoutId id="2147484118" r:id="rId36"/>
  </p:sldLayoutIdLst>
  <p:hf sldNum="0"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27ED9C8-F09A-4D9E-BEC0-4725162E21FF}" type="datetimeFigureOut">
              <a:rPr lang="en-US" smtClean="0"/>
              <a:t>5/14/2026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C7D807A-D3EC-4DEA-86E2-120E4093F1A6}" type="slidenum">
              <a:rPr lang="en-US" smtClean="0"/>
              <a:t>‹#›</a:t>
            </a:fld>
            <a:endParaRPr lang="en-US"/>
          </a:p>
        </p:txBody>
      </p:sp>
    </p:spTree>
    <p:extLst>
      <p:ext uri="{BB962C8B-B14F-4D97-AF65-F5344CB8AC3E}">
        <p14:creationId xmlns:p14="http://schemas.microsoft.com/office/powerpoint/2010/main" val="348800761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Presentation title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8"/>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458494522"/>
      </p:ext>
    </p:extLst>
  </p:cSld>
  <p:clrMap bg1="lt1" tx1="dk1" bg2="lt2" tx2="dk2" accent1="accent1" accent2="accent2" accent3="accent3" accent4="accent4" accent5="accent5" accent6="accent6" hlink="hlink" folHlink="folHlink"/>
  <p:sldLayoutIdLst>
    <p:sldLayoutId id="2147484368" r:id="rId1"/>
    <p:sldLayoutId id="2147484369" r:id="rId2"/>
    <p:sldLayoutId id="2147484370" r:id="rId3"/>
    <p:sldLayoutId id="2147484371" r:id="rId4"/>
    <p:sldLayoutId id="2147484372" r:id="rId5"/>
    <p:sldLayoutId id="2147484373" r:id="rId6"/>
    <p:sldLayoutId id="2147484374" r:id="rId7"/>
    <p:sldLayoutId id="2147484375" r:id="rId8"/>
    <p:sldLayoutId id="2147484376" r:id="rId9"/>
    <p:sldLayoutId id="2147484377" r:id="rId10"/>
    <p:sldLayoutId id="2147484378" r:id="rId11"/>
    <p:sldLayoutId id="2147484379" r:id="rId12"/>
    <p:sldLayoutId id="2147484380" r:id="rId13"/>
    <p:sldLayoutId id="2147484381" r:id="rId14"/>
    <p:sldLayoutId id="2147484382" r:id="rId15"/>
    <p:sldLayoutId id="2147484383" r:id="rId16"/>
    <p:sldLayoutId id="2147484384" r:id="rId17"/>
    <p:sldLayoutId id="2147484385" r:id="rId18"/>
    <p:sldLayoutId id="2147484386" r:id="rId19"/>
    <p:sldLayoutId id="2147484387" r:id="rId20"/>
    <p:sldLayoutId id="2147484388" r:id="rId21"/>
    <p:sldLayoutId id="2147484389" r:id="rId22"/>
    <p:sldLayoutId id="2147484390" r:id="rId23"/>
    <p:sldLayoutId id="2147484391" r:id="rId24"/>
    <p:sldLayoutId id="2147484392" r:id="rId25"/>
    <p:sldLayoutId id="2147484393" r:id="rId26"/>
    <p:sldLayoutId id="2147484394" r:id="rId27"/>
    <p:sldLayoutId id="2147484395" r:id="rId28"/>
    <p:sldLayoutId id="2147484396" r:id="rId29"/>
    <p:sldLayoutId id="2147484397" r:id="rId30"/>
    <p:sldLayoutId id="2147484398" r:id="rId31"/>
    <p:sldLayoutId id="2147484399" r:id="rId32"/>
    <p:sldLayoutId id="2147484400" r:id="rId33"/>
    <p:sldLayoutId id="2147484401" r:id="rId34"/>
    <p:sldLayoutId id="2147484402" r:id="rId35"/>
    <p:sldLayoutId id="2147484403" r:id="rId36"/>
  </p:sldLayoutIdLst>
  <p:hf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6"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4"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Presentation title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5"/>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3518163213"/>
      </p:ext>
    </p:extLst>
  </p:cSld>
  <p:clrMap bg1="lt1" tx1="dk1" bg2="lt2" tx2="dk2" accent1="accent1" accent2="accent2" accent3="accent3" accent4="accent4" accent5="accent5" accent6="accent6" hlink="hlink" folHlink="folHlink"/>
  <p:sldLayoutIdLst>
    <p:sldLayoutId id="2147484405" r:id="rId1"/>
    <p:sldLayoutId id="2147484406" r:id="rId2"/>
    <p:sldLayoutId id="2147484407" r:id="rId3"/>
    <p:sldLayoutId id="2147484408" r:id="rId4"/>
    <p:sldLayoutId id="2147484409" r:id="rId5"/>
    <p:sldLayoutId id="2147484410" r:id="rId6"/>
    <p:sldLayoutId id="2147484411" r:id="rId7"/>
    <p:sldLayoutId id="2147484412" r:id="rId8"/>
    <p:sldLayoutId id="2147484413" r:id="rId9"/>
    <p:sldLayoutId id="2147484414" r:id="rId10"/>
    <p:sldLayoutId id="2147484415" r:id="rId11"/>
    <p:sldLayoutId id="2147484416" r:id="rId12"/>
    <p:sldLayoutId id="2147484417" r:id="rId13"/>
    <p:sldLayoutId id="2147484418" r:id="rId14"/>
    <p:sldLayoutId id="2147484419" r:id="rId15"/>
    <p:sldLayoutId id="2147484420" r:id="rId16"/>
    <p:sldLayoutId id="2147484421" r:id="rId17"/>
    <p:sldLayoutId id="2147484422" r:id="rId18"/>
    <p:sldLayoutId id="2147484423" r:id="rId19"/>
    <p:sldLayoutId id="2147484424" r:id="rId20"/>
    <p:sldLayoutId id="2147484425" r:id="rId21"/>
    <p:sldLayoutId id="2147484426" r:id="rId22"/>
    <p:sldLayoutId id="2147484427" r:id="rId23"/>
    <p:sldLayoutId id="2147484428" r:id="rId24"/>
    <p:sldLayoutId id="2147484429" r:id="rId25"/>
    <p:sldLayoutId id="2147484430" r:id="rId26"/>
    <p:sldLayoutId id="2147484431" r:id="rId27"/>
    <p:sldLayoutId id="2147484432" r:id="rId28"/>
    <p:sldLayoutId id="2147484433" r:id="rId29"/>
    <p:sldLayoutId id="2147484434" r:id="rId30"/>
    <p:sldLayoutId id="2147484435" r:id="rId31"/>
    <p:sldLayoutId id="2147484436" r:id="rId32"/>
    <p:sldLayoutId id="2147484437" r:id="rId33"/>
  </p:sldLayoutIdLst>
  <p:hf hdr="0" dt="0"/>
  <p:txStyles>
    <p:title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5995" indent="-215995" algn="l" defTabSz="914377"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89"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86"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80"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93" indent="-142871"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89"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6"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4"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TA-CEC Presentation Template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3423202647"/>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 id="2147484450" r:id="rId12"/>
    <p:sldLayoutId id="2147484451" r:id="rId13"/>
    <p:sldLayoutId id="2147484452" r:id="rId14"/>
    <p:sldLayoutId id="2147484453" r:id="rId15"/>
    <p:sldLayoutId id="2147484454" r:id="rId16"/>
    <p:sldLayoutId id="2147484455" r:id="rId17"/>
    <p:sldLayoutId id="2147484456" r:id="rId18"/>
    <p:sldLayoutId id="2147484457" r:id="rId19"/>
    <p:sldLayoutId id="2147484458" r:id="rId20"/>
    <p:sldLayoutId id="2147484459" r:id="rId21"/>
    <p:sldLayoutId id="2147484460" r:id="rId22"/>
    <p:sldLayoutId id="2147484461" r:id="rId23"/>
    <p:sldLayoutId id="2147484462" r:id="rId24"/>
    <p:sldLayoutId id="2147484463" r:id="rId25"/>
    <p:sldLayoutId id="2147484464" r:id="rId26"/>
    <p:sldLayoutId id="2147484465" r:id="rId27"/>
    <p:sldLayoutId id="2147484466" r:id="rId28"/>
    <p:sldLayoutId id="2147484467" r:id="rId29"/>
    <p:sldLayoutId id="2147484468" r:id="rId30"/>
    <p:sldLayoutId id="2147484469" r:id="rId31"/>
    <p:sldLayoutId id="2147484470" r:id="rId32"/>
    <p:sldLayoutId id="2147484471" r:id="rId33"/>
    <p:sldLayoutId id="2147484472" r:id="rId34"/>
    <p:sldLayoutId id="2147484473" r:id="rId35"/>
  </p:sldLayoutIdLst>
  <p:hf hdr="0" dt="0"/>
  <p:txStyles>
    <p:title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5995" indent="-215995" algn="l" defTabSz="914377"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89"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86"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80"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93" indent="-142871"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89"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endParaRPr lang="zh-CN" altLang="en-US"/>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790F1BC0-3232-4F9E-ACFA-D17112AC29D7}" type="slidenum">
              <a:rPr lang="zh-CN" altLang="en-US" smtClean="0"/>
              <a:t>‹#›</a:t>
            </a:fld>
            <a:endParaRPr lang="zh-CN" altLang="en-US"/>
          </a:p>
        </p:txBody>
      </p:sp>
      <p:grpSp>
        <p:nvGrpSpPr>
          <p:cNvPr id="2082" name="Gruppieren 2081">
            <a:extLst>
              <a:ext uri="{FF2B5EF4-FFF2-40B4-BE49-F238E27FC236}">
                <a16:creationId xmlns:a16="http://schemas.microsoft.com/office/drawing/2014/main" id="{541D1760-5727-61F0-8478-5E672791C3A5}"/>
              </a:ext>
            </a:extLst>
          </p:cNvPr>
          <p:cNvGrpSpPr/>
          <p:nvPr/>
        </p:nvGrpSpPr>
        <p:grpSpPr bwMode="gray">
          <a:xfrm>
            <a:off x="480000" y="-171400"/>
            <a:ext cx="11232624" cy="72000"/>
            <a:chOff x="480000" y="-171400"/>
            <a:chExt cx="11232624" cy="72000"/>
          </a:xfrm>
        </p:grpSpPr>
        <p:cxnSp>
          <p:nvCxnSpPr>
            <p:cNvPr id="13" name="Gerader Verbinder 12"/>
            <p:cNvCxnSpPr/>
            <p:nvPr/>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p:nvGrpSpPr>
        <p:grpSpPr bwMode="gray">
          <a:xfrm>
            <a:off x="-168688" y="1413000"/>
            <a:ext cx="72000" cy="4536000"/>
            <a:chOff x="-456728" y="1628800"/>
            <a:chExt cx="216000" cy="4536504"/>
          </a:xfrm>
        </p:grpSpPr>
        <p:cxnSp>
          <p:nvCxnSpPr>
            <p:cNvPr id="23" name="Gerader Verbinder 22"/>
            <p:cNvCxnSpPr/>
            <p:nvPr/>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2661355134"/>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 id="2147484486" r:id="rId12"/>
    <p:sldLayoutId id="2147484487" r:id="rId13"/>
    <p:sldLayoutId id="2147484488" r:id="rId14"/>
    <p:sldLayoutId id="2147484489" r:id="rId15"/>
    <p:sldLayoutId id="2147484490" r:id="rId16"/>
    <p:sldLayoutId id="2147484491" r:id="rId17"/>
    <p:sldLayoutId id="2147484492" r:id="rId18"/>
    <p:sldLayoutId id="2147484493" r:id="rId19"/>
    <p:sldLayoutId id="2147484494" r:id="rId20"/>
    <p:sldLayoutId id="2147484495" r:id="rId21"/>
    <p:sldLayoutId id="2147484496" r:id="rId22"/>
    <p:sldLayoutId id="2147484497" r:id="rId23"/>
    <p:sldLayoutId id="2147484498" r:id="rId24"/>
    <p:sldLayoutId id="2147484499" r:id="rId25"/>
    <p:sldLayoutId id="2147484500" r:id="rId26"/>
    <p:sldLayoutId id="2147484501" r:id="rId27"/>
    <p:sldLayoutId id="2147484502" r:id="rId28"/>
    <p:sldLayoutId id="2147484503" r:id="rId29"/>
    <p:sldLayoutId id="2147484504" r:id="rId30"/>
    <p:sldLayoutId id="2147484505" r:id="rId31"/>
    <p:sldLayoutId id="2147484506" r:id="rId32"/>
    <p:sldLayoutId id="2147484507" r:id="rId33"/>
    <p:sldLayoutId id="2147484508" r:id="rId34"/>
    <p:sldLayoutId id="2147484509" r:id="rId35"/>
    <p:sldLayoutId id="2147484510" r:id="rId36"/>
    <p:sldLayoutId id="2147484511" r:id="rId37"/>
    <p:sldLayoutId id="2147484512" r:id="rId38"/>
    <p:sldLayoutId id="2147484513" r:id="rId39"/>
    <p:sldLayoutId id="2147484514" r:id="rId40"/>
    <p:sldLayoutId id="2147484515" r:id="rId41"/>
    <p:sldLayoutId id="2147484516" r:id="rId42"/>
    <p:sldLayoutId id="2147484517" r:id="rId43"/>
    <p:sldLayoutId id="2147484518" r:id="rId44"/>
    <p:sldLayoutId id="2147484519" r:id="rId45"/>
    <p:sldLayoutId id="2147484520" r:id="rId46"/>
    <p:sldLayoutId id="2147484521" r:id="rId47"/>
    <p:sldLayoutId id="2147484522" r:id="rId48"/>
    <p:sldLayoutId id="2147484523" r:id="rId49"/>
    <p:sldLayoutId id="2147484524" r:id="rId50"/>
  </p:sldLayoutIdLst>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guide id="7" pos="302">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err="1"/>
              <a:t>Survodutide</a:t>
            </a:r>
            <a:r>
              <a:rPr lang="en-US"/>
              <a:t> MASH </a:t>
            </a:r>
            <a:r>
              <a:rPr lang="en-US" err="1"/>
              <a:t>RoFD</a:t>
            </a:r>
            <a:r>
              <a:rPr lang="en-US"/>
              <a:t> REG Jan 2024 |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7"/>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431932853"/>
      </p:ext>
    </p:extLst>
  </p:cSld>
  <p:clrMap bg1="lt1" tx1="dk1" bg2="lt2" tx2="dk2" accent1="accent1" accent2="accent2" accent3="accent3" accent4="accent4" accent5="accent5" accent6="accent6" hlink="hlink" folHlink="folHlink"/>
  <p:sldLayoutIdLst>
    <p:sldLayoutId id="2147484526" r:id="rId1"/>
    <p:sldLayoutId id="2147484527" r:id="rId2"/>
    <p:sldLayoutId id="2147484528" r:id="rId3"/>
    <p:sldLayoutId id="2147484529" r:id="rId4"/>
    <p:sldLayoutId id="2147484530" r:id="rId5"/>
    <p:sldLayoutId id="2147484531" r:id="rId6"/>
    <p:sldLayoutId id="2147484532" r:id="rId7"/>
    <p:sldLayoutId id="2147484533" r:id="rId8"/>
    <p:sldLayoutId id="2147484534" r:id="rId9"/>
    <p:sldLayoutId id="2147484535" r:id="rId10"/>
    <p:sldLayoutId id="2147484536" r:id="rId11"/>
    <p:sldLayoutId id="2147484537" r:id="rId12"/>
    <p:sldLayoutId id="2147484538" r:id="rId13"/>
    <p:sldLayoutId id="2147484539" r:id="rId14"/>
    <p:sldLayoutId id="2147484540" r:id="rId15"/>
    <p:sldLayoutId id="2147484541" r:id="rId16"/>
    <p:sldLayoutId id="2147484542" r:id="rId17"/>
    <p:sldLayoutId id="2147484543" r:id="rId18"/>
    <p:sldLayoutId id="2147484544" r:id="rId19"/>
    <p:sldLayoutId id="2147484545" r:id="rId20"/>
    <p:sldLayoutId id="2147484546" r:id="rId21"/>
    <p:sldLayoutId id="2147484547" r:id="rId22"/>
    <p:sldLayoutId id="2147484548" r:id="rId23"/>
    <p:sldLayoutId id="2147484549" r:id="rId24"/>
    <p:sldLayoutId id="2147484550" r:id="rId25"/>
    <p:sldLayoutId id="2147484551" r:id="rId26"/>
    <p:sldLayoutId id="2147484552" r:id="rId27"/>
    <p:sldLayoutId id="2147484553" r:id="rId28"/>
    <p:sldLayoutId id="2147484554" r:id="rId29"/>
    <p:sldLayoutId id="2147484555" r:id="rId30"/>
    <p:sldLayoutId id="2147484556" r:id="rId31"/>
    <p:sldLayoutId id="2147484557" r:id="rId32"/>
    <p:sldLayoutId id="2147484558" r:id="rId33"/>
    <p:sldLayoutId id="2147484559" r:id="rId34"/>
    <p:sldLayoutId id="2147484560" r:id="rId35"/>
  </p:sldLayoutIdLst>
  <p:hf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6"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4"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TA CEC Portfolio Update|    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6"/>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3925334233"/>
      </p:ext>
    </p:extLst>
  </p:cSld>
  <p:clrMap bg1="lt1" tx1="dk1" bg2="lt2" tx2="dk2" accent1="accent1" accent2="accent2" accent3="accent3" accent4="accent4" accent5="accent5" accent6="accent6" hlink="hlink" folHlink="folHlink"/>
  <p:sldLayoutIdLst>
    <p:sldLayoutId id="2147484562" r:id="rId1"/>
    <p:sldLayoutId id="2147484563" r:id="rId2"/>
    <p:sldLayoutId id="2147484564" r:id="rId3"/>
    <p:sldLayoutId id="2147484565" r:id="rId4"/>
    <p:sldLayoutId id="2147484566" r:id="rId5"/>
    <p:sldLayoutId id="2147484567" r:id="rId6"/>
    <p:sldLayoutId id="2147484568" r:id="rId7"/>
    <p:sldLayoutId id="2147484569" r:id="rId8"/>
    <p:sldLayoutId id="2147484570" r:id="rId9"/>
    <p:sldLayoutId id="2147484571" r:id="rId10"/>
    <p:sldLayoutId id="2147484572" r:id="rId11"/>
    <p:sldLayoutId id="2147484573" r:id="rId12"/>
    <p:sldLayoutId id="2147484574" r:id="rId13"/>
    <p:sldLayoutId id="2147484575" r:id="rId14"/>
    <p:sldLayoutId id="2147484576" r:id="rId15"/>
    <p:sldLayoutId id="2147484577" r:id="rId16"/>
    <p:sldLayoutId id="2147484578" r:id="rId17"/>
    <p:sldLayoutId id="2147484579" r:id="rId18"/>
    <p:sldLayoutId id="2147484580" r:id="rId19"/>
    <p:sldLayoutId id="2147484581" r:id="rId20"/>
    <p:sldLayoutId id="2147484582" r:id="rId21"/>
    <p:sldLayoutId id="2147484583" r:id="rId22"/>
    <p:sldLayoutId id="2147484584" r:id="rId23"/>
    <p:sldLayoutId id="2147484585" r:id="rId24"/>
    <p:sldLayoutId id="2147484586" r:id="rId25"/>
    <p:sldLayoutId id="2147484587" r:id="rId26"/>
    <p:sldLayoutId id="2147484588" r:id="rId27"/>
    <p:sldLayoutId id="2147484589" r:id="rId28"/>
    <p:sldLayoutId id="2147484590" r:id="rId29"/>
    <p:sldLayoutId id="2147484591" r:id="rId30"/>
    <p:sldLayoutId id="2147484592" r:id="rId31"/>
    <p:sldLayoutId id="2147484593" r:id="rId32"/>
    <p:sldLayoutId id="2147484594" r:id="rId33"/>
    <p:sldLayoutId id="2147484595" r:id="rId34"/>
  </p:sldLayoutIdLst>
  <p:hf hdr="0" dt="0"/>
  <p:txStyles>
    <p:title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5995" indent="-215995" algn="l" defTabSz="914377"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89"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86"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80"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93" indent="-142871"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89"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24Mar2026 FAP/TRAILR2 IUPC  |  CONFIDENTIAL</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40"/>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3878111618"/>
      </p:ext>
    </p:extLst>
  </p:cSld>
  <p:clrMap bg1="lt1" tx1="dk1" bg2="lt2" tx2="dk2" accent1="accent1" accent2="accent2" accent3="accent3" accent4="accent4" accent5="accent5" accent6="accent6" hlink="hlink" folHlink="folHlink"/>
  <p:sldLayoutIdLst>
    <p:sldLayoutId id="2147484597" r:id="rId1"/>
    <p:sldLayoutId id="2147484598" r:id="rId2"/>
    <p:sldLayoutId id="2147484599" r:id="rId3"/>
    <p:sldLayoutId id="2147484600" r:id="rId4"/>
    <p:sldLayoutId id="2147484601" r:id="rId5"/>
    <p:sldLayoutId id="2147484602" r:id="rId6"/>
    <p:sldLayoutId id="2147484603" r:id="rId7"/>
    <p:sldLayoutId id="2147484604" r:id="rId8"/>
    <p:sldLayoutId id="2147484605" r:id="rId9"/>
    <p:sldLayoutId id="2147484606" r:id="rId10"/>
    <p:sldLayoutId id="2147484607" r:id="rId11"/>
    <p:sldLayoutId id="2147484608" r:id="rId12"/>
    <p:sldLayoutId id="2147484609" r:id="rId13"/>
    <p:sldLayoutId id="2147484610" r:id="rId14"/>
    <p:sldLayoutId id="2147484611" r:id="rId15"/>
    <p:sldLayoutId id="2147484612" r:id="rId16"/>
    <p:sldLayoutId id="2147484613" r:id="rId17"/>
    <p:sldLayoutId id="2147484614" r:id="rId18"/>
    <p:sldLayoutId id="2147484615" r:id="rId19"/>
    <p:sldLayoutId id="2147484616" r:id="rId20"/>
    <p:sldLayoutId id="2147484617" r:id="rId21"/>
    <p:sldLayoutId id="2147484618" r:id="rId22"/>
    <p:sldLayoutId id="2147484619" r:id="rId23"/>
    <p:sldLayoutId id="2147484620" r:id="rId24"/>
    <p:sldLayoutId id="2147484621" r:id="rId25"/>
    <p:sldLayoutId id="2147484622" r:id="rId26"/>
    <p:sldLayoutId id="2147484623" r:id="rId27"/>
    <p:sldLayoutId id="2147484624" r:id="rId28"/>
    <p:sldLayoutId id="2147484625" r:id="rId29"/>
    <p:sldLayoutId id="2147484626" r:id="rId30"/>
    <p:sldLayoutId id="2147484627" r:id="rId31"/>
    <p:sldLayoutId id="2147484628" r:id="rId32"/>
    <p:sldLayoutId id="2147484629" r:id="rId33"/>
    <p:sldLayoutId id="2147484630" r:id="rId34"/>
    <p:sldLayoutId id="2147484631" r:id="rId35"/>
    <p:sldLayoutId id="2147484632" r:id="rId36"/>
    <p:sldLayoutId id="2147484633" r:id="rId37"/>
    <p:sldLayoutId id="2147484634" r:id="rId38"/>
  </p:sldLayoutIdLst>
  <p:hf sldNum="0"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B6B0DE40-12B4-9137-0D54-D467CC552597}"/>
              </a:ext>
            </a:extLst>
          </p:cNvPr>
          <p:cNvGraphicFramePr>
            <a:graphicFrameLocks noChangeAspect="1"/>
          </p:cNvGraphicFramePr>
          <p:nvPr userDrawn="1">
            <p:custDataLst>
              <p:tags r:id="rId43"/>
            </p:custDataLst>
            <p:extLst>
              <p:ext uri="{D42A27DB-BD31-4B8C-83A1-F6EECF244321}">
                <p14:modId xmlns:p14="http://schemas.microsoft.com/office/powerpoint/2010/main" val="1889010157"/>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4" imgW="425" imgH="424" progId="TCLayout.ActiveDocument.1">
                  <p:embed/>
                </p:oleObj>
              </mc:Choice>
              <mc:Fallback>
                <p:oleObj name="think-cell Slide" r:id="rId44" imgW="425" imgH="424" progId="TCLayout.ActiveDocument.1">
                  <p:embed/>
                  <p:pic>
                    <p:nvPicPr>
                      <p:cNvPr id="7" name="think-cell data - do not delete" hidden="1">
                        <a:extLst>
                          <a:ext uri="{FF2B5EF4-FFF2-40B4-BE49-F238E27FC236}">
                            <a16:creationId xmlns:a16="http://schemas.microsoft.com/office/drawing/2014/main" id="{B6B0DE40-12B4-9137-0D54-D467CC552597}"/>
                          </a:ext>
                        </a:extLst>
                      </p:cNvPr>
                      <p:cNvPicPr/>
                      <p:nvPr/>
                    </p:nvPicPr>
                    <p:blipFill>
                      <a:blip r:embed="rId45"/>
                      <a:stretch>
                        <a:fillRect/>
                      </a:stretch>
                    </p:blipFill>
                    <p:spPr>
                      <a:xfrm>
                        <a:off x="2118" y="2118"/>
                        <a:ext cx="2117" cy="2117"/>
                      </a:xfrm>
                      <a:prstGeom prst="rect">
                        <a:avLst/>
                      </a:prstGeom>
                    </p:spPr>
                  </p:pic>
                </p:oleObj>
              </mc:Fallback>
            </mc:AlternateContent>
          </a:graphicData>
        </a:graphic>
      </p:graphicFrame>
      <p:sp>
        <p:nvSpPr>
          <p:cNvPr id="2" name="Titelplatzhalter 1"/>
          <p:cNvSpPr>
            <a:spLocks noGrp="1"/>
          </p:cNvSpPr>
          <p:nvPr>
            <p:ph type="title"/>
          </p:nvPr>
        </p:nvSpPr>
        <p:spPr bwMode="gray">
          <a:xfrm>
            <a:off x="479426"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4"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BI 765423, BI3804379 _March 2026 IUPC |  Confidential - External Innovation</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bwMode="gray">
          <a:xfrm>
            <a:off x="479424" y="6165002"/>
            <a:ext cx="1234800" cy="372727"/>
          </a:xfrm>
          <a:prstGeom prst="rect">
            <a:avLst/>
          </a:prstGeom>
        </p:spPr>
      </p:pic>
    </p:spTree>
    <p:extLst>
      <p:ext uri="{BB962C8B-B14F-4D97-AF65-F5344CB8AC3E}">
        <p14:creationId xmlns:p14="http://schemas.microsoft.com/office/powerpoint/2010/main" val="2699479715"/>
      </p:ext>
    </p:extLst>
  </p:cSld>
  <p:clrMap bg1="lt1" tx1="dk1" bg2="lt2" tx2="dk2" accent1="accent1" accent2="accent2" accent3="accent3" accent4="accent4" accent5="accent5" accent6="accent6" hlink="hlink" folHlink="folHlink"/>
  <p:sldLayoutIdLst>
    <p:sldLayoutId id="2147484636" r:id="rId1"/>
    <p:sldLayoutId id="2147484637" r:id="rId2"/>
    <p:sldLayoutId id="2147484638" r:id="rId3"/>
    <p:sldLayoutId id="2147484639" r:id="rId4"/>
    <p:sldLayoutId id="2147484640" r:id="rId5"/>
    <p:sldLayoutId id="2147484641" r:id="rId6"/>
    <p:sldLayoutId id="2147484642" r:id="rId7"/>
    <p:sldLayoutId id="2147484643" r:id="rId8"/>
    <p:sldLayoutId id="2147484644" r:id="rId9"/>
    <p:sldLayoutId id="2147484645" r:id="rId10"/>
    <p:sldLayoutId id="2147484646" r:id="rId11"/>
    <p:sldLayoutId id="2147484647" r:id="rId12"/>
    <p:sldLayoutId id="2147484648" r:id="rId13"/>
    <p:sldLayoutId id="2147484649" r:id="rId14"/>
    <p:sldLayoutId id="2147484650" r:id="rId15"/>
    <p:sldLayoutId id="2147484651" r:id="rId16"/>
    <p:sldLayoutId id="2147484652" r:id="rId17"/>
    <p:sldLayoutId id="2147484653" r:id="rId18"/>
    <p:sldLayoutId id="2147484654" r:id="rId19"/>
    <p:sldLayoutId id="2147484655" r:id="rId20"/>
    <p:sldLayoutId id="2147484656" r:id="rId21"/>
    <p:sldLayoutId id="2147484657" r:id="rId22"/>
    <p:sldLayoutId id="2147484658" r:id="rId23"/>
    <p:sldLayoutId id="2147484659" r:id="rId24"/>
    <p:sldLayoutId id="2147484660" r:id="rId25"/>
    <p:sldLayoutId id="2147484661" r:id="rId26"/>
    <p:sldLayoutId id="2147484662" r:id="rId27"/>
    <p:sldLayoutId id="2147484663" r:id="rId28"/>
    <p:sldLayoutId id="2147484664" r:id="rId29"/>
    <p:sldLayoutId id="2147484665" r:id="rId30"/>
    <p:sldLayoutId id="2147484666" r:id="rId31"/>
    <p:sldLayoutId id="2147484667" r:id="rId32"/>
    <p:sldLayoutId id="2147484668" r:id="rId33"/>
    <p:sldLayoutId id="2147484669" r:id="rId34"/>
    <p:sldLayoutId id="2147484670" r:id="rId35"/>
    <p:sldLayoutId id="2147484671" r:id="rId36"/>
    <p:sldLayoutId id="2147484672" r:id="rId37"/>
    <p:sldLayoutId id="2147484673" r:id="rId38"/>
    <p:sldLayoutId id="2147484674" r:id="rId39"/>
    <p:sldLayoutId id="2147484675" r:id="rId40"/>
    <p:sldLayoutId id="2147484676" r:id="rId41"/>
  </p:sldLayoutIdLst>
  <p:hf hdr="0" dt="0"/>
  <p:txStyles>
    <p:title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5995" indent="-215995" algn="l" defTabSz="914377"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89"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86"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80" indent="-215995" algn="l" defTabSz="914377"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93" indent="-142871"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89"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86" indent="-143996" algn="l" defTabSz="914377"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16">
          <p15:clr>
            <a:srgbClr val="F26B43"/>
          </p15:clr>
        </p15:guide>
        <p15:guide id="2" pos="7378">
          <p15:clr>
            <a:srgbClr val="F26B43"/>
          </p15:clr>
        </p15:guide>
        <p15:guide id="3" orient="horz" pos="2820">
          <p15:clr>
            <a:srgbClr val="F26B43"/>
          </p15:clr>
        </p15:guide>
        <p15:guide id="5" orient="horz" pos="564">
          <p15:clr>
            <a:srgbClr val="F26B43"/>
          </p15:clr>
        </p15:guide>
        <p15:guide id="6" orient="horz" pos="3748">
          <p15:clr>
            <a:srgbClr val="F26B43"/>
          </p15:clr>
        </p15:guide>
        <p15:guide id="7" pos="5544">
          <p15:clr>
            <a:srgbClr val="F26B43"/>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bwMode="gray">
          <a:xfrm>
            <a:off x="479424" y="477000"/>
            <a:ext cx="11233151" cy="720000"/>
          </a:xfrm>
          <a:prstGeom prst="rect">
            <a:avLst/>
          </a:prstGeom>
        </p:spPr>
        <p:txBody>
          <a:bodyPr vert="horz" lIns="0" tIns="0" rIns="0" bIns="0" rtlCol="0" anchor="t">
            <a:noAutofit/>
          </a:bodyPr>
          <a:lstStyle/>
          <a:p>
            <a:r>
              <a:rPr lang="en-US"/>
              <a:t>Add Title</a:t>
            </a:r>
          </a:p>
        </p:txBody>
      </p:sp>
      <p:sp>
        <p:nvSpPr>
          <p:cNvPr id="3" name="Textplatzhalter 2"/>
          <p:cNvSpPr>
            <a:spLocks noGrp="1"/>
          </p:cNvSpPr>
          <p:nvPr>
            <p:ph type="body" idx="1"/>
          </p:nvPr>
        </p:nvSpPr>
        <p:spPr bwMode="gray">
          <a:xfrm>
            <a:off x="479473" y="1413280"/>
            <a:ext cx="11233151" cy="4536000"/>
          </a:xfrm>
          <a:prstGeom prst="rect">
            <a:avLst/>
          </a:prstGeom>
        </p:spPr>
        <p:txBody>
          <a:bodyPr vert="horz" lIns="0" tIns="0" rIns="0" bIns="0" rtlCol="0">
            <a:noAutofit/>
          </a:bodyPr>
          <a:lstStyle/>
          <a:p>
            <a:pPr lvl="0"/>
            <a:r>
              <a:rPr lang="en-US"/>
              <a:t>Edit text by clicking. Use the "Increase/decrease list level" buttons on the Start tab to switch between the set up text levels. For an optional subheading, set the text in bold.</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ußzeilenplatzhalter 4"/>
          <p:cNvSpPr>
            <a:spLocks noGrp="1"/>
          </p:cNvSpPr>
          <p:nvPr>
            <p:ph type="ftr" sz="quarter" idx="3"/>
          </p:nvPr>
        </p:nvSpPr>
        <p:spPr bwMode="gray">
          <a:xfrm>
            <a:off x="6312024" y="6246836"/>
            <a:ext cx="5040560" cy="288000"/>
          </a:xfrm>
          <a:prstGeom prst="rect">
            <a:avLst/>
          </a:prstGeom>
        </p:spPr>
        <p:txBody>
          <a:bodyPr vert="horz" lIns="0" tIns="0" rIns="0" bIns="0" rtlCol="0" anchor="b">
            <a:noAutofit/>
          </a:bodyPr>
          <a:lstStyle>
            <a:lvl1pPr marL="0" indent="0" algn="r">
              <a:spcAft>
                <a:spcPts val="300"/>
              </a:spcAft>
              <a:defRPr sz="800">
                <a:solidFill>
                  <a:schemeClr val="bg2"/>
                </a:solidFill>
              </a:defRPr>
            </a:lvl1pPr>
            <a:lvl2pPr marL="0" indent="0" algn="l">
              <a:defRPr sz="800"/>
            </a:lvl2pPr>
            <a:lvl3pPr marL="0" indent="0" algn="l">
              <a:defRPr sz="800"/>
            </a:lvl3pPr>
            <a:lvl4pPr marL="0" indent="0" algn="l">
              <a:defRPr sz="800"/>
            </a:lvl4pPr>
            <a:lvl5pPr marL="0" indent="0" algn="l">
              <a:defRPr sz="800"/>
            </a:lvl5pPr>
            <a:lvl6pPr marL="0" indent="0" algn="l">
              <a:defRPr sz="800"/>
            </a:lvl6pPr>
            <a:lvl7pPr marL="0" indent="0" algn="l">
              <a:defRPr sz="800"/>
            </a:lvl7pPr>
            <a:lvl8pPr marL="0" indent="0" algn="l">
              <a:defRPr sz="800"/>
            </a:lvl8pPr>
            <a:lvl9pPr marL="0" indent="0" algn="l">
              <a:defRPr sz="800"/>
            </a:lvl9pPr>
          </a:lstStyle>
          <a:p>
            <a:r>
              <a:rPr lang="en-US"/>
              <a:t>ONLY FOR INTERNAL USE</a:t>
            </a:r>
          </a:p>
        </p:txBody>
      </p:sp>
      <p:sp>
        <p:nvSpPr>
          <p:cNvPr id="6" name="Foliennummernplatzhalter 5"/>
          <p:cNvSpPr>
            <a:spLocks noGrp="1"/>
          </p:cNvSpPr>
          <p:nvPr>
            <p:ph type="sldNum" sz="quarter" idx="4"/>
          </p:nvPr>
        </p:nvSpPr>
        <p:spPr bwMode="gray">
          <a:xfrm>
            <a:off x="11424592" y="6246836"/>
            <a:ext cx="288000" cy="288000"/>
          </a:xfrm>
          <a:prstGeom prst="rect">
            <a:avLst/>
          </a:prstGeom>
        </p:spPr>
        <p:txBody>
          <a:bodyPr vert="horz" lIns="0" tIns="0" rIns="0" bIns="0" rtlCol="0" anchor="b">
            <a:noAutofit/>
          </a:bodyPr>
          <a:lstStyle>
            <a:lvl1pPr algn="r">
              <a:defRPr sz="800">
                <a:solidFill>
                  <a:schemeClr val="bg2"/>
                </a:solidFill>
              </a:defRPr>
            </a:lvl1pPr>
          </a:lstStyle>
          <a:p>
            <a:fld id="{DF4E8F9F-5B1F-4F5B-BE49-3245D8C18D9F}" type="slidenum">
              <a:rPr lang="en-US" smtClean="0"/>
              <a:pPr/>
              <a:t>‹#›</a:t>
            </a:fld>
            <a:endParaRPr lang="en-US"/>
          </a:p>
        </p:txBody>
      </p:sp>
      <p:grpSp>
        <p:nvGrpSpPr>
          <p:cNvPr id="2082" name="Gruppieren 2081">
            <a:extLst>
              <a:ext uri="{FF2B5EF4-FFF2-40B4-BE49-F238E27FC236}">
                <a16:creationId xmlns:a16="http://schemas.microsoft.com/office/drawing/2014/main" id="{541D1760-5727-61F0-8478-5E672791C3A5}"/>
              </a:ext>
            </a:extLst>
          </p:cNvPr>
          <p:cNvGrpSpPr/>
          <p:nvPr userDrawn="1"/>
        </p:nvGrpSpPr>
        <p:grpSpPr bwMode="gray">
          <a:xfrm>
            <a:off x="480000" y="-171400"/>
            <a:ext cx="11232624" cy="72000"/>
            <a:chOff x="480000" y="-171400"/>
            <a:chExt cx="11232624" cy="72000"/>
          </a:xfrm>
        </p:grpSpPr>
        <p:cxnSp>
          <p:nvCxnSpPr>
            <p:cNvPr id="13" name="Gerader Verbinder 12"/>
            <p:cNvCxnSpPr/>
            <p:nvPr userDrawn="1"/>
          </p:nvCxnSpPr>
          <p:spPr bwMode="gray">
            <a:xfrm>
              <a:off x="48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Gerader Verbinder 13"/>
            <p:cNvCxnSpPr>
              <a:cxnSpLocks/>
            </p:cNvCxnSpPr>
            <p:nvPr userDrawn="1"/>
          </p:nvCxnSpPr>
          <p:spPr bwMode="gray">
            <a:xfrm>
              <a:off x="4043376"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Gerader Verbinder 14"/>
            <p:cNvCxnSpPr>
              <a:cxnSpLocks/>
            </p:cNvCxnSpPr>
            <p:nvPr userDrawn="1"/>
          </p:nvCxnSpPr>
          <p:spPr bwMode="gray">
            <a:xfrm>
              <a:off x="4331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Gerader Verbinder 15"/>
            <p:cNvCxnSpPr/>
            <p:nvPr userDrawn="1"/>
          </p:nvCxnSpPr>
          <p:spPr bwMode="gray">
            <a:xfrm>
              <a:off x="5952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r Verbinder 16"/>
            <p:cNvCxnSpPr/>
            <p:nvPr userDrawn="1"/>
          </p:nvCxnSpPr>
          <p:spPr bwMode="gray">
            <a:xfrm>
              <a:off x="6240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r Verbinder 17"/>
            <p:cNvCxnSpPr>
              <a:cxnSpLocks/>
            </p:cNvCxnSpPr>
            <p:nvPr userDrawn="1"/>
          </p:nvCxnSpPr>
          <p:spPr bwMode="gray">
            <a:xfrm>
              <a:off x="7859688"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r Verbinder 18"/>
            <p:cNvCxnSpPr>
              <a:cxnSpLocks/>
            </p:cNvCxnSpPr>
            <p:nvPr userDrawn="1"/>
          </p:nvCxnSpPr>
          <p:spPr bwMode="gray">
            <a:xfrm>
              <a:off x="8148000"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r Verbinder 19"/>
            <p:cNvCxnSpPr/>
            <p:nvPr userDrawn="1"/>
          </p:nvCxnSpPr>
          <p:spPr bwMode="gray">
            <a:xfrm>
              <a:off x="11712624" y="-171400"/>
              <a:ext cx="0" cy="72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uppieren 24"/>
          <p:cNvGrpSpPr/>
          <p:nvPr userDrawn="1"/>
        </p:nvGrpSpPr>
        <p:grpSpPr bwMode="gray">
          <a:xfrm>
            <a:off x="-168688" y="1413000"/>
            <a:ext cx="72000" cy="4536000"/>
            <a:chOff x="-456728" y="1628800"/>
            <a:chExt cx="216000" cy="4536504"/>
          </a:xfrm>
        </p:grpSpPr>
        <p:cxnSp>
          <p:nvCxnSpPr>
            <p:cNvPr id="23" name="Gerader Verbinder 22"/>
            <p:cNvCxnSpPr/>
            <p:nvPr userDrawn="1"/>
          </p:nvCxnSpPr>
          <p:spPr bwMode="gray">
            <a:xfrm>
              <a:off x="-456728" y="1628800"/>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r Verbinder 23"/>
            <p:cNvCxnSpPr/>
            <p:nvPr userDrawn="1"/>
          </p:nvCxnSpPr>
          <p:spPr bwMode="gray">
            <a:xfrm>
              <a:off x="-456728" y="6165304"/>
              <a:ext cx="21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069" name="Grafik 2068">
            <a:extLst>
              <a:ext uri="{FF2B5EF4-FFF2-40B4-BE49-F238E27FC236}">
                <a16:creationId xmlns:a16="http://schemas.microsoft.com/office/drawing/2014/main" id="{F9F7D00D-6B99-C8F0-6093-D3BE62E5695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7"/>
              </a:ext>
            </a:extLst>
          </a:blip>
          <a:stretch>
            <a:fillRect/>
          </a:stretch>
        </p:blipFill>
        <p:spPr bwMode="gray">
          <a:xfrm>
            <a:off x="479424" y="6165000"/>
            <a:ext cx="1234800" cy="372727"/>
          </a:xfrm>
          <a:prstGeom prst="rect">
            <a:avLst/>
          </a:prstGeom>
        </p:spPr>
      </p:pic>
    </p:spTree>
    <p:extLst>
      <p:ext uri="{BB962C8B-B14F-4D97-AF65-F5344CB8AC3E}">
        <p14:creationId xmlns:p14="http://schemas.microsoft.com/office/powerpoint/2010/main" val="1816568839"/>
      </p:ext>
    </p:extLst>
  </p:cSld>
  <p:clrMap bg1="lt1" tx1="dk1" bg2="lt2" tx2="dk2" accent1="accent1" accent2="accent2" accent3="accent3" accent4="accent4" accent5="accent5" accent6="accent6" hlink="hlink" folHlink="folHlink"/>
  <p:sldLayoutIdLst>
    <p:sldLayoutId id="2147484678" r:id="rId1"/>
    <p:sldLayoutId id="2147484679" r:id="rId2"/>
    <p:sldLayoutId id="2147484680" r:id="rId3"/>
    <p:sldLayoutId id="2147484681" r:id="rId4"/>
    <p:sldLayoutId id="2147484682" r:id="rId5"/>
  </p:sldLayoutIdLst>
  <p:hf sldNum="0" hdr="0" dt="0"/>
  <p:txStyles>
    <p:title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p:titleStyle>
    <p:body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02">
          <p15:clr>
            <a:srgbClr val="F26B43"/>
          </p15:clr>
        </p15:guide>
        <p15:guide id="2" pos="7378">
          <p15:clr>
            <a:srgbClr val="F26B43"/>
          </p15:clr>
        </p15:guide>
        <p15:guide id="3" orient="horz" pos="890">
          <p15:clr>
            <a:srgbClr val="F26B43"/>
          </p15:clr>
        </p15:guide>
        <p15:guide id="5" orient="horz" pos="300">
          <p15:clr>
            <a:srgbClr val="F26B43"/>
          </p15:clr>
        </p15:guide>
        <p15:guide id="6" orient="horz" pos="3748">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xml"/><Relationship Id="rId1" Type="http://schemas.openxmlformats.org/officeDocument/2006/relationships/slideLayout" Target="../slideLayouts/slideLayout3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1.xml"/></Relationships>
</file>

<file path=ppt/slides/_rels/slide5.xml.rels><?xml version="1.0" encoding="UTF-8" standalone="yes"?>
<Relationships xmlns="http://schemas.openxmlformats.org/package/2006/relationships"><Relationship Id="rId3" Type="http://schemas.openxmlformats.org/officeDocument/2006/relationships/hyperlink" Target="https://app.powerbi.com/groups/me/reports/858cff9e-b9c1-4e7d-8f41-2532ba62d974/?pbi_source=PowerPoint" TargetMode="External"/><Relationship Id="rId2" Type="http://schemas.openxmlformats.org/officeDocument/2006/relationships/notesSlide" Target="../notesSlides/notesSlide4.xml"/><Relationship Id="rId1" Type="http://schemas.openxmlformats.org/officeDocument/2006/relationships/slideLayout" Target="../slideLayouts/slideLayout274.xml"/><Relationship Id="rId4" Type="http://schemas.openxmlformats.org/officeDocument/2006/relationships/image" Target="../media/image4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1.xml"/></Relationships>
</file>

<file path=ppt/slides/_rels/slide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6.xml"/><Relationship Id="rId1" Type="http://schemas.openxmlformats.org/officeDocument/2006/relationships/slideLayout" Target="../slideLayouts/slideLayout12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1.xml"/></Relationships>
</file>

<file path=ppt/slides/_rels/slide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8.xml"/><Relationship Id="rId1" Type="http://schemas.openxmlformats.org/officeDocument/2006/relationships/slideLayout" Target="../slideLayouts/slideLayout12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11.xml.rels><?xml version="1.0" encoding="UTF-8" standalone="yes"?>
<Relationships xmlns="http://schemas.openxmlformats.org/package/2006/relationships"><Relationship Id="rId8" Type="http://schemas.openxmlformats.org/officeDocument/2006/relationships/tags" Target="../tags/tag12.xml"/><Relationship Id="rId13" Type="http://schemas.openxmlformats.org/officeDocument/2006/relationships/tags" Target="../tags/tag17.xml"/><Relationship Id="rId18" Type="http://schemas.openxmlformats.org/officeDocument/2006/relationships/tags" Target="../tags/tag22.xml"/><Relationship Id="rId26" Type="http://schemas.openxmlformats.org/officeDocument/2006/relationships/notesSlide" Target="../notesSlides/notesSlide9.xml"/><Relationship Id="rId3" Type="http://schemas.openxmlformats.org/officeDocument/2006/relationships/tags" Target="../tags/tag7.xml"/><Relationship Id="rId21" Type="http://schemas.openxmlformats.org/officeDocument/2006/relationships/tags" Target="../tags/tag25.xml"/><Relationship Id="rId7" Type="http://schemas.openxmlformats.org/officeDocument/2006/relationships/tags" Target="../tags/tag11.xml"/><Relationship Id="rId12" Type="http://schemas.openxmlformats.org/officeDocument/2006/relationships/tags" Target="../tags/tag16.xml"/><Relationship Id="rId17" Type="http://schemas.openxmlformats.org/officeDocument/2006/relationships/tags" Target="../tags/tag21.xml"/><Relationship Id="rId25" Type="http://schemas.openxmlformats.org/officeDocument/2006/relationships/slideLayout" Target="../slideLayouts/slideLayout121.xml"/><Relationship Id="rId2" Type="http://schemas.openxmlformats.org/officeDocument/2006/relationships/tags" Target="../tags/tag6.xml"/><Relationship Id="rId16" Type="http://schemas.openxmlformats.org/officeDocument/2006/relationships/tags" Target="../tags/tag20.xml"/><Relationship Id="rId20" Type="http://schemas.openxmlformats.org/officeDocument/2006/relationships/tags" Target="../tags/tag24.xml"/><Relationship Id="rId29" Type="http://schemas.openxmlformats.org/officeDocument/2006/relationships/image" Target="../media/image49.png"/><Relationship Id="rId1" Type="http://schemas.openxmlformats.org/officeDocument/2006/relationships/tags" Target="../tags/tag5.xml"/><Relationship Id="rId6" Type="http://schemas.openxmlformats.org/officeDocument/2006/relationships/tags" Target="../tags/tag10.xml"/><Relationship Id="rId11" Type="http://schemas.openxmlformats.org/officeDocument/2006/relationships/tags" Target="../tags/tag15.xml"/><Relationship Id="rId24" Type="http://schemas.openxmlformats.org/officeDocument/2006/relationships/tags" Target="../tags/tag28.xml"/><Relationship Id="rId5" Type="http://schemas.openxmlformats.org/officeDocument/2006/relationships/tags" Target="../tags/tag9.xml"/><Relationship Id="rId15" Type="http://schemas.openxmlformats.org/officeDocument/2006/relationships/tags" Target="../tags/tag19.xml"/><Relationship Id="rId23" Type="http://schemas.openxmlformats.org/officeDocument/2006/relationships/tags" Target="../tags/tag27.xml"/><Relationship Id="rId28" Type="http://schemas.openxmlformats.org/officeDocument/2006/relationships/image" Target="../media/image48.png"/><Relationship Id="rId10" Type="http://schemas.openxmlformats.org/officeDocument/2006/relationships/tags" Target="../tags/tag14.xml"/><Relationship Id="rId19" Type="http://schemas.openxmlformats.org/officeDocument/2006/relationships/tags" Target="../tags/tag23.xml"/><Relationship Id="rId4" Type="http://schemas.openxmlformats.org/officeDocument/2006/relationships/tags" Target="../tags/tag8.xml"/><Relationship Id="rId9" Type="http://schemas.openxmlformats.org/officeDocument/2006/relationships/tags" Target="../tags/tag13.xml"/><Relationship Id="rId14" Type="http://schemas.openxmlformats.org/officeDocument/2006/relationships/tags" Target="../tags/tag18.xml"/><Relationship Id="rId22" Type="http://schemas.openxmlformats.org/officeDocument/2006/relationships/tags" Target="../tags/tag26.xml"/><Relationship Id="rId27" Type="http://schemas.openxmlformats.org/officeDocument/2006/relationships/image" Target="../media/image47.png"/></Relationships>
</file>

<file path=ppt/slides/_rels/slide12.xml.rels><?xml version="1.0" encoding="UTF-8" standalone="yes"?>
<Relationships xmlns="http://schemas.openxmlformats.org/package/2006/relationships"><Relationship Id="rId8" Type="http://schemas.openxmlformats.org/officeDocument/2006/relationships/tags" Target="../tags/tag36.xml"/><Relationship Id="rId13" Type="http://schemas.openxmlformats.org/officeDocument/2006/relationships/tags" Target="../tags/tag41.xml"/><Relationship Id="rId18" Type="http://schemas.openxmlformats.org/officeDocument/2006/relationships/tags" Target="../tags/tag46.xml"/><Relationship Id="rId26" Type="http://schemas.openxmlformats.org/officeDocument/2006/relationships/tags" Target="../tags/tag54.xml"/><Relationship Id="rId39" Type="http://schemas.openxmlformats.org/officeDocument/2006/relationships/tags" Target="../tags/tag67.xml"/><Relationship Id="rId3" Type="http://schemas.openxmlformats.org/officeDocument/2006/relationships/tags" Target="../tags/tag31.xml"/><Relationship Id="rId21" Type="http://schemas.openxmlformats.org/officeDocument/2006/relationships/tags" Target="../tags/tag49.xml"/><Relationship Id="rId34" Type="http://schemas.openxmlformats.org/officeDocument/2006/relationships/tags" Target="../tags/tag62.xml"/><Relationship Id="rId42" Type="http://schemas.openxmlformats.org/officeDocument/2006/relationships/slideLayout" Target="../slideLayouts/slideLayout122.xml"/><Relationship Id="rId7" Type="http://schemas.openxmlformats.org/officeDocument/2006/relationships/tags" Target="../tags/tag35.xml"/><Relationship Id="rId12" Type="http://schemas.openxmlformats.org/officeDocument/2006/relationships/tags" Target="../tags/tag40.xml"/><Relationship Id="rId17" Type="http://schemas.openxmlformats.org/officeDocument/2006/relationships/tags" Target="../tags/tag45.xml"/><Relationship Id="rId25" Type="http://schemas.openxmlformats.org/officeDocument/2006/relationships/tags" Target="../tags/tag53.xml"/><Relationship Id="rId33" Type="http://schemas.openxmlformats.org/officeDocument/2006/relationships/tags" Target="../tags/tag61.xml"/><Relationship Id="rId38" Type="http://schemas.openxmlformats.org/officeDocument/2006/relationships/tags" Target="../tags/tag66.xml"/><Relationship Id="rId46" Type="http://schemas.openxmlformats.org/officeDocument/2006/relationships/image" Target="../media/image51.png"/><Relationship Id="rId2" Type="http://schemas.openxmlformats.org/officeDocument/2006/relationships/tags" Target="../tags/tag30.xml"/><Relationship Id="rId16" Type="http://schemas.openxmlformats.org/officeDocument/2006/relationships/tags" Target="../tags/tag44.xml"/><Relationship Id="rId20" Type="http://schemas.openxmlformats.org/officeDocument/2006/relationships/tags" Target="../tags/tag48.xml"/><Relationship Id="rId29" Type="http://schemas.openxmlformats.org/officeDocument/2006/relationships/tags" Target="../tags/tag57.xml"/><Relationship Id="rId41" Type="http://schemas.openxmlformats.org/officeDocument/2006/relationships/tags" Target="../tags/tag69.xml"/><Relationship Id="rId1" Type="http://schemas.openxmlformats.org/officeDocument/2006/relationships/tags" Target="../tags/tag29.xml"/><Relationship Id="rId6" Type="http://schemas.openxmlformats.org/officeDocument/2006/relationships/tags" Target="../tags/tag34.xml"/><Relationship Id="rId11" Type="http://schemas.openxmlformats.org/officeDocument/2006/relationships/tags" Target="../tags/tag39.xml"/><Relationship Id="rId24" Type="http://schemas.openxmlformats.org/officeDocument/2006/relationships/tags" Target="../tags/tag52.xml"/><Relationship Id="rId32" Type="http://schemas.openxmlformats.org/officeDocument/2006/relationships/tags" Target="../tags/tag60.xml"/><Relationship Id="rId37" Type="http://schemas.openxmlformats.org/officeDocument/2006/relationships/tags" Target="../tags/tag65.xml"/><Relationship Id="rId40" Type="http://schemas.openxmlformats.org/officeDocument/2006/relationships/tags" Target="../tags/tag68.xml"/><Relationship Id="rId45" Type="http://schemas.openxmlformats.org/officeDocument/2006/relationships/image" Target="../media/image47.png"/><Relationship Id="rId5" Type="http://schemas.openxmlformats.org/officeDocument/2006/relationships/tags" Target="../tags/tag33.xml"/><Relationship Id="rId15" Type="http://schemas.openxmlformats.org/officeDocument/2006/relationships/tags" Target="../tags/tag43.xml"/><Relationship Id="rId23" Type="http://schemas.openxmlformats.org/officeDocument/2006/relationships/tags" Target="../tags/tag51.xml"/><Relationship Id="rId28" Type="http://schemas.openxmlformats.org/officeDocument/2006/relationships/tags" Target="../tags/tag56.xml"/><Relationship Id="rId36" Type="http://schemas.openxmlformats.org/officeDocument/2006/relationships/tags" Target="../tags/tag64.xml"/><Relationship Id="rId10" Type="http://schemas.openxmlformats.org/officeDocument/2006/relationships/tags" Target="../tags/tag38.xml"/><Relationship Id="rId19" Type="http://schemas.openxmlformats.org/officeDocument/2006/relationships/tags" Target="../tags/tag47.xml"/><Relationship Id="rId31" Type="http://schemas.openxmlformats.org/officeDocument/2006/relationships/tags" Target="../tags/tag59.xml"/><Relationship Id="rId44" Type="http://schemas.openxmlformats.org/officeDocument/2006/relationships/image" Target="../media/image50.png"/><Relationship Id="rId4" Type="http://schemas.openxmlformats.org/officeDocument/2006/relationships/tags" Target="../tags/tag32.xml"/><Relationship Id="rId9" Type="http://schemas.openxmlformats.org/officeDocument/2006/relationships/tags" Target="../tags/tag37.xml"/><Relationship Id="rId14" Type="http://schemas.openxmlformats.org/officeDocument/2006/relationships/tags" Target="../tags/tag42.xml"/><Relationship Id="rId22" Type="http://schemas.openxmlformats.org/officeDocument/2006/relationships/tags" Target="../tags/tag50.xml"/><Relationship Id="rId27" Type="http://schemas.openxmlformats.org/officeDocument/2006/relationships/tags" Target="../tags/tag55.xml"/><Relationship Id="rId30" Type="http://schemas.openxmlformats.org/officeDocument/2006/relationships/tags" Target="../tags/tag58.xml"/><Relationship Id="rId35" Type="http://schemas.openxmlformats.org/officeDocument/2006/relationships/tags" Target="../tags/tag63.xml"/><Relationship Id="rId43" Type="http://schemas.openxmlformats.org/officeDocument/2006/relationships/notesSlide" Target="../notesSlides/notesSlide10.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11_1DCC199F.xml"/><Relationship Id="rId1" Type="http://schemas.openxmlformats.org/officeDocument/2006/relationships/slideLayout" Target="../slideLayouts/slideLayout97.xml"/></Relationships>
</file>

<file path=ppt/slides/_rels/slide14.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52.svg"/><Relationship Id="rId1" Type="http://schemas.openxmlformats.org/officeDocument/2006/relationships/slideLayout" Target="../slideLayouts/slideLayout461.xml"/></Relationships>
</file>

<file path=ppt/slides/_rels/slide1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431.xml"/></Relationships>
</file>

<file path=ppt/slides/_rels/slide1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1.xml"/><Relationship Id="rId1" Type="http://schemas.openxmlformats.org/officeDocument/2006/relationships/slideLayout" Target="../slideLayouts/slideLayout583.xml"/><Relationship Id="rId4" Type="http://schemas.openxmlformats.org/officeDocument/2006/relationships/image" Target="../media/image57.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2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5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21.xml.rels><?xml version="1.0" encoding="UTF-8" standalone="yes"?>
<Relationships xmlns="http://schemas.openxmlformats.org/package/2006/relationships"><Relationship Id="rId3" Type="http://schemas.openxmlformats.org/officeDocument/2006/relationships/tags" Target="../tags/tag72.xml"/><Relationship Id="rId2" Type="http://schemas.openxmlformats.org/officeDocument/2006/relationships/tags" Target="../tags/tag71.xml"/><Relationship Id="rId1" Type="http://schemas.openxmlformats.org/officeDocument/2006/relationships/tags" Target="../tags/tag70.xml"/><Relationship Id="rId6" Type="http://schemas.openxmlformats.org/officeDocument/2006/relationships/image" Target="../media/image49.png"/><Relationship Id="rId5" Type="http://schemas.openxmlformats.org/officeDocument/2006/relationships/notesSlide" Target="../notesSlides/notesSlide14.xml"/><Relationship Id="rId4" Type="http://schemas.openxmlformats.org/officeDocument/2006/relationships/slideLayout" Target="../slideLayouts/slideLayout477.xml"/></Relationships>
</file>

<file path=ppt/slides/_rels/slide2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5.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2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6.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2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7.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25.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8.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26.xml.rels><?xml version="1.0" encoding="UTF-8" standalone="yes"?>
<Relationships xmlns="http://schemas.openxmlformats.org/package/2006/relationships"><Relationship Id="rId3" Type="http://schemas.openxmlformats.org/officeDocument/2006/relationships/tags" Target="../tags/tag75.xml"/><Relationship Id="rId7" Type="http://schemas.openxmlformats.org/officeDocument/2006/relationships/image" Target="../media/image49.png"/><Relationship Id="rId2" Type="http://schemas.openxmlformats.org/officeDocument/2006/relationships/tags" Target="../tags/tag74.xml"/><Relationship Id="rId1" Type="http://schemas.openxmlformats.org/officeDocument/2006/relationships/tags" Target="../tags/tag73.xml"/><Relationship Id="rId6" Type="http://schemas.microsoft.com/office/2018/10/relationships/comments" Target="../comments/modernComment_10F_1C39E9A9.xml"/><Relationship Id="rId5" Type="http://schemas.openxmlformats.org/officeDocument/2006/relationships/notesSlide" Target="../notesSlides/notesSlide19.xml"/><Relationship Id="rId4" Type="http://schemas.openxmlformats.org/officeDocument/2006/relationships/slideLayout" Target="../slideLayouts/slideLayout477.xml"/></Relationships>
</file>

<file path=ppt/slides/_rels/slide27.xml.rels><?xml version="1.0" encoding="UTF-8" standalone="yes"?>
<Relationships xmlns="http://schemas.openxmlformats.org/package/2006/relationships"><Relationship Id="rId3" Type="http://schemas.openxmlformats.org/officeDocument/2006/relationships/tags" Target="../tags/tag78.xml"/><Relationship Id="rId2" Type="http://schemas.openxmlformats.org/officeDocument/2006/relationships/tags" Target="../tags/tag77.xml"/><Relationship Id="rId1" Type="http://schemas.openxmlformats.org/officeDocument/2006/relationships/tags" Target="../tags/tag76.xml"/><Relationship Id="rId6" Type="http://schemas.openxmlformats.org/officeDocument/2006/relationships/image" Target="../media/image49.png"/><Relationship Id="rId5" Type="http://schemas.openxmlformats.org/officeDocument/2006/relationships/notesSlide" Target="../notesSlides/notesSlide20.xml"/><Relationship Id="rId4" Type="http://schemas.openxmlformats.org/officeDocument/2006/relationships/slideLayout" Target="../slideLayouts/slideLayout477.xml"/></Relationships>
</file>

<file path=ppt/slides/_rels/slide28.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21.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29.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22.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30.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23.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3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4.xml"/><Relationship Id="rId1" Type="http://schemas.openxmlformats.org/officeDocument/2006/relationships/slideLayout" Target="../slideLayouts/slideLayout288.xml"/><Relationship Id="rId5" Type="http://schemas.openxmlformats.org/officeDocument/2006/relationships/image" Target="../media/image59.svg"/><Relationship Id="rId4" Type="http://schemas.openxmlformats.org/officeDocument/2006/relationships/image" Target="../media/image58.svg"/></Relationships>
</file>

<file path=ppt/slides/_rels/slide32.xml.rels><?xml version="1.0" encoding="UTF-8" standalone="yes"?>
<Relationships xmlns="http://schemas.openxmlformats.org/package/2006/relationships"><Relationship Id="rId3" Type="http://schemas.openxmlformats.org/officeDocument/2006/relationships/tags" Target="../tags/tag81.xml"/><Relationship Id="rId2" Type="http://schemas.openxmlformats.org/officeDocument/2006/relationships/tags" Target="../tags/tag80.xml"/><Relationship Id="rId1" Type="http://schemas.openxmlformats.org/officeDocument/2006/relationships/tags" Target="../tags/tag79.xml"/><Relationship Id="rId6" Type="http://schemas.openxmlformats.org/officeDocument/2006/relationships/image" Target="../media/image49.png"/><Relationship Id="rId5" Type="http://schemas.openxmlformats.org/officeDocument/2006/relationships/notesSlide" Target="../notesSlides/notesSlide25.xml"/><Relationship Id="rId4" Type="http://schemas.openxmlformats.org/officeDocument/2006/relationships/slideLayout" Target="../slideLayouts/slideLayout477.xml"/></Relationships>
</file>

<file path=ppt/slides/_rels/slide33.xml.rels><?xml version="1.0" encoding="UTF-8" standalone="yes"?>
<Relationships xmlns="http://schemas.openxmlformats.org/package/2006/relationships"><Relationship Id="rId3" Type="http://schemas.openxmlformats.org/officeDocument/2006/relationships/tags" Target="../tags/tag84.xml"/><Relationship Id="rId2" Type="http://schemas.openxmlformats.org/officeDocument/2006/relationships/tags" Target="../tags/tag83.xml"/><Relationship Id="rId1" Type="http://schemas.openxmlformats.org/officeDocument/2006/relationships/tags" Target="../tags/tag82.xml"/><Relationship Id="rId6" Type="http://schemas.openxmlformats.org/officeDocument/2006/relationships/image" Target="../media/image49.png"/><Relationship Id="rId5" Type="http://schemas.openxmlformats.org/officeDocument/2006/relationships/notesSlide" Target="../notesSlides/notesSlide26.xml"/><Relationship Id="rId4" Type="http://schemas.openxmlformats.org/officeDocument/2006/relationships/slideLayout" Target="../slideLayouts/slideLayout47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35.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0.png"/><Relationship Id="rId1" Type="http://schemas.openxmlformats.org/officeDocument/2006/relationships/slideLayout" Target="../slideLayouts/slideLayout102.xml"/><Relationship Id="rId6" Type="http://schemas.openxmlformats.org/officeDocument/2006/relationships/image" Target="../media/image64.jpeg"/><Relationship Id="rId5" Type="http://schemas.openxmlformats.org/officeDocument/2006/relationships/image" Target="../media/image63.png"/><Relationship Id="rId4" Type="http://schemas.openxmlformats.org/officeDocument/2006/relationships/image" Target="../media/image62.png"/></Relationships>
</file>

<file path=ppt/slides/_rels/slide3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0.png"/><Relationship Id="rId1" Type="http://schemas.openxmlformats.org/officeDocument/2006/relationships/slideLayout" Target="../slideLayouts/slideLayout102.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image" Target="../media/image62.png"/></Relationships>
</file>

<file path=ppt/slides/_rels/slide3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7.xml"/><Relationship Id="rId1" Type="http://schemas.openxmlformats.org/officeDocument/2006/relationships/slideLayout" Target="../slideLayouts/slideLayout102.xml"/><Relationship Id="rId6" Type="http://schemas.openxmlformats.org/officeDocument/2006/relationships/image" Target="../media/image67.png"/><Relationship Id="rId5" Type="http://schemas.openxmlformats.org/officeDocument/2006/relationships/image" Target="../media/image62.png"/><Relationship Id="rId4" Type="http://schemas.openxmlformats.org/officeDocument/2006/relationships/image" Target="../media/image61.sv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92.xml"/></Relationships>
</file>

<file path=ppt/slides/_rels/slide4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29.xml"/><Relationship Id="rId1" Type="http://schemas.openxmlformats.org/officeDocument/2006/relationships/slideLayout" Target="../slideLayouts/slideLayout121.xml"/><Relationship Id="rId5" Type="http://schemas.openxmlformats.org/officeDocument/2006/relationships/image" Target="../media/image64.jpeg"/><Relationship Id="rId4" Type="http://schemas.openxmlformats.org/officeDocument/2006/relationships/image" Target="../media/image69.png"/></Relationships>
</file>

<file path=ppt/slides/_rels/slide41.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30.xml"/><Relationship Id="rId1" Type="http://schemas.openxmlformats.org/officeDocument/2006/relationships/slideLayout" Target="../slideLayouts/slideLayout135.xml"/><Relationship Id="rId5" Type="http://schemas.openxmlformats.org/officeDocument/2006/relationships/image" Target="../media/image71.png"/><Relationship Id="rId4" Type="http://schemas.openxmlformats.org/officeDocument/2006/relationships/image" Target="../media/image64.jpeg"/></Relationships>
</file>

<file path=ppt/slides/_rels/slide42.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10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92.xml"/></Relationships>
</file>

<file path=ppt/slides/_rels/slide44.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32.xml"/><Relationship Id="rId1" Type="http://schemas.openxmlformats.org/officeDocument/2006/relationships/slideLayout" Target="../slideLayouts/slideLayout158.xml"/></Relationships>
</file>

<file path=ppt/slides/_rels/slide45.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102.xml"/></Relationships>
</file>

<file path=ppt/slides/_rels/slide4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33.xml"/><Relationship Id="rId1" Type="http://schemas.openxmlformats.org/officeDocument/2006/relationships/slideLayout" Target="../slideLayouts/slideLayout102.xml"/><Relationship Id="rId4" Type="http://schemas.openxmlformats.org/officeDocument/2006/relationships/image" Target="../media/image73.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2.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158.xml"/><Relationship Id="rId1" Type="http://schemas.openxmlformats.org/officeDocument/2006/relationships/tags" Target="../tags/tag85.xml"/><Relationship Id="rId6" Type="http://schemas.openxmlformats.org/officeDocument/2006/relationships/chart" Target="../charts/chart10.xml"/><Relationship Id="rId5" Type="http://schemas.openxmlformats.org/officeDocument/2006/relationships/image" Target="../media/image74.emf"/><Relationship Id="rId4" Type="http://schemas.openxmlformats.org/officeDocument/2006/relationships/oleObject" Target="../embeddings/oleObject4.bin"/></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2.xml"/></Relationships>
</file>

<file path=ppt/slides/_rels/slide51.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37.xml"/><Relationship Id="rId1" Type="http://schemas.openxmlformats.org/officeDocument/2006/relationships/slideLayout" Target="../slideLayouts/slideLayout121.xml"/></Relationships>
</file>

<file path=ppt/slides/_rels/slide52.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38.xml"/><Relationship Id="rId1" Type="http://schemas.openxmlformats.org/officeDocument/2006/relationships/slideLayout" Target="../slideLayouts/slideLayout121.xml"/></Relationships>
</file>

<file path=ppt/slides/_rels/slide53.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57.xml"/></Relationships>
</file>

<file path=ppt/slides/_rels/slide54.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39.xml"/><Relationship Id="rId1" Type="http://schemas.openxmlformats.org/officeDocument/2006/relationships/slideLayout" Target="../slideLayouts/slideLayout157.xml"/></Relationships>
</file>

<file path=ppt/slides/_rels/slide55.xml.rels><?xml version="1.0" encoding="UTF-8" standalone="yes"?>
<Relationships xmlns="http://schemas.openxmlformats.org/package/2006/relationships"><Relationship Id="rId3" Type="http://schemas.openxmlformats.org/officeDocument/2006/relationships/image" Target="../media/image4.svg"/><Relationship Id="rId7" Type="http://schemas.openxmlformats.org/officeDocument/2006/relationships/image" Target="../media/image79.svg"/><Relationship Id="rId2" Type="http://schemas.openxmlformats.org/officeDocument/2006/relationships/notesSlide" Target="../notesSlides/notesSlide40.xml"/><Relationship Id="rId1" Type="http://schemas.openxmlformats.org/officeDocument/2006/relationships/slideLayout" Target="../slideLayouts/slideLayout121.xml"/><Relationship Id="rId6" Type="http://schemas.openxmlformats.org/officeDocument/2006/relationships/image" Target="../media/image78.svg"/><Relationship Id="rId5" Type="http://schemas.openxmlformats.org/officeDocument/2006/relationships/image" Target="../media/image77.svg"/><Relationship Id="rId4" Type="http://schemas.openxmlformats.org/officeDocument/2006/relationships/image" Target="../media/image76.sv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7.xml"/></Relationships>
</file>

<file path=ppt/slides/_rels/slide58.xml.rels><?xml version="1.0" encoding="UTF-8" standalone="yes"?>
<Relationships xmlns="http://schemas.openxmlformats.org/package/2006/relationships"><Relationship Id="rId8" Type="http://schemas.openxmlformats.org/officeDocument/2006/relationships/tags" Target="../tags/tag93.xml"/><Relationship Id="rId13" Type="http://schemas.openxmlformats.org/officeDocument/2006/relationships/tags" Target="../tags/tag98.xml"/><Relationship Id="rId18" Type="http://schemas.openxmlformats.org/officeDocument/2006/relationships/tags" Target="../tags/tag103.xml"/><Relationship Id="rId26" Type="http://schemas.openxmlformats.org/officeDocument/2006/relationships/notesSlide" Target="../notesSlides/notesSlide42.xml"/><Relationship Id="rId3" Type="http://schemas.openxmlformats.org/officeDocument/2006/relationships/tags" Target="../tags/tag88.xml"/><Relationship Id="rId21" Type="http://schemas.openxmlformats.org/officeDocument/2006/relationships/tags" Target="../tags/tag106.xml"/><Relationship Id="rId7" Type="http://schemas.openxmlformats.org/officeDocument/2006/relationships/tags" Target="../tags/tag92.xml"/><Relationship Id="rId12" Type="http://schemas.openxmlformats.org/officeDocument/2006/relationships/tags" Target="../tags/tag97.xml"/><Relationship Id="rId17" Type="http://schemas.openxmlformats.org/officeDocument/2006/relationships/tags" Target="../tags/tag102.xml"/><Relationship Id="rId25" Type="http://schemas.openxmlformats.org/officeDocument/2006/relationships/slideLayout" Target="../slideLayouts/slideLayout102.xml"/><Relationship Id="rId2" Type="http://schemas.openxmlformats.org/officeDocument/2006/relationships/tags" Target="../tags/tag87.xml"/><Relationship Id="rId16" Type="http://schemas.openxmlformats.org/officeDocument/2006/relationships/tags" Target="../tags/tag101.xml"/><Relationship Id="rId20" Type="http://schemas.openxmlformats.org/officeDocument/2006/relationships/tags" Target="../tags/tag105.xml"/><Relationship Id="rId29" Type="http://schemas.openxmlformats.org/officeDocument/2006/relationships/image" Target="../media/image60.png"/><Relationship Id="rId1" Type="http://schemas.openxmlformats.org/officeDocument/2006/relationships/tags" Target="../tags/tag86.xml"/><Relationship Id="rId6" Type="http://schemas.openxmlformats.org/officeDocument/2006/relationships/tags" Target="../tags/tag91.xml"/><Relationship Id="rId11" Type="http://schemas.openxmlformats.org/officeDocument/2006/relationships/tags" Target="../tags/tag96.xml"/><Relationship Id="rId24" Type="http://schemas.openxmlformats.org/officeDocument/2006/relationships/tags" Target="../tags/tag109.xml"/><Relationship Id="rId5" Type="http://schemas.openxmlformats.org/officeDocument/2006/relationships/tags" Target="../tags/tag90.xml"/><Relationship Id="rId15" Type="http://schemas.openxmlformats.org/officeDocument/2006/relationships/tags" Target="../tags/tag100.xml"/><Relationship Id="rId23" Type="http://schemas.openxmlformats.org/officeDocument/2006/relationships/tags" Target="../tags/tag108.xml"/><Relationship Id="rId28" Type="http://schemas.openxmlformats.org/officeDocument/2006/relationships/image" Target="../media/image50.png"/><Relationship Id="rId10" Type="http://schemas.openxmlformats.org/officeDocument/2006/relationships/tags" Target="../tags/tag95.xml"/><Relationship Id="rId19" Type="http://schemas.openxmlformats.org/officeDocument/2006/relationships/tags" Target="../tags/tag104.xml"/><Relationship Id="rId4" Type="http://schemas.openxmlformats.org/officeDocument/2006/relationships/tags" Target="../tags/tag89.xml"/><Relationship Id="rId9" Type="http://schemas.openxmlformats.org/officeDocument/2006/relationships/tags" Target="../tags/tag94.xml"/><Relationship Id="rId14" Type="http://schemas.openxmlformats.org/officeDocument/2006/relationships/tags" Target="../tags/tag99.xml"/><Relationship Id="rId22" Type="http://schemas.openxmlformats.org/officeDocument/2006/relationships/tags" Target="../tags/tag107.xml"/><Relationship Id="rId27" Type="http://schemas.openxmlformats.org/officeDocument/2006/relationships/image" Target="../media/image47.png"/><Relationship Id="rId30" Type="http://schemas.openxmlformats.org/officeDocument/2006/relationships/image" Target="../media/image80.svg"/></Relationships>
</file>

<file path=ppt/slides/_rels/slide59.xml.rels><?xml version="1.0" encoding="UTF-8" standalone="yes"?>
<Relationships xmlns="http://schemas.openxmlformats.org/package/2006/relationships"><Relationship Id="rId3" Type="http://schemas.openxmlformats.org/officeDocument/2006/relationships/image" Target="../media/image59.svg"/><Relationship Id="rId2" Type="http://schemas.openxmlformats.org/officeDocument/2006/relationships/image" Target="../media/image58.svg"/><Relationship Id="rId1" Type="http://schemas.openxmlformats.org/officeDocument/2006/relationships/slideLayout" Target="../slideLayouts/slideLayout102.xml"/><Relationship Id="rId6" Type="http://schemas.openxmlformats.org/officeDocument/2006/relationships/chart" Target="../charts/chart14.xml"/><Relationship Id="rId5" Type="http://schemas.openxmlformats.org/officeDocument/2006/relationships/image" Target="../media/image81.emf"/><Relationship Id="rId4" Type="http://schemas.openxmlformats.org/officeDocument/2006/relationships/package" Target="../embeddings/Microsoft_Excel_Worksheet3.xlsx"/></Relationships>
</file>

<file path=ppt/slides/_rels/slide60.xml.rels><?xml version="1.0" encoding="UTF-8" standalone="yes"?>
<Relationships xmlns="http://schemas.openxmlformats.org/package/2006/relationships"><Relationship Id="rId3" Type="http://schemas.openxmlformats.org/officeDocument/2006/relationships/image" Target="../media/image59.svg"/><Relationship Id="rId2" Type="http://schemas.openxmlformats.org/officeDocument/2006/relationships/image" Target="../media/image58.svg"/><Relationship Id="rId1" Type="http://schemas.openxmlformats.org/officeDocument/2006/relationships/slideLayout" Target="../slideLayouts/slideLayout102.xml"/><Relationship Id="rId6" Type="http://schemas.openxmlformats.org/officeDocument/2006/relationships/chart" Target="../charts/chart15.xml"/><Relationship Id="rId5" Type="http://schemas.openxmlformats.org/officeDocument/2006/relationships/image" Target="../media/image81.emf"/><Relationship Id="rId4" Type="http://schemas.openxmlformats.org/officeDocument/2006/relationships/package" Target="../embeddings/Microsoft_Excel_Worksheet4.xlsx"/></Relationships>
</file>

<file path=ppt/slides/_rels/slide61.xml.rels><?xml version="1.0" encoding="UTF-8" standalone="yes"?>
<Relationships xmlns="http://schemas.openxmlformats.org/package/2006/relationships"><Relationship Id="rId8" Type="http://schemas.openxmlformats.org/officeDocument/2006/relationships/tags" Target="../tags/tag117.xml"/><Relationship Id="rId13" Type="http://schemas.openxmlformats.org/officeDocument/2006/relationships/tags" Target="../tags/tag122.xml"/><Relationship Id="rId3" Type="http://schemas.openxmlformats.org/officeDocument/2006/relationships/tags" Target="../tags/tag112.xml"/><Relationship Id="rId7" Type="http://schemas.openxmlformats.org/officeDocument/2006/relationships/tags" Target="../tags/tag116.xml"/><Relationship Id="rId12" Type="http://schemas.openxmlformats.org/officeDocument/2006/relationships/tags" Target="../tags/tag121.xml"/><Relationship Id="rId17" Type="http://schemas.openxmlformats.org/officeDocument/2006/relationships/image" Target="../media/image80.svg"/><Relationship Id="rId2" Type="http://schemas.openxmlformats.org/officeDocument/2006/relationships/tags" Target="../tags/tag111.xml"/><Relationship Id="rId16" Type="http://schemas.openxmlformats.org/officeDocument/2006/relationships/notesSlide" Target="../notesSlides/notesSlide43.xml"/><Relationship Id="rId1" Type="http://schemas.openxmlformats.org/officeDocument/2006/relationships/tags" Target="../tags/tag110.xml"/><Relationship Id="rId6" Type="http://schemas.openxmlformats.org/officeDocument/2006/relationships/tags" Target="../tags/tag115.xml"/><Relationship Id="rId11" Type="http://schemas.openxmlformats.org/officeDocument/2006/relationships/tags" Target="../tags/tag120.xml"/><Relationship Id="rId5" Type="http://schemas.openxmlformats.org/officeDocument/2006/relationships/tags" Target="../tags/tag114.xml"/><Relationship Id="rId15" Type="http://schemas.openxmlformats.org/officeDocument/2006/relationships/slideLayout" Target="../slideLayouts/slideLayout102.xml"/><Relationship Id="rId10" Type="http://schemas.openxmlformats.org/officeDocument/2006/relationships/tags" Target="../tags/tag119.xml"/><Relationship Id="rId4" Type="http://schemas.openxmlformats.org/officeDocument/2006/relationships/tags" Target="../tags/tag113.xml"/><Relationship Id="rId9" Type="http://schemas.openxmlformats.org/officeDocument/2006/relationships/tags" Target="../tags/tag118.xml"/><Relationship Id="rId14" Type="http://schemas.openxmlformats.org/officeDocument/2006/relationships/tags" Target="../tags/tag12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97.xml"/></Relationships>
</file>

<file path=ppt/slides/_rels/slide64.xml.rels><?xml version="1.0" encoding="UTF-8" standalone="yes"?>
<Relationships xmlns="http://schemas.openxmlformats.org/package/2006/relationships"><Relationship Id="rId13" Type="http://schemas.openxmlformats.org/officeDocument/2006/relationships/tags" Target="../tags/tag136.xml"/><Relationship Id="rId18" Type="http://schemas.openxmlformats.org/officeDocument/2006/relationships/tags" Target="../tags/tag141.xml"/><Relationship Id="rId26" Type="http://schemas.openxmlformats.org/officeDocument/2006/relationships/tags" Target="../tags/tag149.xml"/><Relationship Id="rId39" Type="http://schemas.openxmlformats.org/officeDocument/2006/relationships/tags" Target="../tags/tag162.xml"/><Relationship Id="rId21" Type="http://schemas.openxmlformats.org/officeDocument/2006/relationships/tags" Target="../tags/tag144.xml"/><Relationship Id="rId34" Type="http://schemas.openxmlformats.org/officeDocument/2006/relationships/tags" Target="../tags/tag157.xml"/><Relationship Id="rId42" Type="http://schemas.openxmlformats.org/officeDocument/2006/relationships/tags" Target="../tags/tag165.xml"/><Relationship Id="rId47" Type="http://schemas.openxmlformats.org/officeDocument/2006/relationships/tags" Target="../tags/tag170.xml"/><Relationship Id="rId50" Type="http://schemas.openxmlformats.org/officeDocument/2006/relationships/tags" Target="../tags/tag173.xml"/><Relationship Id="rId55" Type="http://schemas.openxmlformats.org/officeDocument/2006/relationships/tags" Target="../tags/tag178.xml"/><Relationship Id="rId63" Type="http://schemas.openxmlformats.org/officeDocument/2006/relationships/tags" Target="../tags/tag186.xml"/><Relationship Id="rId68" Type="http://schemas.openxmlformats.org/officeDocument/2006/relationships/tags" Target="../tags/tag191.xml"/><Relationship Id="rId76" Type="http://schemas.openxmlformats.org/officeDocument/2006/relationships/tags" Target="../tags/tag199.xml"/><Relationship Id="rId84" Type="http://schemas.openxmlformats.org/officeDocument/2006/relationships/tags" Target="../tags/tag207.xml"/><Relationship Id="rId7" Type="http://schemas.openxmlformats.org/officeDocument/2006/relationships/tags" Target="../tags/tag130.xml"/><Relationship Id="rId71" Type="http://schemas.openxmlformats.org/officeDocument/2006/relationships/tags" Target="../tags/tag194.xml"/><Relationship Id="rId2" Type="http://schemas.openxmlformats.org/officeDocument/2006/relationships/tags" Target="../tags/tag125.xml"/><Relationship Id="rId16" Type="http://schemas.openxmlformats.org/officeDocument/2006/relationships/tags" Target="../tags/tag139.xml"/><Relationship Id="rId29" Type="http://schemas.openxmlformats.org/officeDocument/2006/relationships/tags" Target="../tags/tag152.xml"/><Relationship Id="rId11" Type="http://schemas.openxmlformats.org/officeDocument/2006/relationships/tags" Target="../tags/tag134.xml"/><Relationship Id="rId24" Type="http://schemas.openxmlformats.org/officeDocument/2006/relationships/tags" Target="../tags/tag147.xml"/><Relationship Id="rId32" Type="http://schemas.openxmlformats.org/officeDocument/2006/relationships/tags" Target="../tags/tag155.xml"/><Relationship Id="rId37" Type="http://schemas.openxmlformats.org/officeDocument/2006/relationships/tags" Target="../tags/tag160.xml"/><Relationship Id="rId40" Type="http://schemas.openxmlformats.org/officeDocument/2006/relationships/tags" Target="../tags/tag163.xml"/><Relationship Id="rId45" Type="http://schemas.openxmlformats.org/officeDocument/2006/relationships/tags" Target="../tags/tag168.xml"/><Relationship Id="rId53" Type="http://schemas.openxmlformats.org/officeDocument/2006/relationships/tags" Target="../tags/tag176.xml"/><Relationship Id="rId58" Type="http://schemas.openxmlformats.org/officeDocument/2006/relationships/tags" Target="../tags/tag181.xml"/><Relationship Id="rId66" Type="http://schemas.openxmlformats.org/officeDocument/2006/relationships/tags" Target="../tags/tag189.xml"/><Relationship Id="rId74" Type="http://schemas.openxmlformats.org/officeDocument/2006/relationships/tags" Target="../tags/tag197.xml"/><Relationship Id="rId79" Type="http://schemas.openxmlformats.org/officeDocument/2006/relationships/tags" Target="../tags/tag202.xml"/><Relationship Id="rId87" Type="http://schemas.openxmlformats.org/officeDocument/2006/relationships/slideLayout" Target="../slideLayouts/slideLayout121.xml"/><Relationship Id="rId5" Type="http://schemas.openxmlformats.org/officeDocument/2006/relationships/tags" Target="../tags/tag128.xml"/><Relationship Id="rId61" Type="http://schemas.openxmlformats.org/officeDocument/2006/relationships/tags" Target="../tags/tag184.xml"/><Relationship Id="rId82" Type="http://schemas.openxmlformats.org/officeDocument/2006/relationships/tags" Target="../tags/tag205.xml"/><Relationship Id="rId19" Type="http://schemas.openxmlformats.org/officeDocument/2006/relationships/tags" Target="../tags/tag142.xml"/><Relationship Id="rId4" Type="http://schemas.openxmlformats.org/officeDocument/2006/relationships/tags" Target="../tags/tag127.xml"/><Relationship Id="rId9" Type="http://schemas.openxmlformats.org/officeDocument/2006/relationships/tags" Target="../tags/tag132.xml"/><Relationship Id="rId14" Type="http://schemas.openxmlformats.org/officeDocument/2006/relationships/tags" Target="../tags/tag137.xml"/><Relationship Id="rId22" Type="http://schemas.openxmlformats.org/officeDocument/2006/relationships/tags" Target="../tags/tag145.xml"/><Relationship Id="rId27" Type="http://schemas.openxmlformats.org/officeDocument/2006/relationships/tags" Target="../tags/tag150.xml"/><Relationship Id="rId30" Type="http://schemas.openxmlformats.org/officeDocument/2006/relationships/tags" Target="../tags/tag153.xml"/><Relationship Id="rId35" Type="http://schemas.openxmlformats.org/officeDocument/2006/relationships/tags" Target="../tags/tag158.xml"/><Relationship Id="rId43" Type="http://schemas.openxmlformats.org/officeDocument/2006/relationships/tags" Target="../tags/tag166.xml"/><Relationship Id="rId48" Type="http://schemas.openxmlformats.org/officeDocument/2006/relationships/tags" Target="../tags/tag171.xml"/><Relationship Id="rId56" Type="http://schemas.openxmlformats.org/officeDocument/2006/relationships/tags" Target="../tags/tag179.xml"/><Relationship Id="rId64" Type="http://schemas.openxmlformats.org/officeDocument/2006/relationships/tags" Target="../tags/tag187.xml"/><Relationship Id="rId69" Type="http://schemas.openxmlformats.org/officeDocument/2006/relationships/tags" Target="../tags/tag192.xml"/><Relationship Id="rId77" Type="http://schemas.openxmlformats.org/officeDocument/2006/relationships/tags" Target="../tags/tag200.xml"/><Relationship Id="rId8" Type="http://schemas.openxmlformats.org/officeDocument/2006/relationships/tags" Target="../tags/tag131.xml"/><Relationship Id="rId51" Type="http://schemas.openxmlformats.org/officeDocument/2006/relationships/tags" Target="../tags/tag174.xml"/><Relationship Id="rId72" Type="http://schemas.openxmlformats.org/officeDocument/2006/relationships/tags" Target="../tags/tag195.xml"/><Relationship Id="rId80" Type="http://schemas.openxmlformats.org/officeDocument/2006/relationships/tags" Target="../tags/tag203.xml"/><Relationship Id="rId85" Type="http://schemas.openxmlformats.org/officeDocument/2006/relationships/tags" Target="../tags/tag208.xml"/><Relationship Id="rId3" Type="http://schemas.openxmlformats.org/officeDocument/2006/relationships/tags" Target="../tags/tag126.xml"/><Relationship Id="rId12" Type="http://schemas.openxmlformats.org/officeDocument/2006/relationships/tags" Target="../tags/tag135.xml"/><Relationship Id="rId17" Type="http://schemas.openxmlformats.org/officeDocument/2006/relationships/tags" Target="../tags/tag140.xml"/><Relationship Id="rId25" Type="http://schemas.openxmlformats.org/officeDocument/2006/relationships/tags" Target="../tags/tag148.xml"/><Relationship Id="rId33" Type="http://schemas.openxmlformats.org/officeDocument/2006/relationships/tags" Target="../tags/tag156.xml"/><Relationship Id="rId38" Type="http://schemas.openxmlformats.org/officeDocument/2006/relationships/tags" Target="../tags/tag161.xml"/><Relationship Id="rId46" Type="http://schemas.openxmlformats.org/officeDocument/2006/relationships/tags" Target="../tags/tag169.xml"/><Relationship Id="rId59" Type="http://schemas.openxmlformats.org/officeDocument/2006/relationships/tags" Target="../tags/tag182.xml"/><Relationship Id="rId67" Type="http://schemas.openxmlformats.org/officeDocument/2006/relationships/tags" Target="../tags/tag190.xml"/><Relationship Id="rId20" Type="http://schemas.openxmlformats.org/officeDocument/2006/relationships/tags" Target="../tags/tag143.xml"/><Relationship Id="rId41" Type="http://schemas.openxmlformats.org/officeDocument/2006/relationships/tags" Target="../tags/tag164.xml"/><Relationship Id="rId54" Type="http://schemas.openxmlformats.org/officeDocument/2006/relationships/tags" Target="../tags/tag177.xml"/><Relationship Id="rId62" Type="http://schemas.openxmlformats.org/officeDocument/2006/relationships/tags" Target="../tags/tag185.xml"/><Relationship Id="rId70" Type="http://schemas.openxmlformats.org/officeDocument/2006/relationships/tags" Target="../tags/tag193.xml"/><Relationship Id="rId75" Type="http://schemas.openxmlformats.org/officeDocument/2006/relationships/tags" Target="../tags/tag198.xml"/><Relationship Id="rId83" Type="http://schemas.openxmlformats.org/officeDocument/2006/relationships/tags" Target="../tags/tag206.xml"/><Relationship Id="rId88" Type="http://schemas.openxmlformats.org/officeDocument/2006/relationships/notesSlide" Target="../notesSlides/notesSlide45.xml"/><Relationship Id="rId1" Type="http://schemas.openxmlformats.org/officeDocument/2006/relationships/tags" Target="../tags/tag124.xml"/><Relationship Id="rId6" Type="http://schemas.openxmlformats.org/officeDocument/2006/relationships/tags" Target="../tags/tag129.xml"/><Relationship Id="rId15" Type="http://schemas.openxmlformats.org/officeDocument/2006/relationships/tags" Target="../tags/tag138.xml"/><Relationship Id="rId23" Type="http://schemas.openxmlformats.org/officeDocument/2006/relationships/tags" Target="../tags/tag146.xml"/><Relationship Id="rId28" Type="http://schemas.openxmlformats.org/officeDocument/2006/relationships/tags" Target="../tags/tag151.xml"/><Relationship Id="rId36" Type="http://schemas.openxmlformats.org/officeDocument/2006/relationships/tags" Target="../tags/tag159.xml"/><Relationship Id="rId49" Type="http://schemas.openxmlformats.org/officeDocument/2006/relationships/tags" Target="../tags/tag172.xml"/><Relationship Id="rId57" Type="http://schemas.openxmlformats.org/officeDocument/2006/relationships/tags" Target="../tags/tag180.xml"/><Relationship Id="rId10" Type="http://schemas.openxmlformats.org/officeDocument/2006/relationships/tags" Target="../tags/tag133.xml"/><Relationship Id="rId31" Type="http://schemas.openxmlformats.org/officeDocument/2006/relationships/tags" Target="../tags/tag154.xml"/><Relationship Id="rId44" Type="http://schemas.openxmlformats.org/officeDocument/2006/relationships/tags" Target="../tags/tag167.xml"/><Relationship Id="rId52" Type="http://schemas.openxmlformats.org/officeDocument/2006/relationships/tags" Target="../tags/tag175.xml"/><Relationship Id="rId60" Type="http://schemas.openxmlformats.org/officeDocument/2006/relationships/tags" Target="../tags/tag183.xml"/><Relationship Id="rId65" Type="http://schemas.openxmlformats.org/officeDocument/2006/relationships/tags" Target="../tags/tag188.xml"/><Relationship Id="rId73" Type="http://schemas.openxmlformats.org/officeDocument/2006/relationships/tags" Target="../tags/tag196.xml"/><Relationship Id="rId78" Type="http://schemas.openxmlformats.org/officeDocument/2006/relationships/tags" Target="../tags/tag201.xml"/><Relationship Id="rId81" Type="http://schemas.openxmlformats.org/officeDocument/2006/relationships/tags" Target="../tags/tag204.xml"/><Relationship Id="rId86" Type="http://schemas.openxmlformats.org/officeDocument/2006/relationships/tags" Target="../tags/tag209.xml"/></Relationships>
</file>

<file path=ppt/slides/_rels/slide65.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121.xml"/></Relationships>
</file>

<file path=ppt/slides/_rels/slide66.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121.xml"/></Relationships>
</file>

<file path=ppt/slides/_rels/slide67.xml.rels><?xml version="1.0" encoding="UTF-8" standalone="yes"?>
<Relationships xmlns="http://schemas.openxmlformats.org/package/2006/relationships"><Relationship Id="rId3" Type="http://schemas.openxmlformats.org/officeDocument/2006/relationships/image" Target="../media/image58.svg"/><Relationship Id="rId2" Type="http://schemas.openxmlformats.org/officeDocument/2006/relationships/chart" Target="../charts/chart16.xml"/><Relationship Id="rId1" Type="http://schemas.openxmlformats.org/officeDocument/2006/relationships/slideLayout" Target="../slideLayouts/slideLayout102.xml"/><Relationship Id="rId6" Type="http://schemas.openxmlformats.org/officeDocument/2006/relationships/image" Target="../media/image81.emf"/><Relationship Id="rId5" Type="http://schemas.openxmlformats.org/officeDocument/2006/relationships/package" Target="../embeddings/Microsoft_Excel_Worksheet5.xlsx"/><Relationship Id="rId4" Type="http://schemas.openxmlformats.org/officeDocument/2006/relationships/image" Target="../media/image59.svg"/></Relationships>
</file>

<file path=ppt/slides/_rels/slide68.xml.rels><?xml version="1.0" encoding="UTF-8" standalone="yes"?>
<Relationships xmlns="http://schemas.openxmlformats.org/package/2006/relationships"><Relationship Id="rId13" Type="http://schemas.openxmlformats.org/officeDocument/2006/relationships/tags" Target="../tags/tag222.xml"/><Relationship Id="rId18" Type="http://schemas.openxmlformats.org/officeDocument/2006/relationships/tags" Target="../tags/tag227.xml"/><Relationship Id="rId26" Type="http://schemas.openxmlformats.org/officeDocument/2006/relationships/tags" Target="../tags/tag235.xml"/><Relationship Id="rId39" Type="http://schemas.openxmlformats.org/officeDocument/2006/relationships/tags" Target="../tags/tag248.xml"/><Relationship Id="rId21" Type="http://schemas.openxmlformats.org/officeDocument/2006/relationships/tags" Target="../tags/tag230.xml"/><Relationship Id="rId34" Type="http://schemas.openxmlformats.org/officeDocument/2006/relationships/tags" Target="../tags/tag243.xml"/><Relationship Id="rId42" Type="http://schemas.openxmlformats.org/officeDocument/2006/relationships/tags" Target="../tags/tag251.xml"/><Relationship Id="rId47" Type="http://schemas.openxmlformats.org/officeDocument/2006/relationships/tags" Target="../tags/tag256.xml"/><Relationship Id="rId50" Type="http://schemas.openxmlformats.org/officeDocument/2006/relationships/tags" Target="../tags/tag259.xml"/><Relationship Id="rId55" Type="http://schemas.openxmlformats.org/officeDocument/2006/relationships/tags" Target="../tags/tag264.xml"/><Relationship Id="rId63" Type="http://schemas.openxmlformats.org/officeDocument/2006/relationships/tags" Target="../tags/tag272.xml"/><Relationship Id="rId7" Type="http://schemas.openxmlformats.org/officeDocument/2006/relationships/tags" Target="../tags/tag216.xml"/><Relationship Id="rId2" Type="http://schemas.openxmlformats.org/officeDocument/2006/relationships/tags" Target="../tags/tag211.xml"/><Relationship Id="rId16" Type="http://schemas.openxmlformats.org/officeDocument/2006/relationships/tags" Target="../tags/tag225.xml"/><Relationship Id="rId29" Type="http://schemas.openxmlformats.org/officeDocument/2006/relationships/tags" Target="../tags/tag238.xml"/><Relationship Id="rId1" Type="http://schemas.openxmlformats.org/officeDocument/2006/relationships/tags" Target="../tags/tag210.xml"/><Relationship Id="rId6" Type="http://schemas.openxmlformats.org/officeDocument/2006/relationships/tags" Target="../tags/tag215.xml"/><Relationship Id="rId11" Type="http://schemas.openxmlformats.org/officeDocument/2006/relationships/tags" Target="../tags/tag220.xml"/><Relationship Id="rId24" Type="http://schemas.openxmlformats.org/officeDocument/2006/relationships/tags" Target="../tags/tag233.xml"/><Relationship Id="rId32" Type="http://schemas.openxmlformats.org/officeDocument/2006/relationships/tags" Target="../tags/tag241.xml"/><Relationship Id="rId37" Type="http://schemas.openxmlformats.org/officeDocument/2006/relationships/tags" Target="../tags/tag246.xml"/><Relationship Id="rId40" Type="http://schemas.openxmlformats.org/officeDocument/2006/relationships/tags" Target="../tags/tag249.xml"/><Relationship Id="rId45" Type="http://schemas.openxmlformats.org/officeDocument/2006/relationships/tags" Target="../tags/tag254.xml"/><Relationship Id="rId53" Type="http://schemas.openxmlformats.org/officeDocument/2006/relationships/tags" Target="../tags/tag262.xml"/><Relationship Id="rId58" Type="http://schemas.openxmlformats.org/officeDocument/2006/relationships/tags" Target="../tags/tag267.xml"/><Relationship Id="rId66" Type="http://schemas.openxmlformats.org/officeDocument/2006/relationships/slideLayout" Target="../slideLayouts/slideLayout121.xml"/><Relationship Id="rId5" Type="http://schemas.openxmlformats.org/officeDocument/2006/relationships/tags" Target="../tags/tag214.xml"/><Relationship Id="rId15" Type="http://schemas.openxmlformats.org/officeDocument/2006/relationships/tags" Target="../tags/tag224.xml"/><Relationship Id="rId23" Type="http://schemas.openxmlformats.org/officeDocument/2006/relationships/tags" Target="../tags/tag232.xml"/><Relationship Id="rId28" Type="http://schemas.openxmlformats.org/officeDocument/2006/relationships/tags" Target="../tags/tag237.xml"/><Relationship Id="rId36" Type="http://schemas.openxmlformats.org/officeDocument/2006/relationships/tags" Target="../tags/tag245.xml"/><Relationship Id="rId49" Type="http://schemas.openxmlformats.org/officeDocument/2006/relationships/tags" Target="../tags/tag258.xml"/><Relationship Id="rId57" Type="http://schemas.openxmlformats.org/officeDocument/2006/relationships/tags" Target="../tags/tag266.xml"/><Relationship Id="rId61" Type="http://schemas.openxmlformats.org/officeDocument/2006/relationships/tags" Target="../tags/tag270.xml"/><Relationship Id="rId10" Type="http://schemas.openxmlformats.org/officeDocument/2006/relationships/tags" Target="../tags/tag219.xml"/><Relationship Id="rId19" Type="http://schemas.openxmlformats.org/officeDocument/2006/relationships/tags" Target="../tags/tag228.xml"/><Relationship Id="rId31" Type="http://schemas.openxmlformats.org/officeDocument/2006/relationships/tags" Target="../tags/tag240.xml"/><Relationship Id="rId44" Type="http://schemas.openxmlformats.org/officeDocument/2006/relationships/tags" Target="../tags/tag253.xml"/><Relationship Id="rId52" Type="http://schemas.openxmlformats.org/officeDocument/2006/relationships/tags" Target="../tags/tag261.xml"/><Relationship Id="rId60" Type="http://schemas.openxmlformats.org/officeDocument/2006/relationships/tags" Target="../tags/tag269.xml"/><Relationship Id="rId65" Type="http://schemas.openxmlformats.org/officeDocument/2006/relationships/tags" Target="../tags/tag274.xml"/><Relationship Id="rId4" Type="http://schemas.openxmlformats.org/officeDocument/2006/relationships/tags" Target="../tags/tag213.xml"/><Relationship Id="rId9" Type="http://schemas.openxmlformats.org/officeDocument/2006/relationships/tags" Target="../tags/tag218.xml"/><Relationship Id="rId14" Type="http://schemas.openxmlformats.org/officeDocument/2006/relationships/tags" Target="../tags/tag223.xml"/><Relationship Id="rId22" Type="http://schemas.openxmlformats.org/officeDocument/2006/relationships/tags" Target="../tags/tag231.xml"/><Relationship Id="rId27" Type="http://schemas.openxmlformats.org/officeDocument/2006/relationships/tags" Target="../tags/tag236.xml"/><Relationship Id="rId30" Type="http://schemas.openxmlformats.org/officeDocument/2006/relationships/tags" Target="../tags/tag239.xml"/><Relationship Id="rId35" Type="http://schemas.openxmlformats.org/officeDocument/2006/relationships/tags" Target="../tags/tag244.xml"/><Relationship Id="rId43" Type="http://schemas.openxmlformats.org/officeDocument/2006/relationships/tags" Target="../tags/tag252.xml"/><Relationship Id="rId48" Type="http://schemas.openxmlformats.org/officeDocument/2006/relationships/tags" Target="../tags/tag257.xml"/><Relationship Id="rId56" Type="http://schemas.openxmlformats.org/officeDocument/2006/relationships/tags" Target="../tags/tag265.xml"/><Relationship Id="rId64" Type="http://schemas.openxmlformats.org/officeDocument/2006/relationships/tags" Target="../tags/tag273.xml"/><Relationship Id="rId8" Type="http://schemas.openxmlformats.org/officeDocument/2006/relationships/tags" Target="../tags/tag217.xml"/><Relationship Id="rId51" Type="http://schemas.openxmlformats.org/officeDocument/2006/relationships/tags" Target="../tags/tag260.xml"/><Relationship Id="rId3" Type="http://schemas.openxmlformats.org/officeDocument/2006/relationships/tags" Target="../tags/tag212.xml"/><Relationship Id="rId12" Type="http://schemas.openxmlformats.org/officeDocument/2006/relationships/tags" Target="../tags/tag221.xml"/><Relationship Id="rId17" Type="http://schemas.openxmlformats.org/officeDocument/2006/relationships/tags" Target="../tags/tag226.xml"/><Relationship Id="rId25" Type="http://schemas.openxmlformats.org/officeDocument/2006/relationships/tags" Target="../tags/tag234.xml"/><Relationship Id="rId33" Type="http://schemas.openxmlformats.org/officeDocument/2006/relationships/tags" Target="../tags/tag242.xml"/><Relationship Id="rId38" Type="http://schemas.openxmlformats.org/officeDocument/2006/relationships/tags" Target="../tags/tag247.xml"/><Relationship Id="rId46" Type="http://schemas.openxmlformats.org/officeDocument/2006/relationships/tags" Target="../tags/tag255.xml"/><Relationship Id="rId59" Type="http://schemas.openxmlformats.org/officeDocument/2006/relationships/tags" Target="../tags/tag268.xml"/><Relationship Id="rId67" Type="http://schemas.openxmlformats.org/officeDocument/2006/relationships/notesSlide" Target="../notesSlides/notesSlide46.xml"/><Relationship Id="rId20" Type="http://schemas.openxmlformats.org/officeDocument/2006/relationships/tags" Target="../tags/tag229.xml"/><Relationship Id="rId41" Type="http://schemas.openxmlformats.org/officeDocument/2006/relationships/tags" Target="../tags/tag250.xml"/><Relationship Id="rId54" Type="http://schemas.openxmlformats.org/officeDocument/2006/relationships/tags" Target="../tags/tag263.xml"/><Relationship Id="rId62" Type="http://schemas.openxmlformats.org/officeDocument/2006/relationships/tags" Target="../tags/tag271.xml"/></Relationships>
</file>

<file path=ppt/slides/_rels/slide69.xml.rels><?xml version="1.0" encoding="UTF-8" standalone="yes"?>
<Relationships xmlns="http://schemas.openxmlformats.org/package/2006/relationships"><Relationship Id="rId13" Type="http://schemas.openxmlformats.org/officeDocument/2006/relationships/tags" Target="../tags/tag287.xml"/><Relationship Id="rId18" Type="http://schemas.openxmlformats.org/officeDocument/2006/relationships/tags" Target="../tags/tag292.xml"/><Relationship Id="rId26" Type="http://schemas.openxmlformats.org/officeDocument/2006/relationships/tags" Target="../tags/tag300.xml"/><Relationship Id="rId39" Type="http://schemas.openxmlformats.org/officeDocument/2006/relationships/tags" Target="../tags/tag313.xml"/><Relationship Id="rId21" Type="http://schemas.openxmlformats.org/officeDocument/2006/relationships/tags" Target="../tags/tag295.xml"/><Relationship Id="rId34" Type="http://schemas.openxmlformats.org/officeDocument/2006/relationships/tags" Target="../tags/tag308.xml"/><Relationship Id="rId42" Type="http://schemas.openxmlformats.org/officeDocument/2006/relationships/tags" Target="../tags/tag316.xml"/><Relationship Id="rId47" Type="http://schemas.openxmlformats.org/officeDocument/2006/relationships/tags" Target="../tags/tag321.xml"/><Relationship Id="rId50" Type="http://schemas.openxmlformats.org/officeDocument/2006/relationships/tags" Target="../tags/tag324.xml"/><Relationship Id="rId55" Type="http://schemas.openxmlformats.org/officeDocument/2006/relationships/tags" Target="../tags/tag329.xml"/><Relationship Id="rId63" Type="http://schemas.openxmlformats.org/officeDocument/2006/relationships/tags" Target="../tags/tag337.xml"/><Relationship Id="rId68" Type="http://schemas.openxmlformats.org/officeDocument/2006/relationships/tags" Target="../tags/tag342.xml"/><Relationship Id="rId7" Type="http://schemas.openxmlformats.org/officeDocument/2006/relationships/tags" Target="../tags/tag281.xml"/><Relationship Id="rId71" Type="http://schemas.openxmlformats.org/officeDocument/2006/relationships/slideLayout" Target="../slideLayouts/slideLayout121.xml"/><Relationship Id="rId2" Type="http://schemas.openxmlformats.org/officeDocument/2006/relationships/tags" Target="../tags/tag276.xml"/><Relationship Id="rId16" Type="http://schemas.openxmlformats.org/officeDocument/2006/relationships/tags" Target="../tags/tag290.xml"/><Relationship Id="rId29" Type="http://schemas.openxmlformats.org/officeDocument/2006/relationships/tags" Target="../tags/tag303.xml"/><Relationship Id="rId1" Type="http://schemas.openxmlformats.org/officeDocument/2006/relationships/tags" Target="../tags/tag275.xml"/><Relationship Id="rId6" Type="http://schemas.openxmlformats.org/officeDocument/2006/relationships/tags" Target="../tags/tag280.xml"/><Relationship Id="rId11" Type="http://schemas.openxmlformats.org/officeDocument/2006/relationships/tags" Target="../tags/tag285.xml"/><Relationship Id="rId24" Type="http://schemas.openxmlformats.org/officeDocument/2006/relationships/tags" Target="../tags/tag298.xml"/><Relationship Id="rId32" Type="http://schemas.openxmlformats.org/officeDocument/2006/relationships/tags" Target="../tags/tag306.xml"/><Relationship Id="rId37" Type="http://schemas.openxmlformats.org/officeDocument/2006/relationships/tags" Target="../tags/tag311.xml"/><Relationship Id="rId40" Type="http://schemas.openxmlformats.org/officeDocument/2006/relationships/tags" Target="../tags/tag314.xml"/><Relationship Id="rId45" Type="http://schemas.openxmlformats.org/officeDocument/2006/relationships/tags" Target="../tags/tag319.xml"/><Relationship Id="rId53" Type="http://schemas.openxmlformats.org/officeDocument/2006/relationships/tags" Target="../tags/tag327.xml"/><Relationship Id="rId58" Type="http://schemas.openxmlformats.org/officeDocument/2006/relationships/tags" Target="../tags/tag332.xml"/><Relationship Id="rId66" Type="http://schemas.openxmlformats.org/officeDocument/2006/relationships/tags" Target="../tags/tag340.xml"/><Relationship Id="rId5" Type="http://schemas.openxmlformats.org/officeDocument/2006/relationships/tags" Target="../tags/tag279.xml"/><Relationship Id="rId15" Type="http://schemas.openxmlformats.org/officeDocument/2006/relationships/tags" Target="../tags/tag289.xml"/><Relationship Id="rId23" Type="http://schemas.openxmlformats.org/officeDocument/2006/relationships/tags" Target="../tags/tag297.xml"/><Relationship Id="rId28" Type="http://schemas.openxmlformats.org/officeDocument/2006/relationships/tags" Target="../tags/tag302.xml"/><Relationship Id="rId36" Type="http://schemas.openxmlformats.org/officeDocument/2006/relationships/tags" Target="../tags/tag310.xml"/><Relationship Id="rId49" Type="http://schemas.openxmlformats.org/officeDocument/2006/relationships/tags" Target="../tags/tag323.xml"/><Relationship Id="rId57" Type="http://schemas.openxmlformats.org/officeDocument/2006/relationships/tags" Target="../tags/tag331.xml"/><Relationship Id="rId61" Type="http://schemas.openxmlformats.org/officeDocument/2006/relationships/tags" Target="../tags/tag335.xml"/><Relationship Id="rId10" Type="http://schemas.openxmlformats.org/officeDocument/2006/relationships/tags" Target="../tags/tag284.xml"/><Relationship Id="rId19" Type="http://schemas.openxmlformats.org/officeDocument/2006/relationships/tags" Target="../tags/tag293.xml"/><Relationship Id="rId31" Type="http://schemas.openxmlformats.org/officeDocument/2006/relationships/tags" Target="../tags/tag305.xml"/><Relationship Id="rId44" Type="http://schemas.openxmlformats.org/officeDocument/2006/relationships/tags" Target="../tags/tag318.xml"/><Relationship Id="rId52" Type="http://schemas.openxmlformats.org/officeDocument/2006/relationships/tags" Target="../tags/tag326.xml"/><Relationship Id="rId60" Type="http://schemas.openxmlformats.org/officeDocument/2006/relationships/tags" Target="../tags/tag334.xml"/><Relationship Id="rId65" Type="http://schemas.openxmlformats.org/officeDocument/2006/relationships/tags" Target="../tags/tag339.xml"/><Relationship Id="rId4" Type="http://schemas.openxmlformats.org/officeDocument/2006/relationships/tags" Target="../tags/tag278.xml"/><Relationship Id="rId9" Type="http://schemas.openxmlformats.org/officeDocument/2006/relationships/tags" Target="../tags/tag283.xml"/><Relationship Id="rId14" Type="http://schemas.openxmlformats.org/officeDocument/2006/relationships/tags" Target="../tags/tag288.xml"/><Relationship Id="rId22" Type="http://schemas.openxmlformats.org/officeDocument/2006/relationships/tags" Target="../tags/tag296.xml"/><Relationship Id="rId27" Type="http://schemas.openxmlformats.org/officeDocument/2006/relationships/tags" Target="../tags/tag301.xml"/><Relationship Id="rId30" Type="http://schemas.openxmlformats.org/officeDocument/2006/relationships/tags" Target="../tags/tag304.xml"/><Relationship Id="rId35" Type="http://schemas.openxmlformats.org/officeDocument/2006/relationships/tags" Target="../tags/tag309.xml"/><Relationship Id="rId43" Type="http://schemas.openxmlformats.org/officeDocument/2006/relationships/tags" Target="../tags/tag317.xml"/><Relationship Id="rId48" Type="http://schemas.openxmlformats.org/officeDocument/2006/relationships/tags" Target="../tags/tag322.xml"/><Relationship Id="rId56" Type="http://schemas.openxmlformats.org/officeDocument/2006/relationships/tags" Target="../tags/tag330.xml"/><Relationship Id="rId64" Type="http://schemas.openxmlformats.org/officeDocument/2006/relationships/tags" Target="../tags/tag338.xml"/><Relationship Id="rId69" Type="http://schemas.openxmlformats.org/officeDocument/2006/relationships/tags" Target="../tags/tag343.xml"/><Relationship Id="rId8" Type="http://schemas.openxmlformats.org/officeDocument/2006/relationships/tags" Target="../tags/tag282.xml"/><Relationship Id="rId51" Type="http://schemas.openxmlformats.org/officeDocument/2006/relationships/tags" Target="../tags/tag325.xml"/><Relationship Id="rId72" Type="http://schemas.openxmlformats.org/officeDocument/2006/relationships/notesSlide" Target="../notesSlides/notesSlide47.xml"/><Relationship Id="rId3" Type="http://schemas.openxmlformats.org/officeDocument/2006/relationships/tags" Target="../tags/tag277.xml"/><Relationship Id="rId12" Type="http://schemas.openxmlformats.org/officeDocument/2006/relationships/tags" Target="../tags/tag286.xml"/><Relationship Id="rId17" Type="http://schemas.openxmlformats.org/officeDocument/2006/relationships/tags" Target="../tags/tag291.xml"/><Relationship Id="rId25" Type="http://schemas.openxmlformats.org/officeDocument/2006/relationships/tags" Target="../tags/tag299.xml"/><Relationship Id="rId33" Type="http://schemas.openxmlformats.org/officeDocument/2006/relationships/tags" Target="../tags/tag307.xml"/><Relationship Id="rId38" Type="http://schemas.openxmlformats.org/officeDocument/2006/relationships/tags" Target="../tags/tag312.xml"/><Relationship Id="rId46" Type="http://schemas.openxmlformats.org/officeDocument/2006/relationships/tags" Target="../tags/tag320.xml"/><Relationship Id="rId59" Type="http://schemas.openxmlformats.org/officeDocument/2006/relationships/tags" Target="../tags/tag333.xml"/><Relationship Id="rId67" Type="http://schemas.openxmlformats.org/officeDocument/2006/relationships/tags" Target="../tags/tag341.xml"/><Relationship Id="rId20" Type="http://schemas.openxmlformats.org/officeDocument/2006/relationships/tags" Target="../tags/tag294.xml"/><Relationship Id="rId41" Type="http://schemas.openxmlformats.org/officeDocument/2006/relationships/tags" Target="../tags/tag315.xml"/><Relationship Id="rId54" Type="http://schemas.openxmlformats.org/officeDocument/2006/relationships/tags" Target="../tags/tag328.xml"/><Relationship Id="rId62" Type="http://schemas.openxmlformats.org/officeDocument/2006/relationships/tags" Target="../tags/tag336.xml"/><Relationship Id="rId70" Type="http://schemas.openxmlformats.org/officeDocument/2006/relationships/tags" Target="../tags/tag344.xml"/></Relationships>
</file>

<file path=ppt/slides/_rels/slide70.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12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73.xml.rels><?xml version="1.0" encoding="UTF-8" standalone="yes"?>
<Relationships xmlns="http://schemas.openxmlformats.org/package/2006/relationships"><Relationship Id="rId26" Type="http://schemas.openxmlformats.org/officeDocument/2006/relationships/tags" Target="../tags/tag370.xml"/><Relationship Id="rId21" Type="http://schemas.openxmlformats.org/officeDocument/2006/relationships/tags" Target="../tags/tag365.xml"/><Relationship Id="rId34" Type="http://schemas.openxmlformats.org/officeDocument/2006/relationships/tags" Target="../tags/tag378.xml"/><Relationship Id="rId42" Type="http://schemas.openxmlformats.org/officeDocument/2006/relationships/tags" Target="../tags/tag386.xml"/><Relationship Id="rId47" Type="http://schemas.openxmlformats.org/officeDocument/2006/relationships/tags" Target="../tags/tag391.xml"/><Relationship Id="rId50" Type="http://schemas.openxmlformats.org/officeDocument/2006/relationships/tags" Target="../tags/tag394.xml"/><Relationship Id="rId55" Type="http://schemas.openxmlformats.org/officeDocument/2006/relationships/tags" Target="../tags/tag399.xml"/><Relationship Id="rId63" Type="http://schemas.openxmlformats.org/officeDocument/2006/relationships/tags" Target="../tags/tag407.xml"/><Relationship Id="rId68" Type="http://schemas.openxmlformats.org/officeDocument/2006/relationships/tags" Target="../tags/tag412.xml"/><Relationship Id="rId76" Type="http://schemas.openxmlformats.org/officeDocument/2006/relationships/tags" Target="../tags/tag420.xml"/><Relationship Id="rId84" Type="http://schemas.openxmlformats.org/officeDocument/2006/relationships/tags" Target="../tags/tag428.xml"/><Relationship Id="rId89" Type="http://schemas.openxmlformats.org/officeDocument/2006/relationships/tags" Target="../tags/tag433.xml"/><Relationship Id="rId97" Type="http://schemas.openxmlformats.org/officeDocument/2006/relationships/tags" Target="../tags/tag441.xml"/><Relationship Id="rId7" Type="http://schemas.openxmlformats.org/officeDocument/2006/relationships/tags" Target="../tags/tag351.xml"/><Relationship Id="rId71" Type="http://schemas.openxmlformats.org/officeDocument/2006/relationships/tags" Target="../tags/tag415.xml"/><Relationship Id="rId92" Type="http://schemas.openxmlformats.org/officeDocument/2006/relationships/tags" Target="../tags/tag436.xml"/><Relationship Id="rId2" Type="http://schemas.openxmlformats.org/officeDocument/2006/relationships/tags" Target="../tags/tag346.xml"/><Relationship Id="rId16" Type="http://schemas.openxmlformats.org/officeDocument/2006/relationships/tags" Target="../tags/tag360.xml"/><Relationship Id="rId29" Type="http://schemas.openxmlformats.org/officeDocument/2006/relationships/tags" Target="../tags/tag373.xml"/><Relationship Id="rId11" Type="http://schemas.openxmlformats.org/officeDocument/2006/relationships/tags" Target="../tags/tag355.xml"/><Relationship Id="rId24" Type="http://schemas.openxmlformats.org/officeDocument/2006/relationships/tags" Target="../tags/tag368.xml"/><Relationship Id="rId32" Type="http://schemas.openxmlformats.org/officeDocument/2006/relationships/tags" Target="../tags/tag376.xml"/><Relationship Id="rId37" Type="http://schemas.openxmlformats.org/officeDocument/2006/relationships/tags" Target="../tags/tag381.xml"/><Relationship Id="rId40" Type="http://schemas.openxmlformats.org/officeDocument/2006/relationships/tags" Target="../tags/tag384.xml"/><Relationship Id="rId45" Type="http://schemas.openxmlformats.org/officeDocument/2006/relationships/tags" Target="../tags/tag389.xml"/><Relationship Id="rId53" Type="http://schemas.openxmlformats.org/officeDocument/2006/relationships/tags" Target="../tags/tag397.xml"/><Relationship Id="rId58" Type="http://schemas.openxmlformats.org/officeDocument/2006/relationships/tags" Target="../tags/tag402.xml"/><Relationship Id="rId66" Type="http://schemas.openxmlformats.org/officeDocument/2006/relationships/tags" Target="../tags/tag410.xml"/><Relationship Id="rId74" Type="http://schemas.openxmlformats.org/officeDocument/2006/relationships/tags" Target="../tags/tag418.xml"/><Relationship Id="rId79" Type="http://schemas.openxmlformats.org/officeDocument/2006/relationships/tags" Target="../tags/tag423.xml"/><Relationship Id="rId87" Type="http://schemas.openxmlformats.org/officeDocument/2006/relationships/tags" Target="../tags/tag431.xml"/><Relationship Id="rId5" Type="http://schemas.openxmlformats.org/officeDocument/2006/relationships/tags" Target="../tags/tag349.xml"/><Relationship Id="rId61" Type="http://schemas.openxmlformats.org/officeDocument/2006/relationships/tags" Target="../tags/tag405.xml"/><Relationship Id="rId82" Type="http://schemas.openxmlformats.org/officeDocument/2006/relationships/tags" Target="../tags/tag426.xml"/><Relationship Id="rId90" Type="http://schemas.openxmlformats.org/officeDocument/2006/relationships/tags" Target="../tags/tag434.xml"/><Relationship Id="rId95" Type="http://schemas.openxmlformats.org/officeDocument/2006/relationships/tags" Target="../tags/tag439.xml"/><Relationship Id="rId19" Type="http://schemas.openxmlformats.org/officeDocument/2006/relationships/tags" Target="../tags/tag363.xml"/><Relationship Id="rId14" Type="http://schemas.openxmlformats.org/officeDocument/2006/relationships/tags" Target="../tags/tag358.xml"/><Relationship Id="rId22" Type="http://schemas.openxmlformats.org/officeDocument/2006/relationships/tags" Target="../tags/tag366.xml"/><Relationship Id="rId27" Type="http://schemas.openxmlformats.org/officeDocument/2006/relationships/tags" Target="../tags/tag371.xml"/><Relationship Id="rId30" Type="http://schemas.openxmlformats.org/officeDocument/2006/relationships/tags" Target="../tags/tag374.xml"/><Relationship Id="rId35" Type="http://schemas.openxmlformats.org/officeDocument/2006/relationships/tags" Target="../tags/tag379.xml"/><Relationship Id="rId43" Type="http://schemas.openxmlformats.org/officeDocument/2006/relationships/tags" Target="../tags/tag387.xml"/><Relationship Id="rId48" Type="http://schemas.openxmlformats.org/officeDocument/2006/relationships/tags" Target="../tags/tag392.xml"/><Relationship Id="rId56" Type="http://schemas.openxmlformats.org/officeDocument/2006/relationships/tags" Target="../tags/tag400.xml"/><Relationship Id="rId64" Type="http://schemas.openxmlformats.org/officeDocument/2006/relationships/tags" Target="../tags/tag408.xml"/><Relationship Id="rId69" Type="http://schemas.openxmlformats.org/officeDocument/2006/relationships/tags" Target="../tags/tag413.xml"/><Relationship Id="rId77" Type="http://schemas.openxmlformats.org/officeDocument/2006/relationships/tags" Target="../tags/tag421.xml"/><Relationship Id="rId8" Type="http://schemas.openxmlformats.org/officeDocument/2006/relationships/tags" Target="../tags/tag352.xml"/><Relationship Id="rId51" Type="http://schemas.openxmlformats.org/officeDocument/2006/relationships/tags" Target="../tags/tag395.xml"/><Relationship Id="rId72" Type="http://schemas.openxmlformats.org/officeDocument/2006/relationships/tags" Target="../tags/tag416.xml"/><Relationship Id="rId80" Type="http://schemas.openxmlformats.org/officeDocument/2006/relationships/tags" Target="../tags/tag424.xml"/><Relationship Id="rId85" Type="http://schemas.openxmlformats.org/officeDocument/2006/relationships/tags" Target="../tags/tag429.xml"/><Relationship Id="rId93" Type="http://schemas.openxmlformats.org/officeDocument/2006/relationships/tags" Target="../tags/tag437.xml"/><Relationship Id="rId98" Type="http://schemas.openxmlformats.org/officeDocument/2006/relationships/slideLayout" Target="../slideLayouts/slideLayout121.xml"/><Relationship Id="rId3" Type="http://schemas.openxmlformats.org/officeDocument/2006/relationships/tags" Target="../tags/tag347.xml"/><Relationship Id="rId12" Type="http://schemas.openxmlformats.org/officeDocument/2006/relationships/tags" Target="../tags/tag356.xml"/><Relationship Id="rId17" Type="http://schemas.openxmlformats.org/officeDocument/2006/relationships/tags" Target="../tags/tag361.xml"/><Relationship Id="rId25" Type="http://schemas.openxmlformats.org/officeDocument/2006/relationships/tags" Target="../tags/tag369.xml"/><Relationship Id="rId33" Type="http://schemas.openxmlformats.org/officeDocument/2006/relationships/tags" Target="../tags/tag377.xml"/><Relationship Id="rId38" Type="http://schemas.openxmlformats.org/officeDocument/2006/relationships/tags" Target="../tags/tag382.xml"/><Relationship Id="rId46" Type="http://schemas.openxmlformats.org/officeDocument/2006/relationships/tags" Target="../tags/tag390.xml"/><Relationship Id="rId59" Type="http://schemas.openxmlformats.org/officeDocument/2006/relationships/tags" Target="../tags/tag403.xml"/><Relationship Id="rId67" Type="http://schemas.openxmlformats.org/officeDocument/2006/relationships/tags" Target="../tags/tag411.xml"/><Relationship Id="rId20" Type="http://schemas.openxmlformats.org/officeDocument/2006/relationships/tags" Target="../tags/tag364.xml"/><Relationship Id="rId41" Type="http://schemas.openxmlformats.org/officeDocument/2006/relationships/tags" Target="../tags/tag385.xml"/><Relationship Id="rId54" Type="http://schemas.openxmlformats.org/officeDocument/2006/relationships/tags" Target="../tags/tag398.xml"/><Relationship Id="rId62" Type="http://schemas.openxmlformats.org/officeDocument/2006/relationships/tags" Target="../tags/tag406.xml"/><Relationship Id="rId70" Type="http://schemas.openxmlformats.org/officeDocument/2006/relationships/tags" Target="../tags/tag414.xml"/><Relationship Id="rId75" Type="http://schemas.openxmlformats.org/officeDocument/2006/relationships/tags" Target="../tags/tag419.xml"/><Relationship Id="rId83" Type="http://schemas.openxmlformats.org/officeDocument/2006/relationships/tags" Target="../tags/tag427.xml"/><Relationship Id="rId88" Type="http://schemas.openxmlformats.org/officeDocument/2006/relationships/tags" Target="../tags/tag432.xml"/><Relationship Id="rId91" Type="http://schemas.openxmlformats.org/officeDocument/2006/relationships/tags" Target="../tags/tag435.xml"/><Relationship Id="rId96" Type="http://schemas.openxmlformats.org/officeDocument/2006/relationships/tags" Target="../tags/tag440.xml"/><Relationship Id="rId1" Type="http://schemas.openxmlformats.org/officeDocument/2006/relationships/tags" Target="../tags/tag345.xml"/><Relationship Id="rId6" Type="http://schemas.openxmlformats.org/officeDocument/2006/relationships/tags" Target="../tags/tag350.xml"/><Relationship Id="rId15" Type="http://schemas.openxmlformats.org/officeDocument/2006/relationships/tags" Target="../tags/tag359.xml"/><Relationship Id="rId23" Type="http://schemas.openxmlformats.org/officeDocument/2006/relationships/tags" Target="../tags/tag367.xml"/><Relationship Id="rId28" Type="http://schemas.openxmlformats.org/officeDocument/2006/relationships/tags" Target="../tags/tag372.xml"/><Relationship Id="rId36" Type="http://schemas.openxmlformats.org/officeDocument/2006/relationships/tags" Target="../tags/tag380.xml"/><Relationship Id="rId49" Type="http://schemas.openxmlformats.org/officeDocument/2006/relationships/tags" Target="../tags/tag393.xml"/><Relationship Id="rId57" Type="http://schemas.openxmlformats.org/officeDocument/2006/relationships/tags" Target="../tags/tag401.xml"/><Relationship Id="rId10" Type="http://schemas.openxmlformats.org/officeDocument/2006/relationships/tags" Target="../tags/tag354.xml"/><Relationship Id="rId31" Type="http://schemas.openxmlformats.org/officeDocument/2006/relationships/tags" Target="../tags/tag375.xml"/><Relationship Id="rId44" Type="http://schemas.openxmlformats.org/officeDocument/2006/relationships/tags" Target="../tags/tag388.xml"/><Relationship Id="rId52" Type="http://schemas.openxmlformats.org/officeDocument/2006/relationships/tags" Target="../tags/tag396.xml"/><Relationship Id="rId60" Type="http://schemas.openxmlformats.org/officeDocument/2006/relationships/tags" Target="../tags/tag404.xml"/><Relationship Id="rId65" Type="http://schemas.openxmlformats.org/officeDocument/2006/relationships/tags" Target="../tags/tag409.xml"/><Relationship Id="rId73" Type="http://schemas.openxmlformats.org/officeDocument/2006/relationships/tags" Target="../tags/tag417.xml"/><Relationship Id="rId78" Type="http://schemas.openxmlformats.org/officeDocument/2006/relationships/tags" Target="../tags/tag422.xml"/><Relationship Id="rId81" Type="http://schemas.openxmlformats.org/officeDocument/2006/relationships/tags" Target="../tags/tag425.xml"/><Relationship Id="rId86" Type="http://schemas.openxmlformats.org/officeDocument/2006/relationships/tags" Target="../tags/tag430.xml"/><Relationship Id="rId94" Type="http://schemas.openxmlformats.org/officeDocument/2006/relationships/tags" Target="../tags/tag438.xml"/><Relationship Id="rId99" Type="http://schemas.openxmlformats.org/officeDocument/2006/relationships/notesSlide" Target="../notesSlides/notesSlide48.xml"/><Relationship Id="rId4" Type="http://schemas.openxmlformats.org/officeDocument/2006/relationships/tags" Target="../tags/tag348.xml"/><Relationship Id="rId9" Type="http://schemas.openxmlformats.org/officeDocument/2006/relationships/tags" Target="../tags/tag353.xml"/><Relationship Id="rId13" Type="http://schemas.openxmlformats.org/officeDocument/2006/relationships/tags" Target="../tags/tag357.xml"/><Relationship Id="rId18" Type="http://schemas.openxmlformats.org/officeDocument/2006/relationships/tags" Target="../tags/tag362.xml"/><Relationship Id="rId39" Type="http://schemas.openxmlformats.org/officeDocument/2006/relationships/tags" Target="../tags/tag383.xml"/></Relationships>
</file>

<file path=ppt/slides/_rels/slide7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9.xml"/><Relationship Id="rId1" Type="http://schemas.openxmlformats.org/officeDocument/2006/relationships/slideLayout" Target="../slideLayouts/slideLayout93.xml"/></Relationships>
</file>

<file path=ppt/slides/_rels/slide75.xml.rels><?xml version="1.0" encoding="UTF-8" standalone="yes"?>
<Relationships xmlns="http://schemas.openxmlformats.org/package/2006/relationships"><Relationship Id="rId3" Type="http://schemas.microsoft.com/office/2018/10/relationships/comments" Target="../comments/modernComment_7FFFDE5A_C886D304.xml"/><Relationship Id="rId2" Type="http://schemas.openxmlformats.org/officeDocument/2006/relationships/notesSlide" Target="../notesSlides/notesSlide50.xml"/><Relationship Id="rId1" Type="http://schemas.openxmlformats.org/officeDocument/2006/relationships/slideLayout" Target="../slideLayouts/slideLayout106.xml"/><Relationship Id="rId4" Type="http://schemas.openxmlformats.org/officeDocument/2006/relationships/image" Target="../media/image85.svg"/></Relationships>
</file>

<file path=ppt/slides/_rels/slide76.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Layout" Target="../slideLayouts/slideLayout121.xml"/></Relationships>
</file>

<file path=ppt/slides/_rels/slide77.xml.rels><?xml version="1.0" encoding="UTF-8" standalone="yes"?>
<Relationships xmlns="http://schemas.openxmlformats.org/package/2006/relationships"><Relationship Id="rId26" Type="http://schemas.openxmlformats.org/officeDocument/2006/relationships/tags" Target="../tags/tag467.xml"/><Relationship Id="rId21" Type="http://schemas.openxmlformats.org/officeDocument/2006/relationships/tags" Target="../tags/tag462.xml"/><Relationship Id="rId42" Type="http://schemas.openxmlformats.org/officeDocument/2006/relationships/tags" Target="../tags/tag483.xml"/><Relationship Id="rId47" Type="http://schemas.openxmlformats.org/officeDocument/2006/relationships/tags" Target="../tags/tag488.xml"/><Relationship Id="rId63" Type="http://schemas.openxmlformats.org/officeDocument/2006/relationships/tags" Target="../tags/tag504.xml"/><Relationship Id="rId68" Type="http://schemas.openxmlformats.org/officeDocument/2006/relationships/tags" Target="../tags/tag509.xml"/><Relationship Id="rId84" Type="http://schemas.openxmlformats.org/officeDocument/2006/relationships/tags" Target="../tags/tag525.xml"/><Relationship Id="rId89" Type="http://schemas.openxmlformats.org/officeDocument/2006/relationships/tags" Target="../tags/tag530.xml"/><Relationship Id="rId7" Type="http://schemas.openxmlformats.org/officeDocument/2006/relationships/tags" Target="../tags/tag448.xml"/><Relationship Id="rId71" Type="http://schemas.openxmlformats.org/officeDocument/2006/relationships/tags" Target="../tags/tag512.xml"/><Relationship Id="rId92" Type="http://schemas.openxmlformats.org/officeDocument/2006/relationships/tags" Target="../tags/tag533.xml"/><Relationship Id="rId2" Type="http://schemas.openxmlformats.org/officeDocument/2006/relationships/tags" Target="../tags/tag443.xml"/><Relationship Id="rId16" Type="http://schemas.openxmlformats.org/officeDocument/2006/relationships/tags" Target="../tags/tag457.xml"/><Relationship Id="rId29" Type="http://schemas.openxmlformats.org/officeDocument/2006/relationships/tags" Target="../tags/tag470.xml"/><Relationship Id="rId11" Type="http://schemas.openxmlformats.org/officeDocument/2006/relationships/tags" Target="../tags/tag452.xml"/><Relationship Id="rId24" Type="http://schemas.openxmlformats.org/officeDocument/2006/relationships/tags" Target="../tags/tag465.xml"/><Relationship Id="rId32" Type="http://schemas.openxmlformats.org/officeDocument/2006/relationships/tags" Target="../tags/tag473.xml"/><Relationship Id="rId37" Type="http://schemas.openxmlformats.org/officeDocument/2006/relationships/tags" Target="../tags/tag478.xml"/><Relationship Id="rId40" Type="http://schemas.openxmlformats.org/officeDocument/2006/relationships/tags" Target="../tags/tag481.xml"/><Relationship Id="rId45" Type="http://schemas.openxmlformats.org/officeDocument/2006/relationships/tags" Target="../tags/tag486.xml"/><Relationship Id="rId53" Type="http://schemas.openxmlformats.org/officeDocument/2006/relationships/tags" Target="../tags/tag494.xml"/><Relationship Id="rId58" Type="http://schemas.openxmlformats.org/officeDocument/2006/relationships/tags" Target="../tags/tag499.xml"/><Relationship Id="rId66" Type="http://schemas.openxmlformats.org/officeDocument/2006/relationships/tags" Target="../tags/tag507.xml"/><Relationship Id="rId74" Type="http://schemas.openxmlformats.org/officeDocument/2006/relationships/tags" Target="../tags/tag515.xml"/><Relationship Id="rId79" Type="http://schemas.openxmlformats.org/officeDocument/2006/relationships/tags" Target="../tags/tag520.xml"/><Relationship Id="rId87" Type="http://schemas.openxmlformats.org/officeDocument/2006/relationships/tags" Target="../tags/tag528.xml"/><Relationship Id="rId102" Type="http://schemas.openxmlformats.org/officeDocument/2006/relationships/slideLayout" Target="../slideLayouts/slideLayout121.xml"/><Relationship Id="rId5" Type="http://schemas.openxmlformats.org/officeDocument/2006/relationships/tags" Target="../tags/tag446.xml"/><Relationship Id="rId61" Type="http://schemas.openxmlformats.org/officeDocument/2006/relationships/tags" Target="../tags/tag502.xml"/><Relationship Id="rId82" Type="http://schemas.openxmlformats.org/officeDocument/2006/relationships/tags" Target="../tags/tag523.xml"/><Relationship Id="rId90" Type="http://schemas.openxmlformats.org/officeDocument/2006/relationships/tags" Target="../tags/tag531.xml"/><Relationship Id="rId95" Type="http://schemas.openxmlformats.org/officeDocument/2006/relationships/tags" Target="../tags/tag536.xml"/><Relationship Id="rId19" Type="http://schemas.openxmlformats.org/officeDocument/2006/relationships/tags" Target="../tags/tag460.xml"/><Relationship Id="rId14" Type="http://schemas.openxmlformats.org/officeDocument/2006/relationships/tags" Target="../tags/tag455.xml"/><Relationship Id="rId22" Type="http://schemas.openxmlformats.org/officeDocument/2006/relationships/tags" Target="../tags/tag463.xml"/><Relationship Id="rId27" Type="http://schemas.openxmlformats.org/officeDocument/2006/relationships/tags" Target="../tags/tag468.xml"/><Relationship Id="rId30" Type="http://schemas.openxmlformats.org/officeDocument/2006/relationships/tags" Target="../tags/tag471.xml"/><Relationship Id="rId35" Type="http://schemas.openxmlformats.org/officeDocument/2006/relationships/tags" Target="../tags/tag476.xml"/><Relationship Id="rId43" Type="http://schemas.openxmlformats.org/officeDocument/2006/relationships/tags" Target="../tags/tag484.xml"/><Relationship Id="rId48" Type="http://schemas.openxmlformats.org/officeDocument/2006/relationships/tags" Target="../tags/tag489.xml"/><Relationship Id="rId56" Type="http://schemas.openxmlformats.org/officeDocument/2006/relationships/tags" Target="../tags/tag497.xml"/><Relationship Id="rId64" Type="http://schemas.openxmlformats.org/officeDocument/2006/relationships/tags" Target="../tags/tag505.xml"/><Relationship Id="rId69" Type="http://schemas.openxmlformats.org/officeDocument/2006/relationships/tags" Target="../tags/tag510.xml"/><Relationship Id="rId77" Type="http://schemas.openxmlformats.org/officeDocument/2006/relationships/tags" Target="../tags/tag518.xml"/><Relationship Id="rId100" Type="http://schemas.openxmlformats.org/officeDocument/2006/relationships/tags" Target="../tags/tag541.xml"/><Relationship Id="rId8" Type="http://schemas.openxmlformats.org/officeDocument/2006/relationships/tags" Target="../tags/tag449.xml"/><Relationship Id="rId51" Type="http://schemas.openxmlformats.org/officeDocument/2006/relationships/tags" Target="../tags/tag492.xml"/><Relationship Id="rId72" Type="http://schemas.openxmlformats.org/officeDocument/2006/relationships/tags" Target="../tags/tag513.xml"/><Relationship Id="rId80" Type="http://schemas.openxmlformats.org/officeDocument/2006/relationships/tags" Target="../tags/tag521.xml"/><Relationship Id="rId85" Type="http://schemas.openxmlformats.org/officeDocument/2006/relationships/tags" Target="../tags/tag526.xml"/><Relationship Id="rId93" Type="http://schemas.openxmlformats.org/officeDocument/2006/relationships/tags" Target="../tags/tag534.xml"/><Relationship Id="rId98" Type="http://schemas.openxmlformats.org/officeDocument/2006/relationships/tags" Target="../tags/tag539.xml"/><Relationship Id="rId3" Type="http://schemas.openxmlformats.org/officeDocument/2006/relationships/tags" Target="../tags/tag444.xml"/><Relationship Id="rId12" Type="http://schemas.openxmlformats.org/officeDocument/2006/relationships/tags" Target="../tags/tag453.xml"/><Relationship Id="rId17" Type="http://schemas.openxmlformats.org/officeDocument/2006/relationships/tags" Target="../tags/tag458.xml"/><Relationship Id="rId25" Type="http://schemas.openxmlformats.org/officeDocument/2006/relationships/tags" Target="../tags/tag466.xml"/><Relationship Id="rId33" Type="http://schemas.openxmlformats.org/officeDocument/2006/relationships/tags" Target="../tags/tag474.xml"/><Relationship Id="rId38" Type="http://schemas.openxmlformats.org/officeDocument/2006/relationships/tags" Target="../tags/tag479.xml"/><Relationship Id="rId46" Type="http://schemas.openxmlformats.org/officeDocument/2006/relationships/tags" Target="../tags/tag487.xml"/><Relationship Id="rId59" Type="http://schemas.openxmlformats.org/officeDocument/2006/relationships/tags" Target="../tags/tag500.xml"/><Relationship Id="rId67" Type="http://schemas.openxmlformats.org/officeDocument/2006/relationships/tags" Target="../tags/tag508.xml"/><Relationship Id="rId103" Type="http://schemas.openxmlformats.org/officeDocument/2006/relationships/notesSlide" Target="../notesSlides/notesSlide51.xml"/><Relationship Id="rId20" Type="http://schemas.openxmlformats.org/officeDocument/2006/relationships/tags" Target="../tags/tag461.xml"/><Relationship Id="rId41" Type="http://schemas.openxmlformats.org/officeDocument/2006/relationships/tags" Target="../tags/tag482.xml"/><Relationship Id="rId54" Type="http://schemas.openxmlformats.org/officeDocument/2006/relationships/tags" Target="../tags/tag495.xml"/><Relationship Id="rId62" Type="http://schemas.openxmlformats.org/officeDocument/2006/relationships/tags" Target="../tags/tag503.xml"/><Relationship Id="rId70" Type="http://schemas.openxmlformats.org/officeDocument/2006/relationships/tags" Target="../tags/tag511.xml"/><Relationship Id="rId75" Type="http://schemas.openxmlformats.org/officeDocument/2006/relationships/tags" Target="../tags/tag516.xml"/><Relationship Id="rId83" Type="http://schemas.openxmlformats.org/officeDocument/2006/relationships/tags" Target="../tags/tag524.xml"/><Relationship Id="rId88" Type="http://schemas.openxmlformats.org/officeDocument/2006/relationships/tags" Target="../tags/tag529.xml"/><Relationship Id="rId91" Type="http://schemas.openxmlformats.org/officeDocument/2006/relationships/tags" Target="../tags/tag532.xml"/><Relationship Id="rId96" Type="http://schemas.openxmlformats.org/officeDocument/2006/relationships/tags" Target="../tags/tag537.xml"/><Relationship Id="rId1" Type="http://schemas.openxmlformats.org/officeDocument/2006/relationships/tags" Target="../tags/tag442.xml"/><Relationship Id="rId6" Type="http://schemas.openxmlformats.org/officeDocument/2006/relationships/tags" Target="../tags/tag447.xml"/><Relationship Id="rId15" Type="http://schemas.openxmlformats.org/officeDocument/2006/relationships/tags" Target="../tags/tag456.xml"/><Relationship Id="rId23" Type="http://schemas.openxmlformats.org/officeDocument/2006/relationships/tags" Target="../tags/tag464.xml"/><Relationship Id="rId28" Type="http://schemas.openxmlformats.org/officeDocument/2006/relationships/tags" Target="../tags/tag469.xml"/><Relationship Id="rId36" Type="http://schemas.openxmlformats.org/officeDocument/2006/relationships/tags" Target="../tags/tag477.xml"/><Relationship Id="rId49" Type="http://schemas.openxmlformats.org/officeDocument/2006/relationships/tags" Target="../tags/tag490.xml"/><Relationship Id="rId57" Type="http://schemas.openxmlformats.org/officeDocument/2006/relationships/tags" Target="../tags/tag498.xml"/><Relationship Id="rId10" Type="http://schemas.openxmlformats.org/officeDocument/2006/relationships/tags" Target="../tags/tag451.xml"/><Relationship Id="rId31" Type="http://schemas.openxmlformats.org/officeDocument/2006/relationships/tags" Target="../tags/tag472.xml"/><Relationship Id="rId44" Type="http://schemas.openxmlformats.org/officeDocument/2006/relationships/tags" Target="../tags/tag485.xml"/><Relationship Id="rId52" Type="http://schemas.openxmlformats.org/officeDocument/2006/relationships/tags" Target="../tags/tag493.xml"/><Relationship Id="rId60" Type="http://schemas.openxmlformats.org/officeDocument/2006/relationships/tags" Target="../tags/tag501.xml"/><Relationship Id="rId65" Type="http://schemas.openxmlformats.org/officeDocument/2006/relationships/tags" Target="../tags/tag506.xml"/><Relationship Id="rId73" Type="http://schemas.openxmlformats.org/officeDocument/2006/relationships/tags" Target="../tags/tag514.xml"/><Relationship Id="rId78" Type="http://schemas.openxmlformats.org/officeDocument/2006/relationships/tags" Target="../tags/tag519.xml"/><Relationship Id="rId81" Type="http://schemas.openxmlformats.org/officeDocument/2006/relationships/tags" Target="../tags/tag522.xml"/><Relationship Id="rId86" Type="http://schemas.openxmlformats.org/officeDocument/2006/relationships/tags" Target="../tags/tag527.xml"/><Relationship Id="rId94" Type="http://schemas.openxmlformats.org/officeDocument/2006/relationships/tags" Target="../tags/tag535.xml"/><Relationship Id="rId99" Type="http://schemas.openxmlformats.org/officeDocument/2006/relationships/tags" Target="../tags/tag540.xml"/><Relationship Id="rId101" Type="http://schemas.openxmlformats.org/officeDocument/2006/relationships/tags" Target="../tags/tag542.xml"/><Relationship Id="rId4" Type="http://schemas.openxmlformats.org/officeDocument/2006/relationships/tags" Target="../tags/tag445.xml"/><Relationship Id="rId9" Type="http://schemas.openxmlformats.org/officeDocument/2006/relationships/tags" Target="../tags/tag450.xml"/><Relationship Id="rId13" Type="http://schemas.openxmlformats.org/officeDocument/2006/relationships/tags" Target="../tags/tag454.xml"/><Relationship Id="rId18" Type="http://schemas.openxmlformats.org/officeDocument/2006/relationships/tags" Target="../tags/tag459.xml"/><Relationship Id="rId39" Type="http://schemas.openxmlformats.org/officeDocument/2006/relationships/tags" Target="../tags/tag480.xml"/><Relationship Id="rId34" Type="http://schemas.openxmlformats.org/officeDocument/2006/relationships/tags" Target="../tags/tag475.xml"/><Relationship Id="rId50" Type="http://schemas.openxmlformats.org/officeDocument/2006/relationships/tags" Target="../tags/tag491.xml"/><Relationship Id="rId55" Type="http://schemas.openxmlformats.org/officeDocument/2006/relationships/tags" Target="../tags/tag496.xml"/><Relationship Id="rId76" Type="http://schemas.openxmlformats.org/officeDocument/2006/relationships/tags" Target="../tags/tag517.xml"/><Relationship Id="rId97" Type="http://schemas.openxmlformats.org/officeDocument/2006/relationships/tags" Target="../tags/tag53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80.xml.rels><?xml version="1.0" encoding="UTF-8" standalone="yes"?>
<Relationships xmlns="http://schemas.openxmlformats.org/package/2006/relationships"><Relationship Id="rId2" Type="http://schemas.openxmlformats.org/officeDocument/2006/relationships/hyperlink" Target="https://yjj.beijing.gov.cn/yjj/zwgk20/gg17/543385873/index.html" TargetMode="External"/><Relationship Id="rId1" Type="http://schemas.openxmlformats.org/officeDocument/2006/relationships/slideLayout" Target="../slideLayouts/slideLayout121.xml"/></Relationships>
</file>

<file path=ppt/slides/_rels/slide81.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121.xml"/></Relationships>
</file>

<file path=ppt/slides/_rels/slide82.xml.rels><?xml version="1.0" encoding="UTF-8" standalone="yes"?>
<Relationships xmlns="http://schemas.openxmlformats.org/package/2006/relationships"><Relationship Id="rId3" Type="http://schemas.openxmlformats.org/officeDocument/2006/relationships/hyperlink" Target="https://yjj.beijing.gov.cn/yjj/zwgk20/gg17/543381678/index.html" TargetMode="External"/><Relationship Id="rId2" Type="http://schemas.openxmlformats.org/officeDocument/2006/relationships/notesSlide" Target="../notesSlides/notesSlide52.xml"/><Relationship Id="rId1" Type="http://schemas.openxmlformats.org/officeDocument/2006/relationships/slideLayout" Target="../slideLayouts/slideLayout121.xml"/></Relationships>
</file>

<file path=ppt/slides/_rels/slide83.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12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2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93.xml"/></Relationships>
</file>

<file path=ppt/slides/_rels/slide8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Layout" Target="../slideLayouts/slideLayout102.xml"/></Relationships>
</file>

<file path=ppt/slides/_rels/slide8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hyperlink" Target="https://www.cmda.net/zkysfh/5644.jhtml" TargetMode="External"/><Relationship Id="rId1" Type="http://schemas.openxmlformats.org/officeDocument/2006/relationships/slideLayout" Target="../slideLayouts/slideLayout102.xml"/></Relationships>
</file>

<file path=ppt/slides/_rels/slide88.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10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2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2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2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95.xml.rels><?xml version="1.0" encoding="UTF-8" standalone="yes"?>
<Relationships xmlns="http://schemas.openxmlformats.org/package/2006/relationships"><Relationship Id="rId3" Type="http://schemas.openxmlformats.org/officeDocument/2006/relationships/tags" Target="../tags/tag545.xml"/><Relationship Id="rId7" Type="http://schemas.openxmlformats.org/officeDocument/2006/relationships/image" Target="../media/image93.png"/><Relationship Id="rId2" Type="http://schemas.openxmlformats.org/officeDocument/2006/relationships/tags" Target="../tags/tag544.xml"/><Relationship Id="rId1" Type="http://schemas.openxmlformats.org/officeDocument/2006/relationships/tags" Target="../tags/tag543.xml"/><Relationship Id="rId6" Type="http://schemas.openxmlformats.org/officeDocument/2006/relationships/slideLayout" Target="../slideLayouts/slideLayout506.xml"/><Relationship Id="rId5" Type="http://schemas.openxmlformats.org/officeDocument/2006/relationships/tags" Target="../tags/tag547.xml"/><Relationship Id="rId4" Type="http://schemas.openxmlformats.org/officeDocument/2006/relationships/tags" Target="../tags/tag54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38.xml"/></Relationships>
</file>

<file path=ppt/slides/_rels/slide97.xml.rels><?xml version="1.0" encoding="UTF-8" standalone="yes"?>
<Relationships xmlns="http://schemas.openxmlformats.org/package/2006/relationships"><Relationship Id="rId2" Type="http://schemas.microsoft.com/office/2018/10/relationships/comments" Target="../comments/modernComment_10A_CE0F6E29.xml"/><Relationship Id="rId1" Type="http://schemas.openxmlformats.org/officeDocument/2006/relationships/slideLayout" Target="../slideLayouts/slideLayout164.xml"/></Relationships>
</file>

<file path=ppt/slides/_rels/slide98.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57.xml"/><Relationship Id="rId1" Type="http://schemas.openxmlformats.org/officeDocument/2006/relationships/slideLayout" Target="../slideLayouts/slideLayout55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6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el 19">
            <a:extLst>
              <a:ext uri="{FF2B5EF4-FFF2-40B4-BE49-F238E27FC236}">
                <a16:creationId xmlns:a16="http://schemas.microsoft.com/office/drawing/2014/main" id="{8D17EF76-2217-4565-20CD-D65D723EE31F}"/>
              </a:ext>
            </a:extLst>
          </p:cNvPr>
          <p:cNvSpPr>
            <a:spLocks noGrp="1"/>
          </p:cNvSpPr>
          <p:nvPr>
            <p:ph type="ctrTitle"/>
          </p:nvPr>
        </p:nvSpPr>
        <p:spPr bwMode="gray">
          <a:xfrm>
            <a:off x="479425" y="2637000"/>
            <a:ext cx="11587237" cy="1584000"/>
          </a:xfrm>
        </p:spPr>
        <p:txBody>
          <a:bodyPr anchor="t"/>
          <a:lstStyle/>
          <a:p>
            <a:r>
              <a:rPr lang="en-US" sz="3200"/>
              <a:t>Portfolio Executive Committee (PEC) Review Meeting</a:t>
            </a:r>
            <a:br>
              <a:rPr lang="en-US" sz="3200"/>
            </a:br>
            <a:br>
              <a:rPr lang="en-US" sz="3200"/>
            </a:br>
            <a:r>
              <a:rPr lang="en-US" sz="3200"/>
              <a:t>TA CRM</a:t>
            </a:r>
          </a:p>
        </p:txBody>
      </p:sp>
      <p:sp>
        <p:nvSpPr>
          <p:cNvPr id="3" name="Untertitel 2">
            <a:extLst>
              <a:ext uri="{FF2B5EF4-FFF2-40B4-BE49-F238E27FC236}">
                <a16:creationId xmlns:a16="http://schemas.microsoft.com/office/drawing/2014/main" id="{692796CB-E2C8-8508-DF5A-FC10693F0AFB}"/>
              </a:ext>
            </a:extLst>
          </p:cNvPr>
          <p:cNvSpPr>
            <a:spLocks noGrp="1"/>
          </p:cNvSpPr>
          <p:nvPr>
            <p:ph type="subTitle" idx="1"/>
          </p:nvPr>
        </p:nvSpPr>
        <p:spPr bwMode="gray">
          <a:xfrm>
            <a:off x="479425" y="4437120"/>
            <a:ext cx="8281375" cy="936000"/>
          </a:xfrm>
        </p:spPr>
        <p:txBody>
          <a:bodyPr/>
          <a:lstStyle/>
          <a:p>
            <a:pPr lvl="1"/>
            <a:r>
              <a:rPr lang="en-US"/>
              <a:t>CRM Team | 23-Apr-2026 </a:t>
            </a:r>
            <a:r>
              <a:rPr lang="en-US" altLang="zh-CN"/>
              <a:t>| 30 min</a:t>
            </a:r>
            <a:r>
              <a:rPr lang="en-US"/>
              <a:t> </a:t>
            </a:r>
          </a:p>
        </p:txBody>
      </p:sp>
      <p:sp>
        <p:nvSpPr>
          <p:cNvPr id="17" name="Fußzeilenplatzhalter 16">
            <a:extLst>
              <a:ext uri="{FF2B5EF4-FFF2-40B4-BE49-F238E27FC236}">
                <a16:creationId xmlns:a16="http://schemas.microsoft.com/office/drawing/2014/main" id="{F654D22F-3A89-4EFD-C1CD-0566D4DCFD4D}"/>
              </a:ext>
            </a:extLst>
          </p:cNvPr>
          <p:cNvSpPr>
            <a:spLocks noGrp="1"/>
          </p:cNvSpPr>
          <p:nvPr>
            <p:ph type="ftr" sz="quarter" idx="19"/>
          </p:nvPr>
        </p:nvSpPr>
        <p:spPr bwMode="gray">
          <a:xfrm>
            <a:off x="479936" y="6165328"/>
            <a:ext cx="5040000" cy="216000"/>
          </a:xfrm>
        </p:spPr>
        <p:txBody>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prstClr val="white"/>
                </a:solidFill>
                <a:effectLst/>
                <a:uLnTx/>
                <a:uFillTx/>
                <a:latin typeface="Boehringer Forward Text"/>
                <a:ea typeface="+mn-ea"/>
                <a:cs typeface="+mn-cs"/>
              </a:rPr>
              <a:t>ONLY FOR INTERNAL USE</a:t>
            </a:r>
          </a:p>
        </p:txBody>
      </p:sp>
      <p:sp>
        <p:nvSpPr>
          <p:cNvPr id="5" name="Textfeld 4">
            <a:extLst>
              <a:ext uri="{FF2B5EF4-FFF2-40B4-BE49-F238E27FC236}">
                <a16:creationId xmlns:a16="http://schemas.microsoft.com/office/drawing/2014/main" id="{839FA9F0-3369-8108-E195-C7D33FD09D0A}"/>
              </a:ext>
            </a:extLst>
          </p:cNvPr>
          <p:cNvSpPr txBox="1"/>
          <p:nvPr/>
        </p:nvSpPr>
        <p:spPr bwMode="gray">
          <a:xfrm>
            <a:off x="1964267" y="1027289"/>
            <a:ext cx="0" cy="0"/>
          </a:xfrm>
          <a:prstGeom prst="rect">
            <a:avLst/>
          </a:prstGeom>
          <a:noFill/>
        </p:spPr>
        <p:txBody>
          <a:bodyPr wrap="none" lIns="0" tIns="0" rIns="0" bIns="0" rtlCol="0">
            <a:noAutofit/>
          </a:bodyPr>
          <a:lstStyle/>
          <a:p>
            <a:pPr marL="180000" marR="0" lvl="0" indent="-180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 name="TextBox 7">
            <a:extLst>
              <a:ext uri="{FF2B5EF4-FFF2-40B4-BE49-F238E27FC236}">
                <a16:creationId xmlns:a16="http://schemas.microsoft.com/office/drawing/2014/main" id="{28576732-9C88-DCDA-879A-44699A5FB4E6}"/>
              </a:ext>
            </a:extLst>
          </p:cNvPr>
          <p:cNvSpPr txBox="1">
            <a:spLocks noGrp="1" noRot="1" noMove="1" noResize="1" noEditPoints="1" noAdjustHandles="1" noChangeArrowheads="1" noChangeShapeType="1"/>
          </p:cNvSpPr>
          <p:nvPr/>
        </p:nvSpPr>
        <p:spPr bwMode="gray">
          <a:xfrm>
            <a:off x="12399976" y="-1"/>
            <a:ext cx="1715078" cy="3017521"/>
          </a:xfrm>
          <a:prstGeom prst="rect">
            <a:avLst/>
          </a:prstGeom>
          <a:solidFill>
            <a:schemeClr val="bg1"/>
          </a:solidFill>
        </p:spPr>
        <p:txBody>
          <a:bodyPr wrap="square" lIns="108000" tIns="108000" rIns="108000" bIns="108000">
            <a:noAutofit/>
          </a:bodyPr>
          <a:lstStyle/>
          <a:p>
            <a:pPr marL="0" marR="0" lvl="0" indent="0" algn="l" defTabSz="914400" rtl="0" eaLnBrk="1" fontAlgn="auto" latinLnBrk="0" hangingPunct="1">
              <a:lnSpc>
                <a:spcPct val="120000"/>
              </a:lnSpc>
              <a:spcBef>
                <a:spcPts val="0"/>
              </a:spcBef>
              <a:spcAft>
                <a:spcPts val="600"/>
              </a:spcAft>
              <a:buClrTx/>
              <a:buSzTx/>
              <a:buFontTx/>
              <a:buNone/>
              <a:tabLst/>
              <a:defRPr/>
            </a:pPr>
            <a:r>
              <a:rPr kumimoji="0" lang="en-US" sz="1100" b="1" i="0" u="none" strike="noStrike" kern="1200" cap="none" spc="0" normalizeH="0" baseline="0" noProof="0">
                <a:ln>
                  <a:noFill/>
                </a:ln>
                <a:solidFill>
                  <a:prstClr val="black"/>
                </a:solidFill>
                <a:effectLst/>
                <a:uLnTx/>
                <a:uFillTx/>
                <a:latin typeface="Boehringer Forward Head"/>
                <a:ea typeface="+mn-ea"/>
                <a:cs typeface="+mn-cs"/>
              </a:rPr>
              <a:t>To insert a wordmark:</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Add (e.g. via drag and drop) your wordmark file (in RGB) to this slide (in alignment with our brand governance and architecture guidelines)</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Change the size of the wordmark according to the height reference (magenta placeholder)</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Select the “guides” in the navigation bar and move the wordmark to the right and top line (orange)</a:t>
            </a:r>
          </a:p>
        </p:txBody>
      </p:sp>
      <p:pic>
        <p:nvPicPr>
          <p:cNvPr id="10" name="Grafik 9">
            <a:extLst>
              <a:ext uri="{FF2B5EF4-FFF2-40B4-BE49-F238E27FC236}">
                <a16:creationId xmlns:a16="http://schemas.microsoft.com/office/drawing/2014/main" id="{3ABF3C48-BECA-13B1-0740-A1DC728D6B9E}"/>
              </a:ext>
            </a:extLst>
          </p:cNvPr>
          <p:cNvPicPr>
            <a:picLocks noGrp="1" noRot="1" noChangeAspect="1" noMove="1" noResize="1" noEditPoints="1" noAdjustHandles="1" noChangeArrowheads="1" noChangeShapeType="1" noCrop="1"/>
          </p:cNvPicPr>
          <p:nvPr/>
        </p:nvPicPr>
        <p:blipFill>
          <a:blip r:embed="rId3"/>
          <a:stretch>
            <a:fillRect/>
          </a:stretch>
        </p:blipFill>
        <p:spPr>
          <a:xfrm>
            <a:off x="12399976" y="3212976"/>
            <a:ext cx="2448273" cy="815185"/>
          </a:xfrm>
          <a:prstGeom prst="rect">
            <a:avLst/>
          </a:prstGeom>
        </p:spPr>
      </p:pic>
    </p:spTree>
    <p:extLst>
      <p:ext uri="{BB962C8B-B14F-4D97-AF65-F5344CB8AC3E}">
        <p14:creationId xmlns:p14="http://schemas.microsoft.com/office/powerpoint/2010/main" val="338018043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标题 10">
            <a:extLst>
              <a:ext uri="{FF2B5EF4-FFF2-40B4-BE49-F238E27FC236}">
                <a16:creationId xmlns:a16="http://schemas.microsoft.com/office/drawing/2014/main" id="{F49071F8-61BF-2F91-76E9-FF04D2BC5C76}"/>
              </a:ext>
            </a:extLst>
          </p:cNvPr>
          <p:cNvSpPr>
            <a:spLocks noGrp="1"/>
          </p:cNvSpPr>
          <p:nvPr>
            <p:ph type="title"/>
          </p:nvPr>
        </p:nvSpPr>
        <p:spPr/>
        <p:txBody>
          <a:bodyPr/>
          <a:lstStyle/>
          <a:p>
            <a:r>
              <a:rPr lang="en-US" altLang="zh-CN"/>
              <a:t>Action Follow-up</a:t>
            </a:r>
            <a:endParaRPr lang="zh-CN" altLang="en-US"/>
          </a:p>
        </p:txBody>
      </p:sp>
      <p:sp>
        <p:nvSpPr>
          <p:cNvPr id="13" name="文本占位符 12">
            <a:extLst>
              <a:ext uri="{FF2B5EF4-FFF2-40B4-BE49-F238E27FC236}">
                <a16:creationId xmlns:a16="http://schemas.microsoft.com/office/drawing/2014/main" id="{AEECB4BB-0C51-4604-8549-3BD6C63BC0B1}"/>
              </a:ext>
            </a:extLst>
          </p:cNvPr>
          <p:cNvSpPr>
            <a:spLocks noGrp="1"/>
          </p:cNvSpPr>
          <p:nvPr>
            <p:ph type="body" sz="quarter" idx="13"/>
          </p:nvPr>
        </p:nvSpPr>
        <p:spPr/>
        <p:txBody>
          <a:bodyPr/>
          <a:lstStyle/>
          <a:p>
            <a:endParaRPr lang="zh-CN" altLang="en-US"/>
          </a:p>
        </p:txBody>
      </p:sp>
      <p:graphicFrame>
        <p:nvGraphicFramePr>
          <p:cNvPr id="2" name="Table 1">
            <a:extLst>
              <a:ext uri="{FF2B5EF4-FFF2-40B4-BE49-F238E27FC236}">
                <a16:creationId xmlns:a16="http://schemas.microsoft.com/office/drawing/2014/main" id="{8F6A6332-E33B-BE74-9519-8A6E268CBD32}"/>
              </a:ext>
            </a:extLst>
          </p:cNvPr>
          <p:cNvGraphicFramePr>
            <a:graphicFrameLocks noGrp="1"/>
          </p:cNvGraphicFramePr>
          <p:nvPr>
            <p:extLst>
              <p:ext uri="{D42A27DB-BD31-4B8C-83A1-F6EECF244321}">
                <p14:modId xmlns:p14="http://schemas.microsoft.com/office/powerpoint/2010/main" val="2570353364"/>
              </p:ext>
            </p:extLst>
          </p:nvPr>
        </p:nvGraphicFramePr>
        <p:xfrm>
          <a:off x="479426" y="1057847"/>
          <a:ext cx="11355785" cy="1758684"/>
        </p:xfrm>
        <a:graphic>
          <a:graphicData uri="http://schemas.openxmlformats.org/drawingml/2006/table">
            <a:tbl>
              <a:tblPr firstRow="1" bandRow="1">
                <a:tableStyleId>{5C22544A-7EE6-4342-B048-85BDC9FD1C3A}</a:tableStyleId>
              </a:tblPr>
              <a:tblGrid>
                <a:gridCol w="3887084">
                  <a:extLst>
                    <a:ext uri="{9D8B030D-6E8A-4147-A177-3AD203B41FA5}">
                      <a16:colId xmlns:a16="http://schemas.microsoft.com/office/drawing/2014/main" val="2049677863"/>
                    </a:ext>
                  </a:extLst>
                </a:gridCol>
                <a:gridCol w="905584">
                  <a:extLst>
                    <a:ext uri="{9D8B030D-6E8A-4147-A177-3AD203B41FA5}">
                      <a16:colId xmlns:a16="http://schemas.microsoft.com/office/drawing/2014/main" val="3730782793"/>
                    </a:ext>
                  </a:extLst>
                </a:gridCol>
                <a:gridCol w="1091167">
                  <a:extLst>
                    <a:ext uri="{9D8B030D-6E8A-4147-A177-3AD203B41FA5}">
                      <a16:colId xmlns:a16="http://schemas.microsoft.com/office/drawing/2014/main" val="934501001"/>
                    </a:ext>
                  </a:extLst>
                </a:gridCol>
                <a:gridCol w="4505597">
                  <a:extLst>
                    <a:ext uri="{9D8B030D-6E8A-4147-A177-3AD203B41FA5}">
                      <a16:colId xmlns:a16="http://schemas.microsoft.com/office/drawing/2014/main" val="2583197439"/>
                    </a:ext>
                  </a:extLst>
                </a:gridCol>
                <a:gridCol w="966353">
                  <a:extLst>
                    <a:ext uri="{9D8B030D-6E8A-4147-A177-3AD203B41FA5}">
                      <a16:colId xmlns:a16="http://schemas.microsoft.com/office/drawing/2014/main" val="1233136039"/>
                    </a:ext>
                  </a:extLst>
                </a:gridCol>
              </a:tblGrid>
              <a:tr h="301732">
                <a:tc>
                  <a:txBody>
                    <a:bodyPr/>
                    <a:lstStyle/>
                    <a:p>
                      <a:pPr algn="ctr"/>
                      <a:r>
                        <a:rPr lang="en-US" altLang="zh-CN" sz="800">
                          <a:latin typeface="+mn-ea"/>
                          <a:ea typeface="+mn-ea"/>
                        </a:rPr>
                        <a:t>Follow up actions</a:t>
                      </a:r>
                      <a:endParaRPr lang="zh-CN" altLang="en-US" sz="800">
                        <a:latin typeface="+mn-ea"/>
                        <a:ea typeface="+mn-ea"/>
                      </a:endParaRPr>
                    </a:p>
                  </a:txBody>
                  <a:tcPr anchor="ctr"/>
                </a:tc>
                <a:tc>
                  <a:txBody>
                    <a:bodyPr/>
                    <a:lstStyle/>
                    <a:p>
                      <a:pPr algn="ctr"/>
                      <a:r>
                        <a:rPr lang="en-US" altLang="zh-CN" sz="800">
                          <a:latin typeface="+mn-ea"/>
                          <a:ea typeface="+mn-ea"/>
                        </a:rPr>
                        <a:t>Owner</a:t>
                      </a:r>
                      <a:endParaRPr lang="zh-CN" altLang="en-US" sz="800">
                        <a:latin typeface="+mn-ea"/>
                        <a:ea typeface="+mn-ea"/>
                      </a:endParaRPr>
                    </a:p>
                  </a:txBody>
                  <a:tcPr anchor="ctr"/>
                </a:tc>
                <a:tc>
                  <a:txBody>
                    <a:bodyPr/>
                    <a:lstStyle/>
                    <a:p>
                      <a:pPr algn="ctr"/>
                      <a:r>
                        <a:rPr lang="en-US" altLang="zh-CN" sz="800">
                          <a:latin typeface="+mn-ea"/>
                          <a:ea typeface="+mn-ea"/>
                        </a:rPr>
                        <a:t>Due Date</a:t>
                      </a:r>
                      <a:endParaRPr lang="zh-CN" altLang="en-US" sz="800">
                        <a:latin typeface="+mn-ea"/>
                        <a:ea typeface="+mn-ea"/>
                      </a:endParaRPr>
                    </a:p>
                  </a:txBody>
                  <a:tcPr anchor="ctr"/>
                </a:tc>
                <a:tc>
                  <a:txBody>
                    <a:bodyPr/>
                    <a:lstStyle/>
                    <a:p>
                      <a:pPr algn="ctr"/>
                      <a:r>
                        <a:rPr lang="en-US" altLang="zh-CN" sz="800">
                          <a:latin typeface="+mn-ea"/>
                          <a:ea typeface="+mn-ea"/>
                        </a:rPr>
                        <a:t>Status update</a:t>
                      </a:r>
                      <a:endParaRPr lang="zh-CN" altLang="en-US" sz="800">
                        <a:latin typeface="+mn-ea"/>
                        <a:ea typeface="+mn-ea"/>
                      </a:endParaRPr>
                    </a:p>
                  </a:txBody>
                  <a:tcPr anchor="ctr"/>
                </a:tc>
                <a:tc>
                  <a:txBody>
                    <a:bodyPr/>
                    <a:lstStyle/>
                    <a:p>
                      <a:pPr algn="ctr"/>
                      <a:r>
                        <a:rPr lang="en-US" altLang="zh-CN" sz="800">
                          <a:latin typeface="+mn-ea"/>
                          <a:ea typeface="+mn-ea"/>
                        </a:rPr>
                        <a:t>Completed (Y/N)</a:t>
                      </a:r>
                      <a:endParaRPr lang="zh-CN" altLang="en-US" sz="800">
                        <a:latin typeface="+mn-ea"/>
                        <a:ea typeface="+mn-ea"/>
                      </a:endParaRPr>
                    </a:p>
                  </a:txBody>
                  <a:tcPr anchor="ctr"/>
                </a:tc>
                <a:extLst>
                  <a:ext uri="{0D108BD9-81ED-4DB2-BD59-A6C34878D82A}">
                    <a16:rowId xmlns:a16="http://schemas.microsoft.com/office/drawing/2014/main" val="622484063"/>
                  </a:ext>
                </a:extLst>
              </a:tr>
              <a:tr h="728476">
                <a:tc>
                  <a:txBody>
                    <a:bodyPr/>
                    <a:lstStyle/>
                    <a:p>
                      <a:pPr marL="0" algn="l" defTabSz="914377" rtl="0" eaLnBrk="1" latinLnBrk="0" hangingPunct="1"/>
                      <a:r>
                        <a:rPr lang="en-US" sz="800" b="1" kern="1200" err="1">
                          <a:solidFill>
                            <a:schemeClr val="dk1"/>
                          </a:solidFill>
                          <a:effectLst/>
                          <a:latin typeface="+mn-lt"/>
                          <a:ea typeface="+mn-ea"/>
                          <a:cs typeface="+mn-cs"/>
                        </a:rPr>
                        <a:t>Survodutide</a:t>
                      </a:r>
                      <a:r>
                        <a:rPr lang="en-US" sz="800" b="1" kern="1200">
                          <a:solidFill>
                            <a:schemeClr val="dk1"/>
                          </a:solidFill>
                          <a:effectLst/>
                          <a:latin typeface="+mn-lt"/>
                          <a:ea typeface="+mn-ea"/>
                          <a:cs typeface="+mn-cs"/>
                        </a:rPr>
                        <a:t>-MASH:</a:t>
                      </a:r>
                    </a:p>
                    <a:p>
                      <a:pPr marL="171450" lvl="0" indent="-171450" algn="l" defTabSz="914377" rtl="0" eaLnBrk="1" latinLnBrk="0" hangingPunct="1">
                        <a:buFont typeface="Arial" panose="020B0604020202020204" pitchFamily="34" charset="0"/>
                        <a:buChar char="•"/>
                      </a:pPr>
                      <a:r>
                        <a:rPr lang="en-US" sz="800" kern="1200">
                          <a:solidFill>
                            <a:schemeClr val="dk1"/>
                          </a:solidFill>
                          <a:effectLst/>
                          <a:latin typeface="+mn-ea"/>
                          <a:ea typeface="+mn-ea"/>
                          <a:cs typeface="+mn-cs"/>
                        </a:rPr>
                        <a:t>To further review the expanded experts list for NIT CDE meeting during the </a:t>
                      </a:r>
                      <a:r>
                        <a:rPr lang="en-US" sz="800" kern="1200" err="1">
                          <a:solidFill>
                            <a:schemeClr val="dk1"/>
                          </a:solidFill>
                          <a:effectLst/>
                          <a:latin typeface="+mn-ea"/>
                          <a:ea typeface="+mn-ea"/>
                          <a:cs typeface="+mn-cs"/>
                        </a:rPr>
                        <a:t>Survodutide</a:t>
                      </a:r>
                      <a:r>
                        <a:rPr lang="en-US" sz="800" kern="1200">
                          <a:solidFill>
                            <a:schemeClr val="dk1"/>
                          </a:solidFill>
                          <a:effectLst/>
                          <a:latin typeface="+mn-ea"/>
                          <a:ea typeface="+mn-ea"/>
                          <a:cs typeface="+mn-cs"/>
                        </a:rPr>
                        <a:t> weekly meeting on Mar 20th.</a:t>
                      </a:r>
                      <a:endParaRPr lang="en-US" altLang="zh-CN" sz="800" kern="1200">
                        <a:solidFill>
                          <a:schemeClr val="dk1"/>
                        </a:solidFill>
                        <a:effectLst/>
                        <a:latin typeface="+mn-ea"/>
                        <a:ea typeface="+mn-ea"/>
                        <a:cs typeface="+mn-cs"/>
                      </a:endParaRPr>
                    </a:p>
                  </a:txBody>
                  <a:tcPr marL="0" marR="0" marT="0" marB="0" anchor="ctr"/>
                </a:tc>
                <a:tc>
                  <a:txBody>
                    <a:bodyPr/>
                    <a:lstStyle/>
                    <a:p>
                      <a:pPr algn="ctr"/>
                      <a:r>
                        <a:rPr lang="en-US" altLang="zh-CN" sz="800" kern="1200">
                          <a:solidFill>
                            <a:schemeClr val="dk1"/>
                          </a:solidFill>
                          <a:effectLst/>
                          <a:latin typeface="+mn-lt"/>
                          <a:ea typeface="+mn-ea"/>
                          <a:cs typeface="+mn-cs"/>
                        </a:rPr>
                        <a:t>Julia Zhu</a:t>
                      </a:r>
                    </a:p>
                  </a:txBody>
                  <a:tcPr marL="0" marR="0" marT="0" marB="0" anchor="ctr"/>
                </a:tc>
                <a:tc>
                  <a:txBody>
                    <a:bodyPr/>
                    <a:lstStyle/>
                    <a:p>
                      <a:pPr marL="0" marR="0" algn="ctr">
                        <a:buNone/>
                      </a:pPr>
                      <a:r>
                        <a:rPr lang="en-US" sz="1000">
                          <a:effectLst/>
                          <a:latin typeface="Calibri" panose="020F0502020204030204" pitchFamily="34" charset="0"/>
                          <a:ea typeface="SimSun" panose="02010600030101010101" pitchFamily="2" charset="-122"/>
                        </a:rPr>
                        <a:t>Mar 20</a:t>
                      </a:r>
                      <a:r>
                        <a:rPr lang="en-US" sz="1000" baseline="30000">
                          <a:effectLst/>
                          <a:latin typeface="Calibri" panose="020F0502020204030204" pitchFamily="34" charset="0"/>
                          <a:ea typeface="SimSun" panose="02010600030101010101" pitchFamily="2" charset="-122"/>
                        </a:rPr>
                        <a:t>th</a:t>
                      </a:r>
                      <a:r>
                        <a:rPr lang="en-US" sz="1000">
                          <a:effectLst/>
                          <a:latin typeface="Calibri" panose="020F0502020204030204" pitchFamily="34" charset="0"/>
                          <a:ea typeface="SimSun" panose="02010600030101010101" pitchFamily="2" charset="-122"/>
                        </a:rPr>
                        <a:t> </a:t>
                      </a:r>
                      <a:endParaRPr lang="en-US" sz="1200">
                        <a:effectLst/>
                        <a:latin typeface="Times New Roman" panose="02020603050405020304" pitchFamily="18" charset="0"/>
                        <a:ea typeface="SimSun" panose="02010600030101010101" pitchFamily="2" charset="-122"/>
                      </a:endParaRPr>
                    </a:p>
                  </a:txBody>
                  <a:tcPr marL="19050" marR="19050" marT="0" marB="0" anchor="ctr"/>
                </a:tc>
                <a:tc>
                  <a:txBody>
                    <a:bodyPr/>
                    <a:lstStyle/>
                    <a:p>
                      <a:pPr marL="171450" indent="-171450" algn="l" defTabSz="914377" rtl="0" eaLnBrk="1" fontAlgn="base" latinLnBrk="0" hangingPunct="1">
                        <a:buFont typeface="Arial" panose="020B0604020202020204" pitchFamily="34" charset="0"/>
                        <a:buChar char="•"/>
                      </a:pPr>
                      <a:r>
                        <a:rPr lang="en-US" sz="800" kern="1200">
                          <a:solidFill>
                            <a:schemeClr val="dk1"/>
                          </a:solidFill>
                          <a:effectLst/>
                          <a:latin typeface="+mn-ea"/>
                          <a:ea typeface="+mn-ea"/>
                          <a:cs typeface="+mn-cs"/>
                        </a:rPr>
                        <a:t>One additional expert has been added to the list</a:t>
                      </a:r>
                      <a:endParaRPr lang="en-US" altLang="zh-CN" sz="800" b="0" kern="1200">
                        <a:solidFill>
                          <a:schemeClr val="dk1"/>
                        </a:solidFill>
                        <a:effectLst/>
                        <a:latin typeface="+mn-ea"/>
                        <a:ea typeface="+mn-ea"/>
                        <a:cs typeface="+mn-cs"/>
                      </a:endParaRPr>
                    </a:p>
                  </a:txBody>
                  <a:tcPr anchor="ctr"/>
                </a:tc>
                <a:tc>
                  <a:txBody>
                    <a:bodyPr/>
                    <a:lstStyle/>
                    <a:p>
                      <a:pPr marL="0" lvl="1" indent="0" algn="ctr" defTabSz="914377" rtl="0" eaLnBrk="1" fontAlgn="base" latinLnBrk="0" hangingPunct="1">
                        <a:buFont typeface="Arial" panose="020B0604020202020204" pitchFamily="34" charset="0"/>
                        <a:buNone/>
                      </a:pPr>
                      <a:r>
                        <a:rPr lang="en-US" altLang="zh-CN" sz="800" b="0" kern="1200">
                          <a:solidFill>
                            <a:schemeClr val="dk1"/>
                          </a:solidFill>
                          <a:effectLst/>
                          <a:latin typeface="+mn-ea"/>
                          <a:ea typeface="+mn-ea"/>
                          <a:cs typeface="+mn-cs"/>
                        </a:rPr>
                        <a:t>Y</a:t>
                      </a:r>
                    </a:p>
                  </a:txBody>
                  <a:tcPr anchor="ctr"/>
                </a:tc>
                <a:extLst>
                  <a:ext uri="{0D108BD9-81ED-4DB2-BD59-A6C34878D82A}">
                    <a16:rowId xmlns:a16="http://schemas.microsoft.com/office/drawing/2014/main" val="3166652882"/>
                  </a:ext>
                </a:extLst>
              </a:tr>
              <a:tr h="728476">
                <a:tc>
                  <a:txBody>
                    <a:bodyPr/>
                    <a:lstStyle/>
                    <a:p>
                      <a:pPr marL="0" lvl="0" indent="0" algn="l" defTabSz="914377" rtl="0" eaLnBrk="1" latinLnBrk="0" hangingPunct="1">
                        <a:buFont typeface="Arial" panose="020B0604020202020204" pitchFamily="34" charset="0"/>
                        <a:buNone/>
                      </a:pPr>
                      <a:r>
                        <a:rPr lang="en-US" sz="800" b="1" kern="1200">
                          <a:solidFill>
                            <a:schemeClr val="dk1"/>
                          </a:solidFill>
                          <a:effectLst/>
                          <a:latin typeface="+mn-lt"/>
                          <a:ea typeface="+mn-ea"/>
                          <a:cs typeface="+mn-cs"/>
                        </a:rPr>
                        <a:t>CCDS planning: </a:t>
                      </a:r>
                      <a:r>
                        <a:rPr lang="en-US" sz="800" b="1" kern="1200" err="1">
                          <a:solidFill>
                            <a:schemeClr val="dk1"/>
                          </a:solidFill>
                          <a:effectLst/>
                          <a:latin typeface="+mn-lt"/>
                          <a:ea typeface="+mn-ea"/>
                          <a:cs typeface="+mn-cs"/>
                        </a:rPr>
                        <a:t>Survodutide</a:t>
                      </a:r>
                      <a:r>
                        <a:rPr lang="en-US" sz="800" b="1" kern="1200">
                          <a:solidFill>
                            <a:schemeClr val="dk1"/>
                          </a:solidFill>
                          <a:effectLst/>
                          <a:latin typeface="+mn-lt"/>
                          <a:ea typeface="+mn-ea"/>
                          <a:cs typeface="+mn-cs"/>
                        </a:rPr>
                        <a:t> CN indication to be presented in ILC meeting</a:t>
                      </a:r>
                    </a:p>
                    <a:p>
                      <a:pPr marL="171450" lvl="0" indent="-171450" algn="l" defTabSz="914377" rtl="0" eaLnBrk="1" latinLnBrk="0" hangingPunct="1">
                        <a:buFont typeface="Arial" panose="020B0604020202020204" pitchFamily="34" charset="0"/>
                        <a:buChar char="•"/>
                      </a:pPr>
                      <a:r>
                        <a:rPr lang="en-US" sz="800" kern="1200">
                          <a:solidFill>
                            <a:schemeClr val="dk1"/>
                          </a:solidFill>
                          <a:effectLst/>
                          <a:latin typeface="+mn-ea"/>
                          <a:ea typeface="+mn-ea"/>
                          <a:cs typeface="+mn-cs"/>
                        </a:rPr>
                        <a:t>To draft a Chinese version of the label and schedule an ad hoc PEC meeting for final review and discussion before the ILC meeting.</a:t>
                      </a:r>
                      <a:endParaRPr lang="en-US" altLang="zh-CN" sz="800" kern="1200">
                        <a:solidFill>
                          <a:schemeClr val="dk1"/>
                        </a:solidFill>
                        <a:effectLst/>
                        <a:latin typeface="+mn-ea"/>
                        <a:ea typeface="+mn-ea"/>
                        <a:cs typeface="+mn-cs"/>
                      </a:endParaRPr>
                    </a:p>
                  </a:txBody>
                  <a:tcPr marL="0" marR="0" marT="0" marB="0" anchor="ctr"/>
                </a:tc>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effectLst/>
                          <a:latin typeface="+mn-lt"/>
                          <a:ea typeface="+mn-ea"/>
                          <a:cs typeface="+mn-cs"/>
                        </a:rPr>
                        <a:t>Julia Zhu</a:t>
                      </a:r>
                    </a:p>
                  </a:txBody>
                  <a:tcPr marL="0" marR="0" marT="0" marB="0" anchor="ctr"/>
                </a:tc>
                <a:tc>
                  <a:txBody>
                    <a:bodyPr/>
                    <a:lstStyle/>
                    <a:p>
                      <a:pPr marL="0" marR="0" algn="ctr">
                        <a:buNone/>
                      </a:pPr>
                      <a:r>
                        <a:rPr lang="en-US" sz="1000" kern="1200">
                          <a:solidFill>
                            <a:schemeClr val="dk1"/>
                          </a:solidFill>
                          <a:effectLst/>
                          <a:latin typeface="Calibri" panose="020F0502020204030204" pitchFamily="34" charset="0"/>
                          <a:ea typeface="SimSun" panose="02010600030101010101" pitchFamily="2" charset="-122"/>
                          <a:cs typeface="+mn-cs"/>
                        </a:rPr>
                        <a:t>Next PEC</a:t>
                      </a:r>
                    </a:p>
                  </a:txBody>
                  <a:tcPr marL="19050" marR="19050" marT="0" marB="0" anchor="ctr"/>
                </a:tc>
                <a:tc>
                  <a:txBody>
                    <a:bodyPr/>
                    <a:lstStyle/>
                    <a:p>
                      <a:pPr marL="171450" indent="-171450" algn="l" rtl="0" eaLnBrk="1" fontAlgn="base" latinLnBrk="0" hangingPunct="1">
                        <a:buFont typeface="Arial" panose="020B0604020202020204" pitchFamily="34" charset="0"/>
                        <a:buChar char="•"/>
                      </a:pPr>
                      <a:r>
                        <a:rPr lang="en-US" altLang="zh-CN" sz="800" b="0" kern="1200">
                          <a:solidFill>
                            <a:schemeClr val="dk1"/>
                          </a:solidFill>
                          <a:effectLst/>
                          <a:latin typeface="+mn-ea"/>
                          <a:ea typeface="+mn-ea"/>
                          <a:cs typeface="+mn-cs"/>
                        </a:rPr>
                        <a:t>To be provided in project update </a:t>
                      </a:r>
                    </a:p>
                  </a:txBody>
                  <a:tcPr anchor="ctr"/>
                </a:tc>
                <a:tc>
                  <a:txBody>
                    <a:bodyPr/>
                    <a:lstStyle/>
                    <a:p>
                      <a:pPr marL="0" lvl="1" indent="0" algn="ctr" defTabSz="914377" rtl="0" eaLnBrk="1" fontAlgn="base" latinLnBrk="0" hangingPunct="1">
                        <a:buFont typeface="Arial" panose="020B0604020202020204" pitchFamily="34" charset="0"/>
                        <a:buNone/>
                      </a:pPr>
                      <a:endParaRPr lang="en-US" altLang="zh-CN" sz="800" b="0" kern="1200">
                        <a:solidFill>
                          <a:schemeClr val="dk1"/>
                        </a:solidFill>
                        <a:effectLst/>
                        <a:latin typeface="+mn-ea"/>
                        <a:ea typeface="+mn-ea"/>
                        <a:cs typeface="+mn-cs"/>
                      </a:endParaRPr>
                    </a:p>
                  </a:txBody>
                  <a:tcPr anchor="ctr"/>
                </a:tc>
                <a:extLst>
                  <a:ext uri="{0D108BD9-81ED-4DB2-BD59-A6C34878D82A}">
                    <a16:rowId xmlns:a16="http://schemas.microsoft.com/office/drawing/2014/main" val="376299748"/>
                  </a:ext>
                </a:extLst>
              </a:tr>
            </a:tbl>
          </a:graphicData>
        </a:graphic>
      </p:graphicFrame>
    </p:spTree>
    <p:extLst>
      <p:ext uri="{BB962C8B-B14F-4D97-AF65-F5344CB8AC3E}">
        <p14:creationId xmlns:p14="http://schemas.microsoft.com/office/powerpoint/2010/main" val="19589506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543307-A2AC-FD79-A6B1-B6FF397E302D}"/>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5A0ACD9-449E-959D-52D6-C8EC196674B8}"/>
              </a:ext>
            </a:extLst>
          </p:cNvPr>
          <p:cNvSpPr>
            <a:spLocks noGrp="1"/>
          </p:cNvSpPr>
          <p:nvPr>
            <p:ph type="ctrTitle"/>
          </p:nvPr>
        </p:nvSpPr>
        <p:spPr>
          <a:xfrm>
            <a:off x="479425" y="2637000"/>
            <a:ext cx="8280755" cy="792000"/>
          </a:xfrm>
        </p:spPr>
        <p:txBody>
          <a:bodyPr anchor="b">
            <a:normAutofit/>
          </a:bodyPr>
          <a:lstStyle/>
          <a:p>
            <a:pPr marL="0" indent="0">
              <a:buNone/>
            </a:pPr>
            <a:r>
              <a:rPr lang="en-US" altLang="zh-CN" b="1"/>
              <a:t>Portfolio &amp; PMS Update</a:t>
            </a:r>
            <a:endParaRPr lang="zh-CN" altLang="en-US" b="1"/>
          </a:p>
        </p:txBody>
      </p:sp>
      <p:sp>
        <p:nvSpPr>
          <p:cNvPr id="6" name="Slide Number Placeholder 5" hidden="1">
            <a:extLst>
              <a:ext uri="{FF2B5EF4-FFF2-40B4-BE49-F238E27FC236}">
                <a16:creationId xmlns:a16="http://schemas.microsoft.com/office/drawing/2014/main" id="{212DC281-C5C9-FB64-DFB6-75FE95A7F99E}"/>
              </a:ext>
            </a:extLst>
          </p:cNvPr>
          <p:cNvSpPr>
            <a:spLocks noGrp="1"/>
          </p:cNvSpPr>
          <p:nvPr>
            <p:ph type="sldNum" sz="quarter" idx="4294967295"/>
          </p:nvPr>
        </p:nvSpPr>
        <p:spPr>
          <a:xfrm>
            <a:off x="11424592" y="6246836"/>
            <a:ext cx="288000" cy="288000"/>
          </a:xfrm>
        </p:spPr>
        <p:txBody>
          <a:bodyPr/>
          <a:lstStyle/>
          <a:p>
            <a:pPr>
              <a:spcAft>
                <a:spcPts val="600"/>
              </a:spcAft>
            </a:pPr>
            <a:fld id="{DF4E8F9F-5B1F-4F5B-BE49-3245D8C18D9F}" type="slidenum">
              <a:rPr lang="en-US" smtClean="0"/>
              <a:pPr>
                <a:spcAft>
                  <a:spcPts val="600"/>
                </a:spcAft>
              </a:pPr>
              <a:t>3</a:t>
            </a:fld>
            <a:endParaRPr lang="en-US"/>
          </a:p>
        </p:txBody>
      </p:sp>
    </p:spTree>
    <p:extLst>
      <p:ext uri="{BB962C8B-B14F-4D97-AF65-F5344CB8AC3E}">
        <p14:creationId xmlns:p14="http://schemas.microsoft.com/office/powerpoint/2010/main" val="223087311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0F71BF-62AC-D4D6-F9A3-7B6CE0EA6858}"/>
            </a:ext>
          </a:extLst>
        </p:cNvPr>
        <p:cNvGrpSpPr/>
        <p:nvPr/>
      </p:nvGrpSpPr>
      <p:grpSpPr>
        <a:xfrm>
          <a:off x="0" y="0"/>
          <a:ext cx="0" cy="0"/>
          <a:chOff x="0" y="0"/>
          <a:chExt cx="0" cy="0"/>
        </a:xfrm>
      </p:grpSpPr>
      <p:grpSp>
        <p:nvGrpSpPr>
          <p:cNvPr id="20" name="Group 19">
            <a:extLst>
              <a:ext uri="{FF2B5EF4-FFF2-40B4-BE49-F238E27FC236}">
                <a16:creationId xmlns:a16="http://schemas.microsoft.com/office/drawing/2014/main" id="{6C526B63-9D3F-7909-4560-8228A0ACECA0}"/>
              </a:ext>
            </a:extLst>
          </p:cNvPr>
          <p:cNvGrpSpPr/>
          <p:nvPr/>
        </p:nvGrpSpPr>
        <p:grpSpPr>
          <a:xfrm>
            <a:off x="3747672" y="5135782"/>
            <a:ext cx="914400" cy="914400"/>
            <a:chOff x="4075332" y="5097682"/>
            <a:chExt cx="914400" cy="914400"/>
          </a:xfrm>
          <a:solidFill>
            <a:srgbClr val="00B050"/>
          </a:solidFill>
        </p:grpSpPr>
        <p:sp>
          <p:nvSpPr>
            <p:cNvPr id="6" name="Freeform: Shape 5">
              <a:extLst>
                <a:ext uri="{FF2B5EF4-FFF2-40B4-BE49-F238E27FC236}">
                  <a16:creationId xmlns:a16="http://schemas.microsoft.com/office/drawing/2014/main" id="{A8B0DA1D-372A-83DC-D259-B56A44221CCB}"/>
                </a:ext>
              </a:extLst>
            </p:cNvPr>
            <p:cNvSpPr/>
            <p:nvPr/>
          </p:nvSpPr>
          <p:spPr>
            <a:xfrm>
              <a:off x="4299898" y="5344252"/>
              <a:ext cx="94020" cy="131975"/>
            </a:xfrm>
            <a:custGeom>
              <a:avLst/>
              <a:gdLst>
                <a:gd name="csX0" fmla="*/ 115596 w 134927"/>
                <a:gd name="csY0" fmla="*/ 76092 h 189397"/>
                <a:gd name="csX1" fmla="*/ 112536 w 134927"/>
                <a:gd name="csY1" fmla="*/ 82518 h 189397"/>
                <a:gd name="csX2" fmla="*/ 38352 w 134927"/>
                <a:gd name="csY2" fmla="*/ 172580 h 189397"/>
                <a:gd name="csX3" fmla="*/ 26227 w 134927"/>
                <a:gd name="csY3" fmla="*/ 178476 h 189397"/>
                <a:gd name="csX4" fmla="*/ 16463 w 134927"/>
                <a:gd name="csY4" fmla="*/ 174953 h 189397"/>
                <a:gd name="csX5" fmla="*/ 14565 w 134927"/>
                <a:gd name="csY5" fmla="*/ 152981 h 189397"/>
                <a:gd name="csX6" fmla="*/ 85475 w 134927"/>
                <a:gd name="csY6" fmla="*/ 66683 h 189397"/>
                <a:gd name="csX7" fmla="*/ 86610 w 134927"/>
                <a:gd name="csY7" fmla="*/ 64316 h 189397"/>
                <a:gd name="csX8" fmla="*/ 97748 w 134927"/>
                <a:gd name="csY8" fmla="*/ 9889 h 189397"/>
                <a:gd name="csX9" fmla="*/ 88639 w 134927"/>
                <a:gd name="csY9" fmla="*/ 0 h 189397"/>
                <a:gd name="csX10" fmla="*/ 76202 w 134927"/>
                <a:gd name="csY10" fmla="*/ 60803 h 189397"/>
                <a:gd name="csX11" fmla="*/ 6137 w 134927"/>
                <a:gd name="csY11" fmla="*/ 146054 h 189397"/>
                <a:gd name="csX12" fmla="*/ 9448 w 134927"/>
                <a:gd name="csY12" fmla="*/ 183309 h 189397"/>
                <a:gd name="csX13" fmla="*/ 46491 w 134927"/>
                <a:gd name="csY13" fmla="*/ 179921 h 189397"/>
                <a:gd name="csX14" fmla="*/ 46867 w 134927"/>
                <a:gd name="csY14" fmla="*/ 179458 h 189397"/>
                <a:gd name="csX15" fmla="*/ 121050 w 134927"/>
                <a:gd name="csY15" fmla="*/ 89391 h 189397"/>
                <a:gd name="csX16" fmla="*/ 126363 w 134927"/>
                <a:gd name="csY16" fmla="*/ 78094 h 189397"/>
                <a:gd name="csX17" fmla="*/ 134927 w 134927"/>
                <a:gd name="csY17" fmla="*/ 36704 h 189397"/>
                <a:gd name="csX18" fmla="*/ 125229 w 134927"/>
                <a:gd name="csY18" fmla="*/ 29717 h 189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34927" h="189397">
                  <a:moveTo>
                    <a:pt x="115596" y="76092"/>
                  </a:moveTo>
                  <a:cubicBezTo>
                    <a:pt x="115125" y="78455"/>
                    <a:pt x="114073" y="80663"/>
                    <a:pt x="112536" y="82518"/>
                  </a:cubicBezTo>
                  <a:lnTo>
                    <a:pt x="38352" y="172580"/>
                  </a:lnTo>
                  <a:cubicBezTo>
                    <a:pt x="35460" y="176340"/>
                    <a:pt x="30970" y="178523"/>
                    <a:pt x="26227" y="178476"/>
                  </a:cubicBezTo>
                  <a:cubicBezTo>
                    <a:pt x="22655" y="178511"/>
                    <a:pt x="19190" y="177261"/>
                    <a:pt x="16463" y="174953"/>
                  </a:cubicBezTo>
                  <a:cubicBezTo>
                    <a:pt x="9884" y="169403"/>
                    <a:pt x="9035" y="159577"/>
                    <a:pt x="14565" y="152981"/>
                  </a:cubicBezTo>
                  <a:lnTo>
                    <a:pt x="85475" y="66683"/>
                  </a:lnTo>
                  <a:cubicBezTo>
                    <a:pt x="86040" y="65998"/>
                    <a:pt x="86430" y="65185"/>
                    <a:pt x="86610" y="64316"/>
                  </a:cubicBezTo>
                  <a:lnTo>
                    <a:pt x="97748" y="9889"/>
                  </a:lnTo>
                  <a:cubicBezTo>
                    <a:pt x="94149" y="7160"/>
                    <a:pt x="91064" y="3811"/>
                    <a:pt x="88639" y="0"/>
                  </a:cubicBezTo>
                  <a:lnTo>
                    <a:pt x="76202" y="60803"/>
                  </a:lnTo>
                  <a:lnTo>
                    <a:pt x="6137" y="146054"/>
                  </a:lnTo>
                  <a:cubicBezTo>
                    <a:pt x="-3198" y="157268"/>
                    <a:pt x="-1718" y="173917"/>
                    <a:pt x="9448" y="183309"/>
                  </a:cubicBezTo>
                  <a:cubicBezTo>
                    <a:pt x="20613" y="192603"/>
                    <a:pt x="37197" y="191086"/>
                    <a:pt x="46491" y="179921"/>
                  </a:cubicBezTo>
                  <a:cubicBezTo>
                    <a:pt x="46618" y="179768"/>
                    <a:pt x="46743" y="179614"/>
                    <a:pt x="46867" y="179458"/>
                  </a:cubicBezTo>
                  <a:lnTo>
                    <a:pt x="121050" y="89391"/>
                  </a:lnTo>
                  <a:cubicBezTo>
                    <a:pt x="123730" y="86124"/>
                    <a:pt x="125556" y="82242"/>
                    <a:pt x="126363" y="78094"/>
                  </a:cubicBezTo>
                  <a:lnTo>
                    <a:pt x="134927" y="36704"/>
                  </a:lnTo>
                  <a:lnTo>
                    <a:pt x="125229" y="29717"/>
                  </a:lnTo>
                  <a:close/>
                </a:path>
              </a:pathLst>
            </a:custGeom>
            <a:grpFill/>
            <a:ln w="5358"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8" name="Freeform: Shape 7">
              <a:extLst>
                <a:ext uri="{FF2B5EF4-FFF2-40B4-BE49-F238E27FC236}">
                  <a16:creationId xmlns:a16="http://schemas.microsoft.com/office/drawing/2014/main" id="{D98BE9C2-3E91-589D-796B-47A435F8814B}"/>
                </a:ext>
              </a:extLst>
            </p:cNvPr>
            <p:cNvSpPr/>
            <p:nvPr/>
          </p:nvSpPr>
          <p:spPr>
            <a:xfrm>
              <a:off x="4319211" y="5217758"/>
              <a:ext cx="194995" cy="258458"/>
            </a:xfrm>
            <a:custGeom>
              <a:avLst/>
              <a:gdLst>
                <a:gd name="csX0" fmla="*/ 261696 w 279836"/>
                <a:gd name="csY0" fmla="*/ 112513 h 370912"/>
                <a:gd name="csX1" fmla="*/ 209517 w 279836"/>
                <a:gd name="csY1" fmla="*/ 95282 h 370912"/>
                <a:gd name="csX2" fmla="*/ 178998 w 279836"/>
                <a:gd name="csY2" fmla="*/ 25026 h 370912"/>
                <a:gd name="csX3" fmla="*/ 137189 w 279836"/>
                <a:gd name="csY3" fmla="*/ 0 h 370912"/>
                <a:gd name="csX4" fmla="*/ 117192 w 279836"/>
                <a:gd name="csY4" fmla="*/ 4615 h 370912"/>
                <a:gd name="csX5" fmla="*/ 43058 w 279836"/>
                <a:gd name="csY5" fmla="*/ 33748 h 370912"/>
                <a:gd name="csX6" fmla="*/ 28423 w 279836"/>
                <a:gd name="csY6" fmla="*/ 48356 h 370912"/>
                <a:gd name="csX7" fmla="*/ 1913 w 279836"/>
                <a:gd name="csY7" fmla="*/ 111962 h 370912"/>
                <a:gd name="csX8" fmla="*/ 2268 w 279836"/>
                <a:gd name="csY8" fmla="*/ 132832 h 370912"/>
                <a:gd name="csX9" fmla="*/ 16602 w 279836"/>
                <a:gd name="csY9" fmla="*/ 146583 h 370912"/>
                <a:gd name="csX10" fmla="*/ 26563 w 279836"/>
                <a:gd name="csY10" fmla="*/ 148558 h 370912"/>
                <a:gd name="csX11" fmla="*/ 51223 w 279836"/>
                <a:gd name="csY11" fmla="*/ 131866 h 370912"/>
                <a:gd name="csX12" fmla="*/ 72060 w 279836"/>
                <a:gd name="csY12" fmla="*/ 79049 h 370912"/>
                <a:gd name="csX13" fmla="*/ 82669 w 279836"/>
                <a:gd name="csY13" fmla="*/ 75007 h 370912"/>
                <a:gd name="csX14" fmla="*/ 82736 w 279836"/>
                <a:gd name="csY14" fmla="*/ 75024 h 370912"/>
                <a:gd name="csX15" fmla="*/ 82740 w 279836"/>
                <a:gd name="csY15" fmla="*/ 75067 h 370912"/>
                <a:gd name="csX16" fmla="*/ 67276 w 279836"/>
                <a:gd name="csY16" fmla="*/ 150549 h 370912"/>
                <a:gd name="csX17" fmla="*/ 77062 w 279836"/>
                <a:gd name="csY17" fmla="*/ 183118 h 370912"/>
                <a:gd name="csX18" fmla="*/ 77062 w 279836"/>
                <a:gd name="csY18" fmla="*/ 183118 h 370912"/>
                <a:gd name="csX19" fmla="*/ 157698 w 279836"/>
                <a:gd name="csY19" fmla="*/ 241189 h 370912"/>
                <a:gd name="csX20" fmla="*/ 157698 w 279836"/>
                <a:gd name="csY20" fmla="*/ 343098 h 370912"/>
                <a:gd name="csX21" fmla="*/ 181660 w 279836"/>
                <a:gd name="csY21" fmla="*/ 370780 h 370912"/>
                <a:gd name="csX22" fmla="*/ 210822 w 279836"/>
                <a:gd name="csY22" fmla="*/ 346877 h 370912"/>
                <a:gd name="csX23" fmla="*/ 210952 w 279836"/>
                <a:gd name="csY23" fmla="*/ 344282 h 370912"/>
                <a:gd name="csX24" fmla="*/ 210952 w 279836"/>
                <a:gd name="csY24" fmla="*/ 227814 h 370912"/>
                <a:gd name="csX25" fmla="*/ 200244 w 279836"/>
                <a:gd name="csY25" fmla="*/ 206470 h 370912"/>
                <a:gd name="csX26" fmla="*/ 151698 w 279836"/>
                <a:gd name="csY26" fmla="*/ 170938 h 370912"/>
                <a:gd name="csX27" fmla="*/ 157649 w 279836"/>
                <a:gd name="csY27" fmla="*/ 141199 h 370912"/>
                <a:gd name="csX28" fmla="*/ 159880 w 279836"/>
                <a:gd name="csY28" fmla="*/ 129417 h 370912"/>
                <a:gd name="csX29" fmla="*/ 169153 w 279836"/>
                <a:gd name="csY29" fmla="*/ 81051 h 370912"/>
                <a:gd name="csX30" fmla="*/ 165020 w 279836"/>
                <a:gd name="csY30" fmla="*/ 74537 h 370912"/>
                <a:gd name="csX31" fmla="*/ 158506 w 279836"/>
                <a:gd name="csY31" fmla="*/ 78669 h 370912"/>
                <a:gd name="csX32" fmla="*/ 158440 w 279836"/>
                <a:gd name="csY32" fmla="*/ 79022 h 370912"/>
                <a:gd name="csX33" fmla="*/ 149292 w 279836"/>
                <a:gd name="csY33" fmla="*/ 127323 h 370912"/>
                <a:gd name="csX34" fmla="*/ 140314 w 279836"/>
                <a:gd name="csY34" fmla="*/ 172214 h 370912"/>
                <a:gd name="csX35" fmla="*/ 142441 w 279836"/>
                <a:gd name="csY35" fmla="*/ 177669 h 370912"/>
                <a:gd name="csX36" fmla="*/ 193879 w 279836"/>
                <a:gd name="csY36" fmla="*/ 215306 h 370912"/>
                <a:gd name="csX37" fmla="*/ 200021 w 279836"/>
                <a:gd name="csY37" fmla="*/ 227781 h 370912"/>
                <a:gd name="csX38" fmla="*/ 200021 w 279836"/>
                <a:gd name="csY38" fmla="*/ 343643 h 370912"/>
                <a:gd name="csX39" fmla="*/ 187431 w 279836"/>
                <a:gd name="csY39" fmla="*/ 359680 h 370912"/>
                <a:gd name="csX40" fmla="*/ 168912 w 279836"/>
                <a:gd name="csY40" fmla="*/ 347325 h 370912"/>
                <a:gd name="csX41" fmla="*/ 168607 w 279836"/>
                <a:gd name="csY41" fmla="*/ 344287 h 370912"/>
                <a:gd name="csX42" fmla="*/ 168607 w 279836"/>
                <a:gd name="csY42" fmla="*/ 238401 h 370912"/>
                <a:gd name="csX43" fmla="*/ 166349 w 279836"/>
                <a:gd name="csY43" fmla="*/ 233983 h 370912"/>
                <a:gd name="csX44" fmla="*/ 83438 w 279836"/>
                <a:gd name="csY44" fmla="*/ 174238 h 370912"/>
                <a:gd name="csX45" fmla="*/ 76969 w 279836"/>
                <a:gd name="csY45" fmla="*/ 157683 h 370912"/>
                <a:gd name="csX46" fmla="*/ 95444 w 279836"/>
                <a:gd name="csY46" fmla="*/ 67430 h 370912"/>
                <a:gd name="csX47" fmla="*/ 91195 w 279836"/>
                <a:gd name="csY47" fmla="*/ 60992 h 370912"/>
                <a:gd name="csX48" fmla="*/ 88157 w 279836"/>
                <a:gd name="csY48" fmla="*/ 61239 h 370912"/>
                <a:gd name="csX49" fmla="*/ 65907 w 279836"/>
                <a:gd name="csY49" fmla="*/ 69711 h 370912"/>
                <a:gd name="csX50" fmla="*/ 62776 w 279836"/>
                <a:gd name="csY50" fmla="*/ 72809 h 370912"/>
                <a:gd name="csX51" fmla="*/ 41039 w 279836"/>
                <a:gd name="csY51" fmla="*/ 127955 h 370912"/>
                <a:gd name="csX52" fmla="*/ 26563 w 279836"/>
                <a:gd name="csY52" fmla="*/ 137648 h 370912"/>
                <a:gd name="csX53" fmla="*/ 20563 w 279836"/>
                <a:gd name="csY53" fmla="*/ 136421 h 370912"/>
                <a:gd name="csX54" fmla="*/ 12250 w 279836"/>
                <a:gd name="csY54" fmla="*/ 128452 h 370912"/>
                <a:gd name="csX55" fmla="*/ 12010 w 279836"/>
                <a:gd name="csY55" fmla="*/ 116086 h 370912"/>
                <a:gd name="csX56" fmla="*/ 38503 w 279836"/>
                <a:gd name="csY56" fmla="*/ 52485 h 370912"/>
                <a:gd name="csX57" fmla="*/ 47078 w 279836"/>
                <a:gd name="csY57" fmla="*/ 43883 h 370912"/>
                <a:gd name="csX58" fmla="*/ 121626 w 279836"/>
                <a:gd name="csY58" fmla="*/ 14569 h 370912"/>
                <a:gd name="csX59" fmla="*/ 137189 w 279836"/>
                <a:gd name="csY59" fmla="*/ 10909 h 370912"/>
                <a:gd name="csX60" fmla="*/ 169371 w 279836"/>
                <a:gd name="csY60" fmla="*/ 30104 h 370912"/>
                <a:gd name="csX61" fmla="*/ 200506 w 279836"/>
                <a:gd name="csY61" fmla="*/ 101898 h 370912"/>
                <a:gd name="csX62" fmla="*/ 203779 w 279836"/>
                <a:gd name="csY62" fmla="*/ 104871 h 370912"/>
                <a:gd name="csX63" fmla="*/ 258282 w 279836"/>
                <a:gd name="csY63" fmla="*/ 122872 h 370912"/>
                <a:gd name="csX64" fmla="*/ 268133 w 279836"/>
                <a:gd name="csY64" fmla="*/ 142781 h 370912"/>
                <a:gd name="csX65" fmla="*/ 253127 w 279836"/>
                <a:gd name="csY65" fmla="*/ 153538 h 370912"/>
                <a:gd name="csX66" fmla="*/ 247951 w 279836"/>
                <a:gd name="csY66" fmla="*/ 152730 h 370912"/>
                <a:gd name="csX67" fmla="*/ 184573 w 279836"/>
                <a:gd name="csY67" fmla="*/ 131626 h 370912"/>
                <a:gd name="csX68" fmla="*/ 175011 w 279836"/>
                <a:gd name="csY68" fmla="*/ 122943 h 370912"/>
                <a:gd name="csX69" fmla="*/ 173053 w 279836"/>
                <a:gd name="csY69" fmla="*/ 118415 h 370912"/>
                <a:gd name="csX70" fmla="*/ 170015 w 279836"/>
                <a:gd name="csY70" fmla="*/ 134474 h 370912"/>
                <a:gd name="csX71" fmla="*/ 180979 w 279836"/>
                <a:gd name="csY71" fmla="*/ 141930 h 370912"/>
                <a:gd name="csX72" fmla="*/ 244945 w 279836"/>
                <a:gd name="csY72" fmla="*/ 163203 h 370912"/>
                <a:gd name="csX73" fmla="*/ 253127 w 279836"/>
                <a:gd name="csY73" fmla="*/ 164414 h 370912"/>
                <a:gd name="csX74" fmla="*/ 278420 w 279836"/>
                <a:gd name="csY74" fmla="*/ 146414 h 370912"/>
                <a:gd name="csX75" fmla="*/ 261696 w 279836"/>
                <a:gd name="csY75" fmla="*/ 112513 h 370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Lst>
              <a:rect l="l" t="t" r="r" b="b"/>
              <a:pathLst>
                <a:path w="279836" h="370912">
                  <a:moveTo>
                    <a:pt x="261696" y="112513"/>
                  </a:moveTo>
                  <a:lnTo>
                    <a:pt x="209517" y="95282"/>
                  </a:lnTo>
                  <a:cubicBezTo>
                    <a:pt x="202808" y="79774"/>
                    <a:pt x="180122" y="27273"/>
                    <a:pt x="178998" y="25026"/>
                  </a:cubicBezTo>
                  <a:cubicBezTo>
                    <a:pt x="170609" y="9740"/>
                    <a:pt x="154624" y="172"/>
                    <a:pt x="137189" y="0"/>
                  </a:cubicBezTo>
                  <a:cubicBezTo>
                    <a:pt x="130259" y="5"/>
                    <a:pt x="123422" y="1583"/>
                    <a:pt x="117192" y="4615"/>
                  </a:cubicBezTo>
                  <a:lnTo>
                    <a:pt x="43058" y="33748"/>
                  </a:lnTo>
                  <a:cubicBezTo>
                    <a:pt x="36397" y="36426"/>
                    <a:pt x="31113" y="41700"/>
                    <a:pt x="28423" y="48356"/>
                  </a:cubicBezTo>
                  <a:lnTo>
                    <a:pt x="1913" y="111962"/>
                  </a:lnTo>
                  <a:cubicBezTo>
                    <a:pt x="-755" y="118688"/>
                    <a:pt x="-628" y="126201"/>
                    <a:pt x="2268" y="132832"/>
                  </a:cubicBezTo>
                  <a:cubicBezTo>
                    <a:pt x="4995" y="139161"/>
                    <a:pt x="10165" y="144120"/>
                    <a:pt x="16602" y="146583"/>
                  </a:cubicBezTo>
                  <a:cubicBezTo>
                    <a:pt x="19767" y="147869"/>
                    <a:pt x="23147" y="148540"/>
                    <a:pt x="26563" y="148558"/>
                  </a:cubicBezTo>
                  <a:cubicBezTo>
                    <a:pt x="37474" y="148730"/>
                    <a:pt x="47329" y="142061"/>
                    <a:pt x="51223" y="131866"/>
                  </a:cubicBezTo>
                  <a:lnTo>
                    <a:pt x="72060" y="79049"/>
                  </a:lnTo>
                  <a:lnTo>
                    <a:pt x="82669" y="75007"/>
                  </a:lnTo>
                  <a:cubicBezTo>
                    <a:pt x="82693" y="74993"/>
                    <a:pt x="82723" y="75000"/>
                    <a:pt x="82736" y="75024"/>
                  </a:cubicBezTo>
                  <a:cubicBezTo>
                    <a:pt x="82745" y="75037"/>
                    <a:pt x="82746" y="75053"/>
                    <a:pt x="82740" y="75067"/>
                  </a:cubicBezTo>
                  <a:lnTo>
                    <a:pt x="67276" y="150549"/>
                  </a:lnTo>
                  <a:cubicBezTo>
                    <a:pt x="65557" y="162319"/>
                    <a:pt x="69141" y="174245"/>
                    <a:pt x="77062" y="183118"/>
                  </a:cubicBezTo>
                  <a:lnTo>
                    <a:pt x="77062" y="183118"/>
                  </a:lnTo>
                  <a:lnTo>
                    <a:pt x="157698" y="241189"/>
                  </a:lnTo>
                  <a:lnTo>
                    <a:pt x="157698" y="343098"/>
                  </a:lnTo>
                  <a:cubicBezTo>
                    <a:pt x="157458" y="357086"/>
                    <a:pt x="167783" y="369013"/>
                    <a:pt x="181660" y="370780"/>
                  </a:cubicBezTo>
                  <a:cubicBezTo>
                    <a:pt x="196314" y="372232"/>
                    <a:pt x="209370" y="361530"/>
                    <a:pt x="210822" y="346877"/>
                  </a:cubicBezTo>
                  <a:cubicBezTo>
                    <a:pt x="210908" y="346014"/>
                    <a:pt x="210951" y="345148"/>
                    <a:pt x="210952" y="344282"/>
                  </a:cubicBezTo>
                  <a:lnTo>
                    <a:pt x="210952" y="227814"/>
                  </a:lnTo>
                  <a:cubicBezTo>
                    <a:pt x="211059" y="219382"/>
                    <a:pt x="207067" y="211424"/>
                    <a:pt x="200244" y="206470"/>
                  </a:cubicBezTo>
                  <a:lnTo>
                    <a:pt x="151698" y="170938"/>
                  </a:lnTo>
                  <a:lnTo>
                    <a:pt x="157649" y="141199"/>
                  </a:lnTo>
                  <a:lnTo>
                    <a:pt x="159880" y="129417"/>
                  </a:lnTo>
                  <a:lnTo>
                    <a:pt x="169153" y="81051"/>
                  </a:lnTo>
                  <a:cubicBezTo>
                    <a:pt x="169811" y="78111"/>
                    <a:pt x="167960" y="75195"/>
                    <a:pt x="165020" y="74537"/>
                  </a:cubicBezTo>
                  <a:cubicBezTo>
                    <a:pt x="162080" y="73880"/>
                    <a:pt x="159164" y="75730"/>
                    <a:pt x="158506" y="78669"/>
                  </a:cubicBezTo>
                  <a:cubicBezTo>
                    <a:pt x="158481" y="78786"/>
                    <a:pt x="158458" y="78903"/>
                    <a:pt x="158440" y="79022"/>
                  </a:cubicBezTo>
                  <a:lnTo>
                    <a:pt x="149292" y="127323"/>
                  </a:lnTo>
                  <a:lnTo>
                    <a:pt x="140314" y="172214"/>
                  </a:lnTo>
                  <a:cubicBezTo>
                    <a:pt x="139904" y="174292"/>
                    <a:pt x="140734" y="176418"/>
                    <a:pt x="142441" y="177669"/>
                  </a:cubicBezTo>
                  <a:lnTo>
                    <a:pt x="193879" y="215306"/>
                  </a:lnTo>
                  <a:cubicBezTo>
                    <a:pt x="197833" y="218218"/>
                    <a:pt x="200124" y="222871"/>
                    <a:pt x="200021" y="227781"/>
                  </a:cubicBezTo>
                  <a:lnTo>
                    <a:pt x="200021" y="343643"/>
                  </a:lnTo>
                  <a:cubicBezTo>
                    <a:pt x="200159" y="351298"/>
                    <a:pt x="194900" y="357997"/>
                    <a:pt x="187431" y="359680"/>
                  </a:cubicBezTo>
                  <a:cubicBezTo>
                    <a:pt x="178906" y="361382"/>
                    <a:pt x="170614" y="355850"/>
                    <a:pt x="168912" y="347325"/>
                  </a:cubicBezTo>
                  <a:cubicBezTo>
                    <a:pt x="168712" y="346324"/>
                    <a:pt x="168610" y="345307"/>
                    <a:pt x="168607" y="344287"/>
                  </a:cubicBezTo>
                  <a:lnTo>
                    <a:pt x="168607" y="238401"/>
                  </a:lnTo>
                  <a:cubicBezTo>
                    <a:pt x="168607" y="236651"/>
                    <a:pt x="167767" y="235008"/>
                    <a:pt x="166349" y="233983"/>
                  </a:cubicBezTo>
                  <a:lnTo>
                    <a:pt x="83438" y="174238"/>
                  </a:lnTo>
                  <a:cubicBezTo>
                    <a:pt x="78212" y="170474"/>
                    <a:pt x="75680" y="163994"/>
                    <a:pt x="76969" y="157683"/>
                  </a:cubicBezTo>
                  <a:lnTo>
                    <a:pt x="95444" y="67430"/>
                  </a:lnTo>
                  <a:cubicBezTo>
                    <a:pt x="96048" y="64479"/>
                    <a:pt x="94146" y="61597"/>
                    <a:pt x="91195" y="60992"/>
                  </a:cubicBezTo>
                  <a:cubicBezTo>
                    <a:pt x="90179" y="60785"/>
                    <a:pt x="89125" y="60870"/>
                    <a:pt x="88157" y="61239"/>
                  </a:cubicBezTo>
                  <a:lnTo>
                    <a:pt x="65907" y="69711"/>
                  </a:lnTo>
                  <a:cubicBezTo>
                    <a:pt x="64474" y="70257"/>
                    <a:pt x="63338" y="71382"/>
                    <a:pt x="62776" y="72809"/>
                  </a:cubicBezTo>
                  <a:lnTo>
                    <a:pt x="41039" y="127955"/>
                  </a:lnTo>
                  <a:cubicBezTo>
                    <a:pt x="38779" y="133947"/>
                    <a:pt x="32963" y="137841"/>
                    <a:pt x="26563" y="137648"/>
                  </a:cubicBezTo>
                  <a:cubicBezTo>
                    <a:pt x="24502" y="137629"/>
                    <a:pt x="22465" y="137212"/>
                    <a:pt x="20563" y="136421"/>
                  </a:cubicBezTo>
                  <a:cubicBezTo>
                    <a:pt x="16830" y="134995"/>
                    <a:pt x="13832" y="132121"/>
                    <a:pt x="12250" y="128452"/>
                  </a:cubicBezTo>
                  <a:cubicBezTo>
                    <a:pt x="10532" y="124525"/>
                    <a:pt x="10446" y="120077"/>
                    <a:pt x="12010" y="116086"/>
                  </a:cubicBezTo>
                  <a:lnTo>
                    <a:pt x="38503" y="52485"/>
                  </a:lnTo>
                  <a:cubicBezTo>
                    <a:pt x="40073" y="48571"/>
                    <a:pt x="43169" y="45466"/>
                    <a:pt x="47078" y="43883"/>
                  </a:cubicBezTo>
                  <a:lnTo>
                    <a:pt x="121626" y="14569"/>
                  </a:lnTo>
                  <a:cubicBezTo>
                    <a:pt x="126467" y="12179"/>
                    <a:pt x="131790" y="10927"/>
                    <a:pt x="137189" y="10909"/>
                  </a:cubicBezTo>
                  <a:cubicBezTo>
                    <a:pt x="150590" y="11045"/>
                    <a:pt x="162883" y="18377"/>
                    <a:pt x="169371" y="30104"/>
                  </a:cubicBezTo>
                  <a:cubicBezTo>
                    <a:pt x="170380" y="32210"/>
                    <a:pt x="188555" y="74211"/>
                    <a:pt x="200506" y="101898"/>
                  </a:cubicBezTo>
                  <a:cubicBezTo>
                    <a:pt x="201117" y="103315"/>
                    <a:pt x="202310" y="104399"/>
                    <a:pt x="203779" y="104871"/>
                  </a:cubicBezTo>
                  <a:lnTo>
                    <a:pt x="258282" y="122872"/>
                  </a:lnTo>
                  <a:cubicBezTo>
                    <a:pt x="266457" y="125699"/>
                    <a:pt x="270845" y="134567"/>
                    <a:pt x="268133" y="142781"/>
                  </a:cubicBezTo>
                  <a:cubicBezTo>
                    <a:pt x="265842" y="149128"/>
                    <a:pt x="259874" y="153406"/>
                    <a:pt x="253127" y="153538"/>
                  </a:cubicBezTo>
                  <a:cubicBezTo>
                    <a:pt x="251375" y="153485"/>
                    <a:pt x="249636" y="153214"/>
                    <a:pt x="247951" y="152730"/>
                  </a:cubicBezTo>
                  <a:lnTo>
                    <a:pt x="184573" y="131626"/>
                  </a:lnTo>
                  <a:cubicBezTo>
                    <a:pt x="180398" y="130052"/>
                    <a:pt x="176979" y="126947"/>
                    <a:pt x="175011" y="122943"/>
                  </a:cubicBezTo>
                  <a:lnTo>
                    <a:pt x="173053" y="118415"/>
                  </a:lnTo>
                  <a:lnTo>
                    <a:pt x="170015" y="134474"/>
                  </a:lnTo>
                  <a:cubicBezTo>
                    <a:pt x="173010" y="137811"/>
                    <a:pt x="176773" y="140371"/>
                    <a:pt x="180979" y="141930"/>
                  </a:cubicBezTo>
                  <a:lnTo>
                    <a:pt x="244945" y="163203"/>
                  </a:lnTo>
                  <a:cubicBezTo>
                    <a:pt x="247608" y="163961"/>
                    <a:pt x="250359" y="164368"/>
                    <a:pt x="253127" y="164414"/>
                  </a:cubicBezTo>
                  <a:cubicBezTo>
                    <a:pt x="264479" y="164250"/>
                    <a:pt x="274547" y="157085"/>
                    <a:pt x="278420" y="146414"/>
                  </a:cubicBezTo>
                  <a:cubicBezTo>
                    <a:pt x="283145" y="132435"/>
                    <a:pt x="275664" y="117270"/>
                    <a:pt x="261696" y="112513"/>
                  </a:cubicBezTo>
                  <a:close/>
                </a:path>
              </a:pathLst>
            </a:custGeom>
            <a:grpFill/>
            <a:ln w="5358"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67" name="Oval 10">
              <a:extLst>
                <a:ext uri="{FF2B5EF4-FFF2-40B4-BE49-F238E27FC236}">
                  <a16:creationId xmlns:a16="http://schemas.microsoft.com/office/drawing/2014/main" id="{4052C938-AEE0-5D35-1989-4976BF62B62F}"/>
                </a:ext>
              </a:extLst>
            </p:cNvPr>
            <p:cNvSpPr>
              <a:spLocks noChangeAspect="1"/>
            </p:cNvSpPr>
            <p:nvPr/>
          </p:nvSpPr>
          <p:spPr>
            <a:xfrm>
              <a:off x="4075332" y="5097682"/>
              <a:ext cx="914400" cy="914400"/>
            </a:xfrm>
            <a:prstGeom prst="ellipse">
              <a:avLst/>
            </a:prstGeom>
            <a:grpFill/>
            <a:ln w="38100" cap="flat" cmpd="sng" algn="ctr">
              <a:solidFill>
                <a:sysClr val="window" lastClr="FFFFFF"/>
              </a:solidFill>
              <a:prstDash val="solid"/>
              <a:miter lim="800000"/>
            </a:ln>
            <a:effectLst>
              <a:outerShdw blurRad="63500" sx="102000" sy="102000" algn="ctr" rotWithShape="0">
                <a:prstClr val="black">
                  <a:alpha val="10000"/>
                </a:prstClr>
              </a:outerShdw>
            </a:effectLst>
          </p:spPr>
          <p:txBody>
            <a:bodyPr lIns="72000" tIns="72000" rIns="72000" bIns="72000" rtlCol="0" anchor="ctr"/>
            <a:lstStyle/>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333" b="0" i="0" u="none" strike="noStrike" kern="0" cap="none" spc="0" normalizeH="0" baseline="0" noProof="0">
                <a:ln>
                  <a:noFill/>
                </a:ln>
                <a:solidFill>
                  <a:srgbClr val="FFFFFF"/>
                </a:solidFill>
                <a:effectLst/>
                <a:uLnTx/>
                <a:uFillTx/>
                <a:latin typeface="BoehringerForward Text"/>
                <a:ea typeface="黑体"/>
                <a:cs typeface="+mn-cs"/>
                <a:sym typeface="Helvetica Neue Medium"/>
              </a:endParaRPr>
            </a:p>
          </p:txBody>
        </p:sp>
        <p:grpSp>
          <p:nvGrpSpPr>
            <p:cNvPr id="27" name="Group 26">
              <a:extLst>
                <a:ext uri="{FF2B5EF4-FFF2-40B4-BE49-F238E27FC236}">
                  <a16:creationId xmlns:a16="http://schemas.microsoft.com/office/drawing/2014/main" id="{FBD79999-5379-0F7A-7FB4-5FB47A64A4D7}"/>
                </a:ext>
              </a:extLst>
            </p:cNvPr>
            <p:cNvGrpSpPr/>
            <p:nvPr/>
          </p:nvGrpSpPr>
          <p:grpSpPr>
            <a:xfrm>
              <a:off x="4285606" y="5176382"/>
              <a:ext cx="457203" cy="457200"/>
              <a:chOff x="4375829" y="4807144"/>
              <a:chExt cx="307555" cy="453635"/>
            </a:xfrm>
            <a:grpFill/>
          </p:grpSpPr>
          <p:sp>
            <p:nvSpPr>
              <p:cNvPr id="3" name="Freeform: Shape 2">
                <a:extLst>
                  <a:ext uri="{FF2B5EF4-FFF2-40B4-BE49-F238E27FC236}">
                    <a16:creationId xmlns:a16="http://schemas.microsoft.com/office/drawing/2014/main" id="{8C1E25F5-2EEA-E304-3289-3EB7A03E3B50}"/>
                  </a:ext>
                </a:extLst>
              </p:cNvPr>
              <p:cNvSpPr/>
              <p:nvPr/>
            </p:nvSpPr>
            <p:spPr>
              <a:xfrm>
                <a:off x="4560691" y="4807144"/>
                <a:ext cx="87274" cy="87274"/>
              </a:xfrm>
              <a:custGeom>
                <a:avLst/>
                <a:gdLst>
                  <a:gd name="csX0" fmla="*/ 43637 w 87274"/>
                  <a:gd name="csY0" fmla="*/ 87275 h 87274"/>
                  <a:gd name="csX1" fmla="*/ 87275 w 87274"/>
                  <a:gd name="csY1" fmla="*/ 43637 h 87274"/>
                  <a:gd name="csX2" fmla="*/ 43637 w 87274"/>
                  <a:gd name="csY2" fmla="*/ 0 h 87274"/>
                  <a:gd name="csX3" fmla="*/ 0 w 87274"/>
                  <a:gd name="csY3" fmla="*/ 43637 h 87274"/>
                  <a:gd name="csX4" fmla="*/ 43637 w 87274"/>
                  <a:gd name="csY4" fmla="*/ 87275 h 87274"/>
                  <a:gd name="csX5" fmla="*/ 43637 w 87274"/>
                  <a:gd name="csY5" fmla="*/ 10909 h 87274"/>
                  <a:gd name="csX6" fmla="*/ 76365 w 87274"/>
                  <a:gd name="csY6" fmla="*/ 43637 h 87274"/>
                  <a:gd name="csX7" fmla="*/ 43637 w 87274"/>
                  <a:gd name="csY7" fmla="*/ 76365 h 87274"/>
                  <a:gd name="csX8" fmla="*/ 10909 w 87274"/>
                  <a:gd name="csY8" fmla="*/ 43637 h 87274"/>
                  <a:gd name="csX9" fmla="*/ 43637 w 87274"/>
                  <a:gd name="csY9" fmla="*/ 10887 h 87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87274" h="87274">
                    <a:moveTo>
                      <a:pt x="43637" y="87275"/>
                    </a:moveTo>
                    <a:cubicBezTo>
                      <a:pt x="67738" y="87275"/>
                      <a:pt x="87275" y="67738"/>
                      <a:pt x="87275" y="43637"/>
                    </a:cubicBezTo>
                    <a:cubicBezTo>
                      <a:pt x="87275" y="19537"/>
                      <a:pt x="67738" y="0"/>
                      <a:pt x="43637" y="0"/>
                    </a:cubicBezTo>
                    <a:cubicBezTo>
                      <a:pt x="19537" y="0"/>
                      <a:pt x="0" y="19537"/>
                      <a:pt x="0" y="43637"/>
                    </a:cubicBezTo>
                    <a:cubicBezTo>
                      <a:pt x="0" y="67738"/>
                      <a:pt x="19537" y="87275"/>
                      <a:pt x="43637" y="87275"/>
                    </a:cubicBezTo>
                    <a:close/>
                    <a:moveTo>
                      <a:pt x="43637" y="10909"/>
                    </a:moveTo>
                    <a:cubicBezTo>
                      <a:pt x="61712" y="10909"/>
                      <a:pt x="76365" y="25562"/>
                      <a:pt x="76365" y="43637"/>
                    </a:cubicBezTo>
                    <a:cubicBezTo>
                      <a:pt x="76365" y="61712"/>
                      <a:pt x="61712" y="76365"/>
                      <a:pt x="43637" y="76365"/>
                    </a:cubicBezTo>
                    <a:cubicBezTo>
                      <a:pt x="25562" y="76365"/>
                      <a:pt x="10909" y="61712"/>
                      <a:pt x="10909" y="43637"/>
                    </a:cubicBezTo>
                    <a:cubicBezTo>
                      <a:pt x="10921" y="25564"/>
                      <a:pt x="25564" y="10912"/>
                      <a:pt x="43637" y="10887"/>
                    </a:cubicBezTo>
                    <a:close/>
                  </a:path>
                </a:pathLst>
              </a:custGeom>
              <a:grpFill/>
              <a:ln w="5358"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34" name="Freeform: Shape 33">
                <a:extLst>
                  <a:ext uri="{FF2B5EF4-FFF2-40B4-BE49-F238E27FC236}">
                    <a16:creationId xmlns:a16="http://schemas.microsoft.com/office/drawing/2014/main" id="{FACAE79A-9899-8B37-8F92-6F76924FB041}"/>
                  </a:ext>
                </a:extLst>
              </p:cNvPr>
              <p:cNvSpPr/>
              <p:nvPr/>
            </p:nvSpPr>
            <p:spPr>
              <a:xfrm>
                <a:off x="4375829" y="5071382"/>
                <a:ext cx="134927" cy="189397"/>
              </a:xfrm>
              <a:custGeom>
                <a:avLst/>
                <a:gdLst>
                  <a:gd name="csX0" fmla="*/ 115596 w 134927"/>
                  <a:gd name="csY0" fmla="*/ 76092 h 189397"/>
                  <a:gd name="csX1" fmla="*/ 112536 w 134927"/>
                  <a:gd name="csY1" fmla="*/ 82518 h 189397"/>
                  <a:gd name="csX2" fmla="*/ 38352 w 134927"/>
                  <a:gd name="csY2" fmla="*/ 172580 h 189397"/>
                  <a:gd name="csX3" fmla="*/ 26227 w 134927"/>
                  <a:gd name="csY3" fmla="*/ 178476 h 189397"/>
                  <a:gd name="csX4" fmla="*/ 16463 w 134927"/>
                  <a:gd name="csY4" fmla="*/ 174953 h 189397"/>
                  <a:gd name="csX5" fmla="*/ 14565 w 134927"/>
                  <a:gd name="csY5" fmla="*/ 152981 h 189397"/>
                  <a:gd name="csX6" fmla="*/ 85475 w 134927"/>
                  <a:gd name="csY6" fmla="*/ 66683 h 189397"/>
                  <a:gd name="csX7" fmla="*/ 86610 w 134927"/>
                  <a:gd name="csY7" fmla="*/ 64316 h 189397"/>
                  <a:gd name="csX8" fmla="*/ 97748 w 134927"/>
                  <a:gd name="csY8" fmla="*/ 9889 h 189397"/>
                  <a:gd name="csX9" fmla="*/ 88639 w 134927"/>
                  <a:gd name="csY9" fmla="*/ 0 h 189397"/>
                  <a:gd name="csX10" fmla="*/ 76202 w 134927"/>
                  <a:gd name="csY10" fmla="*/ 60803 h 189397"/>
                  <a:gd name="csX11" fmla="*/ 6137 w 134927"/>
                  <a:gd name="csY11" fmla="*/ 146054 h 189397"/>
                  <a:gd name="csX12" fmla="*/ 9448 w 134927"/>
                  <a:gd name="csY12" fmla="*/ 183309 h 189397"/>
                  <a:gd name="csX13" fmla="*/ 46491 w 134927"/>
                  <a:gd name="csY13" fmla="*/ 179921 h 189397"/>
                  <a:gd name="csX14" fmla="*/ 46867 w 134927"/>
                  <a:gd name="csY14" fmla="*/ 179458 h 189397"/>
                  <a:gd name="csX15" fmla="*/ 121050 w 134927"/>
                  <a:gd name="csY15" fmla="*/ 89391 h 189397"/>
                  <a:gd name="csX16" fmla="*/ 126363 w 134927"/>
                  <a:gd name="csY16" fmla="*/ 78094 h 189397"/>
                  <a:gd name="csX17" fmla="*/ 134927 w 134927"/>
                  <a:gd name="csY17" fmla="*/ 36704 h 189397"/>
                  <a:gd name="csX18" fmla="*/ 125229 w 134927"/>
                  <a:gd name="csY18" fmla="*/ 29717 h 189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34927" h="189397">
                    <a:moveTo>
                      <a:pt x="115596" y="76092"/>
                    </a:moveTo>
                    <a:cubicBezTo>
                      <a:pt x="115125" y="78455"/>
                      <a:pt x="114073" y="80663"/>
                      <a:pt x="112536" y="82518"/>
                    </a:cubicBezTo>
                    <a:lnTo>
                      <a:pt x="38352" y="172580"/>
                    </a:lnTo>
                    <a:cubicBezTo>
                      <a:pt x="35460" y="176340"/>
                      <a:pt x="30970" y="178523"/>
                      <a:pt x="26227" y="178476"/>
                    </a:cubicBezTo>
                    <a:cubicBezTo>
                      <a:pt x="22655" y="178511"/>
                      <a:pt x="19190" y="177261"/>
                      <a:pt x="16463" y="174953"/>
                    </a:cubicBezTo>
                    <a:cubicBezTo>
                      <a:pt x="9884" y="169403"/>
                      <a:pt x="9035" y="159577"/>
                      <a:pt x="14565" y="152981"/>
                    </a:cubicBezTo>
                    <a:lnTo>
                      <a:pt x="85475" y="66683"/>
                    </a:lnTo>
                    <a:cubicBezTo>
                      <a:pt x="86040" y="65998"/>
                      <a:pt x="86430" y="65185"/>
                      <a:pt x="86610" y="64316"/>
                    </a:cubicBezTo>
                    <a:lnTo>
                      <a:pt x="97748" y="9889"/>
                    </a:lnTo>
                    <a:cubicBezTo>
                      <a:pt x="94149" y="7160"/>
                      <a:pt x="91064" y="3811"/>
                      <a:pt x="88639" y="0"/>
                    </a:cubicBezTo>
                    <a:lnTo>
                      <a:pt x="76202" y="60803"/>
                    </a:lnTo>
                    <a:lnTo>
                      <a:pt x="6137" y="146054"/>
                    </a:lnTo>
                    <a:cubicBezTo>
                      <a:pt x="-3198" y="157268"/>
                      <a:pt x="-1718" y="173917"/>
                      <a:pt x="9448" y="183309"/>
                    </a:cubicBezTo>
                    <a:cubicBezTo>
                      <a:pt x="20613" y="192603"/>
                      <a:pt x="37197" y="191086"/>
                      <a:pt x="46491" y="179921"/>
                    </a:cubicBezTo>
                    <a:cubicBezTo>
                      <a:pt x="46618" y="179768"/>
                      <a:pt x="46743" y="179614"/>
                      <a:pt x="46867" y="179458"/>
                    </a:cubicBezTo>
                    <a:lnTo>
                      <a:pt x="121050" y="89391"/>
                    </a:lnTo>
                    <a:cubicBezTo>
                      <a:pt x="123730" y="86124"/>
                      <a:pt x="125556" y="82242"/>
                      <a:pt x="126363" y="78094"/>
                    </a:cubicBezTo>
                    <a:lnTo>
                      <a:pt x="134927" y="36704"/>
                    </a:lnTo>
                    <a:lnTo>
                      <a:pt x="125229" y="29717"/>
                    </a:lnTo>
                    <a:close/>
                  </a:path>
                </a:pathLst>
              </a:custGeom>
              <a:grpFill/>
              <a:ln w="5358"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35" name="Freeform: Shape 34">
                <a:extLst>
                  <a:ext uri="{FF2B5EF4-FFF2-40B4-BE49-F238E27FC236}">
                    <a16:creationId xmlns:a16="http://schemas.microsoft.com/office/drawing/2014/main" id="{39DECE3E-5FBA-6A2D-BEA6-739042CF06E7}"/>
                  </a:ext>
                </a:extLst>
              </p:cNvPr>
              <p:cNvSpPr/>
              <p:nvPr/>
            </p:nvSpPr>
            <p:spPr>
              <a:xfrm>
                <a:off x="4403548" y="4889853"/>
                <a:ext cx="279836" cy="370912"/>
              </a:xfrm>
              <a:custGeom>
                <a:avLst/>
                <a:gdLst>
                  <a:gd name="csX0" fmla="*/ 261696 w 279836"/>
                  <a:gd name="csY0" fmla="*/ 112513 h 370912"/>
                  <a:gd name="csX1" fmla="*/ 209517 w 279836"/>
                  <a:gd name="csY1" fmla="*/ 95282 h 370912"/>
                  <a:gd name="csX2" fmla="*/ 178998 w 279836"/>
                  <a:gd name="csY2" fmla="*/ 25026 h 370912"/>
                  <a:gd name="csX3" fmla="*/ 137189 w 279836"/>
                  <a:gd name="csY3" fmla="*/ 0 h 370912"/>
                  <a:gd name="csX4" fmla="*/ 117192 w 279836"/>
                  <a:gd name="csY4" fmla="*/ 4615 h 370912"/>
                  <a:gd name="csX5" fmla="*/ 43058 w 279836"/>
                  <a:gd name="csY5" fmla="*/ 33748 h 370912"/>
                  <a:gd name="csX6" fmla="*/ 28423 w 279836"/>
                  <a:gd name="csY6" fmla="*/ 48356 h 370912"/>
                  <a:gd name="csX7" fmla="*/ 1913 w 279836"/>
                  <a:gd name="csY7" fmla="*/ 111962 h 370912"/>
                  <a:gd name="csX8" fmla="*/ 2268 w 279836"/>
                  <a:gd name="csY8" fmla="*/ 132832 h 370912"/>
                  <a:gd name="csX9" fmla="*/ 16602 w 279836"/>
                  <a:gd name="csY9" fmla="*/ 146583 h 370912"/>
                  <a:gd name="csX10" fmla="*/ 26563 w 279836"/>
                  <a:gd name="csY10" fmla="*/ 148558 h 370912"/>
                  <a:gd name="csX11" fmla="*/ 51223 w 279836"/>
                  <a:gd name="csY11" fmla="*/ 131866 h 370912"/>
                  <a:gd name="csX12" fmla="*/ 72060 w 279836"/>
                  <a:gd name="csY12" fmla="*/ 79049 h 370912"/>
                  <a:gd name="csX13" fmla="*/ 82669 w 279836"/>
                  <a:gd name="csY13" fmla="*/ 75007 h 370912"/>
                  <a:gd name="csX14" fmla="*/ 82736 w 279836"/>
                  <a:gd name="csY14" fmla="*/ 75024 h 370912"/>
                  <a:gd name="csX15" fmla="*/ 82740 w 279836"/>
                  <a:gd name="csY15" fmla="*/ 75067 h 370912"/>
                  <a:gd name="csX16" fmla="*/ 67276 w 279836"/>
                  <a:gd name="csY16" fmla="*/ 150549 h 370912"/>
                  <a:gd name="csX17" fmla="*/ 77062 w 279836"/>
                  <a:gd name="csY17" fmla="*/ 183118 h 370912"/>
                  <a:gd name="csX18" fmla="*/ 77062 w 279836"/>
                  <a:gd name="csY18" fmla="*/ 183118 h 370912"/>
                  <a:gd name="csX19" fmla="*/ 157698 w 279836"/>
                  <a:gd name="csY19" fmla="*/ 241189 h 370912"/>
                  <a:gd name="csX20" fmla="*/ 157698 w 279836"/>
                  <a:gd name="csY20" fmla="*/ 343098 h 370912"/>
                  <a:gd name="csX21" fmla="*/ 181660 w 279836"/>
                  <a:gd name="csY21" fmla="*/ 370780 h 370912"/>
                  <a:gd name="csX22" fmla="*/ 210822 w 279836"/>
                  <a:gd name="csY22" fmla="*/ 346877 h 370912"/>
                  <a:gd name="csX23" fmla="*/ 210952 w 279836"/>
                  <a:gd name="csY23" fmla="*/ 344282 h 370912"/>
                  <a:gd name="csX24" fmla="*/ 210952 w 279836"/>
                  <a:gd name="csY24" fmla="*/ 227814 h 370912"/>
                  <a:gd name="csX25" fmla="*/ 200244 w 279836"/>
                  <a:gd name="csY25" fmla="*/ 206470 h 370912"/>
                  <a:gd name="csX26" fmla="*/ 151698 w 279836"/>
                  <a:gd name="csY26" fmla="*/ 170938 h 370912"/>
                  <a:gd name="csX27" fmla="*/ 157649 w 279836"/>
                  <a:gd name="csY27" fmla="*/ 141199 h 370912"/>
                  <a:gd name="csX28" fmla="*/ 159880 w 279836"/>
                  <a:gd name="csY28" fmla="*/ 129417 h 370912"/>
                  <a:gd name="csX29" fmla="*/ 169153 w 279836"/>
                  <a:gd name="csY29" fmla="*/ 81051 h 370912"/>
                  <a:gd name="csX30" fmla="*/ 165020 w 279836"/>
                  <a:gd name="csY30" fmla="*/ 74537 h 370912"/>
                  <a:gd name="csX31" fmla="*/ 158506 w 279836"/>
                  <a:gd name="csY31" fmla="*/ 78669 h 370912"/>
                  <a:gd name="csX32" fmla="*/ 158440 w 279836"/>
                  <a:gd name="csY32" fmla="*/ 79022 h 370912"/>
                  <a:gd name="csX33" fmla="*/ 149292 w 279836"/>
                  <a:gd name="csY33" fmla="*/ 127323 h 370912"/>
                  <a:gd name="csX34" fmla="*/ 140314 w 279836"/>
                  <a:gd name="csY34" fmla="*/ 172214 h 370912"/>
                  <a:gd name="csX35" fmla="*/ 142441 w 279836"/>
                  <a:gd name="csY35" fmla="*/ 177669 h 370912"/>
                  <a:gd name="csX36" fmla="*/ 193879 w 279836"/>
                  <a:gd name="csY36" fmla="*/ 215306 h 370912"/>
                  <a:gd name="csX37" fmla="*/ 200021 w 279836"/>
                  <a:gd name="csY37" fmla="*/ 227781 h 370912"/>
                  <a:gd name="csX38" fmla="*/ 200021 w 279836"/>
                  <a:gd name="csY38" fmla="*/ 343643 h 370912"/>
                  <a:gd name="csX39" fmla="*/ 187431 w 279836"/>
                  <a:gd name="csY39" fmla="*/ 359680 h 370912"/>
                  <a:gd name="csX40" fmla="*/ 168912 w 279836"/>
                  <a:gd name="csY40" fmla="*/ 347325 h 370912"/>
                  <a:gd name="csX41" fmla="*/ 168607 w 279836"/>
                  <a:gd name="csY41" fmla="*/ 344287 h 370912"/>
                  <a:gd name="csX42" fmla="*/ 168607 w 279836"/>
                  <a:gd name="csY42" fmla="*/ 238401 h 370912"/>
                  <a:gd name="csX43" fmla="*/ 166349 w 279836"/>
                  <a:gd name="csY43" fmla="*/ 233983 h 370912"/>
                  <a:gd name="csX44" fmla="*/ 83438 w 279836"/>
                  <a:gd name="csY44" fmla="*/ 174238 h 370912"/>
                  <a:gd name="csX45" fmla="*/ 76969 w 279836"/>
                  <a:gd name="csY45" fmla="*/ 157683 h 370912"/>
                  <a:gd name="csX46" fmla="*/ 95444 w 279836"/>
                  <a:gd name="csY46" fmla="*/ 67430 h 370912"/>
                  <a:gd name="csX47" fmla="*/ 91195 w 279836"/>
                  <a:gd name="csY47" fmla="*/ 60992 h 370912"/>
                  <a:gd name="csX48" fmla="*/ 88157 w 279836"/>
                  <a:gd name="csY48" fmla="*/ 61239 h 370912"/>
                  <a:gd name="csX49" fmla="*/ 65907 w 279836"/>
                  <a:gd name="csY49" fmla="*/ 69711 h 370912"/>
                  <a:gd name="csX50" fmla="*/ 62776 w 279836"/>
                  <a:gd name="csY50" fmla="*/ 72809 h 370912"/>
                  <a:gd name="csX51" fmla="*/ 41039 w 279836"/>
                  <a:gd name="csY51" fmla="*/ 127955 h 370912"/>
                  <a:gd name="csX52" fmla="*/ 26563 w 279836"/>
                  <a:gd name="csY52" fmla="*/ 137648 h 370912"/>
                  <a:gd name="csX53" fmla="*/ 20563 w 279836"/>
                  <a:gd name="csY53" fmla="*/ 136421 h 370912"/>
                  <a:gd name="csX54" fmla="*/ 12250 w 279836"/>
                  <a:gd name="csY54" fmla="*/ 128452 h 370912"/>
                  <a:gd name="csX55" fmla="*/ 12010 w 279836"/>
                  <a:gd name="csY55" fmla="*/ 116086 h 370912"/>
                  <a:gd name="csX56" fmla="*/ 38503 w 279836"/>
                  <a:gd name="csY56" fmla="*/ 52485 h 370912"/>
                  <a:gd name="csX57" fmla="*/ 47078 w 279836"/>
                  <a:gd name="csY57" fmla="*/ 43883 h 370912"/>
                  <a:gd name="csX58" fmla="*/ 121626 w 279836"/>
                  <a:gd name="csY58" fmla="*/ 14569 h 370912"/>
                  <a:gd name="csX59" fmla="*/ 137189 w 279836"/>
                  <a:gd name="csY59" fmla="*/ 10909 h 370912"/>
                  <a:gd name="csX60" fmla="*/ 169371 w 279836"/>
                  <a:gd name="csY60" fmla="*/ 30104 h 370912"/>
                  <a:gd name="csX61" fmla="*/ 200506 w 279836"/>
                  <a:gd name="csY61" fmla="*/ 101898 h 370912"/>
                  <a:gd name="csX62" fmla="*/ 203779 w 279836"/>
                  <a:gd name="csY62" fmla="*/ 104871 h 370912"/>
                  <a:gd name="csX63" fmla="*/ 258282 w 279836"/>
                  <a:gd name="csY63" fmla="*/ 122872 h 370912"/>
                  <a:gd name="csX64" fmla="*/ 268133 w 279836"/>
                  <a:gd name="csY64" fmla="*/ 142781 h 370912"/>
                  <a:gd name="csX65" fmla="*/ 253127 w 279836"/>
                  <a:gd name="csY65" fmla="*/ 153538 h 370912"/>
                  <a:gd name="csX66" fmla="*/ 247951 w 279836"/>
                  <a:gd name="csY66" fmla="*/ 152730 h 370912"/>
                  <a:gd name="csX67" fmla="*/ 184573 w 279836"/>
                  <a:gd name="csY67" fmla="*/ 131626 h 370912"/>
                  <a:gd name="csX68" fmla="*/ 175011 w 279836"/>
                  <a:gd name="csY68" fmla="*/ 122943 h 370912"/>
                  <a:gd name="csX69" fmla="*/ 173053 w 279836"/>
                  <a:gd name="csY69" fmla="*/ 118415 h 370912"/>
                  <a:gd name="csX70" fmla="*/ 170015 w 279836"/>
                  <a:gd name="csY70" fmla="*/ 134474 h 370912"/>
                  <a:gd name="csX71" fmla="*/ 180979 w 279836"/>
                  <a:gd name="csY71" fmla="*/ 141930 h 370912"/>
                  <a:gd name="csX72" fmla="*/ 244945 w 279836"/>
                  <a:gd name="csY72" fmla="*/ 163203 h 370912"/>
                  <a:gd name="csX73" fmla="*/ 253127 w 279836"/>
                  <a:gd name="csY73" fmla="*/ 164414 h 370912"/>
                  <a:gd name="csX74" fmla="*/ 278420 w 279836"/>
                  <a:gd name="csY74" fmla="*/ 146414 h 370912"/>
                  <a:gd name="csX75" fmla="*/ 261696 w 279836"/>
                  <a:gd name="csY75" fmla="*/ 112513 h 370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Lst>
                <a:rect l="l" t="t" r="r" b="b"/>
                <a:pathLst>
                  <a:path w="279836" h="370912">
                    <a:moveTo>
                      <a:pt x="261696" y="112513"/>
                    </a:moveTo>
                    <a:lnTo>
                      <a:pt x="209517" y="95282"/>
                    </a:lnTo>
                    <a:cubicBezTo>
                      <a:pt x="202808" y="79774"/>
                      <a:pt x="180122" y="27273"/>
                      <a:pt x="178998" y="25026"/>
                    </a:cubicBezTo>
                    <a:cubicBezTo>
                      <a:pt x="170609" y="9740"/>
                      <a:pt x="154624" y="172"/>
                      <a:pt x="137189" y="0"/>
                    </a:cubicBezTo>
                    <a:cubicBezTo>
                      <a:pt x="130259" y="5"/>
                      <a:pt x="123422" y="1583"/>
                      <a:pt x="117192" y="4615"/>
                    </a:cubicBezTo>
                    <a:lnTo>
                      <a:pt x="43058" y="33748"/>
                    </a:lnTo>
                    <a:cubicBezTo>
                      <a:pt x="36397" y="36426"/>
                      <a:pt x="31113" y="41700"/>
                      <a:pt x="28423" y="48356"/>
                    </a:cubicBezTo>
                    <a:lnTo>
                      <a:pt x="1913" y="111962"/>
                    </a:lnTo>
                    <a:cubicBezTo>
                      <a:pt x="-755" y="118688"/>
                      <a:pt x="-628" y="126201"/>
                      <a:pt x="2268" y="132832"/>
                    </a:cubicBezTo>
                    <a:cubicBezTo>
                      <a:pt x="4995" y="139161"/>
                      <a:pt x="10165" y="144120"/>
                      <a:pt x="16602" y="146583"/>
                    </a:cubicBezTo>
                    <a:cubicBezTo>
                      <a:pt x="19767" y="147869"/>
                      <a:pt x="23147" y="148540"/>
                      <a:pt x="26563" y="148558"/>
                    </a:cubicBezTo>
                    <a:cubicBezTo>
                      <a:pt x="37474" y="148730"/>
                      <a:pt x="47329" y="142061"/>
                      <a:pt x="51223" y="131866"/>
                    </a:cubicBezTo>
                    <a:lnTo>
                      <a:pt x="72060" y="79049"/>
                    </a:lnTo>
                    <a:lnTo>
                      <a:pt x="82669" y="75007"/>
                    </a:lnTo>
                    <a:cubicBezTo>
                      <a:pt x="82693" y="74993"/>
                      <a:pt x="82723" y="75000"/>
                      <a:pt x="82736" y="75024"/>
                    </a:cubicBezTo>
                    <a:cubicBezTo>
                      <a:pt x="82745" y="75037"/>
                      <a:pt x="82746" y="75053"/>
                      <a:pt x="82740" y="75067"/>
                    </a:cubicBezTo>
                    <a:lnTo>
                      <a:pt x="67276" y="150549"/>
                    </a:lnTo>
                    <a:cubicBezTo>
                      <a:pt x="65557" y="162319"/>
                      <a:pt x="69141" y="174245"/>
                      <a:pt x="77062" y="183118"/>
                    </a:cubicBezTo>
                    <a:lnTo>
                      <a:pt x="77062" y="183118"/>
                    </a:lnTo>
                    <a:lnTo>
                      <a:pt x="157698" y="241189"/>
                    </a:lnTo>
                    <a:lnTo>
                      <a:pt x="157698" y="343098"/>
                    </a:lnTo>
                    <a:cubicBezTo>
                      <a:pt x="157458" y="357086"/>
                      <a:pt x="167783" y="369013"/>
                      <a:pt x="181660" y="370780"/>
                    </a:cubicBezTo>
                    <a:cubicBezTo>
                      <a:pt x="196314" y="372232"/>
                      <a:pt x="209370" y="361530"/>
                      <a:pt x="210822" y="346877"/>
                    </a:cubicBezTo>
                    <a:cubicBezTo>
                      <a:pt x="210908" y="346014"/>
                      <a:pt x="210951" y="345148"/>
                      <a:pt x="210952" y="344282"/>
                    </a:cubicBezTo>
                    <a:lnTo>
                      <a:pt x="210952" y="227814"/>
                    </a:lnTo>
                    <a:cubicBezTo>
                      <a:pt x="211059" y="219382"/>
                      <a:pt x="207067" y="211424"/>
                      <a:pt x="200244" y="206470"/>
                    </a:cubicBezTo>
                    <a:lnTo>
                      <a:pt x="151698" y="170938"/>
                    </a:lnTo>
                    <a:lnTo>
                      <a:pt x="157649" y="141199"/>
                    </a:lnTo>
                    <a:lnTo>
                      <a:pt x="159880" y="129417"/>
                    </a:lnTo>
                    <a:lnTo>
                      <a:pt x="169153" y="81051"/>
                    </a:lnTo>
                    <a:cubicBezTo>
                      <a:pt x="169811" y="78111"/>
                      <a:pt x="167960" y="75195"/>
                      <a:pt x="165020" y="74537"/>
                    </a:cubicBezTo>
                    <a:cubicBezTo>
                      <a:pt x="162080" y="73880"/>
                      <a:pt x="159164" y="75730"/>
                      <a:pt x="158506" y="78669"/>
                    </a:cubicBezTo>
                    <a:cubicBezTo>
                      <a:pt x="158481" y="78786"/>
                      <a:pt x="158458" y="78903"/>
                      <a:pt x="158440" y="79022"/>
                    </a:cubicBezTo>
                    <a:lnTo>
                      <a:pt x="149292" y="127323"/>
                    </a:lnTo>
                    <a:lnTo>
                      <a:pt x="140314" y="172214"/>
                    </a:lnTo>
                    <a:cubicBezTo>
                      <a:pt x="139904" y="174292"/>
                      <a:pt x="140734" y="176418"/>
                      <a:pt x="142441" y="177669"/>
                    </a:cubicBezTo>
                    <a:lnTo>
                      <a:pt x="193879" y="215306"/>
                    </a:lnTo>
                    <a:cubicBezTo>
                      <a:pt x="197833" y="218218"/>
                      <a:pt x="200124" y="222871"/>
                      <a:pt x="200021" y="227781"/>
                    </a:cubicBezTo>
                    <a:lnTo>
                      <a:pt x="200021" y="343643"/>
                    </a:lnTo>
                    <a:cubicBezTo>
                      <a:pt x="200159" y="351298"/>
                      <a:pt x="194900" y="357997"/>
                      <a:pt x="187431" y="359680"/>
                    </a:cubicBezTo>
                    <a:cubicBezTo>
                      <a:pt x="178906" y="361382"/>
                      <a:pt x="170614" y="355850"/>
                      <a:pt x="168912" y="347325"/>
                    </a:cubicBezTo>
                    <a:cubicBezTo>
                      <a:pt x="168712" y="346324"/>
                      <a:pt x="168610" y="345307"/>
                      <a:pt x="168607" y="344287"/>
                    </a:cubicBezTo>
                    <a:lnTo>
                      <a:pt x="168607" y="238401"/>
                    </a:lnTo>
                    <a:cubicBezTo>
                      <a:pt x="168607" y="236651"/>
                      <a:pt x="167767" y="235008"/>
                      <a:pt x="166349" y="233983"/>
                    </a:cubicBezTo>
                    <a:lnTo>
                      <a:pt x="83438" y="174238"/>
                    </a:lnTo>
                    <a:cubicBezTo>
                      <a:pt x="78212" y="170474"/>
                      <a:pt x="75680" y="163994"/>
                      <a:pt x="76969" y="157683"/>
                    </a:cubicBezTo>
                    <a:lnTo>
                      <a:pt x="95444" y="67430"/>
                    </a:lnTo>
                    <a:cubicBezTo>
                      <a:pt x="96048" y="64479"/>
                      <a:pt x="94146" y="61597"/>
                      <a:pt x="91195" y="60992"/>
                    </a:cubicBezTo>
                    <a:cubicBezTo>
                      <a:pt x="90179" y="60785"/>
                      <a:pt x="89125" y="60870"/>
                      <a:pt x="88157" y="61239"/>
                    </a:cubicBezTo>
                    <a:lnTo>
                      <a:pt x="65907" y="69711"/>
                    </a:lnTo>
                    <a:cubicBezTo>
                      <a:pt x="64474" y="70257"/>
                      <a:pt x="63338" y="71382"/>
                      <a:pt x="62776" y="72809"/>
                    </a:cubicBezTo>
                    <a:lnTo>
                      <a:pt x="41039" y="127955"/>
                    </a:lnTo>
                    <a:cubicBezTo>
                      <a:pt x="38779" y="133947"/>
                      <a:pt x="32963" y="137841"/>
                      <a:pt x="26563" y="137648"/>
                    </a:cubicBezTo>
                    <a:cubicBezTo>
                      <a:pt x="24502" y="137629"/>
                      <a:pt x="22465" y="137212"/>
                      <a:pt x="20563" y="136421"/>
                    </a:cubicBezTo>
                    <a:cubicBezTo>
                      <a:pt x="16830" y="134995"/>
                      <a:pt x="13832" y="132121"/>
                      <a:pt x="12250" y="128452"/>
                    </a:cubicBezTo>
                    <a:cubicBezTo>
                      <a:pt x="10532" y="124525"/>
                      <a:pt x="10446" y="120077"/>
                      <a:pt x="12010" y="116086"/>
                    </a:cubicBezTo>
                    <a:lnTo>
                      <a:pt x="38503" y="52485"/>
                    </a:lnTo>
                    <a:cubicBezTo>
                      <a:pt x="40073" y="48571"/>
                      <a:pt x="43169" y="45466"/>
                      <a:pt x="47078" y="43883"/>
                    </a:cubicBezTo>
                    <a:lnTo>
                      <a:pt x="121626" y="14569"/>
                    </a:lnTo>
                    <a:cubicBezTo>
                      <a:pt x="126467" y="12179"/>
                      <a:pt x="131790" y="10927"/>
                      <a:pt x="137189" y="10909"/>
                    </a:cubicBezTo>
                    <a:cubicBezTo>
                      <a:pt x="150590" y="11045"/>
                      <a:pt x="162883" y="18377"/>
                      <a:pt x="169371" y="30104"/>
                    </a:cubicBezTo>
                    <a:cubicBezTo>
                      <a:pt x="170380" y="32210"/>
                      <a:pt x="188555" y="74211"/>
                      <a:pt x="200506" y="101898"/>
                    </a:cubicBezTo>
                    <a:cubicBezTo>
                      <a:pt x="201117" y="103315"/>
                      <a:pt x="202310" y="104399"/>
                      <a:pt x="203779" y="104871"/>
                    </a:cubicBezTo>
                    <a:lnTo>
                      <a:pt x="258282" y="122872"/>
                    </a:lnTo>
                    <a:cubicBezTo>
                      <a:pt x="266457" y="125699"/>
                      <a:pt x="270845" y="134567"/>
                      <a:pt x="268133" y="142781"/>
                    </a:cubicBezTo>
                    <a:cubicBezTo>
                      <a:pt x="265842" y="149128"/>
                      <a:pt x="259874" y="153406"/>
                      <a:pt x="253127" y="153538"/>
                    </a:cubicBezTo>
                    <a:cubicBezTo>
                      <a:pt x="251375" y="153485"/>
                      <a:pt x="249636" y="153214"/>
                      <a:pt x="247951" y="152730"/>
                    </a:cubicBezTo>
                    <a:lnTo>
                      <a:pt x="184573" y="131626"/>
                    </a:lnTo>
                    <a:cubicBezTo>
                      <a:pt x="180398" y="130052"/>
                      <a:pt x="176979" y="126947"/>
                      <a:pt x="175011" y="122943"/>
                    </a:cubicBezTo>
                    <a:lnTo>
                      <a:pt x="173053" y="118415"/>
                    </a:lnTo>
                    <a:lnTo>
                      <a:pt x="170015" y="134474"/>
                    </a:lnTo>
                    <a:cubicBezTo>
                      <a:pt x="173010" y="137811"/>
                      <a:pt x="176773" y="140371"/>
                      <a:pt x="180979" y="141930"/>
                    </a:cubicBezTo>
                    <a:lnTo>
                      <a:pt x="244945" y="163203"/>
                    </a:lnTo>
                    <a:cubicBezTo>
                      <a:pt x="247608" y="163961"/>
                      <a:pt x="250359" y="164368"/>
                      <a:pt x="253127" y="164414"/>
                    </a:cubicBezTo>
                    <a:cubicBezTo>
                      <a:pt x="264479" y="164250"/>
                      <a:pt x="274547" y="157085"/>
                      <a:pt x="278420" y="146414"/>
                    </a:cubicBezTo>
                    <a:cubicBezTo>
                      <a:pt x="283145" y="132435"/>
                      <a:pt x="275664" y="117270"/>
                      <a:pt x="261696" y="112513"/>
                    </a:cubicBezTo>
                    <a:close/>
                  </a:path>
                </a:pathLst>
              </a:custGeom>
              <a:grpFill/>
              <a:ln w="5358"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grpSp>
        <p:sp>
          <p:nvSpPr>
            <p:cNvPr id="16" name="TextBox 112">
              <a:extLst>
                <a:ext uri="{FF2B5EF4-FFF2-40B4-BE49-F238E27FC236}">
                  <a16:creationId xmlns:a16="http://schemas.microsoft.com/office/drawing/2014/main" id="{7ADD0576-132F-8A66-B0A6-3DA7C26667E6}"/>
                </a:ext>
              </a:extLst>
            </p:cNvPr>
            <p:cNvSpPr txBox="1"/>
            <p:nvPr/>
          </p:nvSpPr>
          <p:spPr>
            <a:xfrm>
              <a:off x="4216999" y="5686625"/>
              <a:ext cx="586529" cy="153888"/>
            </a:xfrm>
            <a:prstGeom prst="rect">
              <a:avLst/>
            </a:prstGeom>
            <a:grpFill/>
            <a:ln>
              <a:noFill/>
            </a:ln>
          </p:spPr>
          <p:txBody>
            <a:bodyPr wrap="square" lIns="0" tIns="0" rIns="0" bIns="0" rtlCol="0">
              <a:spAutoFit/>
            </a:bodyPr>
            <a:lstStyle/>
            <a:p>
              <a:pPr marL="0" marR="0" lvl="0" indent="0" algn="ctr" defTabSz="1219050" rtl="0" eaLnBrk="1" fontAlgn="auto" latinLnBrk="0" hangingPunct="1">
                <a:lnSpc>
                  <a:spcPct val="100000"/>
                </a:lnSpc>
                <a:spcBef>
                  <a:spcPts val="600"/>
                </a:spcBef>
                <a:spcAft>
                  <a:spcPts val="0"/>
                </a:spcAft>
                <a:buClrTx/>
                <a:buSzTx/>
                <a:buFontTx/>
                <a:buNone/>
                <a:tabLst/>
                <a:defRPr/>
              </a:pPr>
              <a:r>
                <a:rPr kumimoji="0" lang="en-US" altLang="zh-CN" sz="1000" b="1" i="0" u="none" strike="noStrike" kern="1200" cap="none" spc="0" normalizeH="0" baseline="0" noProof="0">
                  <a:ln>
                    <a:noFill/>
                  </a:ln>
                  <a:solidFill>
                    <a:srgbClr val="FFFFFF"/>
                  </a:solidFill>
                  <a:effectLst/>
                  <a:uLnTx/>
                  <a:uFillTx/>
                  <a:latin typeface="BoehringerForward Text"/>
                  <a:ea typeface="黑体"/>
                  <a:cs typeface="+mn-cs"/>
                </a:rPr>
                <a:t>CS - </a:t>
              </a:r>
              <a:r>
                <a:rPr kumimoji="0" lang="en-US" altLang="zh-CN" sz="1000" b="1" i="0" u="none" strike="noStrike" kern="1200" cap="none" spc="0" normalizeH="0" baseline="0" noProof="0" err="1">
                  <a:ln>
                    <a:noFill/>
                  </a:ln>
                  <a:solidFill>
                    <a:srgbClr val="FFFFFF"/>
                  </a:solidFill>
                  <a:effectLst/>
                  <a:uLnTx/>
                  <a:uFillTx/>
                  <a:latin typeface="BoehringerForward Text"/>
                  <a:ea typeface="黑体"/>
                  <a:cs typeface="+mn-cs"/>
                </a:rPr>
                <a:t>FiH</a:t>
              </a:r>
              <a:endParaRPr kumimoji="0" lang="en-US" altLang="zh-CN" sz="1000" b="1" i="0" u="none" strike="noStrike" kern="1200" cap="none" spc="0" normalizeH="0" baseline="0" noProof="0">
                <a:ln>
                  <a:noFill/>
                </a:ln>
                <a:solidFill>
                  <a:srgbClr val="FFFFFF"/>
                </a:solidFill>
                <a:effectLst/>
                <a:uLnTx/>
                <a:uFillTx/>
                <a:latin typeface="BoehringerForward Text"/>
                <a:ea typeface="黑体"/>
                <a:cs typeface="+mn-cs"/>
              </a:endParaRPr>
            </a:p>
          </p:txBody>
        </p:sp>
      </p:grpSp>
      <p:sp>
        <p:nvSpPr>
          <p:cNvPr id="46" name="Titel 2">
            <a:extLst>
              <a:ext uri="{FF2B5EF4-FFF2-40B4-BE49-F238E27FC236}">
                <a16:creationId xmlns:a16="http://schemas.microsoft.com/office/drawing/2014/main" id="{8394C71C-F9D6-C84B-2EB6-4863DC3F97BE}"/>
              </a:ext>
            </a:extLst>
          </p:cNvPr>
          <p:cNvSpPr txBox="1">
            <a:spLocks/>
          </p:cNvSpPr>
          <p:nvPr/>
        </p:nvSpPr>
        <p:spPr bwMode="gray">
          <a:xfrm>
            <a:off x="790145" y="320694"/>
            <a:ext cx="11044803" cy="720000"/>
          </a:xfrm>
          <a:prstGeom prst="rect">
            <a:avLst/>
          </a:prstGeom>
        </p:spPr>
        <p:txBody>
          <a:bodyPr vert="horz" lIns="0" tIns="0" rIns="0" bIns="0" rtlCol="0" anchor="t">
            <a:noAutofit/>
          </a:bodyPr>
          <a:lst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377" rtl="0" eaLnBrk="1" fontAlgn="auto" latinLnBrk="0" hangingPunct="1">
              <a:lnSpc>
                <a:spcPct val="100000"/>
              </a:lnSpc>
              <a:spcBef>
                <a:spcPct val="0"/>
              </a:spcBef>
              <a:spcAft>
                <a:spcPts val="0"/>
              </a:spcAft>
              <a:buClrTx/>
              <a:buSzTx/>
              <a:buFontTx/>
              <a:buNone/>
              <a:tabLst/>
              <a:defRPr/>
            </a:pPr>
            <a:r>
              <a:rPr kumimoji="0" lang="en-US" altLang="zh-CN" sz="2400" b="1" i="0" u="none" strike="noStrike" kern="1200" cap="none" spc="0" normalizeH="0" baseline="0" noProof="0">
                <a:ln w="6350" cap="flat">
                  <a:noFill/>
                  <a:miter lim="800000"/>
                </a:ln>
                <a:solidFill>
                  <a:srgbClr val="08312A"/>
                </a:solidFill>
                <a:effectLst/>
                <a:uLnTx/>
                <a:uFillTx/>
                <a:latin typeface="Boehringer Forward Head"/>
                <a:ea typeface="黑体"/>
                <a:cs typeface="Arial" panose="020B0604020202020204" pitchFamily="34" charset="0"/>
                <a:sym typeface="BISans" panose="02000503040000020004" pitchFamily="2" charset="0"/>
              </a:rPr>
              <a:t>TA CRM Portfolio Summary - Pipeline Project (as of Apr 2026)</a:t>
            </a:r>
            <a:endParaRPr kumimoji="0" lang="de-DE" sz="1600" b="1" i="0" u="none" strike="noStrike" kern="1200" cap="none" spc="0" normalizeH="0" baseline="0" noProof="0">
              <a:ln>
                <a:noFill/>
              </a:ln>
              <a:solidFill>
                <a:srgbClr val="08312A"/>
              </a:solidFill>
              <a:effectLst/>
              <a:uLnTx/>
              <a:uFillTx/>
              <a:latin typeface="Boehringer Forward Head"/>
              <a:ea typeface="黑体"/>
              <a:cs typeface="+mj-cs"/>
            </a:endParaRPr>
          </a:p>
        </p:txBody>
      </p:sp>
      <p:graphicFrame>
        <p:nvGraphicFramePr>
          <p:cNvPr id="82" name="Tabelle 39">
            <a:extLst>
              <a:ext uri="{FF2B5EF4-FFF2-40B4-BE49-F238E27FC236}">
                <a16:creationId xmlns:a16="http://schemas.microsoft.com/office/drawing/2014/main" id="{9D74AF34-7523-0E30-EE62-001727399E7C}"/>
              </a:ext>
            </a:extLst>
          </p:cNvPr>
          <p:cNvGraphicFramePr>
            <a:graphicFrameLocks noGrp="1"/>
          </p:cNvGraphicFramePr>
          <p:nvPr/>
        </p:nvGraphicFramePr>
        <p:xfrm>
          <a:off x="8534527" y="3750817"/>
          <a:ext cx="1320662" cy="1097280"/>
        </p:xfrm>
        <a:graphic>
          <a:graphicData uri="http://schemas.openxmlformats.org/drawingml/2006/table">
            <a:tbl>
              <a:tblPr firstRow="1" bandRow="1"/>
              <a:tblGrid>
                <a:gridCol w="1320662">
                  <a:extLst>
                    <a:ext uri="{9D8B030D-6E8A-4147-A177-3AD203B41FA5}">
                      <a16:colId xmlns:a16="http://schemas.microsoft.com/office/drawing/2014/main" val="4245598997"/>
                    </a:ext>
                  </a:extLst>
                </a:gridCol>
              </a:tblGrid>
              <a:tr h="18288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buClrTx/>
                        <a:buSzTx/>
                        <a:buFontTx/>
                        <a:buNone/>
                        <a:tabLst/>
                        <a:defRPr/>
                      </a:pPr>
                      <a:r>
                        <a:rPr lang="en-US" altLang="zh-CN" sz="1000" b="1" i="0" u="none" strike="noStrike" kern="0" cap="none" spc="0" normalizeH="0" baseline="0" noProof="0" err="1">
                          <a:ln>
                            <a:noFill/>
                          </a:ln>
                          <a:solidFill>
                            <a:schemeClr val="bg1"/>
                          </a:solidFill>
                          <a:effectLst/>
                          <a:uLnTx/>
                          <a:uFillTx/>
                          <a:latin typeface="+mn-lt"/>
                          <a:ea typeface="+mn-ea"/>
                          <a:cs typeface="Calibri"/>
                        </a:rPr>
                        <a:t>Survodutide</a:t>
                      </a:r>
                      <a:endParaRPr lang="en-US" altLang="zh-CN" sz="1000" b="1" i="0" u="none" strike="noStrike" kern="0" cap="none" spc="0" normalizeH="0" baseline="0" noProof="0">
                        <a:ln>
                          <a:noFill/>
                        </a:ln>
                        <a:solidFill>
                          <a:schemeClr val="bg1"/>
                        </a:solidFill>
                        <a:effectLst/>
                        <a:uLnTx/>
                        <a:uFillTx/>
                        <a:latin typeface="+mn-lt"/>
                        <a:ea typeface="+mn-ea"/>
                        <a:cs typeface="Calibri"/>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18288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en-US" altLang="zh-CN" sz="800" kern="1200">
                          <a:solidFill>
                            <a:schemeClr val="bg1"/>
                          </a:solidFill>
                          <a:latin typeface="Boehringer Forward Text"/>
                          <a:ea typeface="+mn-ea"/>
                          <a:cs typeface="+mn-cs"/>
                        </a:rPr>
                        <a:t>Obesity</a:t>
                      </a:r>
                    </a:p>
                  </a:txBody>
                  <a:tcP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3280457632"/>
                  </a:ext>
                </a:extLst>
              </a:tr>
              <a:tr h="182880">
                <a:tc>
                  <a:txBody>
                    <a:bodyPr/>
                    <a:lstStyle/>
                    <a:p>
                      <a:pPr marL="0" algn="ctr" defTabSz="914400" rtl="0" eaLnBrk="1" latinLnBrk="0" hangingPunct="1"/>
                      <a:r>
                        <a:rPr lang="de-DE" sz="800" kern="1200">
                          <a:solidFill>
                            <a:schemeClr val="bg1"/>
                          </a:solidFill>
                          <a:latin typeface="Boehringer Forward Text"/>
                          <a:ea typeface="+mn-ea"/>
                          <a:cs typeface="+mn-cs"/>
                        </a:rPr>
                        <a:t>MASH F2/F3</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30840362"/>
                  </a:ext>
                </a:extLst>
              </a:tr>
              <a:tr h="182880">
                <a:tc>
                  <a:txBody>
                    <a:bodyPr/>
                    <a:lstStyle/>
                    <a:p>
                      <a:pPr marL="0" algn="ctr" defTabSz="914400" rtl="0" eaLnBrk="1" latinLnBrk="0" hangingPunct="1"/>
                      <a:r>
                        <a:rPr lang="de-DE" sz="800" kern="1200">
                          <a:solidFill>
                            <a:schemeClr val="bg1"/>
                          </a:solidFill>
                          <a:latin typeface="Boehringer Forward Text"/>
                          <a:ea typeface="+mn-ea"/>
                          <a:cs typeface="+mn-cs"/>
                        </a:rPr>
                        <a:t>PEN Obesity</a:t>
                      </a:r>
                    </a:p>
                  </a:txBody>
                  <a:tcP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231402577"/>
                  </a:ext>
                </a:extLst>
              </a:tr>
              <a:tr h="182880">
                <a:tc>
                  <a:txBody>
                    <a:bodyPr/>
                    <a:lstStyle/>
                    <a:p>
                      <a:pPr marL="0" algn="ctr" defTabSz="914400" rtl="0" eaLnBrk="1" latinLnBrk="0" hangingPunct="1"/>
                      <a:r>
                        <a:rPr lang="de-DE" sz="800" kern="1200">
                          <a:solidFill>
                            <a:schemeClr val="bg1"/>
                          </a:solidFill>
                          <a:latin typeface="Boehringer Forward Text"/>
                          <a:ea typeface="+mn-ea"/>
                          <a:cs typeface="+mn-cs"/>
                        </a:rPr>
                        <a:t>MASH </a:t>
                      </a:r>
                      <a:r>
                        <a:rPr lang="en-US" altLang="zh-CN" sz="800" kern="1200">
                          <a:solidFill>
                            <a:schemeClr val="bg1"/>
                          </a:solidFill>
                          <a:latin typeface="Boehringer Forward Text"/>
                          <a:ea typeface="+mn-ea"/>
                          <a:cs typeface="+mn-cs"/>
                        </a:rPr>
                        <a:t>cF4</a:t>
                      </a:r>
                      <a:endParaRPr lang="de-DE" sz="800" kern="1200">
                        <a:solidFill>
                          <a:schemeClr val="bg1"/>
                        </a:solidFill>
                        <a:latin typeface="Boehringer Forward Text"/>
                        <a:ea typeface="+mn-ea"/>
                        <a:cs typeface="+mn-cs"/>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3904810002"/>
                  </a:ext>
                </a:extLst>
              </a:tr>
            </a:tbl>
          </a:graphicData>
        </a:graphic>
      </p:graphicFrame>
      <p:sp>
        <p:nvSpPr>
          <p:cNvPr id="21" name="Rectangle: Rounded Corners 62">
            <a:extLst>
              <a:ext uri="{FF2B5EF4-FFF2-40B4-BE49-F238E27FC236}">
                <a16:creationId xmlns:a16="http://schemas.microsoft.com/office/drawing/2014/main" id="{CDC2021B-D4CD-4305-891C-5E7312DB5969}"/>
              </a:ext>
            </a:extLst>
          </p:cNvPr>
          <p:cNvSpPr/>
          <p:nvPr/>
        </p:nvSpPr>
        <p:spPr>
          <a:xfrm>
            <a:off x="870576" y="1885615"/>
            <a:ext cx="1143812" cy="227335"/>
          </a:xfrm>
          <a:prstGeom prst="rect">
            <a:avLst/>
          </a:prstGeom>
          <a:solidFill>
            <a:srgbClr val="F5F5FC"/>
          </a:solidFill>
          <a:ln w="38100" cap="sq" cmpd="sng" algn="ctr">
            <a:noFill/>
            <a:prstDash val="solid"/>
            <a:miter lim="800000"/>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en-US" altLang="zh-CN" sz="900" b="1" i="0" u="none" strike="noStrike" kern="0" cap="none" spc="0" normalizeH="0" baseline="0" noProof="0">
                <a:ln>
                  <a:noFill/>
                </a:ln>
                <a:solidFill>
                  <a:prstClr val="black"/>
                </a:solidFill>
                <a:effectLst/>
                <a:uLnTx/>
                <a:uFillTx/>
                <a:latin typeface="BoehringerForward Text"/>
                <a:ea typeface="黑体"/>
                <a:cs typeface="Calibri" panose="020F0502020204030204" pitchFamily="34" charset="0"/>
              </a:rPr>
              <a:t>Next wave</a:t>
            </a:r>
            <a:endParaRPr kumimoji="0" lang="en-US" sz="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22" name="Rectangle: Rounded Corners 62">
            <a:extLst>
              <a:ext uri="{FF2B5EF4-FFF2-40B4-BE49-F238E27FC236}">
                <a16:creationId xmlns:a16="http://schemas.microsoft.com/office/drawing/2014/main" id="{56FBF1C2-2B61-496D-2535-3E6EBCBF0B3D}"/>
              </a:ext>
            </a:extLst>
          </p:cNvPr>
          <p:cNvSpPr/>
          <p:nvPr/>
        </p:nvSpPr>
        <p:spPr>
          <a:xfrm>
            <a:off x="872104" y="1316387"/>
            <a:ext cx="1162409" cy="241000"/>
          </a:xfrm>
          <a:prstGeom prst="rect">
            <a:avLst/>
          </a:prstGeom>
          <a:solidFill>
            <a:srgbClr val="928BDE"/>
          </a:solidFill>
          <a:ln w="12700" cap="sq" cmpd="sng" algn="ctr">
            <a:noFill/>
            <a:prstDash val="solid"/>
            <a:miter lim="800000"/>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en-US" altLang="zh-CN" sz="900" b="1" i="0" u="none" strike="noStrike" kern="0" cap="none" spc="0" normalizeH="0" baseline="0" noProof="0">
                <a:ln>
                  <a:noFill/>
                </a:ln>
                <a:solidFill>
                  <a:prstClr val="white"/>
                </a:solidFill>
                <a:effectLst/>
                <a:uLnTx/>
                <a:uFillTx/>
                <a:latin typeface="BoehringerForward Text"/>
                <a:ea typeface="黑体"/>
                <a:cs typeface="Calibri" panose="020F0502020204030204" pitchFamily="34" charset="0"/>
              </a:rPr>
              <a:t>Ongoing/under planning</a:t>
            </a:r>
            <a:endParaRPr kumimoji="0" lang="de-DE" sz="900" b="1" i="0" u="none" strike="noStrike" kern="0" cap="none" spc="0" normalizeH="0" baseline="0" noProof="0">
              <a:ln>
                <a:noFill/>
              </a:ln>
              <a:solidFill>
                <a:prstClr val="white"/>
              </a:solidFill>
              <a:effectLst/>
              <a:uLnTx/>
              <a:uFillTx/>
              <a:latin typeface="BoehringerForward Text"/>
              <a:ea typeface="黑体"/>
              <a:cs typeface="Calibri" panose="020F0502020204030204" pitchFamily="34" charset="0"/>
            </a:endParaRPr>
          </a:p>
        </p:txBody>
      </p:sp>
      <p:sp>
        <p:nvSpPr>
          <p:cNvPr id="24" name="矩形: 圆角 93">
            <a:extLst>
              <a:ext uri="{FF2B5EF4-FFF2-40B4-BE49-F238E27FC236}">
                <a16:creationId xmlns:a16="http://schemas.microsoft.com/office/drawing/2014/main" id="{5B5BA1E7-7DFD-0606-CDCC-B8C68DC69321}"/>
              </a:ext>
            </a:extLst>
          </p:cNvPr>
          <p:cNvSpPr/>
          <p:nvPr/>
        </p:nvSpPr>
        <p:spPr>
          <a:xfrm flipV="1">
            <a:off x="479425" y="5025981"/>
            <a:ext cx="11233150" cy="45720"/>
          </a:xfrm>
          <a:prstGeom prst="roundRect">
            <a:avLst>
              <a:gd name="adj" fmla="val 0"/>
            </a:avLst>
          </a:prstGeom>
          <a:solidFill>
            <a:schemeClr val="accent3"/>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BoehringerForward Text"/>
              <a:ea typeface="黑体"/>
              <a:cs typeface="+mn-cs"/>
            </a:endParaRPr>
          </a:p>
        </p:txBody>
      </p:sp>
      <p:grpSp>
        <p:nvGrpSpPr>
          <p:cNvPr id="30" name="Group 29">
            <a:extLst>
              <a:ext uri="{FF2B5EF4-FFF2-40B4-BE49-F238E27FC236}">
                <a16:creationId xmlns:a16="http://schemas.microsoft.com/office/drawing/2014/main" id="{2F950A3C-882C-0AC3-5C79-3A400419D1BF}"/>
              </a:ext>
            </a:extLst>
          </p:cNvPr>
          <p:cNvGrpSpPr/>
          <p:nvPr/>
        </p:nvGrpSpPr>
        <p:grpSpPr>
          <a:xfrm>
            <a:off x="9570353" y="5144262"/>
            <a:ext cx="926740" cy="914400"/>
            <a:chOff x="9494153" y="5106162"/>
            <a:chExt cx="926740" cy="914400"/>
          </a:xfrm>
          <a:solidFill>
            <a:srgbClr val="0070C0"/>
          </a:solidFill>
        </p:grpSpPr>
        <p:sp>
          <p:nvSpPr>
            <p:cNvPr id="44" name="Oval 10">
              <a:extLst>
                <a:ext uri="{FF2B5EF4-FFF2-40B4-BE49-F238E27FC236}">
                  <a16:creationId xmlns:a16="http://schemas.microsoft.com/office/drawing/2014/main" id="{2B62EA1A-6325-16EF-D850-13EB74437668}"/>
                </a:ext>
              </a:extLst>
            </p:cNvPr>
            <p:cNvSpPr>
              <a:spLocks noChangeAspect="1"/>
            </p:cNvSpPr>
            <p:nvPr/>
          </p:nvSpPr>
          <p:spPr>
            <a:xfrm>
              <a:off x="9494153" y="5106162"/>
              <a:ext cx="926740" cy="914400"/>
            </a:xfrm>
            <a:prstGeom prst="ellipse">
              <a:avLst/>
            </a:prstGeom>
            <a:grpFill/>
            <a:ln w="38100" cap="flat" cmpd="sng" algn="ctr">
              <a:solidFill>
                <a:sysClr val="window" lastClr="FFFFFF"/>
              </a:solidFill>
              <a:prstDash val="solid"/>
              <a:miter lim="800000"/>
            </a:ln>
            <a:effectLst>
              <a:outerShdw blurRad="63500" sx="102000" sy="102000" algn="ctr" rotWithShape="0">
                <a:prstClr val="black">
                  <a:alpha val="10000"/>
                </a:prstClr>
              </a:outerShdw>
            </a:effectLst>
          </p:spPr>
          <p:txBody>
            <a:bodyPr lIns="72000" tIns="72000" rIns="72000" bIns="72000" rtlCol="0" anchor="ctr"/>
            <a:lstStyle/>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Text" lastClr="000000"/>
                </a:solidFill>
                <a:effectLst/>
                <a:uLnTx/>
                <a:uFillTx/>
                <a:latin typeface="BoehringerForward Text"/>
                <a:ea typeface="黑体"/>
                <a:cs typeface="+mn-cs"/>
              </a:endParaRPr>
            </a:p>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Text" lastClr="000000"/>
                </a:solidFill>
                <a:effectLst/>
                <a:uLnTx/>
                <a:uFillTx/>
                <a:latin typeface="BoehringerForward Text"/>
                <a:ea typeface="黑体"/>
                <a:cs typeface="+mn-cs"/>
              </a:endParaRPr>
            </a:p>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Text" lastClr="000000"/>
                </a:solidFill>
                <a:effectLst/>
                <a:uLnTx/>
                <a:uFillTx/>
                <a:latin typeface="BoehringerForward Text"/>
                <a:ea typeface="黑体"/>
                <a:cs typeface="+mn-cs"/>
              </a:endParaRPr>
            </a:p>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333" b="0" i="0" u="none" strike="noStrike" kern="0" cap="none" spc="0" normalizeH="0" baseline="0" noProof="0">
                <a:ln>
                  <a:noFill/>
                </a:ln>
                <a:solidFill>
                  <a:sysClr val="windowText" lastClr="000000"/>
                </a:solidFill>
                <a:effectLst/>
                <a:uLnTx/>
                <a:uFillTx/>
                <a:latin typeface="BoehringerForward Text"/>
                <a:ea typeface="黑体"/>
                <a:cs typeface="+mn-cs"/>
                <a:sym typeface="Helvetica Neue Medium"/>
              </a:endParaRPr>
            </a:p>
          </p:txBody>
        </p:sp>
        <p:sp>
          <p:nvSpPr>
            <p:cNvPr id="70" name="TextBox 112">
              <a:extLst>
                <a:ext uri="{FF2B5EF4-FFF2-40B4-BE49-F238E27FC236}">
                  <a16:creationId xmlns:a16="http://schemas.microsoft.com/office/drawing/2014/main" id="{3FA92F51-11A0-99D8-F027-2D66CC520EC8}"/>
                </a:ext>
              </a:extLst>
            </p:cNvPr>
            <p:cNvSpPr txBox="1"/>
            <p:nvPr/>
          </p:nvSpPr>
          <p:spPr>
            <a:xfrm>
              <a:off x="9623905" y="5701651"/>
              <a:ext cx="678335" cy="153888"/>
            </a:xfrm>
            <a:prstGeom prst="rect">
              <a:avLst/>
            </a:prstGeom>
            <a:grpFill/>
            <a:ln>
              <a:noFill/>
            </a:ln>
          </p:spPr>
          <p:txBody>
            <a:bodyPr wrap="square" lIns="0" tIns="0" rIns="0" bIns="0" rtlCol="0">
              <a:spAutoFit/>
            </a:bodyPr>
            <a:lstStyle/>
            <a:p>
              <a:pPr marL="0" marR="0" lvl="0" indent="0" algn="ctr" defTabSz="121905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BoehringerForward Text"/>
                  <a:ea typeface="黑体"/>
                  <a:cs typeface="+mn-cs"/>
                </a:rPr>
                <a:t>Post PoC</a:t>
              </a:r>
            </a:p>
          </p:txBody>
        </p:sp>
        <p:sp>
          <p:nvSpPr>
            <p:cNvPr id="26" name="Graphic 220" descr="Airplane outline">
              <a:extLst>
                <a:ext uri="{FF2B5EF4-FFF2-40B4-BE49-F238E27FC236}">
                  <a16:creationId xmlns:a16="http://schemas.microsoft.com/office/drawing/2014/main" id="{31E7191B-E1DD-AF2C-A041-58AFF042ABF2}"/>
                </a:ext>
              </a:extLst>
            </p:cNvPr>
            <p:cNvSpPr/>
            <p:nvPr/>
          </p:nvSpPr>
          <p:spPr>
            <a:xfrm>
              <a:off x="9728923" y="5204409"/>
              <a:ext cx="457200" cy="457200"/>
            </a:xfrm>
            <a:custGeom>
              <a:avLst/>
              <a:gdLst>
                <a:gd name="csX0" fmla="*/ 338044 w 338044"/>
                <a:gd name="csY0" fmla="*/ 288332 h 397699"/>
                <a:gd name="csX1" fmla="*/ 338044 w 338044"/>
                <a:gd name="csY1" fmla="*/ 243591 h 397699"/>
                <a:gd name="csX2" fmla="*/ 193878 w 338044"/>
                <a:gd name="csY2" fmla="*/ 141680 h 397699"/>
                <a:gd name="csX3" fmla="*/ 193878 w 338044"/>
                <a:gd name="csY3" fmla="*/ 44741 h 397699"/>
                <a:gd name="csX4" fmla="*/ 169022 w 338044"/>
                <a:gd name="csY4" fmla="*/ 0 h 397699"/>
                <a:gd name="csX5" fmla="*/ 144166 w 338044"/>
                <a:gd name="csY5" fmla="*/ 44741 h 397699"/>
                <a:gd name="csX6" fmla="*/ 144166 w 338044"/>
                <a:gd name="csY6" fmla="*/ 141680 h 397699"/>
                <a:gd name="csX7" fmla="*/ 0 w 338044"/>
                <a:gd name="csY7" fmla="*/ 243591 h 397699"/>
                <a:gd name="csX8" fmla="*/ 0 w 338044"/>
                <a:gd name="csY8" fmla="*/ 288332 h 397699"/>
                <a:gd name="csX9" fmla="*/ 144166 w 338044"/>
                <a:gd name="csY9" fmla="*/ 216249 h 397699"/>
                <a:gd name="csX10" fmla="*/ 144166 w 338044"/>
                <a:gd name="csY10" fmla="*/ 324622 h 397699"/>
                <a:gd name="csX11" fmla="*/ 94454 w 338044"/>
                <a:gd name="csY11" fmla="*/ 367872 h 397699"/>
                <a:gd name="csX12" fmla="*/ 94454 w 338044"/>
                <a:gd name="csY12" fmla="*/ 397699 h 397699"/>
                <a:gd name="csX13" fmla="*/ 169022 w 338044"/>
                <a:gd name="csY13" fmla="*/ 367872 h 397699"/>
                <a:gd name="csX14" fmla="*/ 243591 w 338044"/>
                <a:gd name="csY14" fmla="*/ 397699 h 397699"/>
                <a:gd name="csX15" fmla="*/ 243591 w 338044"/>
                <a:gd name="csY15" fmla="*/ 367872 h 397699"/>
                <a:gd name="csX16" fmla="*/ 193878 w 338044"/>
                <a:gd name="csY16" fmla="*/ 324622 h 397699"/>
                <a:gd name="csX17" fmla="*/ 193878 w 338044"/>
                <a:gd name="csY17" fmla="*/ 216249 h 397699"/>
                <a:gd name="csX18" fmla="*/ 187351 w 338044"/>
                <a:gd name="csY18" fmla="*/ 332124 h 397699"/>
                <a:gd name="csX19" fmla="*/ 233648 w 338044"/>
                <a:gd name="csY19" fmla="*/ 372391 h 397699"/>
                <a:gd name="csX20" fmla="*/ 233648 w 338044"/>
                <a:gd name="csY20" fmla="*/ 383004 h 397699"/>
                <a:gd name="csX21" fmla="*/ 172716 w 338044"/>
                <a:gd name="csY21" fmla="*/ 358645 h 397699"/>
                <a:gd name="csX22" fmla="*/ 169022 w 338044"/>
                <a:gd name="csY22" fmla="*/ 357154 h 397699"/>
                <a:gd name="csX23" fmla="*/ 165329 w 338044"/>
                <a:gd name="csY23" fmla="*/ 358645 h 397699"/>
                <a:gd name="csX24" fmla="*/ 104396 w 338044"/>
                <a:gd name="csY24" fmla="*/ 383004 h 397699"/>
                <a:gd name="csX25" fmla="*/ 104396 w 338044"/>
                <a:gd name="csY25" fmla="*/ 372401 h 397699"/>
                <a:gd name="csX26" fmla="*/ 150693 w 338044"/>
                <a:gd name="csY26" fmla="*/ 332133 h 397699"/>
                <a:gd name="csX27" fmla="*/ 154108 w 338044"/>
                <a:gd name="csY27" fmla="*/ 329151 h 397699"/>
                <a:gd name="csX28" fmla="*/ 154108 w 338044"/>
                <a:gd name="csY28" fmla="*/ 200162 h 397699"/>
                <a:gd name="csX29" fmla="*/ 139692 w 338044"/>
                <a:gd name="csY29" fmla="*/ 207355 h 397699"/>
                <a:gd name="csX30" fmla="*/ 9942 w 338044"/>
                <a:gd name="csY30" fmla="*/ 272245 h 397699"/>
                <a:gd name="csX31" fmla="*/ 9942 w 338044"/>
                <a:gd name="csY31" fmla="*/ 248736 h 397699"/>
                <a:gd name="csX32" fmla="*/ 149903 w 338044"/>
                <a:gd name="csY32" fmla="*/ 149808 h 397699"/>
                <a:gd name="csX33" fmla="*/ 154108 w 338044"/>
                <a:gd name="csY33" fmla="*/ 146826 h 397699"/>
                <a:gd name="csX34" fmla="*/ 154108 w 338044"/>
                <a:gd name="csY34" fmla="*/ 44741 h 397699"/>
                <a:gd name="csX35" fmla="*/ 169022 w 338044"/>
                <a:gd name="csY35" fmla="*/ 9942 h 397699"/>
                <a:gd name="csX36" fmla="*/ 183936 w 338044"/>
                <a:gd name="csY36" fmla="*/ 44741 h 397699"/>
                <a:gd name="csX37" fmla="*/ 183936 w 338044"/>
                <a:gd name="csY37" fmla="*/ 146826 h 397699"/>
                <a:gd name="csX38" fmla="*/ 188137 w 338044"/>
                <a:gd name="csY38" fmla="*/ 149808 h 397699"/>
                <a:gd name="csX39" fmla="*/ 328102 w 338044"/>
                <a:gd name="csY39" fmla="*/ 248736 h 397699"/>
                <a:gd name="csX40" fmla="*/ 328102 w 338044"/>
                <a:gd name="csY40" fmla="*/ 272245 h 397699"/>
                <a:gd name="csX41" fmla="*/ 198328 w 338044"/>
                <a:gd name="csY41" fmla="*/ 207355 h 397699"/>
                <a:gd name="csX42" fmla="*/ 183941 w 338044"/>
                <a:gd name="csY42" fmla="*/ 200162 h 397699"/>
                <a:gd name="csX43" fmla="*/ 183941 w 338044"/>
                <a:gd name="csY43" fmla="*/ 329151 h 3976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338044" h="397699">
                  <a:moveTo>
                    <a:pt x="338044" y="288332"/>
                  </a:moveTo>
                  <a:lnTo>
                    <a:pt x="338044" y="243591"/>
                  </a:lnTo>
                  <a:lnTo>
                    <a:pt x="193878" y="141680"/>
                  </a:lnTo>
                  <a:lnTo>
                    <a:pt x="193878" y="44741"/>
                  </a:lnTo>
                  <a:cubicBezTo>
                    <a:pt x="193878" y="25353"/>
                    <a:pt x="183936" y="0"/>
                    <a:pt x="169022" y="0"/>
                  </a:cubicBezTo>
                  <a:cubicBezTo>
                    <a:pt x="154606" y="0"/>
                    <a:pt x="144166" y="25353"/>
                    <a:pt x="144166" y="44741"/>
                  </a:cubicBezTo>
                  <a:lnTo>
                    <a:pt x="144166" y="141680"/>
                  </a:lnTo>
                  <a:lnTo>
                    <a:pt x="0" y="243591"/>
                  </a:lnTo>
                  <a:lnTo>
                    <a:pt x="0" y="288332"/>
                  </a:lnTo>
                  <a:lnTo>
                    <a:pt x="144166" y="216249"/>
                  </a:lnTo>
                  <a:lnTo>
                    <a:pt x="144166" y="324622"/>
                  </a:lnTo>
                  <a:lnTo>
                    <a:pt x="94454" y="367872"/>
                  </a:lnTo>
                  <a:lnTo>
                    <a:pt x="94454" y="397699"/>
                  </a:lnTo>
                  <a:lnTo>
                    <a:pt x="169022" y="367872"/>
                  </a:lnTo>
                  <a:lnTo>
                    <a:pt x="243591" y="397699"/>
                  </a:lnTo>
                  <a:lnTo>
                    <a:pt x="243591" y="367872"/>
                  </a:lnTo>
                  <a:lnTo>
                    <a:pt x="193878" y="324622"/>
                  </a:lnTo>
                  <a:lnTo>
                    <a:pt x="193878" y="216249"/>
                  </a:lnTo>
                  <a:close/>
                  <a:moveTo>
                    <a:pt x="187351" y="332124"/>
                  </a:moveTo>
                  <a:lnTo>
                    <a:pt x="233648" y="372391"/>
                  </a:lnTo>
                  <a:lnTo>
                    <a:pt x="233648" y="383004"/>
                  </a:lnTo>
                  <a:lnTo>
                    <a:pt x="172716" y="358645"/>
                  </a:lnTo>
                  <a:lnTo>
                    <a:pt x="169022" y="357154"/>
                  </a:lnTo>
                  <a:lnTo>
                    <a:pt x="165329" y="358645"/>
                  </a:lnTo>
                  <a:lnTo>
                    <a:pt x="104396" y="383004"/>
                  </a:lnTo>
                  <a:lnTo>
                    <a:pt x="104396" y="372401"/>
                  </a:lnTo>
                  <a:lnTo>
                    <a:pt x="150693" y="332133"/>
                  </a:lnTo>
                  <a:lnTo>
                    <a:pt x="154108" y="329151"/>
                  </a:lnTo>
                  <a:lnTo>
                    <a:pt x="154108" y="200162"/>
                  </a:lnTo>
                  <a:lnTo>
                    <a:pt x="139692" y="207355"/>
                  </a:lnTo>
                  <a:lnTo>
                    <a:pt x="9942" y="272245"/>
                  </a:lnTo>
                  <a:lnTo>
                    <a:pt x="9942" y="248736"/>
                  </a:lnTo>
                  <a:lnTo>
                    <a:pt x="149903" y="149808"/>
                  </a:lnTo>
                  <a:lnTo>
                    <a:pt x="154108" y="146826"/>
                  </a:lnTo>
                  <a:lnTo>
                    <a:pt x="154108" y="44741"/>
                  </a:lnTo>
                  <a:cubicBezTo>
                    <a:pt x="154108" y="27138"/>
                    <a:pt x="163554" y="9942"/>
                    <a:pt x="169022" y="9942"/>
                  </a:cubicBezTo>
                  <a:cubicBezTo>
                    <a:pt x="175256" y="9942"/>
                    <a:pt x="183936" y="27476"/>
                    <a:pt x="183936" y="44741"/>
                  </a:cubicBezTo>
                  <a:lnTo>
                    <a:pt x="183936" y="146826"/>
                  </a:lnTo>
                  <a:lnTo>
                    <a:pt x="188137" y="149808"/>
                  </a:lnTo>
                  <a:lnTo>
                    <a:pt x="328102" y="248736"/>
                  </a:lnTo>
                  <a:lnTo>
                    <a:pt x="328102" y="272245"/>
                  </a:lnTo>
                  <a:lnTo>
                    <a:pt x="198328" y="207355"/>
                  </a:lnTo>
                  <a:lnTo>
                    <a:pt x="183941" y="200162"/>
                  </a:lnTo>
                  <a:lnTo>
                    <a:pt x="183941" y="329151"/>
                  </a:lnTo>
                  <a:close/>
                </a:path>
              </a:pathLst>
            </a:custGeom>
            <a:grpFill/>
            <a:ln w="4961"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grpSp>
      <p:sp>
        <p:nvSpPr>
          <p:cNvPr id="36" name="Rectangle: Rounded Corners 62">
            <a:extLst>
              <a:ext uri="{FF2B5EF4-FFF2-40B4-BE49-F238E27FC236}">
                <a16:creationId xmlns:a16="http://schemas.microsoft.com/office/drawing/2014/main" id="{DE9B47C7-E61A-2C0B-1F24-19D9D54233CB}"/>
              </a:ext>
            </a:extLst>
          </p:cNvPr>
          <p:cNvSpPr/>
          <p:nvPr/>
        </p:nvSpPr>
        <p:spPr>
          <a:xfrm>
            <a:off x="880968" y="1603933"/>
            <a:ext cx="1143812" cy="227335"/>
          </a:xfrm>
          <a:prstGeom prst="rect">
            <a:avLst/>
          </a:prstGeom>
          <a:solidFill>
            <a:srgbClr val="F5F5FC"/>
          </a:solidFill>
          <a:ln w="12700" cap="sq" cmpd="sng" algn="ctr">
            <a:solidFill>
              <a:srgbClr val="E18600"/>
            </a:solidFill>
            <a:prstDash val="dashDot"/>
            <a:miter lim="800000"/>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en-US" altLang="zh-CN" sz="900" b="1" i="0" u="none" strike="noStrike" kern="0" cap="none" spc="0" normalizeH="0" baseline="0" noProof="0">
                <a:ln>
                  <a:noFill/>
                </a:ln>
                <a:solidFill>
                  <a:prstClr val="black"/>
                </a:solidFill>
                <a:effectLst/>
                <a:uLnTx/>
                <a:uFillTx/>
                <a:latin typeface="BoehringerForward Text"/>
                <a:ea typeface="黑体"/>
                <a:cs typeface="Calibri" panose="020F0502020204030204" pitchFamily="34" charset="0"/>
              </a:rPr>
              <a:t>Under evaluation</a:t>
            </a:r>
            <a:endParaRPr kumimoji="0" lang="en-US" sz="800" b="0" i="0" u="none" strike="noStrike" kern="1200" cap="none" spc="0" normalizeH="0" baseline="0" noProof="0">
              <a:ln>
                <a:noFill/>
              </a:ln>
              <a:solidFill>
                <a:prstClr val="black"/>
              </a:solidFill>
              <a:effectLst/>
              <a:uLnTx/>
              <a:uFillTx/>
              <a:latin typeface="BoehringerForward Text"/>
              <a:ea typeface="黑体"/>
              <a:cs typeface="+mn-cs"/>
            </a:endParaRPr>
          </a:p>
        </p:txBody>
      </p:sp>
      <p:graphicFrame>
        <p:nvGraphicFramePr>
          <p:cNvPr id="47" name="Tabelle 41">
            <a:extLst>
              <a:ext uri="{FF2B5EF4-FFF2-40B4-BE49-F238E27FC236}">
                <a16:creationId xmlns:a16="http://schemas.microsoft.com/office/drawing/2014/main" id="{DB7049DF-AB80-28B5-A3D5-0FD463329AE4}"/>
              </a:ext>
            </a:extLst>
          </p:cNvPr>
          <p:cNvGraphicFramePr>
            <a:graphicFrameLocks noGrp="1"/>
          </p:cNvGraphicFramePr>
          <p:nvPr/>
        </p:nvGraphicFramePr>
        <p:xfrm>
          <a:off x="4313829" y="3774143"/>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de-DE" altLang="zh-CN" sz="1000" b="1" i="0" u="none" strike="noStrike" kern="0" cap="none" spc="0" normalizeH="0" baseline="0" noProof="0">
                          <a:ln>
                            <a:noFill/>
                          </a:ln>
                          <a:solidFill>
                            <a:schemeClr val="bg1"/>
                          </a:solidFill>
                          <a:effectLst/>
                          <a:uLnTx/>
                          <a:uFillTx/>
                          <a:latin typeface="+mn-lt"/>
                          <a:ea typeface="+mn-ea"/>
                          <a:cs typeface="Calibri"/>
                        </a:rPr>
                        <a:t>cGAS inh.</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de-DE" sz="800" kern="1200">
                          <a:solidFill>
                            <a:schemeClr val="bg1"/>
                          </a:solidFill>
                          <a:latin typeface="Boehringer Forward Text"/>
                          <a:ea typeface="+mn-ea"/>
                          <a:cs typeface="+mn-cs"/>
                        </a:rPr>
                        <a:t>dF4</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49" name="Tabelle 41">
            <a:extLst>
              <a:ext uri="{FF2B5EF4-FFF2-40B4-BE49-F238E27FC236}">
                <a16:creationId xmlns:a16="http://schemas.microsoft.com/office/drawing/2014/main" id="{A88E6C2E-5032-4BDF-528E-14486E26E582}"/>
              </a:ext>
            </a:extLst>
          </p:cNvPr>
          <p:cNvGraphicFramePr>
            <a:graphicFrameLocks noGrp="1"/>
          </p:cNvGraphicFramePr>
          <p:nvPr/>
        </p:nvGraphicFramePr>
        <p:xfrm>
          <a:off x="6409833" y="3141226"/>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buClrTx/>
                        <a:buSzTx/>
                        <a:buFontTx/>
                        <a:buNone/>
                        <a:tabLst/>
                        <a:defRPr/>
                      </a:pPr>
                      <a:r>
                        <a:rPr lang="de-DE" sz="1000" b="1" i="0" u="none" strike="noStrike" kern="0" cap="none" spc="0" normalizeH="0" baseline="0" noProof="0">
                          <a:ln>
                            <a:noFill/>
                          </a:ln>
                          <a:solidFill>
                            <a:schemeClr val="bg1"/>
                          </a:solidFill>
                          <a:effectLst/>
                          <a:uLnTx/>
                          <a:uFillTx/>
                          <a:latin typeface="+mn-lt"/>
                          <a:ea typeface="+mn-ea"/>
                          <a:cs typeface="Calibri"/>
                        </a:rPr>
                        <a:t>anti-IL11 NG</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de-DE" sz="800" kern="1200">
                          <a:solidFill>
                            <a:schemeClr val="bg1"/>
                          </a:solidFill>
                          <a:latin typeface="Boehringer Forward Text"/>
                          <a:ea typeface="+mn-ea"/>
                          <a:cs typeface="+mn-cs"/>
                        </a:rPr>
                        <a:t>MASH</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51" name="Tabelle 41">
            <a:extLst>
              <a:ext uri="{FF2B5EF4-FFF2-40B4-BE49-F238E27FC236}">
                <a16:creationId xmlns:a16="http://schemas.microsoft.com/office/drawing/2014/main" id="{3C5F0210-5BDC-0A66-C2BB-13524D9BBECB}"/>
              </a:ext>
            </a:extLst>
          </p:cNvPr>
          <p:cNvGraphicFramePr>
            <a:graphicFrameLocks noGrp="1"/>
          </p:cNvGraphicFramePr>
          <p:nvPr/>
        </p:nvGraphicFramePr>
        <p:xfrm>
          <a:off x="6418573" y="3766007"/>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de-DE" altLang="zh-CN" sz="1000" b="1" i="0" u="none" strike="noStrike" kern="0" cap="none" spc="0" normalizeH="0" baseline="0" noProof="0">
                          <a:ln>
                            <a:noFill/>
                          </a:ln>
                          <a:solidFill>
                            <a:schemeClr val="bg1"/>
                          </a:solidFill>
                          <a:effectLst/>
                          <a:uLnTx/>
                          <a:uFillTx/>
                          <a:latin typeface="+mn-lt"/>
                          <a:ea typeface="+mn-ea"/>
                          <a:cs typeface="Calibri"/>
                        </a:rPr>
                        <a:t>FAP/TRAILR2 ago.</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de-DE" altLang="zh-CN" sz="800" kern="1200">
                          <a:solidFill>
                            <a:schemeClr val="bg1"/>
                          </a:solidFill>
                          <a:latin typeface="Boehringer Forward Text"/>
                          <a:ea typeface="+mn-ea"/>
                          <a:cs typeface="+mn-cs"/>
                        </a:rPr>
                        <a:t>MASH</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55" name="Tabelle 41">
            <a:extLst>
              <a:ext uri="{FF2B5EF4-FFF2-40B4-BE49-F238E27FC236}">
                <a16:creationId xmlns:a16="http://schemas.microsoft.com/office/drawing/2014/main" id="{939485EB-DAC1-1DC3-B3D4-0B6AE7A22834}"/>
              </a:ext>
            </a:extLst>
          </p:cNvPr>
          <p:cNvGraphicFramePr>
            <a:graphicFrameLocks noGrp="1"/>
          </p:cNvGraphicFramePr>
          <p:nvPr/>
        </p:nvGraphicFramePr>
        <p:xfrm>
          <a:off x="2757780" y="4364468"/>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de-DE" sz="1000" b="1" i="0" u="none" strike="noStrike" kern="0" cap="none" spc="0" normalizeH="0" baseline="0" noProof="0">
                          <a:ln>
                            <a:noFill/>
                          </a:ln>
                          <a:solidFill>
                            <a:schemeClr val="bg1"/>
                          </a:solidFill>
                          <a:effectLst/>
                          <a:uLnTx/>
                          <a:uFillTx/>
                          <a:latin typeface="+mn-lt"/>
                          <a:ea typeface="+mn-ea"/>
                          <a:cs typeface="Calibri"/>
                        </a:rPr>
                        <a:t>CRFR2a ago.</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de-DE" sz="800" kern="1200">
                          <a:solidFill>
                            <a:srgbClr val="5D4495"/>
                          </a:solidFill>
                          <a:latin typeface="Boehringer Forward Text"/>
                          <a:ea typeface="+mn-ea"/>
                          <a:cs typeface="+mn-cs"/>
                        </a:rPr>
                        <a:t>Obesity</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5F5FC"/>
                    </a:solidFill>
                  </a:tcPr>
                </a:tc>
                <a:extLst>
                  <a:ext uri="{0D108BD9-81ED-4DB2-BD59-A6C34878D82A}">
                    <a16:rowId xmlns:a16="http://schemas.microsoft.com/office/drawing/2014/main" val="1194513473"/>
                  </a:ext>
                </a:extLst>
              </a:tr>
            </a:tbl>
          </a:graphicData>
        </a:graphic>
      </p:graphicFrame>
      <p:graphicFrame>
        <p:nvGraphicFramePr>
          <p:cNvPr id="61" name="Tabelle 41">
            <a:extLst>
              <a:ext uri="{FF2B5EF4-FFF2-40B4-BE49-F238E27FC236}">
                <a16:creationId xmlns:a16="http://schemas.microsoft.com/office/drawing/2014/main" id="{B1277A3B-9DF4-21E5-F73B-266E39487418}"/>
              </a:ext>
            </a:extLst>
          </p:cNvPr>
          <p:cNvGraphicFramePr>
            <a:graphicFrameLocks noGrp="1"/>
          </p:cNvGraphicFramePr>
          <p:nvPr/>
        </p:nvGraphicFramePr>
        <p:xfrm>
          <a:off x="6414121" y="4375454"/>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buClrTx/>
                        <a:buSzTx/>
                        <a:buFontTx/>
                        <a:buNone/>
                        <a:tabLst/>
                        <a:defRPr/>
                      </a:pPr>
                      <a:r>
                        <a:rPr lang="de-DE" sz="1000" b="1" i="0" u="none" strike="noStrike" kern="0" cap="none" spc="0" normalizeH="0" baseline="0" noProof="0">
                          <a:ln>
                            <a:noFill/>
                          </a:ln>
                          <a:solidFill>
                            <a:schemeClr val="bg1"/>
                          </a:solidFill>
                          <a:effectLst/>
                          <a:uLnTx/>
                          <a:uFillTx/>
                          <a:latin typeface="+mn-lt"/>
                          <a:ea typeface="+mn-ea"/>
                          <a:cs typeface="Calibri"/>
                        </a:rPr>
                        <a:t>mGluR4 NAM</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algn="ctr"/>
                      <a:r>
                        <a:rPr lang="de-DE" altLang="zh-CN" sz="800" kern="1200">
                          <a:solidFill>
                            <a:schemeClr val="bg1"/>
                          </a:solidFill>
                          <a:latin typeface="Boehringer Forward Text"/>
                          <a:ea typeface="+mn-ea"/>
                          <a:cs typeface="+mn-cs"/>
                        </a:rPr>
                        <a:t>Obesity</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68" name="Tabelle 41">
            <a:extLst>
              <a:ext uri="{FF2B5EF4-FFF2-40B4-BE49-F238E27FC236}">
                <a16:creationId xmlns:a16="http://schemas.microsoft.com/office/drawing/2014/main" id="{B96A9E64-2141-7753-E67C-B1E4FFEBE758}"/>
              </a:ext>
            </a:extLst>
          </p:cNvPr>
          <p:cNvGraphicFramePr>
            <a:graphicFrameLocks noGrp="1"/>
          </p:cNvGraphicFramePr>
          <p:nvPr/>
        </p:nvGraphicFramePr>
        <p:xfrm>
          <a:off x="2757780" y="3747640"/>
          <a:ext cx="1294151" cy="6096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sv-SE" sz="1000" b="1" i="0" u="none" strike="noStrike" kern="0" cap="none" spc="0" normalizeH="0" baseline="0" noProof="0">
                          <a:ln>
                            <a:noFill/>
                          </a:ln>
                          <a:solidFill>
                            <a:schemeClr val="bg1"/>
                          </a:solidFill>
                          <a:effectLst/>
                          <a:uLnTx/>
                          <a:uFillTx/>
                          <a:latin typeface="+mn-lt"/>
                          <a:ea typeface="+mn-ea"/>
                          <a:cs typeface="Calibri"/>
                        </a:rPr>
                        <a:t>BCL6 GalNAc-siRNA</a:t>
                      </a:r>
                      <a:endParaRPr lang="de-DE" sz="1000" b="1" i="0" u="none" strike="noStrike" kern="0" cap="none" spc="0" normalizeH="0" baseline="0" noProof="0">
                        <a:ln>
                          <a:noFill/>
                        </a:ln>
                        <a:solidFill>
                          <a:schemeClr val="bg1"/>
                        </a:solidFill>
                        <a:effectLst/>
                        <a:uLnTx/>
                        <a:uFillTx/>
                        <a:latin typeface="+mn-lt"/>
                        <a:ea typeface="+mn-ea"/>
                        <a:cs typeface="Calibri"/>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lang="de-DE" sz="800" kern="1200">
                          <a:solidFill>
                            <a:srgbClr val="5D4495"/>
                          </a:solidFill>
                          <a:latin typeface="Boehringer Forward Text"/>
                          <a:ea typeface="+mn-ea"/>
                          <a:cs typeface="+mn-cs"/>
                        </a:rPr>
                        <a:t>CS decomp</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5F5FC"/>
                    </a:solidFill>
                  </a:tcPr>
                </a:tc>
                <a:extLst>
                  <a:ext uri="{0D108BD9-81ED-4DB2-BD59-A6C34878D82A}">
                    <a16:rowId xmlns:a16="http://schemas.microsoft.com/office/drawing/2014/main" val="1194513473"/>
                  </a:ext>
                </a:extLst>
              </a:tr>
            </a:tbl>
          </a:graphicData>
        </a:graphic>
      </p:graphicFrame>
      <p:graphicFrame>
        <p:nvGraphicFramePr>
          <p:cNvPr id="69" name="Tabelle 41">
            <a:extLst>
              <a:ext uri="{FF2B5EF4-FFF2-40B4-BE49-F238E27FC236}">
                <a16:creationId xmlns:a16="http://schemas.microsoft.com/office/drawing/2014/main" id="{15E4FC57-E30F-A4E9-490D-7E0BBB16485D}"/>
              </a:ext>
            </a:extLst>
          </p:cNvPr>
          <p:cNvGraphicFramePr>
            <a:graphicFrameLocks noGrp="1"/>
          </p:cNvGraphicFramePr>
          <p:nvPr/>
        </p:nvGraphicFramePr>
        <p:xfrm>
          <a:off x="2757778" y="3118912"/>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de-DE" altLang="zh-CN" sz="1000" b="1" i="0" u="none" strike="noStrike" kern="0" cap="none" spc="0" normalizeH="0" baseline="0" noProof="0">
                          <a:ln>
                            <a:noFill/>
                          </a:ln>
                          <a:solidFill>
                            <a:schemeClr val="bg1"/>
                          </a:solidFill>
                          <a:effectLst/>
                          <a:uLnTx/>
                          <a:uFillTx/>
                          <a:latin typeface="+mn-lt"/>
                          <a:ea typeface="+mn-ea"/>
                          <a:cs typeface="Calibri"/>
                        </a:rPr>
                        <a:t>FAP/TRAILR2 NG</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lang="de-DE" sz="800" kern="1200">
                          <a:solidFill>
                            <a:srgbClr val="5D4495"/>
                          </a:solidFill>
                          <a:latin typeface="Boehringer Forward Text"/>
                          <a:ea typeface="+mn-ea"/>
                          <a:cs typeface="+mn-cs"/>
                        </a:rPr>
                        <a:t>MASH</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5F5FC"/>
                    </a:solidFill>
                  </a:tcPr>
                </a:tc>
                <a:extLst>
                  <a:ext uri="{0D108BD9-81ED-4DB2-BD59-A6C34878D82A}">
                    <a16:rowId xmlns:a16="http://schemas.microsoft.com/office/drawing/2014/main" val="1194513473"/>
                  </a:ext>
                </a:extLst>
              </a:tr>
            </a:tbl>
          </a:graphicData>
        </a:graphic>
      </p:graphicFrame>
      <p:graphicFrame>
        <p:nvGraphicFramePr>
          <p:cNvPr id="4" name="Tabelle 39">
            <a:extLst>
              <a:ext uri="{FF2B5EF4-FFF2-40B4-BE49-F238E27FC236}">
                <a16:creationId xmlns:a16="http://schemas.microsoft.com/office/drawing/2014/main" id="{5AED4840-1A3E-14F7-DCE0-E798B705FA7E}"/>
              </a:ext>
            </a:extLst>
          </p:cNvPr>
          <p:cNvGraphicFramePr>
            <a:graphicFrameLocks noGrp="1"/>
          </p:cNvGraphicFramePr>
          <p:nvPr/>
        </p:nvGraphicFramePr>
        <p:xfrm>
          <a:off x="8534527" y="2498787"/>
          <a:ext cx="1320662" cy="1097280"/>
        </p:xfrm>
        <a:graphic>
          <a:graphicData uri="http://schemas.openxmlformats.org/drawingml/2006/table">
            <a:tbl>
              <a:tblPr firstRow="1" bandRow="1"/>
              <a:tblGrid>
                <a:gridCol w="1320662">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buClrTx/>
                        <a:buSzTx/>
                        <a:buFontTx/>
                        <a:buNone/>
                        <a:tabLst/>
                        <a:defRPr/>
                      </a:pPr>
                      <a:r>
                        <a:rPr lang="en-US" altLang="zh-CN" sz="1000" b="1" i="0" u="none" strike="noStrike" kern="0" cap="none" spc="0" normalizeH="0" baseline="0" noProof="0" err="1">
                          <a:ln>
                            <a:noFill/>
                          </a:ln>
                          <a:solidFill>
                            <a:schemeClr val="bg1"/>
                          </a:solidFill>
                          <a:effectLst/>
                          <a:uLnTx/>
                          <a:uFillTx/>
                          <a:latin typeface="+mn-lt"/>
                          <a:cs typeface="Calibri"/>
                        </a:rPr>
                        <a:t>VicaEmpa</a:t>
                      </a:r>
                      <a:endParaRPr lang="en-US" altLang="zh-CN" sz="1000" b="1" i="0" u="none" strike="noStrike" kern="0" cap="none" spc="0" normalizeH="0" baseline="0" noProof="0">
                        <a:ln>
                          <a:noFill/>
                        </a:ln>
                        <a:solidFill>
                          <a:schemeClr val="bg1"/>
                        </a:solidFill>
                        <a:effectLst/>
                        <a:uLnTx/>
                        <a:uFillTx/>
                        <a:latin typeface="+mn-lt"/>
                        <a:cs typeface="Calibri"/>
                      </a:endParaRP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en-US" altLang="zh-CN" sz="800" kern="1200">
                          <a:solidFill>
                            <a:schemeClr val="bg1"/>
                          </a:solidFill>
                          <a:latin typeface="Boehringer Forward Text"/>
                          <a:ea typeface="+mn-ea"/>
                          <a:cs typeface="+mn-cs"/>
                        </a:rPr>
                        <a:t>CKD</a:t>
                      </a:r>
                    </a:p>
                  </a:txBody>
                  <a:tcP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3280457632"/>
                  </a:ext>
                </a:extLst>
              </a:tr>
              <a:tr h="0">
                <a:tc>
                  <a:txBody>
                    <a:bodyPr/>
                    <a:lstStyle/>
                    <a:p>
                      <a:pPr marL="0" algn="ctr" defTabSz="914400" rtl="0" eaLnBrk="1" latinLnBrk="0" hangingPunct="1"/>
                      <a:r>
                        <a:rPr lang="de-DE" sz="800" kern="1200">
                          <a:solidFill>
                            <a:schemeClr val="bg1"/>
                          </a:solidFill>
                          <a:latin typeface="Boehringer Forward Text"/>
                          <a:ea typeface="+mn-ea"/>
                          <a:cs typeface="+mn-cs"/>
                        </a:rPr>
                        <a:t>HFpFF</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30840362"/>
                  </a:ext>
                </a:extLst>
              </a:tr>
              <a:tr h="0">
                <a:tc>
                  <a:txBody>
                    <a:bodyPr/>
                    <a:lstStyle/>
                    <a:p>
                      <a:pPr marL="0" algn="ctr" defTabSz="914400" rtl="0" eaLnBrk="1" latinLnBrk="0" hangingPunct="1"/>
                      <a:r>
                        <a:rPr lang="de-DE" altLang="zh-CN" sz="800" kern="1200">
                          <a:solidFill>
                            <a:schemeClr val="bg1"/>
                          </a:solidFill>
                          <a:latin typeface="Boehringer Forward Text"/>
                          <a:ea typeface="+mn-ea"/>
                          <a:cs typeface="+mn-cs"/>
                        </a:rPr>
                        <a:t>HFrFF</a:t>
                      </a:r>
                    </a:p>
                  </a:txBody>
                  <a:tcP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231402577"/>
                  </a:ext>
                </a:extLst>
              </a:tr>
              <a:tr h="0">
                <a:tc>
                  <a:txBody>
                    <a:bodyPr/>
                    <a:lstStyle/>
                    <a:p>
                      <a:pPr marL="0" algn="ctr" defTabSz="914400" rtl="0" eaLnBrk="1" latinLnBrk="0" hangingPunct="1"/>
                      <a:r>
                        <a:rPr lang="en-US" sz="800" kern="1200">
                          <a:solidFill>
                            <a:schemeClr val="bg1"/>
                          </a:solidFill>
                          <a:latin typeface="Boehringer Forward Text"/>
                          <a:ea typeface="+mn-ea"/>
                          <a:cs typeface="+mn-cs"/>
                        </a:rPr>
                        <a:t>CVRR</a:t>
                      </a:r>
                      <a:endParaRPr lang="de-DE" sz="800" kern="1200">
                        <a:solidFill>
                          <a:schemeClr val="bg1"/>
                        </a:solidFill>
                        <a:latin typeface="Boehringer Forward Text"/>
                        <a:ea typeface="+mn-ea"/>
                        <a:cs typeface="+mn-cs"/>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3904810002"/>
                  </a:ext>
                </a:extLst>
              </a:tr>
            </a:tbl>
          </a:graphicData>
        </a:graphic>
      </p:graphicFrame>
      <p:graphicFrame>
        <p:nvGraphicFramePr>
          <p:cNvPr id="5" name="Tabelle 41">
            <a:extLst>
              <a:ext uri="{FF2B5EF4-FFF2-40B4-BE49-F238E27FC236}">
                <a16:creationId xmlns:a16="http://schemas.microsoft.com/office/drawing/2014/main" id="{6448F2D2-F841-F979-7F20-787492074AF8}"/>
              </a:ext>
            </a:extLst>
          </p:cNvPr>
          <p:cNvGraphicFramePr>
            <a:graphicFrameLocks noGrp="1"/>
          </p:cNvGraphicFramePr>
          <p:nvPr/>
        </p:nvGraphicFramePr>
        <p:xfrm>
          <a:off x="740362" y="4413745"/>
          <a:ext cx="1294151" cy="457200"/>
        </p:xfrm>
        <a:graphic>
          <a:graphicData uri="http://schemas.openxmlformats.org/drawingml/2006/table">
            <a:tbl>
              <a:tblPr firstRow="1" bandRow="1">
                <a:tableStyleId>{073A0DAA-6AF3-43AB-8588-CEC1D06C72B9}</a:tableStyleId>
              </a:tblPr>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buClrTx/>
                        <a:buSzTx/>
                        <a:buFontTx/>
                        <a:buNone/>
                        <a:tabLst/>
                        <a:defRPr/>
                      </a:pPr>
                      <a:r>
                        <a:rPr lang="sv-SE" sz="1000" b="1" u="none" strike="noStrike" kern="0" cap="none" spc="0" normalizeH="0" baseline="0" noProof="0">
                          <a:ln>
                            <a:noFill/>
                          </a:ln>
                          <a:solidFill>
                            <a:schemeClr val="bg1"/>
                          </a:solidFill>
                          <a:effectLst/>
                          <a:uLnTx/>
                          <a:uFillTx/>
                        </a:rPr>
                        <a:t>SIRPa antago.</a:t>
                      </a:r>
                      <a:endParaRPr lang="de-DE" sz="1000" b="1" i="0" u="none" strike="noStrike" kern="0" cap="none" spc="0" normalizeH="0" baseline="0" noProof="0">
                        <a:ln>
                          <a:noFill/>
                        </a:ln>
                        <a:solidFill>
                          <a:schemeClr val="bg1"/>
                        </a:solidFill>
                        <a:effectLst/>
                        <a:uLnTx/>
                        <a:uFillTx/>
                        <a:latin typeface="+mn-lt"/>
                        <a:ea typeface="+mn-ea"/>
                        <a:cs typeface="Calibri"/>
                      </a:endParaRPr>
                    </a:p>
                  </a:txBody>
                  <a:tcPr>
                    <a:solidFill>
                      <a:srgbClr val="08312A"/>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lang="de-DE" sz="800" kern="1200">
                          <a:solidFill>
                            <a:srgbClr val="5D4495"/>
                          </a:solidFill>
                        </a:rPr>
                        <a:t>MASH</a:t>
                      </a:r>
                      <a:endParaRPr lang="de-DE" sz="800" kern="1200">
                        <a:solidFill>
                          <a:srgbClr val="5D4495"/>
                        </a:solidFill>
                        <a:latin typeface="Boehringer Forward Text"/>
                        <a:ea typeface="+mn-ea"/>
                        <a:cs typeface="+mn-cs"/>
                      </a:endParaRPr>
                    </a:p>
                  </a:txBody>
                  <a:tcPr/>
                </a:tc>
                <a:extLst>
                  <a:ext uri="{0D108BD9-81ED-4DB2-BD59-A6C34878D82A}">
                    <a16:rowId xmlns:a16="http://schemas.microsoft.com/office/drawing/2014/main" val="1194513473"/>
                  </a:ext>
                </a:extLst>
              </a:tr>
            </a:tbl>
          </a:graphicData>
        </a:graphic>
      </p:graphicFrame>
      <p:graphicFrame>
        <p:nvGraphicFramePr>
          <p:cNvPr id="9" name="Tabelle 13">
            <a:extLst>
              <a:ext uri="{FF2B5EF4-FFF2-40B4-BE49-F238E27FC236}">
                <a16:creationId xmlns:a16="http://schemas.microsoft.com/office/drawing/2014/main" id="{24D9F125-2C60-CBDA-75D2-B6EE8D1AA30D}"/>
              </a:ext>
            </a:extLst>
          </p:cNvPr>
          <p:cNvGraphicFramePr>
            <a:graphicFrameLocks noGrp="1"/>
          </p:cNvGraphicFramePr>
          <p:nvPr/>
        </p:nvGraphicFramePr>
        <p:xfrm>
          <a:off x="10171344" y="4384597"/>
          <a:ext cx="1320662" cy="457200"/>
        </p:xfrm>
        <a:graphic>
          <a:graphicData uri="http://schemas.openxmlformats.org/drawingml/2006/table">
            <a:tbl>
              <a:tblPr firstRow="1" bandRow="1"/>
              <a:tblGrid>
                <a:gridCol w="1320662">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0"/>
                        </a:spcBef>
                        <a:spcAft>
                          <a:spcPts val="0"/>
                        </a:spcAft>
                        <a:buClrTx/>
                        <a:buSzTx/>
                        <a:buFontTx/>
                        <a:buNone/>
                        <a:tabLst/>
                        <a:defRPr/>
                      </a:pPr>
                      <a:r>
                        <a:rPr lang="de-DE" altLang="zh-CN" sz="1000" b="1" i="0" u="none" strike="noStrike" kern="0" cap="none" spc="0" normalizeH="0" baseline="0">
                          <a:ln>
                            <a:noFill/>
                          </a:ln>
                          <a:solidFill>
                            <a:schemeClr val="bg1"/>
                          </a:solidFill>
                          <a:effectLst/>
                          <a:uLnTx/>
                          <a:uFillTx/>
                          <a:latin typeface="+mn-lt"/>
                          <a:ea typeface="+mn-ea"/>
                          <a:cs typeface="Calibri"/>
                        </a:rPr>
                        <a:t>Metalyse</a:t>
                      </a:r>
                    </a:p>
                  </a:txBody>
                  <a:tcP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800" kern="1200">
                          <a:solidFill>
                            <a:schemeClr val="bg1"/>
                          </a:solidFill>
                          <a:latin typeface="Boehringer Forward Text"/>
                          <a:ea typeface="+mn-ea"/>
                          <a:cs typeface="+mn-cs"/>
                        </a:rPr>
                        <a:t>AIS 4.5h</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11" name="Tabelle 13">
            <a:extLst>
              <a:ext uri="{FF2B5EF4-FFF2-40B4-BE49-F238E27FC236}">
                <a16:creationId xmlns:a16="http://schemas.microsoft.com/office/drawing/2014/main" id="{D7456E80-A0DF-22AF-04AD-C05483333AEE}"/>
              </a:ext>
            </a:extLst>
          </p:cNvPr>
          <p:cNvGraphicFramePr>
            <a:graphicFrameLocks noGrp="1"/>
          </p:cNvGraphicFramePr>
          <p:nvPr/>
        </p:nvGraphicFramePr>
        <p:xfrm>
          <a:off x="10171344" y="2712147"/>
          <a:ext cx="1320662" cy="883920"/>
        </p:xfrm>
        <a:graphic>
          <a:graphicData uri="http://schemas.openxmlformats.org/drawingml/2006/table">
            <a:tbl>
              <a:tblPr firstRow="1" bandRow="1"/>
              <a:tblGrid>
                <a:gridCol w="1320662">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0"/>
                        </a:spcBef>
                        <a:spcAft>
                          <a:spcPts val="0"/>
                        </a:spcAft>
                        <a:buClrTx/>
                        <a:buSzTx/>
                        <a:buFontTx/>
                        <a:buNone/>
                        <a:tabLst/>
                        <a:defRPr/>
                      </a:pPr>
                      <a:r>
                        <a:rPr lang="de-DE" altLang="zh-CN" sz="1000" b="1" i="0" u="none" strike="noStrike" kern="0" cap="none" spc="0" normalizeH="0" baseline="0">
                          <a:ln>
                            <a:noFill/>
                          </a:ln>
                          <a:solidFill>
                            <a:schemeClr val="bg1"/>
                          </a:solidFill>
                          <a:effectLst/>
                          <a:uLnTx/>
                          <a:uFillTx/>
                          <a:latin typeface="+mn-lt"/>
                          <a:ea typeface="+mn-ea"/>
                          <a:cs typeface="Calibri"/>
                        </a:rPr>
                        <a:t>Apecotrep</a:t>
                      </a:r>
                    </a:p>
                  </a:txBody>
                  <a:tcP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800" kern="1200">
                          <a:solidFill>
                            <a:schemeClr val="bg1"/>
                          </a:solidFill>
                          <a:latin typeface="Boehringer Forward Text"/>
                          <a:ea typeface="+mn-ea"/>
                          <a:cs typeface="+mn-cs"/>
                        </a:rPr>
                        <a:t>pFSGS</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800" strike="sngStrike" kern="1200">
                          <a:solidFill>
                            <a:srgbClr val="FF0000"/>
                          </a:solidFill>
                          <a:latin typeface="Boehringer Forward Text"/>
                          <a:ea typeface="+mn-ea"/>
                          <a:cs typeface="+mn-cs"/>
                        </a:rPr>
                        <a:t>DMD (terminated)</a:t>
                      </a:r>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338903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800" kern="1200">
                          <a:solidFill>
                            <a:schemeClr val="bg1"/>
                          </a:solidFill>
                          <a:latin typeface="Boehringer Forward Text"/>
                          <a:ea typeface="+mn-ea"/>
                          <a:cs typeface="+mn-cs"/>
                        </a:rPr>
                        <a:t>Podocytopathies</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921035694"/>
                  </a:ext>
                </a:extLst>
              </a:tr>
            </a:tbl>
          </a:graphicData>
        </a:graphic>
      </p:graphicFrame>
      <p:graphicFrame>
        <p:nvGraphicFramePr>
          <p:cNvPr id="12" name="Tabelle 13">
            <a:extLst>
              <a:ext uri="{FF2B5EF4-FFF2-40B4-BE49-F238E27FC236}">
                <a16:creationId xmlns:a16="http://schemas.microsoft.com/office/drawing/2014/main" id="{223C0A9C-8451-BD42-E3BD-B2967FBDE020}"/>
              </a:ext>
            </a:extLst>
          </p:cNvPr>
          <p:cNvGraphicFramePr>
            <a:graphicFrameLocks noGrp="1"/>
          </p:cNvGraphicFramePr>
          <p:nvPr/>
        </p:nvGraphicFramePr>
        <p:xfrm>
          <a:off x="10168910" y="3767943"/>
          <a:ext cx="1320662" cy="457200"/>
        </p:xfrm>
        <a:graphic>
          <a:graphicData uri="http://schemas.openxmlformats.org/drawingml/2006/table">
            <a:tbl>
              <a:tblPr firstRow="1" bandRow="1"/>
              <a:tblGrid>
                <a:gridCol w="1320662">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0"/>
                        </a:spcBef>
                        <a:spcAft>
                          <a:spcPts val="0"/>
                        </a:spcAft>
                        <a:buClrTx/>
                        <a:buSzTx/>
                        <a:buFontTx/>
                        <a:buNone/>
                        <a:tabLst/>
                        <a:defRPr/>
                      </a:pPr>
                      <a:r>
                        <a:rPr lang="de-DE" altLang="zh-CN" sz="1000" b="1" i="0" u="none" strike="noStrike" kern="0" cap="none" spc="0" normalizeH="0" baseline="0">
                          <a:ln>
                            <a:noFill/>
                          </a:ln>
                          <a:solidFill>
                            <a:schemeClr val="bg1"/>
                          </a:solidFill>
                          <a:effectLst/>
                          <a:uLnTx/>
                          <a:uFillTx/>
                          <a:latin typeface="+mn-lt"/>
                          <a:ea typeface="+mn-ea"/>
                          <a:cs typeface="Calibri"/>
                        </a:rPr>
                        <a:t>GGY2Ra</a:t>
                      </a:r>
                    </a:p>
                  </a:txBody>
                  <a:tcP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bg1"/>
                          </a:solidFill>
                          <a:latin typeface="Boehringer Forward Text"/>
                          <a:ea typeface="+mn-ea"/>
                          <a:cs typeface="+mn-cs"/>
                        </a:rPr>
                        <a:t>Obesity</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graphicFrame>
        <p:nvGraphicFramePr>
          <p:cNvPr id="13" name="Tabelle 41">
            <a:extLst>
              <a:ext uri="{FF2B5EF4-FFF2-40B4-BE49-F238E27FC236}">
                <a16:creationId xmlns:a16="http://schemas.microsoft.com/office/drawing/2014/main" id="{C64765E3-DB67-3122-E1E6-AB9B5B3E5633}"/>
              </a:ext>
            </a:extLst>
          </p:cNvPr>
          <p:cNvGraphicFramePr>
            <a:graphicFrameLocks noGrp="1"/>
          </p:cNvGraphicFramePr>
          <p:nvPr/>
        </p:nvGraphicFramePr>
        <p:xfrm>
          <a:off x="4316783" y="4374135"/>
          <a:ext cx="1294151" cy="457200"/>
        </p:xfrm>
        <a:graphic>
          <a:graphicData uri="http://schemas.openxmlformats.org/drawingml/2006/table">
            <a:tbl>
              <a:tblPr firstRow="1" bandRow="1"/>
              <a:tblGrid>
                <a:gridCol w="1294151">
                  <a:extLst>
                    <a:ext uri="{9D8B030D-6E8A-4147-A177-3AD203B41FA5}">
                      <a16:colId xmlns:a16="http://schemas.microsoft.com/office/drawing/2014/main" val="4245598997"/>
                    </a:ext>
                  </a:extLst>
                </a:gridCol>
              </a:tblGrid>
              <a:tr h="0">
                <a:tc>
                  <a:txBody>
                    <a:bodyPr/>
                    <a:lstStyle>
                      <a:lvl1pPr marL="0" algn="l" defTabSz="914400" rtl="0" eaLnBrk="1" latinLnBrk="0" hangingPunct="1">
                        <a:defRPr sz="1800" b="1" kern="1200">
                          <a:solidFill>
                            <a:schemeClr val="lt1"/>
                          </a:solidFill>
                          <a:latin typeface="Boehringer Forward Text"/>
                        </a:defRPr>
                      </a:lvl1pPr>
                      <a:lvl2pPr marL="457200" algn="l" defTabSz="914400" rtl="0" eaLnBrk="1" latinLnBrk="0" hangingPunct="1">
                        <a:defRPr sz="1800" b="1" kern="1200">
                          <a:solidFill>
                            <a:schemeClr val="lt1"/>
                          </a:solidFill>
                          <a:latin typeface="Boehringer Forward Text"/>
                        </a:defRPr>
                      </a:lvl2pPr>
                      <a:lvl3pPr marL="914400" algn="l" defTabSz="914400" rtl="0" eaLnBrk="1" latinLnBrk="0" hangingPunct="1">
                        <a:defRPr sz="1800" b="1" kern="1200">
                          <a:solidFill>
                            <a:schemeClr val="lt1"/>
                          </a:solidFill>
                          <a:latin typeface="Boehringer Forward Text"/>
                        </a:defRPr>
                      </a:lvl3pPr>
                      <a:lvl4pPr marL="1371600" algn="l" defTabSz="914400" rtl="0" eaLnBrk="1" latinLnBrk="0" hangingPunct="1">
                        <a:defRPr sz="1800" b="1" kern="1200">
                          <a:solidFill>
                            <a:schemeClr val="lt1"/>
                          </a:solidFill>
                          <a:latin typeface="Boehringer Forward Text"/>
                        </a:defRPr>
                      </a:lvl4pPr>
                      <a:lvl5pPr marL="1828800" algn="l" defTabSz="914400" rtl="0" eaLnBrk="1" latinLnBrk="0" hangingPunct="1">
                        <a:defRPr sz="1800" b="1" kern="1200">
                          <a:solidFill>
                            <a:schemeClr val="lt1"/>
                          </a:solidFill>
                          <a:latin typeface="Boehringer Forward Text"/>
                        </a:defRPr>
                      </a:lvl5pPr>
                      <a:lvl6pPr marL="2286000" algn="l" defTabSz="914400" rtl="0" eaLnBrk="1" latinLnBrk="0" hangingPunct="1">
                        <a:defRPr sz="1800" b="1" kern="1200">
                          <a:solidFill>
                            <a:schemeClr val="lt1"/>
                          </a:solidFill>
                          <a:latin typeface="Boehringer Forward Text"/>
                        </a:defRPr>
                      </a:lvl6pPr>
                      <a:lvl7pPr marL="2743200" algn="l" defTabSz="914400" rtl="0" eaLnBrk="1" latinLnBrk="0" hangingPunct="1">
                        <a:defRPr sz="1800" b="1" kern="1200">
                          <a:solidFill>
                            <a:schemeClr val="lt1"/>
                          </a:solidFill>
                          <a:latin typeface="Boehringer Forward Text"/>
                        </a:defRPr>
                      </a:lvl7pPr>
                      <a:lvl8pPr marL="3200400" algn="l" defTabSz="914400" rtl="0" eaLnBrk="1" latinLnBrk="0" hangingPunct="1">
                        <a:defRPr sz="1800" b="1" kern="1200">
                          <a:solidFill>
                            <a:schemeClr val="lt1"/>
                          </a:solidFill>
                          <a:latin typeface="Boehringer Forward Text"/>
                        </a:defRPr>
                      </a:lvl8pPr>
                      <a:lvl9pPr marL="3657600" algn="l" defTabSz="914400" rtl="0" eaLnBrk="1" latinLnBrk="0" hangingPunct="1">
                        <a:defRPr sz="1800" b="1" kern="1200">
                          <a:solidFill>
                            <a:schemeClr val="lt1"/>
                          </a:solidFill>
                          <a:latin typeface="Boehringer Forward Text"/>
                        </a:defRPr>
                      </a:lvl9p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lang="de-DE" altLang="zh-CN" sz="1000" b="1" i="0" u="none" strike="noStrike" kern="0" cap="none" spc="0" normalizeH="0" baseline="0" noProof="0">
                          <a:ln>
                            <a:noFill/>
                          </a:ln>
                          <a:solidFill>
                            <a:schemeClr val="bg1"/>
                          </a:solidFill>
                          <a:effectLst/>
                          <a:uLnTx/>
                          <a:uFillTx/>
                          <a:latin typeface="+mn-lt"/>
                          <a:ea typeface="+mn-ea"/>
                          <a:cs typeface="Calibri"/>
                        </a:rPr>
                        <a:t>TLR4 inh.</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6307024"/>
                  </a:ext>
                </a:extLst>
              </a:tr>
              <a:tr h="0">
                <a:tc>
                  <a:txBody>
                    <a:bodyPr/>
                    <a:lstStyle>
                      <a:lvl1pPr marL="0" algn="l" defTabSz="914400" rtl="0" eaLnBrk="1" latinLnBrk="0" hangingPunct="1">
                        <a:defRPr sz="1800" kern="1200">
                          <a:solidFill>
                            <a:schemeClr val="dk1"/>
                          </a:solidFill>
                          <a:latin typeface="Boehringer Forward Text"/>
                        </a:defRPr>
                      </a:lvl1pPr>
                      <a:lvl2pPr marL="457200" algn="l" defTabSz="914400" rtl="0" eaLnBrk="1" latinLnBrk="0" hangingPunct="1">
                        <a:defRPr sz="1800" kern="1200">
                          <a:solidFill>
                            <a:schemeClr val="dk1"/>
                          </a:solidFill>
                          <a:latin typeface="Boehringer Forward Text"/>
                        </a:defRPr>
                      </a:lvl2pPr>
                      <a:lvl3pPr marL="914400" algn="l" defTabSz="914400" rtl="0" eaLnBrk="1" latinLnBrk="0" hangingPunct="1">
                        <a:defRPr sz="1800" kern="1200">
                          <a:solidFill>
                            <a:schemeClr val="dk1"/>
                          </a:solidFill>
                          <a:latin typeface="Boehringer Forward Text"/>
                        </a:defRPr>
                      </a:lvl3pPr>
                      <a:lvl4pPr marL="1371600" algn="l" defTabSz="914400" rtl="0" eaLnBrk="1" latinLnBrk="0" hangingPunct="1">
                        <a:defRPr sz="1800" kern="1200">
                          <a:solidFill>
                            <a:schemeClr val="dk1"/>
                          </a:solidFill>
                          <a:latin typeface="Boehringer Forward Text"/>
                        </a:defRPr>
                      </a:lvl4pPr>
                      <a:lvl5pPr marL="1828800" algn="l" defTabSz="914400" rtl="0" eaLnBrk="1" latinLnBrk="0" hangingPunct="1">
                        <a:defRPr sz="1800" kern="1200">
                          <a:solidFill>
                            <a:schemeClr val="dk1"/>
                          </a:solidFill>
                          <a:latin typeface="Boehringer Forward Text"/>
                        </a:defRPr>
                      </a:lvl5pPr>
                      <a:lvl6pPr marL="2286000" algn="l" defTabSz="914400" rtl="0" eaLnBrk="1" latinLnBrk="0" hangingPunct="1">
                        <a:defRPr sz="1800" kern="1200">
                          <a:solidFill>
                            <a:schemeClr val="dk1"/>
                          </a:solidFill>
                          <a:latin typeface="Boehringer Forward Text"/>
                        </a:defRPr>
                      </a:lvl6pPr>
                      <a:lvl7pPr marL="2743200" algn="l" defTabSz="914400" rtl="0" eaLnBrk="1" latinLnBrk="0" hangingPunct="1">
                        <a:defRPr sz="1800" kern="1200">
                          <a:solidFill>
                            <a:schemeClr val="dk1"/>
                          </a:solidFill>
                          <a:latin typeface="Boehringer Forward Text"/>
                        </a:defRPr>
                      </a:lvl7pPr>
                      <a:lvl8pPr marL="3200400" algn="l" defTabSz="914400" rtl="0" eaLnBrk="1" latinLnBrk="0" hangingPunct="1">
                        <a:defRPr sz="1800" kern="1200">
                          <a:solidFill>
                            <a:schemeClr val="dk1"/>
                          </a:solidFill>
                          <a:latin typeface="Boehringer Forward Text"/>
                        </a:defRPr>
                      </a:lvl8pPr>
                      <a:lvl9pPr marL="3657600" algn="l" defTabSz="914400" rtl="0" eaLnBrk="1" latinLnBrk="0" hangingPunct="1">
                        <a:defRPr sz="1800" kern="1200">
                          <a:solidFill>
                            <a:schemeClr val="dk1"/>
                          </a:solidFill>
                          <a:latin typeface="Boehringer Forward Text"/>
                        </a:defRPr>
                      </a:lvl9pPr>
                    </a:lstStyle>
                    <a:p>
                      <a:pPr marL="0" algn="ctr" defTabSz="914400" rtl="0" eaLnBrk="1" latinLnBrk="0" hangingPunct="1"/>
                      <a:r>
                        <a:rPr lang="de-DE" sz="800" kern="1200">
                          <a:solidFill>
                            <a:schemeClr val="bg1"/>
                          </a:solidFill>
                          <a:latin typeface="Boehringer Forward Text"/>
                          <a:ea typeface="+mn-ea"/>
                          <a:cs typeface="+mn-cs"/>
                        </a:rPr>
                        <a:t>dF4</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28BDE"/>
                    </a:solidFill>
                  </a:tcPr>
                </a:tc>
                <a:extLst>
                  <a:ext uri="{0D108BD9-81ED-4DB2-BD59-A6C34878D82A}">
                    <a16:rowId xmlns:a16="http://schemas.microsoft.com/office/drawing/2014/main" val="1194513473"/>
                  </a:ext>
                </a:extLst>
              </a:tr>
            </a:tbl>
          </a:graphicData>
        </a:graphic>
      </p:graphicFrame>
      <p:sp>
        <p:nvSpPr>
          <p:cNvPr id="7" name="Rectangle 6">
            <a:extLst>
              <a:ext uri="{FF2B5EF4-FFF2-40B4-BE49-F238E27FC236}">
                <a16:creationId xmlns:a16="http://schemas.microsoft.com/office/drawing/2014/main" id="{C7E46477-C642-3CB6-1730-554E0E5B687D}"/>
              </a:ext>
            </a:extLst>
          </p:cNvPr>
          <p:cNvSpPr/>
          <p:nvPr/>
        </p:nvSpPr>
        <p:spPr bwMode="gray">
          <a:xfrm>
            <a:off x="2760028" y="4599384"/>
            <a:ext cx="1289653" cy="231378"/>
          </a:xfrm>
          <a:prstGeom prst="rect">
            <a:avLst/>
          </a:prstGeom>
          <a:noFill/>
          <a:ln w="12700">
            <a:solidFill>
              <a:srgbClr val="E186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10" name="Slide Number Placeholder 9">
            <a:extLst>
              <a:ext uri="{FF2B5EF4-FFF2-40B4-BE49-F238E27FC236}">
                <a16:creationId xmlns:a16="http://schemas.microsoft.com/office/drawing/2014/main" id="{AAD46B31-3A17-B194-5454-2ADE05C3775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70766E-ED60-4152-BABF-438224519024}" type="slidenum">
              <a:rPr kumimoji="0" lang="en-US" sz="800" b="0" i="0" u="none" strike="noStrike" kern="1200" cap="none" spc="0" normalizeH="0" baseline="0" noProof="0" smtClean="0">
                <a:ln>
                  <a:noFill/>
                </a:ln>
                <a:solidFill>
                  <a:srgbClr val="08312A"/>
                </a:solidFill>
                <a:effectLst/>
                <a:uLnTx/>
                <a:uFillTx/>
                <a:latin typeface="BoehringerForward Text"/>
                <a:ea typeface="黑体"/>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800" b="0" i="0" u="none" strike="noStrike" kern="1200" cap="none" spc="0" normalizeH="0" baseline="0" noProof="0">
              <a:ln>
                <a:noFill/>
              </a:ln>
              <a:solidFill>
                <a:srgbClr val="08312A"/>
              </a:solidFill>
              <a:effectLst/>
              <a:uLnTx/>
              <a:uFillTx/>
              <a:latin typeface="BoehringerForward Text"/>
              <a:ea typeface="黑体"/>
              <a:cs typeface="+mn-cs"/>
            </a:endParaRPr>
          </a:p>
        </p:txBody>
      </p:sp>
      <p:grpSp>
        <p:nvGrpSpPr>
          <p:cNvPr id="29" name="Group 28">
            <a:extLst>
              <a:ext uri="{FF2B5EF4-FFF2-40B4-BE49-F238E27FC236}">
                <a16:creationId xmlns:a16="http://schemas.microsoft.com/office/drawing/2014/main" id="{3B0E3D35-C40B-6654-F41A-892A082B1D9A}"/>
              </a:ext>
            </a:extLst>
          </p:cNvPr>
          <p:cNvGrpSpPr/>
          <p:nvPr/>
        </p:nvGrpSpPr>
        <p:grpSpPr>
          <a:xfrm>
            <a:off x="6596295" y="5133999"/>
            <a:ext cx="914400" cy="914400"/>
            <a:chOff x="6398175" y="5103519"/>
            <a:chExt cx="914400" cy="914400"/>
          </a:xfrm>
        </p:grpSpPr>
        <p:sp>
          <p:nvSpPr>
            <p:cNvPr id="45" name="Oval 10">
              <a:extLst>
                <a:ext uri="{FF2B5EF4-FFF2-40B4-BE49-F238E27FC236}">
                  <a16:creationId xmlns:a16="http://schemas.microsoft.com/office/drawing/2014/main" id="{83D029B0-80B3-10A0-D5B8-871CAFA2238D}"/>
                </a:ext>
              </a:extLst>
            </p:cNvPr>
            <p:cNvSpPr>
              <a:spLocks noChangeAspect="1"/>
            </p:cNvSpPr>
            <p:nvPr/>
          </p:nvSpPr>
          <p:spPr>
            <a:xfrm>
              <a:off x="6398175" y="5103519"/>
              <a:ext cx="914400" cy="914400"/>
            </a:xfrm>
            <a:prstGeom prst="ellipse">
              <a:avLst/>
            </a:prstGeom>
            <a:solidFill>
              <a:srgbClr val="076D7E"/>
            </a:solidFill>
            <a:ln w="38100" cap="flat" cmpd="sng" algn="ctr">
              <a:solidFill>
                <a:sysClr val="window" lastClr="FFFFFF"/>
              </a:solidFill>
              <a:prstDash val="solid"/>
              <a:miter lim="800000"/>
            </a:ln>
            <a:effectLst>
              <a:outerShdw blurRad="63500" sx="102000" sy="102000" algn="ctr" rotWithShape="0">
                <a:prstClr val="black">
                  <a:alpha val="10000"/>
                </a:prstClr>
              </a:outerShdw>
            </a:effectLst>
          </p:spPr>
          <p:txBody>
            <a:bodyPr lIns="72000" tIns="72000" rIns="72000" bIns="72000" rtlCol="0" anchor="ctr"/>
            <a:lstStyle/>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333" b="0" i="0" u="none" strike="noStrike" kern="0" cap="none" spc="0" normalizeH="0" baseline="0" noProof="0">
                <a:ln>
                  <a:noFill/>
                </a:ln>
                <a:solidFill>
                  <a:sysClr val="windowText" lastClr="000000"/>
                </a:solidFill>
                <a:effectLst/>
                <a:uLnTx/>
                <a:uFillTx/>
                <a:latin typeface="BoehringerForward Text"/>
                <a:ea typeface="黑体"/>
                <a:cs typeface="+mn-cs"/>
                <a:sym typeface="Helvetica Neue Medium"/>
              </a:endParaRPr>
            </a:p>
          </p:txBody>
        </p:sp>
        <p:grpSp>
          <p:nvGrpSpPr>
            <p:cNvPr id="37" name="Group 36">
              <a:extLst>
                <a:ext uri="{FF2B5EF4-FFF2-40B4-BE49-F238E27FC236}">
                  <a16:creationId xmlns:a16="http://schemas.microsoft.com/office/drawing/2014/main" id="{EFF88870-F8CD-90AC-66BC-61B37AE9AE60}"/>
                </a:ext>
              </a:extLst>
            </p:cNvPr>
            <p:cNvGrpSpPr/>
            <p:nvPr/>
          </p:nvGrpSpPr>
          <p:grpSpPr>
            <a:xfrm>
              <a:off x="6622251" y="5204409"/>
              <a:ext cx="457200" cy="457200"/>
              <a:chOff x="7123471" y="4805609"/>
              <a:chExt cx="385616" cy="440489"/>
            </a:xfrm>
          </p:grpSpPr>
          <p:sp>
            <p:nvSpPr>
              <p:cNvPr id="14" name="Freeform: Shape 13">
                <a:extLst>
                  <a:ext uri="{FF2B5EF4-FFF2-40B4-BE49-F238E27FC236}">
                    <a16:creationId xmlns:a16="http://schemas.microsoft.com/office/drawing/2014/main" id="{336F93B1-310B-12D8-BF22-C3846AD027D4}"/>
                  </a:ext>
                </a:extLst>
              </p:cNvPr>
              <p:cNvSpPr/>
              <p:nvPr/>
            </p:nvSpPr>
            <p:spPr>
              <a:xfrm>
                <a:off x="7357865" y="4805609"/>
                <a:ext cx="81816" cy="81816"/>
              </a:xfrm>
              <a:custGeom>
                <a:avLst/>
                <a:gdLst>
                  <a:gd name="csX0" fmla="*/ 40908 w 81816"/>
                  <a:gd name="csY0" fmla="*/ 81817 h 81816"/>
                  <a:gd name="csX1" fmla="*/ 81817 w 81816"/>
                  <a:gd name="csY1" fmla="*/ 40908 h 81816"/>
                  <a:gd name="csX2" fmla="*/ 40908 w 81816"/>
                  <a:gd name="csY2" fmla="*/ 0 h 81816"/>
                  <a:gd name="csX3" fmla="*/ 0 w 81816"/>
                  <a:gd name="csY3" fmla="*/ 40908 h 81816"/>
                  <a:gd name="csX4" fmla="*/ 40908 w 81816"/>
                  <a:gd name="csY4" fmla="*/ 81817 h 81816"/>
                  <a:gd name="csX5" fmla="*/ 40908 w 81816"/>
                  <a:gd name="csY5" fmla="*/ 10227 h 81816"/>
                  <a:gd name="csX6" fmla="*/ 71589 w 81816"/>
                  <a:gd name="csY6" fmla="*/ 40908 h 81816"/>
                  <a:gd name="csX7" fmla="*/ 40908 w 81816"/>
                  <a:gd name="csY7" fmla="*/ 71589 h 81816"/>
                  <a:gd name="csX8" fmla="*/ 10227 w 81816"/>
                  <a:gd name="csY8" fmla="*/ 40908 h 81816"/>
                  <a:gd name="csX9" fmla="*/ 40908 w 81816"/>
                  <a:gd name="csY9" fmla="*/ 10207 h 818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81816" h="81816">
                    <a:moveTo>
                      <a:pt x="40908" y="81817"/>
                    </a:moveTo>
                    <a:cubicBezTo>
                      <a:pt x="63501" y="81817"/>
                      <a:pt x="81817" y="63501"/>
                      <a:pt x="81817" y="40908"/>
                    </a:cubicBezTo>
                    <a:cubicBezTo>
                      <a:pt x="81817" y="18315"/>
                      <a:pt x="63501" y="0"/>
                      <a:pt x="40908" y="0"/>
                    </a:cubicBezTo>
                    <a:cubicBezTo>
                      <a:pt x="18315" y="0"/>
                      <a:pt x="0" y="18315"/>
                      <a:pt x="0" y="40908"/>
                    </a:cubicBezTo>
                    <a:cubicBezTo>
                      <a:pt x="0" y="63501"/>
                      <a:pt x="18315" y="81817"/>
                      <a:pt x="40908" y="81817"/>
                    </a:cubicBezTo>
                    <a:close/>
                    <a:moveTo>
                      <a:pt x="40908" y="10227"/>
                    </a:moveTo>
                    <a:cubicBezTo>
                      <a:pt x="57853" y="10227"/>
                      <a:pt x="71589" y="23963"/>
                      <a:pt x="71589" y="40908"/>
                    </a:cubicBezTo>
                    <a:cubicBezTo>
                      <a:pt x="71589" y="57853"/>
                      <a:pt x="57853" y="71589"/>
                      <a:pt x="40908" y="71589"/>
                    </a:cubicBezTo>
                    <a:cubicBezTo>
                      <a:pt x="23964" y="71589"/>
                      <a:pt x="10227" y="57853"/>
                      <a:pt x="10227" y="40908"/>
                    </a:cubicBezTo>
                    <a:cubicBezTo>
                      <a:pt x="10238" y="23965"/>
                      <a:pt x="23965" y="10229"/>
                      <a:pt x="40908" y="10207"/>
                    </a:cubicBezTo>
                    <a:close/>
                  </a:path>
                </a:pathLst>
              </a:custGeom>
              <a:solidFill>
                <a:srgbClr val="FFFFFF"/>
              </a:solidFill>
              <a:ln w="5060"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23" name="Freeform: Shape 22">
                <a:extLst>
                  <a:ext uri="{FF2B5EF4-FFF2-40B4-BE49-F238E27FC236}">
                    <a16:creationId xmlns:a16="http://schemas.microsoft.com/office/drawing/2014/main" id="{9DFE7616-69E7-D6C6-3E79-351EB4BCE0E0}"/>
                  </a:ext>
                </a:extLst>
              </p:cNvPr>
              <p:cNvSpPr/>
              <p:nvPr/>
            </p:nvSpPr>
            <p:spPr>
              <a:xfrm>
                <a:off x="7123471" y="5046027"/>
                <a:ext cx="168276" cy="99100"/>
              </a:xfrm>
              <a:custGeom>
                <a:avLst/>
                <a:gdLst>
                  <a:gd name="csX0" fmla="*/ 134379 w 168276"/>
                  <a:gd name="csY0" fmla="*/ 80957 h 99100"/>
                  <a:gd name="csX1" fmla="*/ 121216 w 168276"/>
                  <a:gd name="csY1" fmla="*/ 88868 h 99100"/>
                  <a:gd name="csX2" fmla="*/ 25312 w 168276"/>
                  <a:gd name="csY2" fmla="*/ 88868 h 99100"/>
                  <a:gd name="csX3" fmla="*/ 10227 w 168276"/>
                  <a:gd name="csY3" fmla="*/ 73783 h 99100"/>
                  <a:gd name="csX4" fmla="*/ 25312 w 168276"/>
                  <a:gd name="csY4" fmla="*/ 58698 h 99100"/>
                  <a:gd name="csX5" fmla="*/ 109113 w 168276"/>
                  <a:gd name="csY5" fmla="*/ 58698 h 99100"/>
                  <a:gd name="csX6" fmla="*/ 113618 w 168276"/>
                  <a:gd name="csY6" fmla="*/ 56003 h 99100"/>
                  <a:gd name="csX7" fmla="*/ 137651 w 168276"/>
                  <a:gd name="csY7" fmla="*/ 11214 h 99100"/>
                  <a:gd name="csX8" fmla="*/ 132057 w 168276"/>
                  <a:gd name="csY8" fmla="*/ 0 h 99100"/>
                  <a:gd name="csX9" fmla="*/ 106044 w 168276"/>
                  <a:gd name="csY9" fmla="*/ 48476 h 99100"/>
                  <a:gd name="csX10" fmla="*/ 25312 w 168276"/>
                  <a:gd name="csY10" fmla="*/ 48476 h 99100"/>
                  <a:gd name="csX11" fmla="*/ 0 w 168276"/>
                  <a:gd name="csY11" fmla="*/ 73788 h 99100"/>
                  <a:gd name="csX12" fmla="*/ 25312 w 168276"/>
                  <a:gd name="csY12" fmla="*/ 99100 h 99100"/>
                  <a:gd name="csX13" fmla="*/ 121216 w 168276"/>
                  <a:gd name="csY13" fmla="*/ 99100 h 99100"/>
                  <a:gd name="csX14" fmla="*/ 143378 w 168276"/>
                  <a:gd name="csY14" fmla="*/ 85805 h 99100"/>
                  <a:gd name="csX15" fmla="*/ 168276 w 168276"/>
                  <a:gd name="csY15" fmla="*/ 39911 h 99100"/>
                  <a:gd name="csX16" fmla="*/ 160478 w 168276"/>
                  <a:gd name="csY16" fmla="*/ 32860 h 991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68276" h="99100">
                    <a:moveTo>
                      <a:pt x="134379" y="80957"/>
                    </a:moveTo>
                    <a:cubicBezTo>
                      <a:pt x="131818" y="85851"/>
                      <a:pt x="126739" y="88904"/>
                      <a:pt x="121216" y="88868"/>
                    </a:cubicBezTo>
                    <a:lnTo>
                      <a:pt x="25312" y="88868"/>
                    </a:lnTo>
                    <a:cubicBezTo>
                      <a:pt x="16981" y="88868"/>
                      <a:pt x="10227" y="82114"/>
                      <a:pt x="10227" y="73783"/>
                    </a:cubicBezTo>
                    <a:cubicBezTo>
                      <a:pt x="10227" y="65452"/>
                      <a:pt x="16981" y="58698"/>
                      <a:pt x="25312" y="58698"/>
                    </a:cubicBezTo>
                    <a:lnTo>
                      <a:pt x="109113" y="58698"/>
                    </a:lnTo>
                    <a:cubicBezTo>
                      <a:pt x="110996" y="58698"/>
                      <a:pt x="112727" y="57663"/>
                      <a:pt x="113618" y="56003"/>
                    </a:cubicBezTo>
                    <a:lnTo>
                      <a:pt x="137651" y="11214"/>
                    </a:lnTo>
                    <a:cubicBezTo>
                      <a:pt x="135129" y="7842"/>
                      <a:pt x="133234" y="4043"/>
                      <a:pt x="132057" y="0"/>
                    </a:cubicBezTo>
                    <a:lnTo>
                      <a:pt x="106044" y="48476"/>
                    </a:lnTo>
                    <a:lnTo>
                      <a:pt x="25312" y="48476"/>
                    </a:lnTo>
                    <a:cubicBezTo>
                      <a:pt x="11333" y="48476"/>
                      <a:pt x="0" y="59809"/>
                      <a:pt x="0" y="73788"/>
                    </a:cubicBezTo>
                    <a:cubicBezTo>
                      <a:pt x="0" y="87768"/>
                      <a:pt x="11333" y="99100"/>
                      <a:pt x="25312" y="99100"/>
                    </a:cubicBezTo>
                    <a:lnTo>
                      <a:pt x="121216" y="99100"/>
                    </a:lnTo>
                    <a:cubicBezTo>
                      <a:pt x="130509" y="99164"/>
                      <a:pt x="139060" y="94034"/>
                      <a:pt x="143378" y="85805"/>
                    </a:cubicBezTo>
                    <a:lnTo>
                      <a:pt x="168276" y="39911"/>
                    </a:lnTo>
                    <a:lnTo>
                      <a:pt x="160478" y="32860"/>
                    </a:lnTo>
                    <a:close/>
                  </a:path>
                </a:pathLst>
              </a:custGeom>
              <a:solidFill>
                <a:srgbClr val="FFFFFF"/>
              </a:solidFill>
              <a:ln w="5060"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25" name="Freeform: Shape 24">
                <a:extLst>
                  <a:ext uri="{FF2B5EF4-FFF2-40B4-BE49-F238E27FC236}">
                    <a16:creationId xmlns:a16="http://schemas.microsoft.com/office/drawing/2014/main" id="{204079BF-713C-AB7E-6742-CB7E6510293E}"/>
                  </a:ext>
                </a:extLst>
              </p:cNvPr>
              <p:cNvSpPr/>
              <p:nvPr/>
            </p:nvSpPr>
            <p:spPr>
              <a:xfrm>
                <a:off x="7220761" y="4893261"/>
                <a:ext cx="288326" cy="352837"/>
              </a:xfrm>
              <a:custGeom>
                <a:avLst/>
                <a:gdLst>
                  <a:gd name="csX0" fmla="*/ 287442 w 288326"/>
                  <a:gd name="csY0" fmla="*/ 25868 h 352837"/>
                  <a:gd name="csX1" fmla="*/ 274981 w 288326"/>
                  <a:gd name="csY1" fmla="*/ 10471 h 352837"/>
                  <a:gd name="csX2" fmla="*/ 255923 w 288326"/>
                  <a:gd name="csY2" fmla="*/ 8794 h 352837"/>
                  <a:gd name="csX3" fmla="*/ 241369 w 288326"/>
                  <a:gd name="csY3" fmla="*/ 21097 h 352837"/>
                  <a:gd name="csX4" fmla="*/ 226591 w 288326"/>
                  <a:gd name="csY4" fmla="*/ 48996 h 352837"/>
                  <a:gd name="csX5" fmla="*/ 211333 w 288326"/>
                  <a:gd name="csY5" fmla="*/ 39378 h 352837"/>
                  <a:gd name="csX6" fmla="*/ 211333 w 288326"/>
                  <a:gd name="csY6" fmla="*/ 39378 h 352837"/>
                  <a:gd name="csX7" fmla="*/ 189283 w 288326"/>
                  <a:gd name="csY7" fmla="*/ 25490 h 352837"/>
                  <a:gd name="csX8" fmla="*/ 189232 w 288326"/>
                  <a:gd name="csY8" fmla="*/ 25459 h 352837"/>
                  <a:gd name="csX9" fmla="*/ 189232 w 288326"/>
                  <a:gd name="csY9" fmla="*/ 25459 h 352837"/>
                  <a:gd name="csX10" fmla="*/ 164891 w 288326"/>
                  <a:gd name="csY10" fmla="*/ 10118 h 352837"/>
                  <a:gd name="csX11" fmla="*/ 164891 w 288326"/>
                  <a:gd name="csY11" fmla="*/ 10118 h 352837"/>
                  <a:gd name="csX12" fmla="*/ 154900 w 288326"/>
                  <a:gd name="csY12" fmla="*/ 3829 h 352837"/>
                  <a:gd name="csX13" fmla="*/ 141645 w 288326"/>
                  <a:gd name="csY13" fmla="*/ 4 h 352837"/>
                  <a:gd name="csX14" fmla="*/ 57272 w 288326"/>
                  <a:gd name="csY14" fmla="*/ 4 h 352837"/>
                  <a:gd name="csX15" fmla="*/ 35402 w 288326"/>
                  <a:gd name="csY15" fmla="*/ 13110 h 352837"/>
                  <a:gd name="csX16" fmla="*/ 3186 w 288326"/>
                  <a:gd name="csY16" fmla="*/ 72565 h 352837"/>
                  <a:gd name="csX17" fmla="*/ 1003 w 288326"/>
                  <a:gd name="csY17" fmla="*/ 91357 h 352837"/>
                  <a:gd name="csX18" fmla="*/ 13275 w 288326"/>
                  <a:gd name="csY18" fmla="*/ 106513 h 352837"/>
                  <a:gd name="csX19" fmla="*/ 24995 w 288326"/>
                  <a:gd name="csY19" fmla="*/ 109536 h 352837"/>
                  <a:gd name="csX20" fmla="*/ 46866 w 288326"/>
                  <a:gd name="csY20" fmla="*/ 96445 h 352837"/>
                  <a:gd name="csX21" fmla="*/ 72219 w 288326"/>
                  <a:gd name="csY21" fmla="*/ 49953 h 352837"/>
                  <a:gd name="csX22" fmla="*/ 89922 w 288326"/>
                  <a:gd name="csY22" fmla="*/ 49953 h 352837"/>
                  <a:gd name="csX23" fmla="*/ 46457 w 288326"/>
                  <a:gd name="csY23" fmla="*/ 131048 h 352837"/>
                  <a:gd name="csX24" fmla="*/ 51678 w 288326"/>
                  <a:gd name="csY24" fmla="*/ 161346 h 352837"/>
                  <a:gd name="csX25" fmla="*/ 126504 w 288326"/>
                  <a:gd name="csY25" fmla="*/ 229238 h 352837"/>
                  <a:gd name="csX26" fmla="*/ 122158 w 288326"/>
                  <a:gd name="csY26" fmla="*/ 326395 h 352837"/>
                  <a:gd name="csX27" fmla="*/ 128023 w 288326"/>
                  <a:gd name="csY27" fmla="*/ 344451 h 352837"/>
                  <a:gd name="csX28" fmla="*/ 145619 w 288326"/>
                  <a:gd name="csY28" fmla="*/ 352837 h 352837"/>
                  <a:gd name="csX29" fmla="*/ 146611 w 288326"/>
                  <a:gd name="csY29" fmla="*/ 352837 h 352837"/>
                  <a:gd name="csX30" fmla="*/ 171575 w 288326"/>
                  <a:gd name="csY30" fmla="*/ 329085 h 352837"/>
                  <a:gd name="csX31" fmla="*/ 176525 w 288326"/>
                  <a:gd name="csY31" fmla="*/ 220039 h 352837"/>
                  <a:gd name="csX32" fmla="*/ 168461 w 288326"/>
                  <a:gd name="csY32" fmla="*/ 200480 h 352837"/>
                  <a:gd name="csX33" fmla="*/ 123196 w 288326"/>
                  <a:gd name="csY33" fmla="*/ 158477 h 352837"/>
                  <a:gd name="csX34" fmla="*/ 178130 w 288326"/>
                  <a:gd name="csY34" fmla="*/ 56125 h 352837"/>
                  <a:gd name="csX35" fmla="*/ 176264 w 288326"/>
                  <a:gd name="csY35" fmla="*/ 49138 h 352837"/>
                  <a:gd name="csX36" fmla="*/ 169278 w 288326"/>
                  <a:gd name="csY36" fmla="*/ 51004 h 352837"/>
                  <a:gd name="csX37" fmla="*/ 169125 w 288326"/>
                  <a:gd name="csY37" fmla="*/ 51287 h 352837"/>
                  <a:gd name="csX38" fmla="*/ 112319 w 288326"/>
                  <a:gd name="csY38" fmla="*/ 157137 h 352837"/>
                  <a:gd name="csX39" fmla="*/ 113342 w 288326"/>
                  <a:gd name="csY39" fmla="*/ 163304 h 352837"/>
                  <a:gd name="csX40" fmla="*/ 161573 w 288326"/>
                  <a:gd name="csY40" fmla="*/ 208063 h 352837"/>
                  <a:gd name="csX41" fmla="*/ 166318 w 288326"/>
                  <a:gd name="csY41" fmla="*/ 219400 h 352837"/>
                  <a:gd name="csX42" fmla="*/ 161353 w 288326"/>
                  <a:gd name="csY42" fmla="*/ 328625 h 352837"/>
                  <a:gd name="csX43" fmla="*/ 146611 w 288326"/>
                  <a:gd name="csY43" fmla="*/ 342610 h 352837"/>
                  <a:gd name="csX44" fmla="*/ 145854 w 288326"/>
                  <a:gd name="csY44" fmla="*/ 342610 h 352837"/>
                  <a:gd name="csX45" fmla="*/ 135724 w 288326"/>
                  <a:gd name="csY45" fmla="*/ 337737 h 352837"/>
                  <a:gd name="csX46" fmla="*/ 132359 w 288326"/>
                  <a:gd name="csY46" fmla="*/ 327096 h 352837"/>
                  <a:gd name="csX47" fmla="*/ 136823 w 288326"/>
                  <a:gd name="csY47" fmla="*/ 227290 h 352837"/>
                  <a:gd name="csX48" fmla="*/ 135151 w 288326"/>
                  <a:gd name="csY48" fmla="*/ 223276 h 352837"/>
                  <a:gd name="csX49" fmla="*/ 58525 w 288326"/>
                  <a:gd name="csY49" fmla="*/ 153773 h 352837"/>
                  <a:gd name="csX50" fmla="*/ 55457 w 288326"/>
                  <a:gd name="csY50" fmla="*/ 135875 h 352837"/>
                  <a:gd name="csX51" fmla="*/ 102982 w 288326"/>
                  <a:gd name="csY51" fmla="*/ 47248 h 352837"/>
                  <a:gd name="csX52" fmla="*/ 100895 w 288326"/>
                  <a:gd name="csY52" fmla="*/ 40323 h 352837"/>
                  <a:gd name="csX53" fmla="*/ 98477 w 288326"/>
                  <a:gd name="csY53" fmla="*/ 39715 h 352837"/>
                  <a:gd name="csX54" fmla="*/ 69171 w 288326"/>
                  <a:gd name="csY54" fmla="*/ 39715 h 352837"/>
                  <a:gd name="csX55" fmla="*/ 64682 w 288326"/>
                  <a:gd name="csY55" fmla="*/ 42385 h 352837"/>
                  <a:gd name="csX56" fmla="*/ 37861 w 288326"/>
                  <a:gd name="csY56" fmla="*/ 91562 h 352837"/>
                  <a:gd name="csX57" fmla="*/ 24985 w 288326"/>
                  <a:gd name="csY57" fmla="*/ 99298 h 352837"/>
                  <a:gd name="csX58" fmla="*/ 17939 w 288326"/>
                  <a:gd name="csY58" fmla="*/ 97406 h 352837"/>
                  <a:gd name="csX59" fmla="*/ 10836 w 288326"/>
                  <a:gd name="csY59" fmla="*/ 88514 h 352837"/>
                  <a:gd name="csX60" fmla="*/ 12109 w 288326"/>
                  <a:gd name="csY60" fmla="*/ 77550 h 352837"/>
                  <a:gd name="csX61" fmla="*/ 44386 w 288326"/>
                  <a:gd name="csY61" fmla="*/ 17957 h 352837"/>
                  <a:gd name="csX62" fmla="*/ 57257 w 288326"/>
                  <a:gd name="csY62" fmla="*/ 10231 h 352837"/>
                  <a:gd name="csX63" fmla="*/ 141630 w 288326"/>
                  <a:gd name="csY63" fmla="*/ 10231 h 352837"/>
                  <a:gd name="csX64" fmla="*/ 149331 w 288326"/>
                  <a:gd name="csY64" fmla="*/ 12424 h 352837"/>
                  <a:gd name="csX65" fmla="*/ 157037 w 288326"/>
                  <a:gd name="csY65" fmla="*/ 17282 h 352837"/>
                  <a:gd name="csX66" fmla="*/ 157037 w 288326"/>
                  <a:gd name="csY66" fmla="*/ 17282 h 352837"/>
                  <a:gd name="csX67" fmla="*/ 191707 w 288326"/>
                  <a:gd name="csY67" fmla="*/ 39122 h 352837"/>
                  <a:gd name="csX68" fmla="*/ 191707 w 288326"/>
                  <a:gd name="csY68" fmla="*/ 39122 h 352837"/>
                  <a:gd name="csX69" fmla="*/ 225778 w 288326"/>
                  <a:gd name="csY69" fmla="*/ 60599 h 352837"/>
                  <a:gd name="csX70" fmla="*/ 232831 w 288326"/>
                  <a:gd name="csY70" fmla="*/ 59000 h 352837"/>
                  <a:gd name="csX71" fmla="*/ 233024 w 288326"/>
                  <a:gd name="csY71" fmla="*/ 58666 h 352837"/>
                  <a:gd name="csX72" fmla="*/ 250451 w 288326"/>
                  <a:gd name="csY72" fmla="*/ 25786 h 352837"/>
                  <a:gd name="csX73" fmla="*/ 258919 w 288326"/>
                  <a:gd name="csY73" fmla="*/ 18581 h 352837"/>
                  <a:gd name="csX74" fmla="*/ 270215 w 288326"/>
                  <a:gd name="csY74" fmla="*/ 19537 h 352837"/>
                  <a:gd name="csX75" fmla="*/ 277599 w 288326"/>
                  <a:gd name="csY75" fmla="*/ 28640 h 352837"/>
                  <a:gd name="csX76" fmla="*/ 276116 w 288326"/>
                  <a:gd name="csY76" fmla="*/ 39516 h 352837"/>
                  <a:gd name="csX77" fmla="*/ 248764 w 288326"/>
                  <a:gd name="csY77" fmla="*/ 91710 h 352837"/>
                  <a:gd name="csX78" fmla="*/ 239559 w 288326"/>
                  <a:gd name="csY78" fmla="*/ 98991 h 352837"/>
                  <a:gd name="csX79" fmla="*/ 227737 w 288326"/>
                  <a:gd name="csY79" fmla="*/ 97120 h 352837"/>
                  <a:gd name="csX80" fmla="*/ 182840 w 288326"/>
                  <a:gd name="csY80" fmla="*/ 68857 h 352837"/>
                  <a:gd name="csX81" fmla="*/ 181025 w 288326"/>
                  <a:gd name="csY81" fmla="*/ 72324 h 352837"/>
                  <a:gd name="csX82" fmla="*/ 178028 w 288326"/>
                  <a:gd name="csY82" fmla="*/ 77908 h 352837"/>
                  <a:gd name="csX83" fmla="*/ 222183 w 288326"/>
                  <a:gd name="csY83" fmla="*/ 105700 h 352837"/>
                  <a:gd name="csX84" fmla="*/ 242249 w 288326"/>
                  <a:gd name="csY84" fmla="*/ 108861 h 352837"/>
                  <a:gd name="csX85" fmla="*/ 257840 w 288326"/>
                  <a:gd name="csY85" fmla="*/ 96368 h 352837"/>
                  <a:gd name="csX86" fmla="*/ 285044 w 288326"/>
                  <a:gd name="csY86" fmla="*/ 44425 h 352837"/>
                  <a:gd name="csX87" fmla="*/ 287442 w 288326"/>
                  <a:gd name="csY87" fmla="*/ 25868 h 352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88326" h="352837">
                    <a:moveTo>
                      <a:pt x="287442" y="25868"/>
                    </a:moveTo>
                    <a:cubicBezTo>
                      <a:pt x="285558" y="19253"/>
                      <a:pt x="281058" y="13693"/>
                      <a:pt x="274981" y="10471"/>
                    </a:cubicBezTo>
                    <a:cubicBezTo>
                      <a:pt x="269082" y="7477"/>
                      <a:pt x="262254" y="6876"/>
                      <a:pt x="255923" y="8794"/>
                    </a:cubicBezTo>
                    <a:cubicBezTo>
                      <a:pt x="249585" y="10718"/>
                      <a:pt x="244321" y="15168"/>
                      <a:pt x="241369" y="21097"/>
                    </a:cubicBezTo>
                    <a:lnTo>
                      <a:pt x="226591" y="48996"/>
                    </a:lnTo>
                    <a:lnTo>
                      <a:pt x="211333" y="39378"/>
                    </a:lnTo>
                    <a:lnTo>
                      <a:pt x="211333" y="39378"/>
                    </a:lnTo>
                    <a:lnTo>
                      <a:pt x="189283" y="25490"/>
                    </a:lnTo>
                    <a:lnTo>
                      <a:pt x="189232" y="25459"/>
                    </a:lnTo>
                    <a:lnTo>
                      <a:pt x="189232" y="25459"/>
                    </a:lnTo>
                    <a:lnTo>
                      <a:pt x="164891" y="10118"/>
                    </a:lnTo>
                    <a:lnTo>
                      <a:pt x="164891" y="10118"/>
                    </a:lnTo>
                    <a:lnTo>
                      <a:pt x="154900" y="3829"/>
                    </a:lnTo>
                    <a:cubicBezTo>
                      <a:pt x="150965" y="1253"/>
                      <a:pt x="146347" y="-80"/>
                      <a:pt x="141645" y="4"/>
                    </a:cubicBezTo>
                    <a:lnTo>
                      <a:pt x="57272" y="4"/>
                    </a:lnTo>
                    <a:cubicBezTo>
                      <a:pt x="48104" y="-63"/>
                      <a:pt x="39666" y="4994"/>
                      <a:pt x="35402" y="13110"/>
                    </a:cubicBezTo>
                    <a:lnTo>
                      <a:pt x="3186" y="72565"/>
                    </a:lnTo>
                    <a:cubicBezTo>
                      <a:pt x="-90" y="78264"/>
                      <a:pt x="-879" y="85059"/>
                      <a:pt x="1003" y="91357"/>
                    </a:cubicBezTo>
                    <a:cubicBezTo>
                      <a:pt x="2865" y="97866"/>
                      <a:pt x="7296" y="103338"/>
                      <a:pt x="13275" y="106513"/>
                    </a:cubicBezTo>
                    <a:cubicBezTo>
                      <a:pt x="16907" y="108383"/>
                      <a:pt x="20912" y="109415"/>
                      <a:pt x="24995" y="109536"/>
                    </a:cubicBezTo>
                    <a:cubicBezTo>
                      <a:pt x="34120" y="109461"/>
                      <a:pt x="42489" y="104452"/>
                      <a:pt x="46866" y="96445"/>
                    </a:cubicBezTo>
                    <a:lnTo>
                      <a:pt x="72219" y="49953"/>
                    </a:lnTo>
                    <a:lnTo>
                      <a:pt x="89922" y="49953"/>
                    </a:lnTo>
                    <a:lnTo>
                      <a:pt x="46457" y="131048"/>
                    </a:lnTo>
                    <a:cubicBezTo>
                      <a:pt x="41023" y="141146"/>
                      <a:pt x="43177" y="153649"/>
                      <a:pt x="51678" y="161346"/>
                    </a:cubicBezTo>
                    <a:lnTo>
                      <a:pt x="126504" y="229238"/>
                    </a:lnTo>
                    <a:lnTo>
                      <a:pt x="122158" y="326395"/>
                    </a:lnTo>
                    <a:cubicBezTo>
                      <a:pt x="121542" y="332965"/>
                      <a:pt x="123664" y="339498"/>
                      <a:pt x="128023" y="344451"/>
                    </a:cubicBezTo>
                    <a:cubicBezTo>
                      <a:pt x="132492" y="349538"/>
                      <a:pt x="138852" y="352569"/>
                      <a:pt x="145619" y="352837"/>
                    </a:cubicBezTo>
                    <a:lnTo>
                      <a:pt x="146611" y="352837"/>
                    </a:lnTo>
                    <a:cubicBezTo>
                      <a:pt x="159882" y="352713"/>
                      <a:pt x="170790" y="342334"/>
                      <a:pt x="171575" y="329085"/>
                    </a:cubicBezTo>
                    <a:lnTo>
                      <a:pt x="176525" y="220039"/>
                    </a:lnTo>
                    <a:cubicBezTo>
                      <a:pt x="177086" y="212610"/>
                      <a:pt x="174094" y="205354"/>
                      <a:pt x="168461" y="200480"/>
                    </a:cubicBezTo>
                    <a:lnTo>
                      <a:pt x="123196" y="158477"/>
                    </a:lnTo>
                    <a:lnTo>
                      <a:pt x="178130" y="56125"/>
                    </a:lnTo>
                    <a:cubicBezTo>
                      <a:pt x="179544" y="53680"/>
                      <a:pt x="178709" y="50552"/>
                      <a:pt x="176264" y="49138"/>
                    </a:cubicBezTo>
                    <a:cubicBezTo>
                      <a:pt x="173820" y="47724"/>
                      <a:pt x="170692" y="48559"/>
                      <a:pt x="169278" y="51004"/>
                    </a:cubicBezTo>
                    <a:cubicBezTo>
                      <a:pt x="169224" y="51097"/>
                      <a:pt x="169173" y="51191"/>
                      <a:pt x="169125" y="51287"/>
                    </a:cubicBezTo>
                    <a:lnTo>
                      <a:pt x="112319" y="157137"/>
                    </a:lnTo>
                    <a:cubicBezTo>
                      <a:pt x="111218" y="159186"/>
                      <a:pt x="111638" y="161721"/>
                      <a:pt x="113342" y="163304"/>
                    </a:cubicBezTo>
                    <a:lnTo>
                      <a:pt x="161573" y="208063"/>
                    </a:lnTo>
                    <a:cubicBezTo>
                      <a:pt x="164898" y="210850"/>
                      <a:pt x="166667" y="215075"/>
                      <a:pt x="166318" y="219400"/>
                    </a:cubicBezTo>
                    <a:lnTo>
                      <a:pt x="161353" y="328625"/>
                    </a:lnTo>
                    <a:cubicBezTo>
                      <a:pt x="160875" y="336435"/>
                      <a:pt x="154435" y="342544"/>
                      <a:pt x="146611" y="342610"/>
                    </a:cubicBezTo>
                    <a:lnTo>
                      <a:pt x="145854" y="342610"/>
                    </a:lnTo>
                    <a:cubicBezTo>
                      <a:pt x="141950" y="342450"/>
                      <a:pt x="138285" y="340687"/>
                      <a:pt x="135724" y="337737"/>
                    </a:cubicBezTo>
                    <a:cubicBezTo>
                      <a:pt x="133173" y="334812"/>
                      <a:pt x="131954" y="330957"/>
                      <a:pt x="132359" y="327096"/>
                    </a:cubicBezTo>
                    <a:lnTo>
                      <a:pt x="136823" y="227290"/>
                    </a:lnTo>
                    <a:cubicBezTo>
                      <a:pt x="136895" y="225769"/>
                      <a:pt x="136282" y="224296"/>
                      <a:pt x="135151" y="223276"/>
                    </a:cubicBezTo>
                    <a:lnTo>
                      <a:pt x="58525" y="153773"/>
                    </a:lnTo>
                    <a:cubicBezTo>
                      <a:pt x="53509" y="149222"/>
                      <a:pt x="52242" y="141837"/>
                      <a:pt x="55457" y="135875"/>
                    </a:cubicBezTo>
                    <a:lnTo>
                      <a:pt x="102982" y="47248"/>
                    </a:lnTo>
                    <a:cubicBezTo>
                      <a:pt x="104318" y="44759"/>
                      <a:pt x="103383" y="41660"/>
                      <a:pt x="100895" y="40323"/>
                    </a:cubicBezTo>
                    <a:cubicBezTo>
                      <a:pt x="100152" y="39925"/>
                      <a:pt x="99321" y="39715"/>
                      <a:pt x="98477" y="39715"/>
                    </a:cubicBezTo>
                    <a:lnTo>
                      <a:pt x="69171" y="39715"/>
                    </a:lnTo>
                    <a:cubicBezTo>
                      <a:pt x="67299" y="39716"/>
                      <a:pt x="65576" y="40740"/>
                      <a:pt x="64682" y="42385"/>
                    </a:cubicBezTo>
                    <a:lnTo>
                      <a:pt x="37861" y="91562"/>
                    </a:lnTo>
                    <a:cubicBezTo>
                      <a:pt x="35260" y="96257"/>
                      <a:pt x="30351" y="99206"/>
                      <a:pt x="24985" y="99298"/>
                    </a:cubicBezTo>
                    <a:cubicBezTo>
                      <a:pt x="22527" y="99183"/>
                      <a:pt x="20123" y="98538"/>
                      <a:pt x="17939" y="97406"/>
                    </a:cubicBezTo>
                    <a:cubicBezTo>
                      <a:pt x="14465" y="95527"/>
                      <a:pt x="11902" y="92318"/>
                      <a:pt x="10836" y="88514"/>
                    </a:cubicBezTo>
                    <a:cubicBezTo>
                      <a:pt x="9727" y="84840"/>
                      <a:pt x="10188" y="80872"/>
                      <a:pt x="12109" y="77550"/>
                    </a:cubicBezTo>
                    <a:lnTo>
                      <a:pt x="44386" y="17957"/>
                    </a:lnTo>
                    <a:cubicBezTo>
                      <a:pt x="46892" y="13176"/>
                      <a:pt x="51858" y="10194"/>
                      <a:pt x="57257" y="10231"/>
                    </a:cubicBezTo>
                    <a:lnTo>
                      <a:pt x="141630" y="10231"/>
                    </a:lnTo>
                    <a:cubicBezTo>
                      <a:pt x="144361" y="10157"/>
                      <a:pt x="147049" y="10923"/>
                      <a:pt x="149331" y="12424"/>
                    </a:cubicBezTo>
                    <a:lnTo>
                      <a:pt x="157037" y="17282"/>
                    </a:lnTo>
                    <a:lnTo>
                      <a:pt x="157037" y="17282"/>
                    </a:lnTo>
                    <a:lnTo>
                      <a:pt x="191707" y="39122"/>
                    </a:lnTo>
                    <a:lnTo>
                      <a:pt x="191707" y="39122"/>
                    </a:lnTo>
                    <a:lnTo>
                      <a:pt x="225778" y="60599"/>
                    </a:lnTo>
                    <a:cubicBezTo>
                      <a:pt x="228167" y="62105"/>
                      <a:pt x="231325" y="61389"/>
                      <a:pt x="232831" y="59000"/>
                    </a:cubicBezTo>
                    <a:cubicBezTo>
                      <a:pt x="232899" y="58891"/>
                      <a:pt x="232964" y="58780"/>
                      <a:pt x="233024" y="58666"/>
                    </a:cubicBezTo>
                    <a:lnTo>
                      <a:pt x="250451" y="25786"/>
                    </a:lnTo>
                    <a:cubicBezTo>
                      <a:pt x="252158" y="22319"/>
                      <a:pt x="255223" y="19711"/>
                      <a:pt x="258919" y="18581"/>
                    </a:cubicBezTo>
                    <a:cubicBezTo>
                      <a:pt x="262668" y="17443"/>
                      <a:pt x="266711" y="17785"/>
                      <a:pt x="270215" y="19537"/>
                    </a:cubicBezTo>
                    <a:cubicBezTo>
                      <a:pt x="273810" y="21443"/>
                      <a:pt x="276475" y="24729"/>
                      <a:pt x="277599" y="28640"/>
                    </a:cubicBezTo>
                    <a:cubicBezTo>
                      <a:pt x="278606" y="32316"/>
                      <a:pt x="278071" y="36244"/>
                      <a:pt x="276116" y="39516"/>
                    </a:cubicBezTo>
                    <a:lnTo>
                      <a:pt x="248764" y="91710"/>
                    </a:lnTo>
                    <a:cubicBezTo>
                      <a:pt x="246891" y="95352"/>
                      <a:pt x="243535" y="98008"/>
                      <a:pt x="239559" y="98991"/>
                    </a:cubicBezTo>
                    <a:cubicBezTo>
                      <a:pt x="235531" y="100062"/>
                      <a:pt x="231238" y="99382"/>
                      <a:pt x="227737" y="97120"/>
                    </a:cubicBezTo>
                    <a:lnTo>
                      <a:pt x="182840" y="68857"/>
                    </a:lnTo>
                    <a:lnTo>
                      <a:pt x="181025" y="72324"/>
                    </a:lnTo>
                    <a:lnTo>
                      <a:pt x="178028" y="77908"/>
                    </a:lnTo>
                    <a:lnTo>
                      <a:pt x="222183" y="105700"/>
                    </a:lnTo>
                    <a:cubicBezTo>
                      <a:pt x="228118" y="109561"/>
                      <a:pt x="235415" y="110710"/>
                      <a:pt x="242249" y="108861"/>
                    </a:cubicBezTo>
                    <a:cubicBezTo>
                      <a:pt x="249002" y="107135"/>
                      <a:pt x="254684" y="102583"/>
                      <a:pt x="257840" y="96368"/>
                    </a:cubicBezTo>
                    <a:lnTo>
                      <a:pt x="285044" y="44425"/>
                    </a:lnTo>
                    <a:cubicBezTo>
                      <a:pt x="288324" y="38820"/>
                      <a:pt x="289190" y="32123"/>
                      <a:pt x="287442" y="25868"/>
                    </a:cubicBezTo>
                    <a:close/>
                  </a:path>
                </a:pathLst>
              </a:custGeom>
              <a:solidFill>
                <a:srgbClr val="FFFFFF"/>
              </a:solidFill>
              <a:ln w="5060"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grpSp>
        <p:sp>
          <p:nvSpPr>
            <p:cNvPr id="15" name="TextBox 112">
              <a:extLst>
                <a:ext uri="{FF2B5EF4-FFF2-40B4-BE49-F238E27FC236}">
                  <a16:creationId xmlns:a16="http://schemas.microsoft.com/office/drawing/2014/main" id="{934E4633-09A4-68BF-58FF-82BDB13EC8EF}"/>
                </a:ext>
              </a:extLst>
            </p:cNvPr>
            <p:cNvSpPr txBox="1"/>
            <p:nvPr/>
          </p:nvSpPr>
          <p:spPr>
            <a:xfrm>
              <a:off x="6491277" y="5703740"/>
              <a:ext cx="728195" cy="153888"/>
            </a:xfrm>
            <a:prstGeom prst="rect">
              <a:avLst/>
            </a:prstGeom>
            <a:noFill/>
            <a:ln>
              <a:noFill/>
            </a:ln>
          </p:spPr>
          <p:txBody>
            <a:bodyPr wrap="square" lIns="0" tIns="0" rIns="0" bIns="0" rtlCol="0">
              <a:spAutoFit/>
            </a:bodyPr>
            <a:lstStyle/>
            <a:p>
              <a:pPr marL="0" marR="0" lvl="0" indent="0" algn="ctr" defTabSz="1219050" rtl="0" eaLnBrk="1" fontAlgn="auto" latinLnBrk="0" hangingPunct="1">
                <a:lnSpc>
                  <a:spcPct val="100000"/>
                </a:lnSpc>
                <a:spcBef>
                  <a:spcPts val="600"/>
                </a:spcBef>
                <a:spcAft>
                  <a:spcPts val="0"/>
                </a:spcAft>
                <a:buClrTx/>
                <a:buSzTx/>
                <a:buFontTx/>
                <a:buNone/>
                <a:tabLst/>
                <a:defRPr/>
              </a:pPr>
              <a:r>
                <a:rPr kumimoji="0" lang="en-US" altLang="zh-CN" sz="1000" b="1" i="0" u="none" strike="noStrike" kern="1200" cap="none" spc="0" normalizeH="0" baseline="0" noProof="0" err="1">
                  <a:ln>
                    <a:noFill/>
                  </a:ln>
                  <a:solidFill>
                    <a:srgbClr val="FFFFFF"/>
                  </a:solidFill>
                  <a:effectLst/>
                  <a:uLnTx/>
                  <a:uFillTx/>
                  <a:latin typeface="BoehringerForward Text"/>
                  <a:ea typeface="黑体"/>
                  <a:cs typeface="+mn-cs"/>
                </a:rPr>
                <a:t>FiH</a:t>
              </a:r>
              <a:r>
                <a:rPr kumimoji="0" lang="en-US" altLang="zh-CN" sz="1000" b="1" i="0" u="none" strike="noStrike" kern="1200" cap="none" spc="0" normalizeH="0" baseline="0" noProof="0">
                  <a:ln>
                    <a:noFill/>
                  </a:ln>
                  <a:solidFill>
                    <a:srgbClr val="FFFFFF"/>
                  </a:solidFill>
                  <a:effectLst/>
                  <a:uLnTx/>
                  <a:uFillTx/>
                  <a:latin typeface="BoehringerForward Text"/>
                  <a:ea typeface="黑体"/>
                  <a:cs typeface="+mn-cs"/>
                </a:rPr>
                <a:t> - PoC</a:t>
              </a:r>
            </a:p>
          </p:txBody>
        </p:sp>
      </p:grpSp>
      <p:grpSp>
        <p:nvGrpSpPr>
          <p:cNvPr id="19" name="Group 18">
            <a:extLst>
              <a:ext uri="{FF2B5EF4-FFF2-40B4-BE49-F238E27FC236}">
                <a16:creationId xmlns:a16="http://schemas.microsoft.com/office/drawing/2014/main" id="{711D840F-FF2E-99A1-78CF-A7D6CBE81A07}"/>
              </a:ext>
            </a:extLst>
          </p:cNvPr>
          <p:cNvGrpSpPr/>
          <p:nvPr/>
        </p:nvGrpSpPr>
        <p:grpSpPr>
          <a:xfrm>
            <a:off x="915281" y="5134279"/>
            <a:ext cx="914400" cy="914400"/>
            <a:chOff x="1725623" y="5084413"/>
            <a:chExt cx="914400" cy="914400"/>
          </a:xfrm>
        </p:grpSpPr>
        <p:sp>
          <p:nvSpPr>
            <p:cNvPr id="64" name="Oval 10">
              <a:extLst>
                <a:ext uri="{FF2B5EF4-FFF2-40B4-BE49-F238E27FC236}">
                  <a16:creationId xmlns:a16="http://schemas.microsoft.com/office/drawing/2014/main" id="{68D77339-D58C-68F0-0232-1BAB19502FC3}"/>
                </a:ext>
              </a:extLst>
            </p:cNvPr>
            <p:cNvSpPr>
              <a:spLocks noChangeAspect="1"/>
            </p:cNvSpPr>
            <p:nvPr/>
          </p:nvSpPr>
          <p:spPr>
            <a:xfrm>
              <a:off x="1725623" y="5084413"/>
              <a:ext cx="914400" cy="914400"/>
            </a:xfrm>
            <a:prstGeom prst="ellipse">
              <a:avLst/>
            </a:prstGeom>
            <a:solidFill>
              <a:srgbClr val="EE6541"/>
            </a:solidFill>
            <a:ln w="38100" cap="flat" cmpd="sng" algn="ctr">
              <a:solidFill>
                <a:sysClr val="window" lastClr="FFFFFF"/>
              </a:solidFill>
              <a:prstDash val="solid"/>
              <a:miter lim="800000"/>
            </a:ln>
            <a:effectLst>
              <a:outerShdw blurRad="63500" sx="102000" sy="102000" algn="ctr" rotWithShape="0">
                <a:prstClr val="black">
                  <a:alpha val="10000"/>
                </a:prstClr>
              </a:outerShdw>
            </a:effectLst>
          </p:spPr>
          <p:txBody>
            <a:bodyPr lIns="72000" tIns="72000" rIns="72000" bIns="72000" rtlCol="0" anchor="ctr"/>
            <a:lstStyle/>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333" b="0" i="0" u="none" strike="noStrike" kern="0" cap="none" spc="0" normalizeH="0" baseline="0" noProof="0">
                <a:ln>
                  <a:noFill/>
                </a:ln>
                <a:solidFill>
                  <a:srgbClr val="FFFFFF"/>
                </a:solidFill>
                <a:effectLst/>
                <a:uLnTx/>
                <a:uFillTx/>
                <a:latin typeface="BoehringerForward Text"/>
                <a:ea typeface="黑体"/>
                <a:cs typeface="+mn-cs"/>
                <a:sym typeface="Helvetica Neue Medium"/>
              </a:endParaRPr>
            </a:p>
          </p:txBody>
        </p:sp>
        <p:sp>
          <p:nvSpPr>
            <p:cNvPr id="28" name="Freeform: Shape 27">
              <a:extLst>
                <a:ext uri="{FF2B5EF4-FFF2-40B4-BE49-F238E27FC236}">
                  <a16:creationId xmlns:a16="http://schemas.microsoft.com/office/drawing/2014/main" id="{80BEF811-2AEA-6E81-35CD-27431271253E}"/>
                </a:ext>
              </a:extLst>
            </p:cNvPr>
            <p:cNvSpPr/>
            <p:nvPr/>
          </p:nvSpPr>
          <p:spPr>
            <a:xfrm>
              <a:off x="1952772" y="5148267"/>
              <a:ext cx="457200" cy="457200"/>
            </a:xfrm>
            <a:custGeom>
              <a:avLst/>
              <a:gdLst>
                <a:gd name="csX0" fmla="*/ 230572 w 415721"/>
                <a:gd name="csY0" fmla="*/ 13113 h 366934"/>
                <a:gd name="csX1" fmla="*/ 412169 w 415721"/>
                <a:gd name="csY1" fmla="*/ 327641 h 366934"/>
                <a:gd name="csX2" fmla="*/ 389458 w 415721"/>
                <a:gd name="csY2" fmla="*/ 366935 h 366934"/>
                <a:gd name="csX3" fmla="*/ 26263 w 415721"/>
                <a:gd name="csY3" fmla="*/ 366935 h 366934"/>
                <a:gd name="csX4" fmla="*/ 3553 w 415721"/>
                <a:gd name="csY4" fmla="*/ 327641 h 366934"/>
                <a:gd name="csX5" fmla="*/ 185240 w 415721"/>
                <a:gd name="csY5" fmla="*/ 13113 h 366934"/>
                <a:gd name="csX6" fmla="*/ 230662 w 415721"/>
                <a:gd name="csY6" fmla="*/ 13113 h 36693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15721" h="366934">
                  <a:moveTo>
                    <a:pt x="230572" y="13113"/>
                  </a:moveTo>
                  <a:lnTo>
                    <a:pt x="412169" y="327641"/>
                  </a:lnTo>
                  <a:cubicBezTo>
                    <a:pt x="422263" y="345125"/>
                    <a:pt x="409645" y="366935"/>
                    <a:pt x="389458" y="366935"/>
                  </a:cubicBezTo>
                  <a:lnTo>
                    <a:pt x="26263" y="366935"/>
                  </a:lnTo>
                  <a:cubicBezTo>
                    <a:pt x="6076" y="366935"/>
                    <a:pt x="-6541" y="345125"/>
                    <a:pt x="3553" y="327641"/>
                  </a:cubicBezTo>
                  <a:lnTo>
                    <a:pt x="185240" y="13113"/>
                  </a:lnTo>
                  <a:cubicBezTo>
                    <a:pt x="195334" y="-4371"/>
                    <a:pt x="220568" y="-4371"/>
                    <a:pt x="230662" y="13113"/>
                  </a:cubicBezTo>
                  <a:close/>
                </a:path>
              </a:pathLst>
            </a:custGeom>
            <a:noFill/>
            <a:ln w="17859"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66" name="TextBox 81">
              <a:extLst>
                <a:ext uri="{FF2B5EF4-FFF2-40B4-BE49-F238E27FC236}">
                  <a16:creationId xmlns:a16="http://schemas.microsoft.com/office/drawing/2014/main" id="{029A1B86-6130-382E-B3EC-E0FD4B8FAA8F}"/>
                </a:ext>
              </a:extLst>
            </p:cNvPr>
            <p:cNvSpPr txBox="1"/>
            <p:nvPr/>
          </p:nvSpPr>
          <p:spPr>
            <a:xfrm>
              <a:off x="1817274" y="5688302"/>
              <a:ext cx="728195" cy="153888"/>
            </a:xfrm>
            <a:prstGeom prst="rect">
              <a:avLst/>
            </a:prstGeom>
            <a:noFill/>
            <a:ln>
              <a:noFill/>
            </a:ln>
          </p:spPr>
          <p:txBody>
            <a:bodyPr wrap="square" lIns="0" tIns="0" rIns="0" bIns="0" rtlCol="0">
              <a:spAutoFit/>
            </a:bodyPr>
            <a:lstStyle/>
            <a:p>
              <a:pPr marL="0" marR="0" lvl="0" indent="0" algn="ctr" defTabSz="121905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BoehringerForward Text"/>
                  <a:ea typeface="黑体"/>
                  <a:cs typeface="+mn-cs"/>
                </a:rPr>
                <a:t>Stop/Park</a:t>
              </a:r>
            </a:p>
          </p:txBody>
        </p:sp>
        <p:sp>
          <p:nvSpPr>
            <p:cNvPr id="41" name="Freeform: Shape 40">
              <a:extLst>
                <a:ext uri="{FF2B5EF4-FFF2-40B4-BE49-F238E27FC236}">
                  <a16:creationId xmlns:a16="http://schemas.microsoft.com/office/drawing/2014/main" id="{CD446C2F-CCDD-8F0D-8B00-08F59DE5A5D2}"/>
                </a:ext>
              </a:extLst>
            </p:cNvPr>
            <p:cNvSpPr/>
            <p:nvPr/>
          </p:nvSpPr>
          <p:spPr>
            <a:xfrm>
              <a:off x="2041875" y="5315817"/>
              <a:ext cx="228600" cy="228600"/>
            </a:xfrm>
            <a:custGeom>
              <a:avLst/>
              <a:gdLst>
                <a:gd name="csX0" fmla="*/ 118331 w 118331"/>
                <a:gd name="csY0" fmla="*/ 0 h 118331"/>
                <a:gd name="csX1" fmla="*/ 0 w 118331"/>
                <a:gd name="csY1" fmla="*/ 118331 h 118331"/>
              </a:gdLst>
              <a:ahLst/>
              <a:cxnLst>
                <a:cxn ang="0">
                  <a:pos x="csX0" y="csY0"/>
                </a:cxn>
                <a:cxn ang="0">
                  <a:pos x="csX1" y="csY1"/>
                </a:cxn>
              </a:cxnLst>
              <a:rect l="l" t="t" r="r" b="b"/>
              <a:pathLst>
                <a:path w="118331" h="118331">
                  <a:moveTo>
                    <a:pt x="118331" y="0"/>
                  </a:moveTo>
                  <a:lnTo>
                    <a:pt x="0" y="118331"/>
                  </a:lnTo>
                </a:path>
              </a:pathLst>
            </a:custGeom>
            <a:ln w="17859"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sp>
          <p:nvSpPr>
            <p:cNvPr id="18" name="Freeform: Shape 17">
              <a:extLst>
                <a:ext uri="{FF2B5EF4-FFF2-40B4-BE49-F238E27FC236}">
                  <a16:creationId xmlns:a16="http://schemas.microsoft.com/office/drawing/2014/main" id="{71EAEA92-FDC5-5D86-6799-BBFEBB3176F2}"/>
                </a:ext>
              </a:extLst>
            </p:cNvPr>
            <p:cNvSpPr/>
            <p:nvPr/>
          </p:nvSpPr>
          <p:spPr>
            <a:xfrm rot="16200000">
              <a:off x="2077409" y="5325785"/>
              <a:ext cx="228600" cy="228600"/>
            </a:xfrm>
            <a:custGeom>
              <a:avLst/>
              <a:gdLst>
                <a:gd name="csX0" fmla="*/ 118331 w 118331"/>
                <a:gd name="csY0" fmla="*/ 0 h 118331"/>
                <a:gd name="csX1" fmla="*/ 0 w 118331"/>
                <a:gd name="csY1" fmla="*/ 118331 h 118331"/>
              </a:gdLst>
              <a:ahLst/>
              <a:cxnLst>
                <a:cxn ang="0">
                  <a:pos x="csX0" y="csY0"/>
                </a:cxn>
                <a:cxn ang="0">
                  <a:pos x="csX1" y="csY1"/>
                </a:cxn>
              </a:cxnLst>
              <a:rect l="l" t="t" r="r" b="b"/>
              <a:pathLst>
                <a:path w="118331" h="118331">
                  <a:moveTo>
                    <a:pt x="118331" y="0"/>
                  </a:moveTo>
                  <a:lnTo>
                    <a:pt x="0" y="118331"/>
                  </a:lnTo>
                </a:path>
              </a:pathLst>
            </a:custGeom>
            <a:ln w="17859" cap="flat">
              <a:solidFill>
                <a:srgbClr val="FFFFFF"/>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Forward Text"/>
                <a:ea typeface="黑体"/>
                <a:cs typeface="+mn-cs"/>
              </a:endParaRPr>
            </a:p>
          </p:txBody>
        </p:sp>
      </p:grpSp>
      <p:sp>
        <p:nvSpPr>
          <p:cNvPr id="31" name="Ellipse 59">
            <a:extLst>
              <a:ext uri="{FF2B5EF4-FFF2-40B4-BE49-F238E27FC236}">
                <a16:creationId xmlns:a16="http://schemas.microsoft.com/office/drawing/2014/main" id="{EE161A50-C203-D954-4E51-01FE5B498DCB}"/>
              </a:ext>
            </a:extLst>
          </p:cNvPr>
          <p:cNvSpPr/>
          <p:nvPr/>
        </p:nvSpPr>
        <p:spPr>
          <a:xfrm>
            <a:off x="11309126" y="2564570"/>
            <a:ext cx="365760" cy="365760"/>
          </a:xfrm>
          <a:prstGeom prst="ellipse">
            <a:avLst/>
          </a:prstGeom>
          <a:solidFill>
            <a:schemeClr val="tx2"/>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2031</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32" name="Ellipse 59">
            <a:extLst>
              <a:ext uri="{FF2B5EF4-FFF2-40B4-BE49-F238E27FC236}">
                <a16:creationId xmlns:a16="http://schemas.microsoft.com/office/drawing/2014/main" id="{6B10D4FD-2AD3-D635-15A3-FD946E84D8E7}"/>
              </a:ext>
            </a:extLst>
          </p:cNvPr>
          <p:cNvSpPr/>
          <p:nvPr/>
        </p:nvSpPr>
        <p:spPr>
          <a:xfrm>
            <a:off x="9672309" y="2363772"/>
            <a:ext cx="365760" cy="365760"/>
          </a:xfrm>
          <a:prstGeom prst="ellipse">
            <a:avLst/>
          </a:prstGeom>
          <a:solidFill>
            <a:schemeClr val="tx2"/>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2029</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33" name="Ellipse 59">
            <a:extLst>
              <a:ext uri="{FF2B5EF4-FFF2-40B4-BE49-F238E27FC236}">
                <a16:creationId xmlns:a16="http://schemas.microsoft.com/office/drawing/2014/main" id="{D9C2179B-981B-C950-8C1C-C004724231C7}"/>
              </a:ext>
            </a:extLst>
          </p:cNvPr>
          <p:cNvSpPr/>
          <p:nvPr/>
        </p:nvSpPr>
        <p:spPr>
          <a:xfrm>
            <a:off x="11309126" y="4238294"/>
            <a:ext cx="365760" cy="365760"/>
          </a:xfrm>
          <a:prstGeom prst="ellipse">
            <a:avLst/>
          </a:prstGeom>
          <a:solidFill>
            <a:schemeClr val="tx2"/>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2029</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38" name="Ellipse 59">
            <a:extLst>
              <a:ext uri="{FF2B5EF4-FFF2-40B4-BE49-F238E27FC236}">
                <a16:creationId xmlns:a16="http://schemas.microsoft.com/office/drawing/2014/main" id="{8EDB0B9F-B5EA-E6DC-75CF-2BC025D5F2A8}"/>
              </a:ext>
            </a:extLst>
          </p:cNvPr>
          <p:cNvSpPr/>
          <p:nvPr/>
        </p:nvSpPr>
        <p:spPr>
          <a:xfrm>
            <a:off x="9672309" y="3621640"/>
            <a:ext cx="365760" cy="365760"/>
          </a:xfrm>
          <a:prstGeom prst="ellipse">
            <a:avLst/>
          </a:prstGeom>
          <a:solidFill>
            <a:schemeClr val="tx2"/>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2028</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39" name="Ellipse 59">
            <a:extLst>
              <a:ext uri="{FF2B5EF4-FFF2-40B4-BE49-F238E27FC236}">
                <a16:creationId xmlns:a16="http://schemas.microsoft.com/office/drawing/2014/main" id="{E7DDA095-963D-40F6-CD27-90E424FFA686}"/>
              </a:ext>
            </a:extLst>
          </p:cNvPr>
          <p:cNvSpPr/>
          <p:nvPr/>
        </p:nvSpPr>
        <p:spPr>
          <a:xfrm>
            <a:off x="11306692" y="3621640"/>
            <a:ext cx="365760" cy="365760"/>
          </a:xfrm>
          <a:prstGeom prst="ellipse">
            <a:avLst/>
          </a:prstGeom>
          <a:solidFill>
            <a:schemeClr val="tx2"/>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2030</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42" name="Ellipse 59">
            <a:extLst>
              <a:ext uri="{FF2B5EF4-FFF2-40B4-BE49-F238E27FC236}">
                <a16:creationId xmlns:a16="http://schemas.microsoft.com/office/drawing/2014/main" id="{B82379AA-49FD-9980-9FC9-55CC37DDC3CA}"/>
              </a:ext>
            </a:extLst>
          </p:cNvPr>
          <p:cNvSpPr/>
          <p:nvPr/>
        </p:nvSpPr>
        <p:spPr>
          <a:xfrm>
            <a:off x="7525392" y="4238294"/>
            <a:ext cx="365760" cy="365760"/>
          </a:xfrm>
          <a:prstGeom prst="ellipse">
            <a:avLst/>
          </a:prstGeom>
          <a:solidFill>
            <a:srgbClr val="0070C0"/>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2027</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43" name="Ellipse 59">
            <a:extLst>
              <a:ext uri="{FF2B5EF4-FFF2-40B4-BE49-F238E27FC236}">
                <a16:creationId xmlns:a16="http://schemas.microsoft.com/office/drawing/2014/main" id="{BA2C49CD-F79C-8DBF-0EF4-21703F8BD6FE}"/>
              </a:ext>
            </a:extLst>
          </p:cNvPr>
          <p:cNvSpPr/>
          <p:nvPr/>
        </p:nvSpPr>
        <p:spPr>
          <a:xfrm>
            <a:off x="7510695" y="3621074"/>
            <a:ext cx="365760" cy="365760"/>
          </a:xfrm>
          <a:prstGeom prst="ellipse">
            <a:avLst/>
          </a:prstGeom>
          <a:solidFill>
            <a:srgbClr val="0070C0"/>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2030</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48" name="Ellipse 59">
            <a:extLst>
              <a:ext uri="{FF2B5EF4-FFF2-40B4-BE49-F238E27FC236}">
                <a16:creationId xmlns:a16="http://schemas.microsoft.com/office/drawing/2014/main" id="{A11B5A4C-ACE1-B331-6CAA-044D5417BBA7}"/>
              </a:ext>
            </a:extLst>
          </p:cNvPr>
          <p:cNvSpPr/>
          <p:nvPr/>
        </p:nvSpPr>
        <p:spPr>
          <a:xfrm>
            <a:off x="7521104" y="3003884"/>
            <a:ext cx="365760" cy="365760"/>
          </a:xfrm>
          <a:prstGeom prst="ellipse">
            <a:avLst/>
          </a:prstGeom>
          <a:solidFill>
            <a:srgbClr val="0070C0"/>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2030</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0" name="Ellipse 59">
            <a:extLst>
              <a:ext uri="{FF2B5EF4-FFF2-40B4-BE49-F238E27FC236}">
                <a16:creationId xmlns:a16="http://schemas.microsoft.com/office/drawing/2014/main" id="{AD60C3B1-BB19-9217-C1C3-148EE430A6E3}"/>
              </a:ext>
            </a:extLst>
          </p:cNvPr>
          <p:cNvSpPr/>
          <p:nvPr/>
        </p:nvSpPr>
        <p:spPr>
          <a:xfrm>
            <a:off x="5424146" y="4236924"/>
            <a:ext cx="365760" cy="36576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2026</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2" name="Ellipse 59">
            <a:extLst>
              <a:ext uri="{FF2B5EF4-FFF2-40B4-BE49-F238E27FC236}">
                <a16:creationId xmlns:a16="http://schemas.microsoft.com/office/drawing/2014/main" id="{D2C76CB8-0688-D48F-3491-A39D773689B7}"/>
              </a:ext>
            </a:extLst>
          </p:cNvPr>
          <p:cNvSpPr/>
          <p:nvPr/>
        </p:nvSpPr>
        <p:spPr>
          <a:xfrm>
            <a:off x="5424146" y="3634433"/>
            <a:ext cx="365760" cy="36576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2026</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3" name="Ellipse 59">
            <a:extLst>
              <a:ext uri="{FF2B5EF4-FFF2-40B4-BE49-F238E27FC236}">
                <a16:creationId xmlns:a16="http://schemas.microsoft.com/office/drawing/2014/main" id="{63638A98-111E-0FD0-5E6B-6761961AE9AC}"/>
              </a:ext>
            </a:extLst>
          </p:cNvPr>
          <p:cNvSpPr/>
          <p:nvPr/>
        </p:nvSpPr>
        <p:spPr>
          <a:xfrm>
            <a:off x="3869298" y="4229038"/>
            <a:ext cx="365760" cy="36576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2027</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6" name="Ellipse 59">
            <a:extLst>
              <a:ext uri="{FF2B5EF4-FFF2-40B4-BE49-F238E27FC236}">
                <a16:creationId xmlns:a16="http://schemas.microsoft.com/office/drawing/2014/main" id="{3DE14315-6027-0A2B-3594-ED859A693BE8}"/>
              </a:ext>
            </a:extLst>
          </p:cNvPr>
          <p:cNvSpPr/>
          <p:nvPr/>
        </p:nvSpPr>
        <p:spPr>
          <a:xfrm>
            <a:off x="3869051" y="3599293"/>
            <a:ext cx="365760" cy="36576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2027</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7" name="Ellipse 59">
            <a:extLst>
              <a:ext uri="{FF2B5EF4-FFF2-40B4-BE49-F238E27FC236}">
                <a16:creationId xmlns:a16="http://schemas.microsoft.com/office/drawing/2014/main" id="{5432C7BB-616B-1C94-9E44-A26561AD7A5F}"/>
              </a:ext>
            </a:extLst>
          </p:cNvPr>
          <p:cNvSpPr/>
          <p:nvPr/>
        </p:nvSpPr>
        <p:spPr>
          <a:xfrm>
            <a:off x="3869051" y="2985227"/>
            <a:ext cx="365760" cy="36576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r>
              <a:rPr kumimoji="0" lang="de-DE" sz="800" b="1" i="0" u="none" strike="noStrike" kern="0" cap="none" spc="0" normalizeH="0" baseline="0" noProof="0">
                <a:ln>
                  <a:noFill/>
                </a:ln>
                <a:solidFill>
                  <a:srgbClr val="FFFFFF"/>
                </a:solidFill>
                <a:effectLst/>
                <a:uLnTx/>
                <a:uFillTx/>
                <a:latin typeface="Boehringer Forward Text"/>
                <a:ea typeface="黑体"/>
                <a:cs typeface="+mn-cs"/>
              </a:rPr>
              <a:t>2028</a:t>
            </a: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8" name="Ellipse 59">
            <a:extLst>
              <a:ext uri="{FF2B5EF4-FFF2-40B4-BE49-F238E27FC236}">
                <a16:creationId xmlns:a16="http://schemas.microsoft.com/office/drawing/2014/main" id="{66462384-6634-BAD1-6A58-75629272CE66}"/>
              </a:ext>
            </a:extLst>
          </p:cNvPr>
          <p:cNvSpPr/>
          <p:nvPr/>
        </p:nvSpPr>
        <p:spPr>
          <a:xfrm>
            <a:off x="2038170" y="6204183"/>
            <a:ext cx="274320" cy="274320"/>
          </a:xfrm>
          <a:prstGeom prst="ellipse">
            <a:avLst/>
          </a:prstGeom>
          <a:solidFill>
            <a:srgbClr val="076D7E"/>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59" name="TextBox 58">
            <a:extLst>
              <a:ext uri="{FF2B5EF4-FFF2-40B4-BE49-F238E27FC236}">
                <a16:creationId xmlns:a16="http://schemas.microsoft.com/office/drawing/2014/main" id="{3DAB74D7-1AB0-F912-FA5D-C874990B7E60}"/>
              </a:ext>
            </a:extLst>
          </p:cNvPr>
          <p:cNvSpPr txBox="1"/>
          <p:nvPr/>
        </p:nvSpPr>
        <p:spPr bwMode="gray">
          <a:xfrm>
            <a:off x="1928011" y="6215475"/>
            <a:ext cx="479398" cy="195438"/>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sz="1000" b="1" i="1" u="none" strike="noStrike" kern="1200" cap="none" spc="0" normalizeH="0" baseline="0" noProof="0" err="1">
                <a:ln>
                  <a:noFill/>
                </a:ln>
                <a:solidFill>
                  <a:prstClr val="white"/>
                </a:solidFill>
                <a:effectLst/>
                <a:uLnTx/>
                <a:uFillTx/>
                <a:latin typeface="BoehringerForward Text"/>
                <a:ea typeface="黑体"/>
                <a:cs typeface="+mn-cs"/>
              </a:rPr>
              <a:t>FiH</a:t>
            </a:r>
            <a:endParaRPr kumimoji="0" lang="en-US" sz="1000" b="1" i="1" u="none" strike="noStrike" kern="1200" cap="none" spc="0" normalizeH="0" baseline="0" noProof="0">
              <a:ln>
                <a:noFill/>
              </a:ln>
              <a:solidFill>
                <a:prstClr val="white"/>
              </a:solidFill>
              <a:effectLst/>
              <a:uLnTx/>
              <a:uFillTx/>
              <a:latin typeface="BoehringerForward Text"/>
              <a:ea typeface="黑体"/>
              <a:cs typeface="+mn-cs"/>
            </a:endParaRPr>
          </a:p>
        </p:txBody>
      </p:sp>
      <p:sp>
        <p:nvSpPr>
          <p:cNvPr id="60" name="Ellipse 59">
            <a:extLst>
              <a:ext uri="{FF2B5EF4-FFF2-40B4-BE49-F238E27FC236}">
                <a16:creationId xmlns:a16="http://schemas.microsoft.com/office/drawing/2014/main" id="{C770691E-30A1-54D4-6117-9C1071AF6AC2}"/>
              </a:ext>
            </a:extLst>
          </p:cNvPr>
          <p:cNvSpPr/>
          <p:nvPr/>
        </p:nvSpPr>
        <p:spPr>
          <a:xfrm>
            <a:off x="2407409" y="6204183"/>
            <a:ext cx="274320" cy="274320"/>
          </a:xfrm>
          <a:prstGeom prst="ellipse">
            <a:avLst/>
          </a:prstGeom>
          <a:solidFill>
            <a:srgbClr val="0070C0"/>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62" name="TextBox 61">
            <a:extLst>
              <a:ext uri="{FF2B5EF4-FFF2-40B4-BE49-F238E27FC236}">
                <a16:creationId xmlns:a16="http://schemas.microsoft.com/office/drawing/2014/main" id="{8AFD62AB-5734-FA6C-8DD0-ECA5FB8630B4}"/>
              </a:ext>
            </a:extLst>
          </p:cNvPr>
          <p:cNvSpPr txBox="1"/>
          <p:nvPr/>
        </p:nvSpPr>
        <p:spPr bwMode="gray">
          <a:xfrm>
            <a:off x="2297250" y="6215475"/>
            <a:ext cx="479398" cy="195438"/>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sz="1000" b="1" i="1" u="none" strike="noStrike" kern="1200" cap="none" spc="0" normalizeH="0" baseline="0" noProof="0">
                <a:ln>
                  <a:noFill/>
                </a:ln>
                <a:solidFill>
                  <a:prstClr val="white"/>
                </a:solidFill>
                <a:effectLst/>
                <a:uLnTx/>
                <a:uFillTx/>
                <a:latin typeface="BoehringerForward Text"/>
                <a:ea typeface="黑体"/>
                <a:cs typeface="+mn-cs"/>
              </a:rPr>
              <a:t>PoC</a:t>
            </a:r>
          </a:p>
        </p:txBody>
      </p:sp>
      <p:sp>
        <p:nvSpPr>
          <p:cNvPr id="65" name="Ellipse 59">
            <a:extLst>
              <a:ext uri="{FF2B5EF4-FFF2-40B4-BE49-F238E27FC236}">
                <a16:creationId xmlns:a16="http://schemas.microsoft.com/office/drawing/2014/main" id="{9B49BC4E-87C6-C5C1-66EA-A427CB1B0A75}"/>
              </a:ext>
            </a:extLst>
          </p:cNvPr>
          <p:cNvSpPr/>
          <p:nvPr/>
        </p:nvSpPr>
        <p:spPr>
          <a:xfrm>
            <a:off x="2757778" y="6203685"/>
            <a:ext cx="274320" cy="274320"/>
          </a:xfrm>
          <a:prstGeom prst="ellipse">
            <a:avLst/>
          </a:prstGeom>
          <a:solidFill>
            <a:srgbClr val="00E47C"/>
          </a:solidFill>
          <a:ln w="28575" cap="sq" cmpd="sng" algn="ctr">
            <a:noFill/>
            <a:prstDash val="solid"/>
            <a:miter lim="800000"/>
          </a:ln>
          <a:effectLst>
            <a:glow rad="25400">
              <a:srgbClr val="FFFFFF">
                <a:lumMod val="75000"/>
                <a:alpha val="40000"/>
              </a:srgbClr>
            </a:glo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241" rtl="0" eaLnBrk="1" fontAlgn="auto" latinLnBrk="0" hangingPunct="1">
              <a:lnSpc>
                <a:spcPct val="100000"/>
              </a:lnSpc>
              <a:spcBef>
                <a:spcPts val="300"/>
              </a:spcBef>
              <a:spcAft>
                <a:spcPts val="300"/>
              </a:spcAft>
              <a:buClrTx/>
              <a:buSzTx/>
              <a:buFontTx/>
              <a:buNone/>
              <a:tabLst/>
              <a:defRPr/>
            </a:pPr>
            <a:endParaRPr kumimoji="0" lang="en-US" sz="800" b="1" i="0" u="none" strike="noStrike" kern="0" cap="none" spc="0" normalizeH="0" baseline="0" noProof="0">
              <a:ln>
                <a:noFill/>
              </a:ln>
              <a:solidFill>
                <a:srgbClr val="FFFFFF"/>
              </a:solidFill>
              <a:effectLst/>
              <a:uLnTx/>
              <a:uFillTx/>
              <a:latin typeface="Boehringer Forward Text"/>
              <a:ea typeface="黑体"/>
              <a:cs typeface="+mn-cs"/>
            </a:endParaRPr>
          </a:p>
        </p:txBody>
      </p:sp>
      <p:sp>
        <p:nvSpPr>
          <p:cNvPr id="71" name="TextBox 70">
            <a:extLst>
              <a:ext uri="{FF2B5EF4-FFF2-40B4-BE49-F238E27FC236}">
                <a16:creationId xmlns:a16="http://schemas.microsoft.com/office/drawing/2014/main" id="{2900EC7B-5990-BC2F-E013-CE737BB67211}"/>
              </a:ext>
            </a:extLst>
          </p:cNvPr>
          <p:cNvSpPr txBox="1"/>
          <p:nvPr/>
        </p:nvSpPr>
        <p:spPr bwMode="gray">
          <a:xfrm>
            <a:off x="2792399" y="6210412"/>
            <a:ext cx="22394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1" u="none" strike="noStrike" kern="1200" cap="none" spc="0" normalizeH="0" baseline="0" noProof="0">
                <a:ln>
                  <a:noFill/>
                </a:ln>
                <a:solidFill>
                  <a:prstClr val="white"/>
                </a:solidFill>
                <a:effectLst/>
                <a:uLnTx/>
                <a:uFillTx/>
                <a:latin typeface="BoehringerForward Text"/>
                <a:ea typeface="黑体"/>
                <a:cs typeface="+mn-cs"/>
              </a:rPr>
              <a:t>CN App</a:t>
            </a:r>
          </a:p>
        </p:txBody>
      </p:sp>
      <p:sp>
        <p:nvSpPr>
          <p:cNvPr id="17" name="TextBox 16">
            <a:extLst>
              <a:ext uri="{FF2B5EF4-FFF2-40B4-BE49-F238E27FC236}">
                <a16:creationId xmlns:a16="http://schemas.microsoft.com/office/drawing/2014/main" id="{FF36E299-A90B-C1D9-43CA-F00C111C030B}"/>
              </a:ext>
            </a:extLst>
          </p:cNvPr>
          <p:cNvSpPr txBox="1"/>
          <p:nvPr/>
        </p:nvSpPr>
        <p:spPr bwMode="gray">
          <a:xfrm>
            <a:off x="9700105" y="1227528"/>
            <a:ext cx="2358020" cy="1107996"/>
          </a:xfrm>
          <a:prstGeom prst="rect">
            <a:avLst/>
          </a:prstGeom>
          <a:noFill/>
          <a:ln>
            <a:solidFill>
              <a:srgbClr val="00B050"/>
            </a:solidFill>
            <a:prstDash val="dashDot"/>
          </a:ln>
        </p:spPr>
        <p:txBody>
          <a:bodyPr wrap="square" lIns="0" tIns="0" rIns="0" bIns="0" rtlCol="0">
            <a:spAutoFit/>
          </a:bodyPr>
          <a:lstStyle/>
          <a:p>
            <a:pPr marL="91440" algn="l"/>
            <a:r>
              <a:rPr lang="en-US" altLang="zh-CN" sz="1200" b="1"/>
              <a:t>2026Mar HPBU-EC decision: </a:t>
            </a:r>
          </a:p>
          <a:p>
            <a:pPr marL="91440" algn="l"/>
            <a:r>
              <a:rPr lang="en-US" altLang="zh-CN" sz="1200"/>
              <a:t>Discontinuation of </a:t>
            </a:r>
            <a:r>
              <a:rPr lang="en-US" altLang="zh-CN" sz="1200" err="1"/>
              <a:t>Apecotrep</a:t>
            </a:r>
            <a:r>
              <a:rPr lang="en-US" altLang="zh-CN" sz="1200"/>
              <a:t> (TRPC6i) in DMD due to portfolio prioritization, lack of portfolio fit and increased complexity, risks and costs.</a:t>
            </a:r>
          </a:p>
        </p:txBody>
      </p:sp>
    </p:spTree>
    <p:extLst>
      <p:ext uri="{BB962C8B-B14F-4D97-AF65-F5344CB8AC3E}">
        <p14:creationId xmlns:p14="http://schemas.microsoft.com/office/powerpoint/2010/main" val="280036283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Title" hidden="1"/>
          <p:cNvSpPr>
            <a:spLocks noGrp="1"/>
          </p:cNvSpPr>
          <p:nvPr>
            <p:ph type="title"/>
          </p:nvPr>
        </p:nvSpPr>
        <p:spPr/>
        <p:txBody>
          <a:bodyPr/>
          <a:lstStyle/>
          <a:p>
            <a:r>
              <a:t>Study Status</a:t>
            </a:r>
          </a:p>
        </p:txBody>
      </p:sp>
      <p:sp>
        <p:nvSpPr>
          <p:cNvPr id="6" name="Title 1">
            <a:extLst>
              <a:ext uri="{FF2B5EF4-FFF2-40B4-BE49-F238E27FC236}">
                <a16:creationId xmlns:a16="http://schemas.microsoft.com/office/drawing/2014/main" id="{2EFFAA14-C74C-EA35-24C7-560118C84D34}"/>
              </a:ext>
            </a:extLst>
          </p:cNvPr>
          <p:cNvSpPr txBox="1">
            <a:spLocks/>
          </p:cNvSpPr>
          <p:nvPr/>
        </p:nvSpPr>
        <p:spPr bwMode="gray">
          <a:xfrm>
            <a:off x="479425" y="287710"/>
            <a:ext cx="11233150" cy="720725"/>
          </a:xfrm>
          <a:prstGeom prst="rect">
            <a:avLst/>
          </a:prstGeom>
        </p:spPr>
        <p:txBody>
          <a:bodyPr vert="horz" lIns="0" tIns="0" rIns="0" bIns="0" rtlCol="0" anchor="t">
            <a:noAutofit/>
          </a:bodyPr>
          <a:lstStyle>
            <a:lvl1pPr algn="l" defTabSz="914377"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377" rtl="0" eaLnBrk="1" fontAlgn="auto" latinLnBrk="0" hangingPunct="1">
              <a:lnSpc>
                <a:spcPct val="100000"/>
              </a:lnSpc>
              <a:spcBef>
                <a:spcPct val="0"/>
              </a:spcBef>
              <a:spcAft>
                <a:spcPts val="0"/>
              </a:spcAft>
              <a:buClrTx/>
              <a:buSzTx/>
              <a:buFontTx/>
              <a:buNone/>
              <a:tabLst/>
              <a:defRPr/>
            </a:pPr>
            <a:r>
              <a:rPr kumimoji="0" lang="en-US" altLang="zh-CN" sz="2500" b="1" i="0" u="none" strike="noStrike" kern="1200" cap="none" spc="0" normalizeH="0" baseline="0" noProof="0">
                <a:ln>
                  <a:noFill/>
                </a:ln>
                <a:solidFill>
                  <a:srgbClr val="08312A"/>
                </a:solidFill>
                <a:effectLst/>
                <a:uLnTx/>
                <a:uFillTx/>
                <a:latin typeface="Boehringer Forward Head"/>
                <a:ea typeface="+mj-ea"/>
                <a:cs typeface="+mj-cs"/>
              </a:rPr>
              <a:t>TA CRM Portfolio Summary - </a:t>
            </a:r>
            <a:r>
              <a:rPr kumimoji="0" lang="en-US" altLang="zh-CN" sz="2500" b="1" i="0" u="none" strike="noStrike" kern="1200" cap="none" spc="0" normalizeH="0" baseline="0" noProof="0">
                <a:ln>
                  <a:noFill/>
                </a:ln>
                <a:solidFill>
                  <a:srgbClr val="FF0000"/>
                </a:solidFill>
                <a:effectLst/>
                <a:uLnTx/>
                <a:uFillTx/>
                <a:latin typeface="Boehringer Forward Head"/>
                <a:ea typeface="+mj-ea"/>
                <a:cs typeface="+mj-cs"/>
              </a:rPr>
              <a:t>PMS Studies</a:t>
            </a:r>
            <a:endParaRPr kumimoji="0" lang="zh-CN" altLang="en-US" sz="2500" b="1" i="0" u="none" strike="noStrike" kern="1200" cap="none" spc="0" normalizeH="0" baseline="0" noProof="0">
              <a:ln>
                <a:noFill/>
              </a:ln>
              <a:solidFill>
                <a:srgbClr val="FF0000"/>
              </a:solidFill>
              <a:effectLst/>
              <a:uLnTx/>
              <a:uFillTx/>
              <a:latin typeface="Boehringer Forward Head"/>
              <a:ea typeface="+mj-ea"/>
              <a:cs typeface="+mj-cs"/>
            </a:endParaRPr>
          </a:p>
        </p:txBody>
      </p:sp>
      <p:grpSp>
        <p:nvGrpSpPr>
          <p:cNvPr id="20" name="组合 19">
            <a:extLst>
              <a:ext uri="{FF2B5EF4-FFF2-40B4-BE49-F238E27FC236}">
                <a16:creationId xmlns:a16="http://schemas.microsoft.com/office/drawing/2014/main" id="{379F1904-C519-2B29-FEBD-048C00AF711C}"/>
              </a:ext>
            </a:extLst>
          </p:cNvPr>
          <p:cNvGrpSpPr/>
          <p:nvPr/>
        </p:nvGrpSpPr>
        <p:grpSpPr>
          <a:xfrm>
            <a:off x="462338" y="719191"/>
            <a:ext cx="9822093" cy="5979560"/>
            <a:chOff x="462338" y="719191"/>
            <a:chExt cx="10489913" cy="5979560"/>
          </a:xfrm>
        </p:grpSpPr>
        <p:grpSp>
          <p:nvGrpSpPr>
            <p:cNvPr id="2" name="组合 1">
              <a:extLst>
                <a:ext uri="{FF2B5EF4-FFF2-40B4-BE49-F238E27FC236}">
                  <a16:creationId xmlns:a16="http://schemas.microsoft.com/office/drawing/2014/main" id="{AF5174B1-1410-51CF-A377-256C6E2465D9}"/>
                </a:ext>
              </a:extLst>
            </p:cNvPr>
            <p:cNvGrpSpPr/>
            <p:nvPr/>
          </p:nvGrpSpPr>
          <p:grpSpPr>
            <a:xfrm>
              <a:off x="462338" y="719191"/>
              <a:ext cx="10489913" cy="5979560"/>
              <a:chOff x="990600" y="0"/>
              <a:chExt cx="10177409" cy="6841956"/>
            </a:xfrm>
          </p:grpSpPr>
          <p:pic>
            <p:nvPicPr>
              <p:cNvPr id="3" name="Picture" title="This slide contains the following visuals: ECR ,pivotTable ,image ,textbox ,textbox ,card ,IIS ,slicer ,slicer ,slicer ,slicer ,BI-ONISed ,BI-ONISnd ,EAP ,BI-Clinical trial ,image. Please refer to the notes on this slide for details">
                <a:hlinkClick r:id="rId3"/>
              </p:cNvPr>
              <p:cNvPicPr>
                <a:picLocks noChangeAspect="1"/>
              </p:cNvPicPr>
              <p:nvPr/>
            </p:nvPicPr>
            <p:blipFill>
              <a:blip r:embed="rId4"/>
              <a:stretch>
                <a:fillRect/>
              </a:stretch>
            </p:blipFill>
            <p:spPr>
              <a:xfrm>
                <a:off x="990600" y="0"/>
                <a:ext cx="10177409" cy="6841956"/>
              </a:xfrm>
              <a:prstGeom prst="rect">
                <a:avLst/>
              </a:prstGeom>
              <a:noFill/>
            </p:spPr>
          </p:pic>
          <p:sp>
            <p:nvSpPr>
              <p:cNvPr id="5" name="Oval 21">
                <a:extLst>
                  <a:ext uri="{FF2B5EF4-FFF2-40B4-BE49-F238E27FC236}">
                    <a16:creationId xmlns:a16="http://schemas.microsoft.com/office/drawing/2014/main" id="{A361A68E-4E05-0132-1340-1AB7CC8059E8}"/>
                  </a:ext>
                </a:extLst>
              </p:cNvPr>
              <p:cNvSpPr/>
              <p:nvPr/>
            </p:nvSpPr>
            <p:spPr bwMode="gray">
              <a:xfrm>
                <a:off x="2398047" y="2866644"/>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7" name="Oval 21">
                <a:extLst>
                  <a:ext uri="{FF2B5EF4-FFF2-40B4-BE49-F238E27FC236}">
                    <a16:creationId xmlns:a16="http://schemas.microsoft.com/office/drawing/2014/main" id="{8C484B8D-31A3-8A13-22E5-0772507F5DB6}"/>
                  </a:ext>
                </a:extLst>
              </p:cNvPr>
              <p:cNvSpPr/>
              <p:nvPr/>
            </p:nvSpPr>
            <p:spPr bwMode="gray">
              <a:xfrm>
                <a:off x="4080543" y="2455164"/>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8" name="Oval 21">
                <a:extLst>
                  <a:ext uri="{FF2B5EF4-FFF2-40B4-BE49-F238E27FC236}">
                    <a16:creationId xmlns:a16="http://schemas.microsoft.com/office/drawing/2014/main" id="{B6D37926-CB09-FFC3-A363-007693B8636D}"/>
                  </a:ext>
                </a:extLst>
              </p:cNvPr>
              <p:cNvSpPr/>
              <p:nvPr/>
            </p:nvSpPr>
            <p:spPr bwMode="gray">
              <a:xfrm>
                <a:off x="4080543" y="3449729"/>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9" name="Oval 21">
                <a:extLst>
                  <a:ext uri="{FF2B5EF4-FFF2-40B4-BE49-F238E27FC236}">
                    <a16:creationId xmlns:a16="http://schemas.microsoft.com/office/drawing/2014/main" id="{318639FB-64D7-9FB8-949B-AC47E7A21ABF}"/>
                  </a:ext>
                </a:extLst>
              </p:cNvPr>
              <p:cNvSpPr/>
              <p:nvPr/>
            </p:nvSpPr>
            <p:spPr bwMode="gray">
              <a:xfrm>
                <a:off x="4080543" y="2660297"/>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0" name="Oval 21">
                <a:extLst>
                  <a:ext uri="{FF2B5EF4-FFF2-40B4-BE49-F238E27FC236}">
                    <a16:creationId xmlns:a16="http://schemas.microsoft.com/office/drawing/2014/main" id="{039AC276-233D-F40D-8A27-2EEC08D843A3}"/>
                  </a:ext>
                </a:extLst>
              </p:cNvPr>
              <p:cNvSpPr/>
              <p:nvPr/>
            </p:nvSpPr>
            <p:spPr bwMode="gray">
              <a:xfrm>
                <a:off x="4080543" y="2849880"/>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1" name="Oval 21">
                <a:extLst>
                  <a:ext uri="{FF2B5EF4-FFF2-40B4-BE49-F238E27FC236}">
                    <a16:creationId xmlns:a16="http://schemas.microsoft.com/office/drawing/2014/main" id="{AB13AC33-B719-24C2-5D36-84B45EB74A65}"/>
                  </a:ext>
                </a:extLst>
              </p:cNvPr>
              <p:cNvSpPr/>
              <p:nvPr/>
            </p:nvSpPr>
            <p:spPr bwMode="gray">
              <a:xfrm>
                <a:off x="4080543" y="3055013"/>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2" name="Oval 21">
                <a:extLst>
                  <a:ext uri="{FF2B5EF4-FFF2-40B4-BE49-F238E27FC236}">
                    <a16:creationId xmlns:a16="http://schemas.microsoft.com/office/drawing/2014/main" id="{F548B8E5-A3F6-9F5C-8370-7CDF4592058F}"/>
                  </a:ext>
                </a:extLst>
              </p:cNvPr>
              <p:cNvSpPr/>
              <p:nvPr/>
            </p:nvSpPr>
            <p:spPr bwMode="gray">
              <a:xfrm>
                <a:off x="4078494" y="3244596"/>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3" name="Oval 21">
                <a:extLst>
                  <a:ext uri="{FF2B5EF4-FFF2-40B4-BE49-F238E27FC236}">
                    <a16:creationId xmlns:a16="http://schemas.microsoft.com/office/drawing/2014/main" id="{A7B928E1-3B3B-909C-DF83-9A8E03E9F578}"/>
                  </a:ext>
                </a:extLst>
              </p:cNvPr>
              <p:cNvSpPr/>
              <p:nvPr/>
            </p:nvSpPr>
            <p:spPr bwMode="gray">
              <a:xfrm>
                <a:off x="4080543" y="3656129"/>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4" name="Oval 21">
                <a:extLst>
                  <a:ext uri="{FF2B5EF4-FFF2-40B4-BE49-F238E27FC236}">
                    <a16:creationId xmlns:a16="http://schemas.microsoft.com/office/drawing/2014/main" id="{03E6C49B-398E-B1BD-E1B4-8E71E6FED5C5}"/>
                  </a:ext>
                </a:extLst>
              </p:cNvPr>
              <p:cNvSpPr/>
              <p:nvPr/>
            </p:nvSpPr>
            <p:spPr bwMode="gray">
              <a:xfrm>
                <a:off x="4080543" y="3862529"/>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5" name="Oval 21">
                <a:extLst>
                  <a:ext uri="{FF2B5EF4-FFF2-40B4-BE49-F238E27FC236}">
                    <a16:creationId xmlns:a16="http://schemas.microsoft.com/office/drawing/2014/main" id="{2C79ED8E-4120-A4DC-6389-C9E392EE287F}"/>
                  </a:ext>
                </a:extLst>
              </p:cNvPr>
              <p:cNvSpPr/>
              <p:nvPr/>
            </p:nvSpPr>
            <p:spPr bwMode="gray">
              <a:xfrm>
                <a:off x="5732559" y="4653689"/>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6" name="Oval 21">
                <a:extLst>
                  <a:ext uri="{FF2B5EF4-FFF2-40B4-BE49-F238E27FC236}">
                    <a16:creationId xmlns:a16="http://schemas.microsoft.com/office/drawing/2014/main" id="{1BF9C1C0-034B-4B91-EED2-1C716733333C}"/>
                  </a:ext>
                </a:extLst>
              </p:cNvPr>
              <p:cNvSpPr/>
              <p:nvPr/>
            </p:nvSpPr>
            <p:spPr bwMode="gray">
              <a:xfrm>
                <a:off x="5732559" y="4854857"/>
                <a:ext cx="108000" cy="108000"/>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7" name="Oval 20">
                <a:extLst>
                  <a:ext uri="{FF2B5EF4-FFF2-40B4-BE49-F238E27FC236}">
                    <a16:creationId xmlns:a16="http://schemas.microsoft.com/office/drawing/2014/main" id="{121A511B-95A6-7B04-1C91-FBAA7754AFC9}"/>
                  </a:ext>
                </a:extLst>
              </p:cNvPr>
              <p:cNvSpPr/>
              <p:nvPr/>
            </p:nvSpPr>
            <p:spPr bwMode="gray">
              <a:xfrm>
                <a:off x="5732559" y="4253484"/>
                <a:ext cx="108000" cy="108000"/>
              </a:xfrm>
              <a:prstGeom prst="ellipse">
                <a:avLst/>
              </a:prstGeom>
              <a:solidFill>
                <a:srgbClr val="FFFF00"/>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sp>
            <p:nvSpPr>
              <p:cNvPr id="18" name="Oval 20">
                <a:extLst>
                  <a:ext uri="{FF2B5EF4-FFF2-40B4-BE49-F238E27FC236}">
                    <a16:creationId xmlns:a16="http://schemas.microsoft.com/office/drawing/2014/main" id="{17174333-D781-CAE5-3415-B05CA84E51F2}"/>
                  </a:ext>
                </a:extLst>
              </p:cNvPr>
              <p:cNvSpPr/>
              <p:nvPr/>
            </p:nvSpPr>
            <p:spPr bwMode="gray">
              <a:xfrm>
                <a:off x="5732559" y="4445105"/>
                <a:ext cx="108000" cy="108000"/>
              </a:xfrm>
              <a:prstGeom prst="ellipse">
                <a:avLst/>
              </a:prstGeom>
              <a:solidFill>
                <a:srgbClr val="FFFF00"/>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grpSp>
        <p:sp>
          <p:nvSpPr>
            <p:cNvPr id="19" name="Oval 21">
              <a:extLst>
                <a:ext uri="{FF2B5EF4-FFF2-40B4-BE49-F238E27FC236}">
                  <a16:creationId xmlns:a16="http://schemas.microsoft.com/office/drawing/2014/main" id="{8CB83D79-0802-202A-184D-F9CB31978270}"/>
                </a:ext>
              </a:extLst>
            </p:cNvPr>
            <p:cNvSpPr/>
            <p:nvPr/>
          </p:nvSpPr>
          <p:spPr bwMode="gray">
            <a:xfrm>
              <a:off x="1913002" y="3381806"/>
              <a:ext cx="111316" cy="94387"/>
            </a:xfrm>
            <a:prstGeom prst="ellipse">
              <a:avLst/>
            </a:prstGeom>
            <a:solidFill>
              <a:srgbClr val="00E47C"/>
            </a:solidFill>
            <a:ln w="6350" cap="flat" cmpd="sng" algn="ctr">
              <a:solidFill>
                <a:sysClr val="windowText" lastClr="000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ysClr val="window" lastClr="FFFFFF"/>
                  </a:solidFill>
                  <a:latin typeface="Boehringer Forward Text"/>
                </a:defRPr>
              </a:lvl1pPr>
              <a:lvl2pPr marL="457200" algn="l" defTabSz="914400" rtl="0" eaLnBrk="1" latinLnBrk="0" hangingPunct="1">
                <a:defRPr sz="1800" kern="1200">
                  <a:solidFill>
                    <a:sysClr val="window" lastClr="FFFFFF"/>
                  </a:solidFill>
                  <a:latin typeface="Boehringer Forward Text"/>
                </a:defRPr>
              </a:lvl2pPr>
              <a:lvl3pPr marL="914400" algn="l" defTabSz="914400" rtl="0" eaLnBrk="1" latinLnBrk="0" hangingPunct="1">
                <a:defRPr sz="1800" kern="1200">
                  <a:solidFill>
                    <a:sysClr val="window" lastClr="FFFFFF"/>
                  </a:solidFill>
                  <a:latin typeface="Boehringer Forward Text"/>
                </a:defRPr>
              </a:lvl3pPr>
              <a:lvl4pPr marL="1371600" algn="l" defTabSz="914400" rtl="0" eaLnBrk="1" latinLnBrk="0" hangingPunct="1">
                <a:defRPr sz="1800" kern="1200">
                  <a:solidFill>
                    <a:sysClr val="window" lastClr="FFFFFF"/>
                  </a:solidFill>
                  <a:latin typeface="Boehringer Forward Text"/>
                </a:defRPr>
              </a:lvl4pPr>
              <a:lvl5pPr marL="1828800" algn="l" defTabSz="914400" rtl="0" eaLnBrk="1" latinLnBrk="0" hangingPunct="1">
                <a:defRPr sz="1800" kern="1200">
                  <a:solidFill>
                    <a:sysClr val="window" lastClr="FFFFFF"/>
                  </a:solidFill>
                  <a:latin typeface="Boehringer Forward Text"/>
                </a:defRPr>
              </a:lvl5pPr>
              <a:lvl6pPr marL="2286000" algn="l" defTabSz="914400" rtl="0" eaLnBrk="1" latinLnBrk="0" hangingPunct="1">
                <a:defRPr sz="1800" kern="1200">
                  <a:solidFill>
                    <a:sysClr val="window" lastClr="FFFFFF"/>
                  </a:solidFill>
                  <a:latin typeface="Boehringer Forward Text"/>
                </a:defRPr>
              </a:lvl6pPr>
              <a:lvl7pPr marL="2743200" algn="l" defTabSz="914400" rtl="0" eaLnBrk="1" latinLnBrk="0" hangingPunct="1">
                <a:defRPr sz="1800" kern="1200">
                  <a:solidFill>
                    <a:sysClr val="window" lastClr="FFFFFF"/>
                  </a:solidFill>
                  <a:latin typeface="Boehringer Forward Text"/>
                </a:defRPr>
              </a:lvl7pPr>
              <a:lvl8pPr marL="3200400" algn="l" defTabSz="914400" rtl="0" eaLnBrk="1" latinLnBrk="0" hangingPunct="1">
                <a:defRPr sz="1800" kern="1200">
                  <a:solidFill>
                    <a:sysClr val="window" lastClr="FFFFFF"/>
                  </a:solidFill>
                  <a:latin typeface="Boehringer Forward Text"/>
                </a:defRPr>
              </a:lvl8pPr>
              <a:lvl9pPr marL="3657600" algn="l" defTabSz="914400" rtl="0" eaLnBrk="1" latinLnBrk="0" hangingPunct="1">
                <a:defRPr sz="1800" kern="1200">
                  <a:solidFill>
                    <a:sysClr val="window" lastClr="FFFFFF"/>
                  </a:solidFill>
                  <a:latin typeface="Boehringer Forward Text"/>
                </a:defRPr>
              </a:lvl9pP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mn-cs"/>
              </a:endParaRPr>
            </a:p>
          </p:txBody>
        </p:sp>
      </p:grpSp>
      <p:sp>
        <p:nvSpPr>
          <p:cNvPr id="24" name="矩形 23">
            <a:extLst>
              <a:ext uri="{FF2B5EF4-FFF2-40B4-BE49-F238E27FC236}">
                <a16:creationId xmlns:a16="http://schemas.microsoft.com/office/drawing/2014/main" id="{BA798706-C12C-2924-BCBD-9B5D329500A3}"/>
              </a:ext>
            </a:extLst>
          </p:cNvPr>
          <p:cNvSpPr/>
          <p:nvPr/>
        </p:nvSpPr>
        <p:spPr>
          <a:xfrm>
            <a:off x="10459093" y="5501778"/>
            <a:ext cx="1510301" cy="1068512"/>
          </a:xfrm>
          <a:prstGeom prst="rect">
            <a:avLst/>
          </a:prstGeom>
          <a:solidFill>
            <a:schemeClr val="accent3">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rPr>
              <a:t>1123- </a:t>
            </a:r>
            <a:r>
              <a:rPr kumimoji="0" lang="en-US" altLang="zh-CN" sz="1200" b="0" i="0" u="none" strike="noStrike" kern="1200" cap="none" spc="0" normalizeH="0" baseline="0" noProof="0" err="1">
                <a:ln>
                  <a:noFill/>
                </a:ln>
                <a:solidFill>
                  <a:prstClr val="black"/>
                </a:solidFill>
                <a:effectLst/>
                <a:uLnTx/>
                <a:uFillTx/>
                <a:latin typeface="Calibri" panose="020F0502020204030204"/>
                <a:ea typeface="等线" panose="02010600030101010101" pitchFamily="2" charset="-122"/>
                <a:cs typeface="+mn-cs"/>
              </a:rPr>
              <a:t>Metalyse</a:t>
            </a:r>
            <a:endPar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rPr>
              <a:t>0135-</a:t>
            </a: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Calibri"/>
              </a:rPr>
              <a:t> </a:t>
            </a:r>
            <a:r>
              <a:rPr kumimoji="0" lang="en-US" altLang="zh-CN" sz="1200" b="0" i="0" u="none" strike="noStrike" kern="1200" cap="none" spc="0" normalizeH="0" baseline="0" noProof="0" err="1">
                <a:ln>
                  <a:noFill/>
                </a:ln>
                <a:solidFill>
                  <a:prstClr val="black"/>
                </a:solidFill>
                <a:effectLst/>
                <a:uLnTx/>
                <a:uFillTx/>
                <a:latin typeface="Calibri" panose="020F0502020204030204"/>
                <a:ea typeface="等线" panose="02010600030101010101" pitchFamily="2" charset="-122"/>
                <a:cs typeface="Calibri"/>
              </a:rPr>
              <a:t>Actylise</a:t>
            </a:r>
            <a:endPar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rPr>
              <a:t>1404- </a:t>
            </a:r>
            <a:r>
              <a:rPr kumimoji="0" lang="en-US" altLang="zh-CN" sz="1200" b="0" i="0" u="none" strike="noStrike" kern="1200" cap="none" spc="0" normalizeH="0" baseline="0" noProof="0" err="1">
                <a:ln>
                  <a:noFill/>
                </a:ln>
                <a:solidFill>
                  <a:prstClr val="black"/>
                </a:solidFill>
                <a:effectLst/>
                <a:uLnTx/>
                <a:uFillTx/>
                <a:latin typeface="Calibri" panose="020F0502020204030204"/>
                <a:ea typeface="等线" panose="02010600030101010101" pitchFamily="2" charset="-122"/>
                <a:cs typeface="+mn-cs"/>
              </a:rPr>
              <a:t>Survodutide</a:t>
            </a:r>
            <a:endPar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rPr>
              <a:t>1245- Jardiance</a:t>
            </a:r>
          </a:p>
          <a:p>
            <a:pPr lvl="0">
              <a:defRPr/>
            </a:pP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Calibri"/>
              </a:rPr>
              <a:t>1378-</a:t>
            </a:r>
            <a:r>
              <a:rPr kumimoji="0" lang="en-US" altLang="zh-CN"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rPr>
              <a:t> </a:t>
            </a:r>
            <a:r>
              <a:rPr lang="en-US" altLang="zh-CN" sz="1200" err="1">
                <a:solidFill>
                  <a:prstClr val="black"/>
                </a:solidFill>
                <a:latin typeface="Calibri" panose="020F0502020204030204"/>
                <a:ea typeface="等线" panose="02010600030101010101" pitchFamily="2" charset="-122"/>
              </a:rPr>
              <a:t>VicaEmpa</a:t>
            </a:r>
            <a:endParaRPr lang="en-US" altLang="zh-CN" sz="1200">
              <a:solidFill>
                <a:prstClr val="black"/>
              </a:solidFill>
              <a:latin typeface="Calibri" panose="020F0502020204030204"/>
              <a:ea typeface="等线" panose="02010600030101010101" pitchFamily="2" charset="-122"/>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88015" y="725832"/>
          <a:ext cx="12015970" cy="5973380"/>
        </p:xfrm>
        <a:graphic>
          <a:graphicData uri="http://schemas.openxmlformats.org/drawingml/2006/table">
            <a:tbl>
              <a:tblPr firstRow="1" bandRow="1">
                <a:tableStyleId>{21E4AEA4-8DFA-4A89-87EB-49C32662AFE0}</a:tableStyleId>
              </a:tblPr>
              <a:tblGrid>
                <a:gridCol w="3685480">
                  <a:extLst>
                    <a:ext uri="{9D8B030D-6E8A-4147-A177-3AD203B41FA5}">
                      <a16:colId xmlns:a16="http://schemas.microsoft.com/office/drawing/2014/main" val="2087559983"/>
                    </a:ext>
                  </a:extLst>
                </a:gridCol>
                <a:gridCol w="926086">
                  <a:extLst>
                    <a:ext uri="{9D8B030D-6E8A-4147-A177-3AD203B41FA5}">
                      <a16:colId xmlns:a16="http://schemas.microsoft.com/office/drawing/2014/main" val="873806999"/>
                    </a:ext>
                  </a:extLst>
                </a:gridCol>
                <a:gridCol w="1579132">
                  <a:extLst>
                    <a:ext uri="{9D8B030D-6E8A-4147-A177-3AD203B41FA5}">
                      <a16:colId xmlns:a16="http://schemas.microsoft.com/office/drawing/2014/main" val="3812779303"/>
                    </a:ext>
                  </a:extLst>
                </a:gridCol>
                <a:gridCol w="1245806">
                  <a:extLst>
                    <a:ext uri="{9D8B030D-6E8A-4147-A177-3AD203B41FA5}">
                      <a16:colId xmlns:a16="http://schemas.microsoft.com/office/drawing/2014/main" val="1362959423"/>
                    </a:ext>
                  </a:extLst>
                </a:gridCol>
                <a:gridCol w="923009">
                  <a:extLst>
                    <a:ext uri="{9D8B030D-6E8A-4147-A177-3AD203B41FA5}">
                      <a16:colId xmlns:a16="http://schemas.microsoft.com/office/drawing/2014/main" val="1527556270"/>
                    </a:ext>
                  </a:extLst>
                </a:gridCol>
                <a:gridCol w="3233814">
                  <a:extLst>
                    <a:ext uri="{9D8B030D-6E8A-4147-A177-3AD203B41FA5}">
                      <a16:colId xmlns:a16="http://schemas.microsoft.com/office/drawing/2014/main" val="2116820431"/>
                    </a:ext>
                  </a:extLst>
                </a:gridCol>
                <a:gridCol w="422643">
                  <a:extLst>
                    <a:ext uri="{9D8B030D-6E8A-4147-A177-3AD203B41FA5}">
                      <a16:colId xmlns:a16="http://schemas.microsoft.com/office/drawing/2014/main" val="1071587069"/>
                    </a:ext>
                  </a:extLst>
                </a:gridCol>
              </a:tblGrid>
              <a:tr h="529306">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00" b="1" kern="1200">
                          <a:solidFill>
                            <a:schemeClr val="bg1"/>
                          </a:solidFill>
                          <a:latin typeface="Calibri"/>
                          <a:ea typeface="+mn-ea"/>
                          <a:cs typeface="+mn-cs"/>
                        </a:rPr>
                        <a:t>Product/Study</a:t>
                      </a: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kern="1200">
                          <a:solidFill>
                            <a:schemeClr val="bg1"/>
                          </a:solidFill>
                          <a:latin typeface="Calibri"/>
                          <a:ea typeface="+mn-ea"/>
                          <a:cs typeface="+mn-cs"/>
                        </a:rPr>
                        <a:t>Indication</a:t>
                      </a: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00" b="1" kern="1200">
                          <a:solidFill>
                            <a:schemeClr val="bg1"/>
                          </a:solidFill>
                          <a:latin typeface="Calibri"/>
                          <a:ea typeface="+mn-ea"/>
                          <a:cs typeface="+mn-cs"/>
                        </a:rPr>
                        <a:t>Study type/Global </a:t>
                      </a:r>
                      <a:r>
                        <a:rPr lang="en-US" altLang="zh-CN" sz="1000" kern="1200">
                          <a:solidFill>
                            <a:schemeClr val="bg1"/>
                          </a:solidFill>
                        </a:rPr>
                        <a:t>Status</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00" kern="1200">
                          <a:solidFill>
                            <a:schemeClr val="bg1"/>
                          </a:solidFill>
                        </a:rPr>
                        <a:t>(Study</a:t>
                      </a:r>
                      <a:r>
                        <a:rPr lang="en-US" altLang="zh-CN" sz="1000" kern="1200" baseline="0">
                          <a:solidFill>
                            <a:schemeClr val="bg1"/>
                          </a:solidFill>
                        </a:rPr>
                        <a:t> no.: FPI-LPO,</a:t>
                      </a:r>
                      <a:r>
                        <a:rPr lang="zh-CN" altLang="en-US" sz="1000" kern="1200" baseline="0">
                          <a:solidFill>
                            <a:schemeClr val="bg1"/>
                          </a:solidFill>
                        </a:rPr>
                        <a:t> </a:t>
                      </a:r>
                      <a:r>
                        <a:rPr lang="en-US" altLang="zh-CN" sz="1000" kern="1200" baseline="0">
                          <a:solidFill>
                            <a:schemeClr val="bg1"/>
                          </a:solidFill>
                        </a:rPr>
                        <a:t>CTR</a:t>
                      </a:r>
                      <a:r>
                        <a:rPr lang="en-US" altLang="zh-CN" sz="1000" kern="1200">
                          <a:solidFill>
                            <a:schemeClr val="bg1"/>
                          </a:solidFill>
                        </a:rPr>
                        <a:t>)</a:t>
                      </a:r>
                      <a:endParaRPr lang="zh-CN" altLang="en-US" sz="10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00" b="1" kern="1200">
                          <a:solidFill>
                            <a:schemeClr val="bg1"/>
                          </a:solidFill>
                        </a:rPr>
                        <a:t>Current status</a:t>
                      </a:r>
                      <a:endParaRPr lang="zh-CN" altLang="en-US" sz="10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0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rtl="0" eaLnBrk="1" fontAlgn="auto" latinLnBrk="0" hangingPunct="1">
                        <a:lnSpc>
                          <a:spcPct val="100000"/>
                        </a:lnSpc>
                        <a:spcBef>
                          <a:spcPts val="0"/>
                        </a:spcBef>
                        <a:spcAft>
                          <a:spcPts val="0"/>
                        </a:spcAft>
                        <a:buFontTx/>
                        <a:buNone/>
                      </a:pPr>
                      <a:r>
                        <a:rPr lang="en-US" altLang="zh-CN" sz="1000" b="1" kern="1200">
                          <a:solidFill>
                            <a:schemeClr val="bg1"/>
                          </a:solidFill>
                        </a:rPr>
                        <a:t>Next Mile-stone</a:t>
                      </a:r>
                      <a:endParaRPr lang="zh-CN" altLang="en-US" sz="10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0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00" kern="1200">
                          <a:solidFill>
                            <a:schemeClr val="bg1"/>
                          </a:solidFill>
                        </a:rPr>
                        <a:t>Key Updates</a:t>
                      </a:r>
                      <a:endParaRPr lang="zh-CN" altLang="en-US" sz="10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500" kern="1200">
                        <a:solidFill>
                          <a:schemeClr val="bg1"/>
                        </a:solidFill>
                        <a:latin typeface="+mn-lt"/>
                        <a:ea typeface="+mn-ea"/>
                        <a:cs typeface="+mn-cs"/>
                      </a:endParaRPr>
                    </a:p>
                  </a:txBody>
                  <a:tcPr marL="92811" marR="92811" anchor="ctr">
                    <a:solidFill>
                      <a:schemeClr val="bg2">
                        <a:lumMod val="75000"/>
                        <a:lumOff val="25000"/>
                      </a:schemeClr>
                    </a:solidFill>
                  </a:tcPr>
                </a:tc>
                <a:extLst>
                  <a:ext uri="{0D108BD9-81ED-4DB2-BD59-A6C34878D82A}">
                    <a16:rowId xmlns:a16="http://schemas.microsoft.com/office/drawing/2014/main" val="25406406"/>
                  </a:ext>
                </a:extLst>
              </a:tr>
              <a:tr h="75011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Metalyse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(Metalyse for LVO-AIS at 4.5-24h without thrombectomy under the guidance of NCCT)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a:t>
                      </a:r>
                      <a:r>
                        <a:rPr kumimoji="0" lang="en-US" altLang="zh-CN" sz="900" b="1" u="none" strike="noStrike" kern="1200" cap="none" spc="0" normalizeH="0" baseline="0">
                          <a:ln>
                            <a:noFill/>
                          </a:ln>
                          <a:solidFill>
                            <a:schemeClr val="tx1"/>
                          </a:solidFill>
                          <a:effectLst/>
                          <a:uLnTx/>
                          <a:uFillTx/>
                        </a:rPr>
                        <a:t>Anhui Provincial hospital Prof. Hu</a:t>
                      </a:r>
                      <a:r>
                        <a:rPr kumimoji="0" lang="en-US" altLang="zh-CN" sz="900" b="0" u="none" strike="noStrike" kern="1200" cap="none" spc="0" normalizeH="0" baseline="0">
                          <a:ln>
                            <a:noFill/>
                          </a:ln>
                          <a:solidFill>
                            <a:schemeClr val="tx1"/>
                          </a:solidFill>
                          <a:effectLst/>
                          <a:uLnTx/>
                          <a:uFillTx/>
                        </a:rPr>
                        <a:t>)</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rPr>
                        <a:t>IIS</a:t>
                      </a:r>
                      <a:endParaRPr lang="en-US" altLang="zh-CN" sz="900" b="0" i="0" u="none" strike="noStrike" kern="1200" noProof="0">
                        <a:solidFill>
                          <a:schemeClr val="tx1"/>
                        </a:solidFill>
                        <a:latin typeface="+mn-lt"/>
                        <a:ea typeface="+mn-ea"/>
                        <a:cs typeface="+mn-cs"/>
                      </a:endParaRPr>
                    </a:p>
                    <a:p>
                      <a:pPr marL="0" marR="0" lvl="0" indent="0" algn="ctr" rtl="0" eaLnBrk="1" fontAlgn="auto" latinLnBrk="0" hangingPunct="1">
                        <a:lnSpc>
                          <a:spcPct val="100000"/>
                        </a:lnSpc>
                        <a:spcBef>
                          <a:spcPts val="0"/>
                        </a:spcBef>
                        <a:spcAft>
                          <a:spcPts val="0"/>
                        </a:spcAft>
                        <a:buClrTx/>
                        <a:buSzTx/>
                        <a:buFontTx/>
                        <a:buNone/>
                      </a:pPr>
                      <a:r>
                        <a:rPr lang="en-US" altLang="zh-CN" sz="900" b="0" i="0" u="none" strike="noStrike" kern="1200" noProof="0">
                          <a:solidFill>
                            <a:schemeClr val="tx1"/>
                          </a:solidFill>
                          <a:latin typeface="+mn-lt"/>
                          <a:ea typeface="+mn-ea"/>
                          <a:cs typeface="+mn-cs"/>
                        </a:rPr>
                        <a:t>(1123-0065, Dec</a:t>
                      </a:r>
                      <a:endParaRPr lang="en-US" altLang="zh-CN" sz="900" b="0" u="none" strike="noStrike" kern="1200">
                        <a:solidFill>
                          <a:schemeClr val="tx1"/>
                        </a:solidFill>
                      </a:endParaRPr>
                    </a:p>
                    <a:p>
                      <a:pPr marL="0" marR="0" lvl="0" indent="0" algn="ctr">
                        <a:lnSpc>
                          <a:spcPct val="100000"/>
                        </a:lnSpc>
                        <a:spcBef>
                          <a:spcPts val="0"/>
                        </a:spcBef>
                        <a:spcAft>
                          <a:spcPts val="0"/>
                        </a:spcAft>
                        <a:buClrTx/>
                        <a:buSzTx/>
                        <a:buFontTx/>
                        <a:buNone/>
                      </a:pPr>
                      <a:r>
                        <a:rPr lang="en-US" altLang="zh-CN" sz="900" b="0" i="0" u="none" strike="noStrike" kern="1200" noProof="0">
                          <a:solidFill>
                            <a:schemeClr val="tx1"/>
                          </a:solidFill>
                          <a:latin typeface="+mn-lt"/>
                          <a:ea typeface="+mn-ea"/>
                          <a:cs typeface="+mn-cs"/>
                        </a:rPr>
                        <a:t>2025-Feb2028, Jul2028)</a:t>
                      </a:r>
                      <a:endParaRPr lang="en-US" altLang="zh-CN" sz="900" b="0" u="none" strike="noStrike" kern="1200">
                        <a:solidFill>
                          <a:schemeClr val="tx1"/>
                        </a:solidFill>
                      </a:endParaRPr>
                    </a:p>
                  </a:txBody>
                  <a:tcPr marL="92811" marR="92811" marT="38099" marB="38099" anchor="ctr">
                    <a:solidFill>
                      <a:schemeClr val="bg1">
                        <a:lumMod val="85000"/>
                      </a:schemeClr>
                    </a:solidFill>
                  </a:tcPr>
                </a:tc>
                <a:tc>
                  <a:txBody>
                    <a:bodyPr/>
                    <a:lstStyle/>
                    <a:p>
                      <a:pPr marL="0" marR="0" lvl="0" indent="0" algn="ctr" defTabSz="914400">
                        <a:lnSpc>
                          <a:spcPct val="100000"/>
                        </a:lnSpc>
                        <a:spcBef>
                          <a:spcPts val="0"/>
                        </a:spcBef>
                        <a:spcAft>
                          <a:spcPts val="0"/>
                        </a:spcAft>
                        <a:buNone/>
                        <a:tabLst/>
                        <a:defRPr/>
                      </a:pPr>
                      <a:r>
                        <a:rPr lang="en-US" sz="900" b="0" i="0" u="none" strike="noStrike" kern="1200" noProof="0">
                          <a:solidFill>
                            <a:schemeClr val="tx1"/>
                          </a:solidFill>
                          <a:latin typeface="Boehringer Forward Text"/>
                        </a:rPr>
                        <a:t>FPI</a:t>
                      </a:r>
                      <a:endParaRPr lang="en-US" altLang="zh-CN" sz="900" b="0" i="0" u="none" strike="noStrike" kern="1200" noProof="0">
                        <a:solidFill>
                          <a:srgbClr val="000000"/>
                        </a:solidFill>
                        <a:latin typeface="Boehringer Forward Text"/>
                        <a:ea typeface="+mn-ea"/>
                        <a:cs typeface="+mn-cs"/>
                      </a:endParaRPr>
                    </a:p>
                    <a:p>
                      <a:pPr marL="0" marR="0" lvl="0" indent="0" algn="ctr" defTabSz="914400">
                        <a:lnSpc>
                          <a:spcPct val="100000"/>
                        </a:lnSpc>
                        <a:spcBef>
                          <a:spcPts val="0"/>
                        </a:spcBef>
                        <a:spcAft>
                          <a:spcPts val="0"/>
                        </a:spcAft>
                        <a:buNone/>
                        <a:tabLst/>
                        <a:defRPr/>
                      </a:pPr>
                      <a:r>
                        <a:rPr lang="en-US" sz="900" b="0" i="0" u="none" strike="noStrike" kern="1200" noProof="0">
                          <a:solidFill>
                            <a:schemeClr val="tx1"/>
                          </a:solidFill>
                          <a:latin typeface="Boehringer Forward Text"/>
                        </a:rPr>
                        <a:t>(Dec2025)</a:t>
                      </a:r>
                      <a:endParaRPr lang="en-US" sz="900">
                        <a:latin typeface="Boehringer Forward Text"/>
                      </a:endParaRPr>
                    </a:p>
                  </a:txBody>
                  <a:tcPr marL="92811" marR="92811" marT="38099" marB="38099" anchor="ctr">
                    <a:solidFill>
                      <a:schemeClr val="bg1">
                        <a:lumMod val="85000"/>
                      </a:schemeClr>
                    </a:solidFill>
                  </a:tcPr>
                </a:tc>
                <a:tc>
                  <a:txBody>
                    <a:bodyPr/>
                    <a:lstStyle/>
                    <a:p>
                      <a:pPr marL="0" marR="0" lvl="0" indent="0" algn="ctr" defTabSz="914400">
                        <a:lnSpc>
                          <a:spcPct val="100000"/>
                        </a:lnSpc>
                        <a:spcBef>
                          <a:spcPts val="0"/>
                        </a:spcBef>
                        <a:spcAft>
                          <a:spcPts val="0"/>
                        </a:spcAft>
                        <a:buNone/>
                        <a:tabLst/>
                        <a:defRPr/>
                      </a:pPr>
                      <a:r>
                        <a:rPr lang="en-US" altLang="zh-CN" sz="900" b="0" i="0" u="none" strike="noStrike" kern="1200" noProof="0">
                          <a:solidFill>
                            <a:schemeClr val="dk1"/>
                          </a:solidFill>
                          <a:latin typeface="+mn-lt"/>
                        </a:rPr>
                        <a:t>LPI</a:t>
                      </a:r>
                      <a:endParaRPr lang="en-US" altLang="zh-CN" sz="900" b="0" i="0" u="none" strike="noStrike" kern="1200" noProof="0">
                        <a:solidFill>
                          <a:schemeClr val="tx1"/>
                        </a:solidFill>
                        <a:latin typeface="+mn-lt"/>
                      </a:endParaRPr>
                    </a:p>
                    <a:p>
                      <a:pPr marL="0" marR="0" lvl="0" indent="0" algn="ctr" rtl="0" eaLnBrk="1" fontAlgn="auto" latinLnBrk="0" hangingPunct="1">
                        <a:lnSpc>
                          <a:spcPct val="100000"/>
                        </a:lnSpc>
                        <a:spcBef>
                          <a:spcPts val="0"/>
                        </a:spcBef>
                        <a:spcAft>
                          <a:spcPts val="0"/>
                        </a:spcAft>
                        <a:buClrTx/>
                        <a:buSzTx/>
                        <a:buFontTx/>
                        <a:buNone/>
                      </a:pPr>
                      <a:r>
                        <a:rPr lang="en-US" altLang="zh-CN" sz="900" b="0" i="0" u="none" strike="noStrike" kern="1200" noProof="0">
                          <a:solidFill>
                            <a:schemeClr val="tx1"/>
                          </a:solidFill>
                          <a:latin typeface="+mn-lt"/>
                          <a:ea typeface="+mn-ea"/>
                          <a:cs typeface="+mn-cs"/>
                        </a:rPr>
                        <a:t>(Nov  2027)</a:t>
                      </a:r>
                    </a:p>
                  </a:txBody>
                  <a:tcPr marL="92811" marR="92811" marT="38099" marB="38099" anchor="ctr">
                    <a:solidFill>
                      <a:schemeClr val="bg1">
                        <a:lumMod val="85000"/>
                      </a:schemeClr>
                    </a:solidFill>
                  </a:tcPr>
                </a:tc>
                <a:tc>
                  <a:txBody>
                    <a:bodyPr/>
                    <a:lstStyle/>
                    <a:p>
                      <a:pPr marL="0" marR="0" lvl="0" indent="0" algn="l">
                        <a:lnSpc>
                          <a:spcPct val="100000"/>
                        </a:lnSpc>
                        <a:spcBef>
                          <a:spcPts val="0"/>
                        </a:spcBef>
                        <a:spcAft>
                          <a:spcPts val="0"/>
                        </a:spcAft>
                        <a:buClrTx/>
                        <a:buSzTx/>
                        <a:buNone/>
                      </a:pPr>
                      <a:endParaRPr lang="en-US" altLang="zh-CN" sz="900" b="0" i="0" u="none" strike="noStrike" kern="1200" noProof="0">
                        <a:solidFill>
                          <a:schemeClr val="tx1"/>
                        </a:solidFill>
                        <a:latin typeface="+mn-lt"/>
                        <a:ea typeface="+mn-ea"/>
                        <a:cs typeface="+mn-cs"/>
                      </a:endParaRP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FPI on 1 Dec. 2025</a:t>
                      </a:r>
                    </a:p>
                    <a:p>
                      <a:pPr marL="171450" marR="0" lvl="0" indent="-171450" algn="l">
                        <a:lnSpc>
                          <a:spcPct val="100000"/>
                        </a:lnSpc>
                        <a:spcBef>
                          <a:spcPts val="0"/>
                        </a:spcBef>
                        <a:spcAft>
                          <a:spcPts val="0"/>
                        </a:spcAft>
                        <a:buClrTx/>
                        <a:buSzTx/>
                        <a:buFont typeface="Arial" panose="020B0604020202020204" pitchFamily="34" charset="0"/>
                        <a:buChar char="•"/>
                      </a:pPr>
                      <a:r>
                        <a:rPr lang="en-US" sz="900" b="0" i="0" u="none" strike="noStrike" kern="1200" noProof="0">
                          <a:solidFill>
                            <a:schemeClr val="tx1"/>
                          </a:solidFill>
                          <a:latin typeface="+mn-lt"/>
                          <a:ea typeface="+mn-ea"/>
                          <a:cs typeface="+mn-cs"/>
                        </a:rPr>
                        <a:t>Enrollment progress: 77（+14）/794(actual/plan)</a:t>
                      </a:r>
                    </a:p>
                    <a:p>
                      <a:pPr marL="171450" marR="0" lvl="0" indent="-171450" algn="l">
                        <a:lnSpc>
                          <a:spcPct val="100000"/>
                        </a:lnSpc>
                        <a:spcBef>
                          <a:spcPts val="0"/>
                        </a:spcBef>
                        <a:spcAft>
                          <a:spcPts val="0"/>
                        </a:spcAft>
                        <a:buClrTx/>
                        <a:buSzTx/>
                        <a:buFont typeface="Arial" panose="020B0604020202020204" pitchFamily="34" charset="0"/>
                        <a:buChar char="•"/>
                      </a:pPr>
                      <a:r>
                        <a:rPr lang="en-US" sz="900" b="0" i="0" u="none" strike="noStrike" kern="1200" noProof="0">
                          <a:solidFill>
                            <a:schemeClr val="tx1"/>
                          </a:solidFill>
                          <a:latin typeface="+mn-lt"/>
                          <a:ea typeface="+mn-ea"/>
                          <a:cs typeface="+mn-cs"/>
                        </a:rPr>
                        <a:t> </a:t>
                      </a:r>
                      <a:r>
                        <a:rPr lang="en-US" altLang="zh-CN" sz="900" b="0" i="0" u="none" strike="noStrike" kern="1200" noProof="0">
                          <a:solidFill>
                            <a:schemeClr val="tx1"/>
                          </a:solidFill>
                          <a:latin typeface="Boehringer Forward Text"/>
                        </a:rPr>
                        <a:t>Site initiation progress: 30（+4）/60(actual/plan)</a:t>
                      </a:r>
                      <a:r>
                        <a:rPr lang="zh-CN" altLang="en-US" sz="900" b="0" i="0" u="none" strike="noStrike" kern="1200" noProof="0">
                          <a:solidFill>
                            <a:schemeClr val="tx1"/>
                          </a:solidFill>
                          <a:latin typeface="+mn-lt"/>
                          <a:ea typeface="+mn-ea"/>
                          <a:cs typeface="+mn-cs"/>
                        </a:rPr>
                        <a:t>  </a:t>
                      </a:r>
                      <a:endParaRPr lang="en-US" altLang="zh-CN" sz="900"/>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1214408882"/>
                  </a:ext>
                </a:extLst>
              </a:tr>
              <a:tr h="618438">
                <a:tc>
                  <a:txBody>
                    <a:bodyPr/>
                    <a:lstStyle/>
                    <a:p>
                      <a:pPr marL="0" lvl="0" indent="0" algn="ctr" defTabSz="914400">
                        <a:lnSpc>
                          <a:spcPct val="100000"/>
                        </a:lnSpc>
                        <a:spcBef>
                          <a:spcPts val="0"/>
                        </a:spcBef>
                        <a:spcAft>
                          <a:spcPts val="0"/>
                        </a:spcAft>
                        <a:buNone/>
                        <a:tabLst/>
                        <a:defRPr/>
                      </a:pPr>
                      <a:r>
                        <a:rPr kumimoji="0" lang="en-US" altLang="zh-CN" sz="900" b="0" u="none" strike="noStrike" kern="1200" cap="none" spc="0" normalizeH="0" baseline="0">
                          <a:ln>
                            <a:noFill/>
                          </a:ln>
                          <a:solidFill>
                            <a:schemeClr val="tx1"/>
                          </a:solidFill>
                          <a:effectLst/>
                          <a:uLnTx/>
                          <a:uFillTx/>
                        </a:rPr>
                        <a:t>Metalyse</a:t>
                      </a:r>
                    </a:p>
                    <a:p>
                      <a:pPr marL="0" lvl="0" indent="0" algn="ctr" defTabSz="914400">
                        <a:lnSpc>
                          <a:spcPct val="100000"/>
                        </a:lnSpc>
                        <a:spcBef>
                          <a:spcPts val="0"/>
                        </a:spcBef>
                        <a:spcAft>
                          <a:spcPts val="0"/>
                        </a:spcAft>
                        <a:buNone/>
                        <a:tabLst/>
                        <a:defRPr/>
                      </a:pPr>
                      <a:r>
                        <a:rPr kumimoji="0" lang="en-US" altLang="zh-CN" sz="900" b="0" u="none" strike="noStrike" kern="1200" cap="none" spc="0" normalizeH="0" baseline="0">
                          <a:ln>
                            <a:noFill/>
                          </a:ln>
                          <a:solidFill>
                            <a:schemeClr val="tx1"/>
                          </a:solidFill>
                          <a:effectLst/>
                          <a:uLnTx/>
                          <a:uFillTx/>
                        </a:rPr>
                        <a:t>(Observational RegIstry of Efficacy and safety of teNecTeplase in reAl worLd settings in China </a:t>
                      </a:r>
                      <a:r>
                        <a:rPr kumimoji="0" lang="en-US" altLang="zh-CN" sz="900" b="1" u="none" strike="noStrike" kern="1200" cap="none" spc="0" normalizeH="0" baseline="0">
                          <a:ln>
                            <a:noFill/>
                          </a:ln>
                          <a:solidFill>
                            <a:schemeClr val="tx1"/>
                          </a:solidFill>
                          <a:effectLst/>
                          <a:uLnTx/>
                          <a:uFillTx/>
                        </a:rPr>
                        <a:t>(ORIENTAL)</a:t>
                      </a:r>
                      <a:r>
                        <a:rPr kumimoji="0" lang="en-US" altLang="zh-CN" sz="900" b="0" u="none" strike="noStrike" kern="1200" cap="none" spc="0" normalizeH="0" baseline="0">
                          <a:ln>
                            <a:noFill/>
                          </a:ln>
                          <a:solidFill>
                            <a:schemeClr val="tx1"/>
                          </a:solidFill>
                          <a:effectLst/>
                          <a:uLnTx/>
                          <a:uFillTx/>
                        </a:rPr>
                        <a:t>)</a:t>
                      </a:r>
                    </a:p>
                    <a:p>
                      <a:pPr marL="0" lvl="0" indent="0" algn="ctr" defTabSz="914400">
                        <a:lnSpc>
                          <a:spcPct val="100000"/>
                        </a:lnSpc>
                        <a:spcBef>
                          <a:spcPts val="0"/>
                        </a:spcBef>
                        <a:spcAft>
                          <a:spcPts val="0"/>
                        </a:spcAft>
                        <a:buNone/>
                        <a:tabLst/>
                        <a:defRPr/>
                      </a:pPr>
                      <a:r>
                        <a:rPr kumimoji="0" lang="en-US" altLang="zh-CN" sz="900" b="1" u="none" strike="noStrike" kern="1200" cap="none" spc="0" normalizeH="0" baseline="0">
                          <a:ln>
                            <a:noFill/>
                          </a:ln>
                          <a:solidFill>
                            <a:schemeClr val="tx1"/>
                          </a:solidFill>
                          <a:effectLst/>
                          <a:uLnTx/>
                          <a:uFillTx/>
                        </a:rPr>
                        <a:t>(Chinese Stroke Association, Prof Wang)</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900" b="0" i="0" u="none" strike="noStrike" kern="1200" cap="none" spc="0" normalizeH="0" baseline="0" noProof="0">
                          <a:ln>
                            <a:noFill/>
                          </a:ln>
                          <a:solidFill>
                            <a:schemeClr val="tx1"/>
                          </a:solidFill>
                          <a:effectLst/>
                          <a:uLnTx/>
                          <a:uFillTx/>
                          <a:latin typeface="+mn-lt"/>
                          <a:ea typeface="+mn-ea"/>
                          <a:cs typeface="Calibri"/>
                        </a:rPr>
                        <a:t>Acute ischaemic stroke</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rPr>
                        <a:t>ECR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rPr>
                        <a:t>(1123-0064; Dec2025-Mar2028; Mar2029)</a:t>
                      </a:r>
                      <a:endParaRPr lang="en-US" altLang="zh-CN" sz="9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900"/>
                        <a:t>FPI(Dec2025)</a:t>
                      </a:r>
                      <a:endParaRPr lang="en-US" altLang="zh-CN" sz="9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900"/>
                        <a:t>LPI(Jun2028)</a:t>
                      </a:r>
                      <a:endParaRPr lang="en-US" altLang="zh-CN" sz="9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SSU Progress</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Enrollment progress: 223(+146)/10000</a:t>
                      </a:r>
                      <a:r>
                        <a:rPr lang="en-US" altLang="zh-CN" sz="900" b="0" i="0" u="none" strike="noStrike" kern="1200" noProof="0">
                          <a:solidFill>
                            <a:schemeClr val="tx1"/>
                          </a:solidFill>
                          <a:latin typeface="+mn-lt"/>
                        </a:rPr>
                        <a:t>(actual/plan) as of 31Mar</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Till 19Apr, enrollment progress 317/10000;</a:t>
                      </a:r>
                      <a:r>
                        <a:rPr lang="zh-CN" altLang="en-US" sz="900" b="0" i="0" u="none" strike="noStrike" kern="1200" noProof="0">
                          <a:solidFill>
                            <a:schemeClr val="tx1"/>
                          </a:solidFill>
                          <a:latin typeface="+mn-lt"/>
                          <a:ea typeface="+mn-ea"/>
                          <a:cs typeface="+mn-cs"/>
                        </a:rPr>
                        <a:t> </a:t>
                      </a:r>
                      <a:endParaRPr lang="en-US" altLang="zh-CN" sz="900" b="0" i="0" u="none" strike="noStrike" kern="1200" noProof="0">
                        <a:solidFill>
                          <a:schemeClr val="tx1"/>
                        </a:solidFill>
                        <a:latin typeface="+mn-lt"/>
                        <a:ea typeface="+mn-ea"/>
                        <a:cs typeface="+mn-cs"/>
                      </a:endParaRPr>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1094293198"/>
                  </a:ext>
                </a:extLst>
              </a:tr>
              <a:tr h="639892">
                <a:tc>
                  <a:txBody>
                    <a:bodyPr/>
                    <a:lstStyle/>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Metalyse</a:t>
                      </a:r>
                    </a:p>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(Metalyse before interhospital transfer for thrombectomy in large vessel occlusion at 4.5 to 24 hours(TREASURE))</a:t>
                      </a:r>
                      <a:endParaRPr lang="en-US" sz="900"/>
                    </a:p>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a:t>
                      </a:r>
                      <a:r>
                        <a:rPr lang="en-US" altLang="zh-CN" sz="900" b="1" u="none" strike="noStrike" kern="1200" cap="none" spc="0" normalizeH="0" baseline="0">
                          <a:ln>
                            <a:noFill/>
                          </a:ln>
                          <a:solidFill>
                            <a:schemeClr val="tx1"/>
                          </a:solidFill>
                          <a:effectLst/>
                          <a:uLnTx/>
                          <a:uFillTx/>
                        </a:rPr>
                        <a:t>Xuanwu Hospital Prof. Hao)</a:t>
                      </a:r>
                      <a:endParaRPr kumimoji="0" lang="en-US" sz="900"/>
                    </a:p>
                  </a:txBody>
                  <a:tcPr marL="92811" marR="92811" marT="38099" marB="38099" anchor="ctr">
                    <a:solidFill>
                      <a:schemeClr val="bg1">
                        <a:lumMod val="85000"/>
                      </a:schemeClr>
                    </a:solidFill>
                  </a:tcPr>
                </a:tc>
                <a:tc>
                  <a:txBody>
                    <a:bodyPr/>
                    <a:lstStyle/>
                    <a:p>
                      <a:pPr marL="0" marR="0" lvl="0" indent="0" algn="ctr" rtl="0">
                        <a:lnSpc>
                          <a:spcPct val="100000"/>
                        </a:lnSpc>
                        <a:spcBef>
                          <a:spcPts val="0"/>
                        </a:spcBef>
                        <a:spcAft>
                          <a:spcPts val="0"/>
                        </a:spcAft>
                        <a:buClrTx/>
                        <a:buSzTx/>
                        <a:buFontTx/>
                        <a:buNone/>
                      </a:pPr>
                      <a:r>
                        <a:rPr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endParaRPr kumimoji="0" lang="zh-CN" altLang="en-US" sz="900"/>
                    </a:p>
                  </a:txBody>
                  <a:tcPr marL="92811" marR="92811" marT="38099" marB="38099" anchor="ctr">
                    <a:solidFill>
                      <a:schemeClr val="bg1">
                        <a:lumMod val="85000"/>
                      </a:schemeClr>
                    </a:solidFill>
                  </a:tcPr>
                </a:tc>
                <a:tc>
                  <a:txBody>
                    <a:bodyPr/>
                    <a:lstStyle/>
                    <a:p>
                      <a:pPr marL="0" marR="0" lvl="0" indent="0" algn="ctr" rtl="0">
                        <a:lnSpc>
                          <a:spcPct val="100000"/>
                        </a:lnSpc>
                        <a:spcBef>
                          <a:spcPts val="0"/>
                        </a:spcBef>
                        <a:spcAft>
                          <a:spcPts val="0"/>
                        </a:spcAft>
                        <a:buClrTx/>
                        <a:buSzTx/>
                        <a:buFontTx/>
                        <a:buNone/>
                      </a:pPr>
                      <a:r>
                        <a:rPr lang="en-US" altLang="zh-CN" sz="900" b="0" u="none" strike="noStrike" kern="1200">
                          <a:solidFill>
                            <a:schemeClr val="tx1"/>
                          </a:solidFill>
                        </a:rPr>
                        <a:t>ECR</a:t>
                      </a:r>
                      <a:endParaRPr lang="zh-CN" altLang="en-US" sz="900"/>
                    </a:p>
                    <a:p>
                      <a:pPr marL="0" marR="0" lvl="0" indent="0" algn="ctr" rtl="0">
                        <a:lnSpc>
                          <a:spcPct val="100000"/>
                        </a:lnSpc>
                        <a:spcBef>
                          <a:spcPts val="0"/>
                        </a:spcBef>
                        <a:spcAft>
                          <a:spcPts val="0"/>
                        </a:spcAft>
                        <a:buClrTx/>
                        <a:buSzTx/>
                        <a:buFontTx/>
                        <a:buNone/>
                      </a:pPr>
                      <a:r>
                        <a:rPr lang="en-US" altLang="zh-CN" sz="900" b="0" i="0" u="none" strike="noStrike" kern="1200" noProof="0">
                          <a:solidFill>
                            <a:schemeClr val="tx1"/>
                          </a:solidFill>
                          <a:latin typeface="+mn-lt"/>
                          <a:ea typeface="+mn-ea"/>
                          <a:cs typeface="+mn-cs"/>
                        </a:rPr>
                        <a:t>(1123-0068, Dec2025-Sep2027,Dec 2027)</a:t>
                      </a:r>
                      <a:endParaRPr lang="en-US" altLang="zh-CN" sz="900" b="0" u="none" strike="noStrike" kern="1200">
                        <a:solidFill>
                          <a:schemeClr val="tx1"/>
                        </a:solidFill>
                      </a:endParaRPr>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altLang="zh-CN" sz="900" b="0" i="0" u="none" strike="noStrike" kern="1200" noProof="0">
                          <a:solidFill>
                            <a:schemeClr val="tx1"/>
                          </a:solidFill>
                          <a:latin typeface="+mn-lt"/>
                          <a:ea typeface="+mn-ea"/>
                          <a:cs typeface="+mn-cs"/>
                        </a:rPr>
                        <a:t>FPI</a:t>
                      </a:r>
                      <a:endParaRPr lang="zh-CN" altLang="en-US" sz="900"/>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altLang="zh-CN" sz="900" b="0" i="0" u="none" strike="noStrike" kern="1200" noProof="0">
                          <a:solidFill>
                            <a:schemeClr val="tx1"/>
                          </a:solidFill>
                          <a:latin typeface="+mn-lt"/>
                          <a:ea typeface="+mn-ea"/>
                          <a:cs typeface="+mn-cs"/>
                        </a:rPr>
                        <a:t>LPI</a:t>
                      </a:r>
                      <a:endParaRPr lang="zh-CN" altLang="en-US" sz="900"/>
                    </a:p>
                    <a:p>
                      <a:pPr marL="0" marR="0" lvl="0" indent="0" algn="ctr">
                        <a:lnSpc>
                          <a:spcPct val="100000"/>
                        </a:lnSpc>
                        <a:spcBef>
                          <a:spcPts val="0"/>
                        </a:spcBef>
                        <a:spcAft>
                          <a:spcPts val="0"/>
                        </a:spcAft>
                        <a:buNone/>
                      </a:pPr>
                      <a:r>
                        <a:rPr lang="en-US" altLang="zh-CN" sz="900" b="0" i="0" u="none" strike="noStrike" kern="1200" noProof="0">
                          <a:solidFill>
                            <a:schemeClr val="tx1"/>
                          </a:solidFill>
                          <a:latin typeface="+mn-lt"/>
                          <a:ea typeface="+mn-ea"/>
                          <a:cs typeface="+mn-cs"/>
                        </a:rPr>
                        <a:t>(Jun 2027)</a:t>
                      </a:r>
                      <a:endParaRPr lang="en-US" sz="900"/>
                    </a:p>
                  </a:txBody>
                  <a:tcPr marL="92811" marR="92811" marT="38099" marB="38099" anchor="ctr">
                    <a:solidFill>
                      <a:schemeClr val="bg1">
                        <a:lumMod val="85000"/>
                      </a:schemeClr>
                    </a:solidFill>
                  </a:tcPr>
                </a:tc>
                <a:tc>
                  <a:txBody>
                    <a:bodyPr/>
                    <a:lstStyle/>
                    <a:p>
                      <a:pPr marL="171450" marR="0" lvl="0" indent="-171450" algn="l" rtl="0">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FPI on 6 Jan 2026</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Enrollment status: 8(+4 than last month)/572 </a:t>
                      </a:r>
                      <a:r>
                        <a:rPr lang="en-US" sz="900" b="0" i="0" u="none" strike="noStrike" kern="1200" noProof="0">
                          <a:solidFill>
                            <a:schemeClr val="tx1"/>
                          </a:solidFill>
                          <a:latin typeface="Boehringer Forward Text"/>
                        </a:rPr>
                        <a:t>(actual/plan)</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900" b="0" i="0" u="none" strike="noStrike" kern="1200" noProof="0">
                          <a:solidFill>
                            <a:schemeClr val="tx1"/>
                          </a:solidFill>
                          <a:latin typeface="+mn-lt"/>
                          <a:ea typeface="+mn-ea"/>
                          <a:cs typeface="+mn-cs"/>
                        </a:rPr>
                        <a:t>Site activation: 99(+32 than last month)/260 </a:t>
                      </a:r>
                      <a:r>
                        <a:rPr lang="en-US" sz="900" b="0" i="0" u="none" strike="noStrike" kern="1200" noProof="0">
                          <a:solidFill>
                            <a:schemeClr val="tx1"/>
                          </a:solidFill>
                          <a:latin typeface="Boehringer Forward Text"/>
                        </a:rPr>
                        <a:t>(actual/plan)</a:t>
                      </a:r>
                      <a:endParaRPr lang="en-US" altLang="zh-CN" sz="900" b="0" i="0" u="none" strike="noStrike" kern="1200" noProof="0">
                        <a:solidFill>
                          <a:schemeClr val="tx1"/>
                        </a:solidFill>
                        <a:latin typeface="+mn-lt"/>
                        <a:ea typeface="+mn-ea"/>
                        <a:cs typeface="+mn-cs"/>
                      </a:endParaRPr>
                    </a:p>
                    <a:p>
                      <a:pPr marL="0" marR="0" lvl="0" indent="0" algn="l">
                        <a:lnSpc>
                          <a:spcPct val="100000"/>
                        </a:lnSpc>
                        <a:spcBef>
                          <a:spcPts val="0"/>
                        </a:spcBef>
                        <a:spcAft>
                          <a:spcPts val="0"/>
                        </a:spcAft>
                        <a:buClrTx/>
                        <a:buSzTx/>
                        <a:buNone/>
                      </a:pPr>
                      <a:r>
                        <a:rPr lang="en-US" altLang="zh-CN" sz="900" b="0" i="0" u="none" strike="noStrike" kern="1200" noProof="0">
                          <a:solidFill>
                            <a:schemeClr val="tx1"/>
                          </a:solidFill>
                          <a:latin typeface="+mn-lt"/>
                          <a:ea typeface="+mn-ea"/>
                          <a:cs typeface="+mn-cs"/>
                        </a:rPr>
                        <a:t>        </a:t>
                      </a:r>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284602385"/>
                  </a:ext>
                </a:extLst>
              </a:tr>
              <a:tr h="8841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Metalyse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(Metalyse in late time window (4.5h-24h) with the guidance of NCCT)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u="none" strike="noStrike" kern="1200" cap="none" spc="0" normalizeH="0" baseline="0">
                          <a:ln>
                            <a:noFill/>
                          </a:ln>
                          <a:solidFill>
                            <a:schemeClr val="tx1"/>
                          </a:solidFill>
                          <a:effectLst/>
                          <a:uLnTx/>
                          <a:uFillTx/>
                        </a:rPr>
                        <a:t>(Huashan hospital Prof. Cheng)</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p>
                  </a:txBody>
                  <a:tcPr marL="92811" marR="92811" marT="38099" marB="38099" anchor="ctr">
                    <a:solidFill>
                      <a:schemeClr val="bg1">
                        <a:lumMod val="85000"/>
                      </a:schemeClr>
                    </a:solidFill>
                  </a:tcPr>
                </a:tc>
                <a:tc>
                  <a:txBody>
                    <a:bodyPr/>
                    <a:lstStyle/>
                    <a:p>
                      <a:pPr marL="0" marR="0" lvl="0" indent="0" algn="ctr" rtl="0" eaLnBrk="1" fontAlgn="auto" latinLnBrk="0" hangingPunct="1">
                        <a:lnSpc>
                          <a:spcPct val="100000"/>
                        </a:lnSpc>
                        <a:spcBef>
                          <a:spcPts val="0"/>
                        </a:spcBef>
                        <a:spcAft>
                          <a:spcPts val="0"/>
                        </a:spcAft>
                        <a:buClrTx/>
                        <a:buSzTx/>
                        <a:buFontTx/>
                        <a:buNone/>
                      </a:pPr>
                      <a:r>
                        <a:rPr lang="en-US" altLang="zh-CN" sz="900" b="0" u="none" strike="noStrike" kern="1200">
                          <a:solidFill>
                            <a:schemeClr val="tx1"/>
                          </a:solidFill>
                        </a:rPr>
                        <a:t>ECR</a:t>
                      </a:r>
                      <a:endParaRPr lang="en-US" altLang="zh-CN" sz="900" b="0" u="none" strike="noStrike" kern="1200" noProof="0">
                        <a:solidFill>
                          <a:schemeClr val="tx1"/>
                        </a:solidFill>
                      </a:endParaRPr>
                    </a:p>
                    <a:p>
                      <a:pPr marL="0" marR="0" lvl="0" indent="0" algn="ctr">
                        <a:lnSpc>
                          <a:spcPct val="100000"/>
                        </a:lnSpc>
                        <a:spcBef>
                          <a:spcPts val="0"/>
                        </a:spcBef>
                        <a:spcAft>
                          <a:spcPts val="0"/>
                        </a:spcAft>
                        <a:buClrTx/>
                        <a:buSzTx/>
                        <a:buFontTx/>
                        <a:buNone/>
                      </a:pPr>
                      <a:r>
                        <a:rPr lang="en-US" sz="900" b="0" i="0" u="none" strike="noStrike" kern="1200" noProof="0">
                          <a:solidFill>
                            <a:schemeClr val="tx1"/>
                          </a:solidFill>
                          <a:latin typeface="Boehringer Forward Text"/>
                        </a:rPr>
                        <a:t>(1123-0069, Nov2025-Jan2028, Jun2028)</a:t>
                      </a:r>
                      <a:endParaRPr lang="en-US" altLang="zh-CN" sz="900" b="0" u="none" strike="noStrike" kern="1200" noProof="0">
                        <a:solidFill>
                          <a:schemeClr val="tx1"/>
                        </a:solidFill>
                      </a:endParaRPr>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FPI</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(Nov 2025)</a:t>
                      </a:r>
                      <a:endParaRPr lang="en-US" sz="900"/>
                    </a:p>
                  </a:txBody>
                  <a:tcPr marL="92811" marR="92811" marT="38099" marB="38099" anchor="ctr">
                    <a:solidFill>
                      <a:schemeClr val="bg1">
                        <a:lumMod val="85000"/>
                      </a:schemeClr>
                    </a:solidFill>
                  </a:tcPr>
                </a:tc>
                <a:tc>
                  <a:txBody>
                    <a:bodyPr/>
                    <a:lstStyle/>
                    <a:p>
                      <a:pPr marL="0" marR="0" lvl="0" indent="0" algn="ctr" defTabSz="914400">
                        <a:lnSpc>
                          <a:spcPct val="100000"/>
                        </a:lnSpc>
                        <a:spcBef>
                          <a:spcPts val="0"/>
                        </a:spcBef>
                        <a:spcAft>
                          <a:spcPts val="0"/>
                        </a:spcAft>
                        <a:buNone/>
                        <a:tabLst/>
                        <a:defRPr/>
                      </a:pPr>
                      <a:r>
                        <a:rPr lang="en-US" sz="900" b="0" i="0" u="none" strike="noStrike" kern="1200" noProof="0">
                          <a:solidFill>
                            <a:schemeClr val="dk1"/>
                          </a:solidFill>
                          <a:latin typeface="Boehringer Forward Text"/>
                        </a:rPr>
                        <a:t>LPI</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(Oct 2027)</a:t>
                      </a:r>
                      <a:endParaRPr lang="en-US" sz="900"/>
                    </a:p>
                  </a:txBody>
                  <a:tcPr marL="92811" marR="92811" marT="38099" marB="38099" anchor="ctr">
                    <a:solidFill>
                      <a:schemeClr val="bg1">
                        <a:lumMod val="85000"/>
                      </a:schemeClr>
                    </a:solidFill>
                  </a:tcPr>
                </a:tc>
                <a:tc>
                  <a:txBody>
                    <a:bodyPr/>
                    <a:lstStyle/>
                    <a:p>
                      <a:pPr marL="0" marR="0" lvl="0" indent="0" algn="l">
                        <a:lnSpc>
                          <a:spcPct val="100000"/>
                        </a:lnSpc>
                        <a:spcBef>
                          <a:spcPts val="0"/>
                        </a:spcBef>
                        <a:spcAft>
                          <a:spcPts val="0"/>
                        </a:spcAft>
                        <a:buClrTx/>
                        <a:buSzTx/>
                        <a:buNone/>
                      </a:pPr>
                      <a:endParaRPr lang="zh-CN" altLang="en-US" sz="900"/>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FPI on 10 Nov. 2025</a:t>
                      </a: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Enrollment progress:</a:t>
                      </a:r>
                      <a:r>
                        <a:rPr lang="en-US" sz="900" b="0" i="0" u="none" strike="noStrike" kern="1200" noProof="0">
                          <a:solidFill>
                            <a:schemeClr val="tx1">
                              <a:lumMod val="95000"/>
                              <a:lumOff val="5000"/>
                            </a:schemeClr>
                          </a:solidFill>
                          <a:latin typeface="Boehringer Forward Text"/>
                        </a:rPr>
                        <a:t> 208（+56）/8</a:t>
                      </a:r>
                      <a:r>
                        <a:rPr lang="en-US" sz="900" b="0" i="0" u="none" strike="noStrike" kern="1200" noProof="0">
                          <a:solidFill>
                            <a:schemeClr val="tx1"/>
                          </a:solidFill>
                          <a:latin typeface="Boehringer Forward Text"/>
                        </a:rPr>
                        <a:t>90(actual/plan)</a:t>
                      </a: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Site initiation progress: </a:t>
                      </a:r>
                      <a:r>
                        <a:rPr lang="en-US" sz="900" b="0" i="0" u="none" strike="noStrike" kern="1200" noProof="0">
                          <a:solidFill>
                            <a:schemeClr val="tx1">
                              <a:lumMod val="95000"/>
                              <a:lumOff val="5000"/>
                            </a:schemeClr>
                          </a:solidFill>
                          <a:latin typeface="Boehringer Forward Text"/>
                        </a:rPr>
                        <a:t>40（+5）/5</a:t>
                      </a:r>
                      <a:r>
                        <a:rPr lang="en-US" sz="900" b="0" i="0" u="none" strike="noStrike" kern="1200" noProof="0">
                          <a:solidFill>
                            <a:schemeClr val="tx1"/>
                          </a:solidFill>
                          <a:latin typeface="Boehringer Forward Text"/>
                        </a:rPr>
                        <a:t>1(actual/plan)</a:t>
                      </a:r>
                      <a:r>
                        <a:rPr lang="zh-CN" altLang="en-US" sz="900" b="0" i="0" u="none" strike="noStrike" kern="1200" noProof="0">
                          <a:solidFill>
                            <a:schemeClr val="tx1"/>
                          </a:solidFill>
                          <a:latin typeface="Boehringer Forward Text"/>
                        </a:rPr>
                        <a:t> </a:t>
                      </a:r>
                      <a:endParaRPr lang="en-US" altLang="zh-CN" sz="900" b="0" i="0" u="none" strike="noStrike" kern="1200" noProof="0">
                        <a:solidFill>
                          <a:schemeClr val="tx1"/>
                        </a:solidFill>
                        <a:latin typeface="Boehringer Forward Text"/>
                      </a:endParaRP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endParaRPr lang="en-US" sz="900" b="0" i="0" u="none" strike="noStrike" kern="1200" noProof="0">
                        <a:solidFill>
                          <a:schemeClr val="tx1"/>
                        </a:solidFill>
                        <a:latin typeface="Boehringer Forward Text"/>
                      </a:endParaRPr>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2024663218"/>
                  </a:ext>
                </a:extLst>
              </a:tr>
              <a:tr h="74246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Metalyse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u="none" strike="noStrike" kern="1200" cap="none" spc="0" normalizeH="0" baseline="0">
                          <a:ln>
                            <a:noFill/>
                          </a:ln>
                          <a:solidFill>
                            <a:schemeClr val="tx1"/>
                          </a:solidFill>
                          <a:effectLst/>
                          <a:uLnTx/>
                          <a:uFillTx/>
                        </a:rPr>
                        <a:t>(Real world  effectiveness and safety of thrombolysis with  Metalyse in different level of stroke centers in Shandong Province)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u="none" strike="noStrike" kern="1200" cap="none" spc="0" normalizeH="0" baseline="0">
                          <a:ln>
                            <a:noFill/>
                          </a:ln>
                          <a:solidFill>
                            <a:schemeClr val="tx1"/>
                          </a:solidFill>
                          <a:effectLst/>
                          <a:uLnTx/>
                          <a:uFillTx/>
                        </a:rPr>
                        <a:t>(Qilu Hospital Prof. Wu)</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p>
                  </a:txBody>
                  <a:tcPr marL="92811" marR="92811" marT="38099" marB="38099" anchor="ctr">
                    <a:solidFill>
                      <a:schemeClr val="bg1">
                        <a:lumMod val="85000"/>
                      </a:schemeClr>
                    </a:solidFill>
                  </a:tcPr>
                </a:tc>
                <a:tc>
                  <a:txBody>
                    <a:bodyPr/>
                    <a:lstStyle/>
                    <a:p>
                      <a:pPr marL="0" marR="0" lvl="0" indent="0" algn="ctr" rtl="0" eaLnBrk="1" fontAlgn="auto" latinLnBrk="0" hangingPunct="1">
                        <a:lnSpc>
                          <a:spcPct val="100000"/>
                        </a:lnSpc>
                        <a:spcBef>
                          <a:spcPts val="0"/>
                        </a:spcBef>
                        <a:spcAft>
                          <a:spcPts val="0"/>
                        </a:spcAft>
                        <a:buClrTx/>
                        <a:buSzTx/>
                        <a:buFontTx/>
                        <a:buNone/>
                      </a:pPr>
                      <a:r>
                        <a:rPr lang="en-US" altLang="zh-CN" sz="900" b="0" u="none" strike="noStrike" kern="1200">
                          <a:solidFill>
                            <a:schemeClr val="tx1"/>
                          </a:solidFill>
                        </a:rPr>
                        <a:t>ECR</a:t>
                      </a:r>
                      <a:endParaRPr lang="en-US" altLang="zh-CN" sz="900" b="0" i="0" u="none" strike="noStrike" kern="1200" noProof="0">
                        <a:solidFill>
                          <a:schemeClr val="tx1"/>
                        </a:solidFill>
                        <a:latin typeface="+mn-lt"/>
                        <a:ea typeface="+mn-ea"/>
                        <a:cs typeface="+mn-cs"/>
                      </a:endParaRPr>
                    </a:p>
                    <a:p>
                      <a:pPr marL="0" marR="0" lvl="0" indent="0" algn="ctr">
                        <a:lnSpc>
                          <a:spcPct val="100000"/>
                        </a:lnSpc>
                        <a:spcBef>
                          <a:spcPts val="0"/>
                        </a:spcBef>
                        <a:spcAft>
                          <a:spcPts val="0"/>
                        </a:spcAft>
                        <a:buClrTx/>
                        <a:buSzTx/>
                        <a:buFontTx/>
                        <a:buNone/>
                      </a:pPr>
                      <a:r>
                        <a:rPr lang="en-US" sz="900" b="0" i="0" u="none" strike="noStrike" kern="1200" noProof="0">
                          <a:solidFill>
                            <a:schemeClr val="tx1"/>
                          </a:solidFill>
                          <a:latin typeface="Boehringer Forward Text"/>
                        </a:rPr>
                        <a:t>(1123-0070, Part Ⅰ:Jun2026-Dec2027, Mar2028; PartⅡ: Dec2028)</a:t>
                      </a:r>
                      <a:endParaRPr lang="en-US" altLang="zh-CN" sz="9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sz="900" b="0" i="0" u="none" strike="noStrike" kern="1200" noProof="0">
                          <a:solidFill>
                            <a:schemeClr val="dk1"/>
                          </a:solidFill>
                          <a:latin typeface="Boehringer Forward Text"/>
                        </a:rPr>
                        <a:t>Contract</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(Base case:May2026 ; Best case: Feb 2026)</a:t>
                      </a:r>
                      <a:endParaRPr lang="en-US" sz="900"/>
                    </a:p>
                  </a:txBody>
                  <a:tcPr marL="92811" marR="92811" marT="38099" marB="38099" anchor="ctr">
                    <a:solidFill>
                      <a:schemeClr val="bg1">
                        <a:lumMod val="85000"/>
                      </a:schemeClr>
                    </a:solidFill>
                  </a:tcPr>
                </a:tc>
                <a:tc>
                  <a:txBody>
                    <a:bodyPr/>
                    <a:lstStyle/>
                    <a:p>
                      <a:pPr marL="0" marR="0" lvl="0" indent="0" algn="ctr" defTabSz="914400">
                        <a:lnSpc>
                          <a:spcPct val="100000"/>
                        </a:lnSpc>
                        <a:spcBef>
                          <a:spcPts val="0"/>
                        </a:spcBef>
                        <a:spcAft>
                          <a:spcPts val="0"/>
                        </a:spcAft>
                        <a:buNone/>
                        <a:tabLst/>
                        <a:defRPr/>
                      </a:pPr>
                      <a:r>
                        <a:rPr lang="en-US" sz="900" b="0" i="0" u="none" strike="noStrike" kern="1200" noProof="0">
                          <a:solidFill>
                            <a:schemeClr val="tx1"/>
                          </a:solidFill>
                          <a:latin typeface="Boehringer Forward Text"/>
                        </a:rPr>
                        <a:t>FPI</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(Base case:Jun2026 ; Best case: Mar 2026)</a:t>
                      </a:r>
                      <a:endParaRPr lang="en-US" sz="900">
                        <a:latin typeface="Boehringer Forward Text"/>
                      </a:endParaRP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endParaRPr lang="en-US" altLang="zh-CN" sz="900" b="0" i="0" u="none" strike="noStrike" kern="1200" noProof="0">
                        <a:solidFill>
                          <a:schemeClr val="bg1">
                            <a:lumMod val="50000"/>
                          </a:schemeClr>
                        </a:solidFill>
                        <a:latin typeface="+mn-lt"/>
                        <a:ea typeface="+mn-ea"/>
                        <a:cs typeface="+mn-cs"/>
                      </a:endParaRP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FPI on 25  Mar. 2026</a:t>
                      </a: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Enrollment progress:</a:t>
                      </a:r>
                      <a:r>
                        <a:rPr lang="en-US" sz="900" b="0" i="0" u="none" strike="noStrike" kern="1200" noProof="0">
                          <a:solidFill>
                            <a:schemeClr val="tx1">
                              <a:lumMod val="95000"/>
                              <a:lumOff val="5000"/>
                            </a:schemeClr>
                          </a:solidFill>
                          <a:latin typeface="Boehringer Forward Text"/>
                        </a:rPr>
                        <a:t> 2（+2）/1000</a:t>
                      </a:r>
                      <a:r>
                        <a:rPr lang="en-US" sz="900" b="0" i="0" u="none" strike="noStrike" kern="1200" noProof="0">
                          <a:solidFill>
                            <a:schemeClr val="tx1"/>
                          </a:solidFill>
                          <a:latin typeface="Boehringer Forward Text"/>
                        </a:rPr>
                        <a:t>(actual/plan)</a:t>
                      </a:r>
                      <a:endParaRPr lang="en-US" sz="900" b="0" i="0" u="none" strike="noStrike" kern="1200" noProof="0">
                        <a:solidFill>
                          <a:srgbClr val="000000"/>
                        </a:solidFill>
                        <a:latin typeface="Boehringer Forward Text"/>
                      </a:endParaRP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Site initiation progress: </a:t>
                      </a:r>
                      <a:r>
                        <a:rPr lang="en-US" sz="900" b="0" i="0" u="none" strike="noStrike" kern="1200" noProof="0">
                          <a:solidFill>
                            <a:schemeClr val="tx1">
                              <a:lumMod val="95000"/>
                              <a:lumOff val="5000"/>
                            </a:schemeClr>
                          </a:solidFill>
                          <a:latin typeface="Boehringer Forward Text"/>
                        </a:rPr>
                        <a:t>1/60</a:t>
                      </a:r>
                      <a:r>
                        <a:rPr lang="en-US" sz="900" b="0" i="0" u="none" strike="noStrike" kern="1200" noProof="0">
                          <a:solidFill>
                            <a:schemeClr val="tx1"/>
                          </a:solidFill>
                          <a:latin typeface="Boehringer Forward Text"/>
                        </a:rPr>
                        <a:t>(actual/plan)</a:t>
                      </a:r>
                      <a:r>
                        <a:rPr lang="zh-CN" altLang="en-US" sz="900" b="0" i="0" u="none" strike="noStrike" kern="1200" noProof="0">
                          <a:solidFill>
                            <a:schemeClr val="tx1"/>
                          </a:solidFill>
                          <a:latin typeface="Boehringer Forward Text"/>
                        </a:rPr>
                        <a:t> </a:t>
                      </a:r>
                      <a:endParaRPr lang="en-US" sz="900" b="0" i="0" u="none" strike="noStrike" kern="1200" noProof="0">
                        <a:solidFill>
                          <a:srgbClr val="000000"/>
                        </a:solidFill>
                        <a:latin typeface="Boehringer Forward Text"/>
                      </a:endParaRPr>
                    </a:p>
                    <a:p>
                      <a:pPr marL="0" marR="0" lvl="0" indent="0" algn="l">
                        <a:lnSpc>
                          <a:spcPct val="100000"/>
                        </a:lnSpc>
                        <a:spcBef>
                          <a:spcPts val="0"/>
                        </a:spcBef>
                        <a:spcAft>
                          <a:spcPts val="0"/>
                        </a:spcAft>
                        <a:buClr>
                          <a:srgbClr val="000000"/>
                        </a:buClr>
                        <a:buSzTx/>
                        <a:buFont typeface="Arial,Sans-Serif" panose="020B0604020202020204" pitchFamily="34" charset="0"/>
                        <a:buNone/>
                      </a:pPr>
                      <a:endParaRPr lang="en-US" sz="900" b="0" i="0" u="none" strike="noStrike" kern="1200" noProof="0">
                        <a:solidFill>
                          <a:schemeClr val="tx1">
                            <a:lumMod val="95000"/>
                            <a:lumOff val="5000"/>
                          </a:schemeClr>
                        </a:solidFill>
                      </a:endParaRPr>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4152836843"/>
                  </a:ext>
                </a:extLst>
              </a:tr>
              <a:tr h="742461">
                <a:tc>
                  <a:txBody>
                    <a:bodyPr/>
                    <a:lstStyle/>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Metalyse</a:t>
                      </a:r>
                    </a:p>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(Intra-arterial thrombolysis with Metalyse in MeVo (medium vessel occlusions)</a:t>
                      </a:r>
                      <a:endParaRPr lang="en-US" sz="900"/>
                    </a:p>
                    <a:p>
                      <a:pPr marL="0" marR="0" lvl="0" indent="0" algn="ctr" rtl="0">
                        <a:lnSpc>
                          <a:spcPct val="100000"/>
                        </a:lnSpc>
                        <a:spcBef>
                          <a:spcPts val="0"/>
                        </a:spcBef>
                        <a:spcAft>
                          <a:spcPts val="0"/>
                        </a:spcAft>
                        <a:buClrTx/>
                        <a:buSzTx/>
                        <a:buFontTx/>
                        <a:buNone/>
                      </a:pPr>
                      <a:r>
                        <a:rPr lang="en-US" altLang="zh-CN" sz="900" b="0" u="none" strike="noStrike" kern="1200" cap="none" spc="0" normalizeH="0" baseline="0">
                          <a:ln>
                            <a:noFill/>
                          </a:ln>
                          <a:solidFill>
                            <a:schemeClr val="tx1"/>
                          </a:solidFill>
                          <a:effectLst/>
                          <a:uLnTx/>
                          <a:uFillTx/>
                        </a:rPr>
                        <a:t>(</a:t>
                      </a:r>
                      <a:r>
                        <a:rPr lang="en-US" altLang="zh-CN" sz="900" b="1" u="none" strike="noStrike" kern="1200" cap="none" spc="0" normalizeH="0" baseline="0">
                          <a:ln>
                            <a:noFill/>
                          </a:ln>
                          <a:solidFill>
                            <a:schemeClr val="tx1"/>
                          </a:solidFill>
                          <a:effectLst/>
                          <a:uLnTx/>
                          <a:uFillTx/>
                        </a:rPr>
                        <a:t>Tiantan hospital Prof. Liu)</a:t>
                      </a:r>
                      <a:endParaRPr kumimoji="0" lang="en-US" sz="900" b="1"/>
                    </a:p>
                  </a:txBody>
                  <a:tcPr marL="92811" marR="92811" marT="38099" marB="38099" anchor="ctr">
                    <a:solidFill>
                      <a:schemeClr val="bg1">
                        <a:lumMod val="85000"/>
                      </a:schemeClr>
                    </a:solidFill>
                  </a:tcPr>
                </a:tc>
                <a:tc>
                  <a:txBody>
                    <a:bodyPr/>
                    <a:lstStyle/>
                    <a:p>
                      <a:pPr marL="0" marR="0" lvl="0" indent="0" algn="ctr" rtl="0">
                        <a:lnSpc>
                          <a:spcPct val="100000"/>
                        </a:lnSpc>
                        <a:spcBef>
                          <a:spcPts val="0"/>
                        </a:spcBef>
                        <a:spcAft>
                          <a:spcPts val="0"/>
                        </a:spcAft>
                        <a:buClrTx/>
                        <a:buSzTx/>
                        <a:buFontTx/>
                        <a:buNone/>
                      </a:pPr>
                      <a:r>
                        <a:rPr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endParaRPr kumimoji="0" lang="zh-CN" altLang="en-US" sz="900"/>
                    </a:p>
                  </a:txBody>
                  <a:tcPr marL="92811" marR="92811" marT="38099" marB="38099" anchor="ctr">
                    <a:solidFill>
                      <a:schemeClr val="bg1">
                        <a:lumMod val="85000"/>
                      </a:schemeClr>
                    </a:solidFill>
                  </a:tcPr>
                </a:tc>
                <a:tc>
                  <a:txBody>
                    <a:bodyPr/>
                    <a:lstStyle/>
                    <a:p>
                      <a:pPr marL="0" marR="0" lvl="0" indent="0" algn="ctr" rtl="0">
                        <a:lnSpc>
                          <a:spcPct val="100000"/>
                        </a:lnSpc>
                        <a:spcBef>
                          <a:spcPts val="0"/>
                        </a:spcBef>
                        <a:spcAft>
                          <a:spcPts val="0"/>
                        </a:spcAft>
                        <a:buClrTx/>
                        <a:buSzTx/>
                        <a:buFontTx/>
                        <a:buNone/>
                      </a:pPr>
                      <a:r>
                        <a:rPr lang="en-US" altLang="zh-CN" sz="900" b="0" u="none" strike="noStrike" kern="1200">
                          <a:solidFill>
                            <a:schemeClr val="tx1"/>
                          </a:solidFill>
                        </a:rPr>
                        <a:t>ECR</a:t>
                      </a:r>
                      <a:endParaRPr lang="zh-CN" altLang="en-US" sz="900"/>
                    </a:p>
                    <a:p>
                      <a:pPr marL="0" marR="0" lvl="0" indent="0" algn="ctr">
                        <a:lnSpc>
                          <a:spcPct val="100000"/>
                        </a:lnSpc>
                        <a:spcBef>
                          <a:spcPts val="0"/>
                        </a:spcBef>
                        <a:spcAft>
                          <a:spcPts val="0"/>
                        </a:spcAft>
                        <a:buClrTx/>
                        <a:buSzTx/>
                        <a:buFontTx/>
                        <a:buNone/>
                      </a:pPr>
                      <a:r>
                        <a:rPr lang="zh-CN" altLang="zh-CN" sz="900" b="0" u="none" strike="noStrike" kern="1200">
                          <a:solidFill>
                            <a:schemeClr val="tx1"/>
                          </a:solidFill>
                        </a:rPr>
                        <a:t>（</a:t>
                      </a:r>
                      <a:r>
                        <a:rPr lang="en-US" altLang="zh-CN" sz="900" b="0" u="none" strike="noStrike" kern="1200">
                          <a:solidFill>
                            <a:schemeClr val="tx1"/>
                          </a:solidFill>
                        </a:rPr>
                        <a:t>1123-0072, Dec2025-Sep2027, Dec2027）</a:t>
                      </a:r>
                      <a:endParaRPr lang="en-US" sz="900"/>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FPI</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(Dec 2025)</a:t>
                      </a:r>
                      <a:endParaRPr lang="en-US" sz="900"/>
                    </a:p>
                  </a:txBody>
                  <a:tcPr marL="92811" marR="92811" marT="38099" marB="38099" anchor="ctr">
                    <a:solidFill>
                      <a:schemeClr val="bg1">
                        <a:lumMod val="85000"/>
                      </a:schemeClr>
                    </a:solidFill>
                  </a:tcPr>
                </a:tc>
                <a:tc>
                  <a:txBody>
                    <a:bodyPr/>
                    <a:lstStyle/>
                    <a:p>
                      <a:pPr marL="0" marR="0" lvl="0" indent="0" algn="ctr">
                        <a:lnSpc>
                          <a:spcPct val="100000"/>
                        </a:lnSpc>
                        <a:spcBef>
                          <a:spcPts val="0"/>
                        </a:spcBef>
                        <a:spcAft>
                          <a:spcPts val="0"/>
                        </a:spcAft>
                        <a:buNone/>
                      </a:pPr>
                      <a:r>
                        <a:rPr lang="en-US" sz="900" b="0" i="0" u="none" strike="noStrike" kern="1200" noProof="0">
                          <a:solidFill>
                            <a:schemeClr val="dk1"/>
                          </a:solidFill>
                          <a:latin typeface="Boehringer Forward Text"/>
                        </a:rPr>
                        <a:t>LPI</a:t>
                      </a:r>
                      <a:endParaRPr lang="en-US" sz="900" b="0" i="0" u="none" strike="noStrike" kern="1200" noProof="0">
                        <a:solidFill>
                          <a:srgbClr val="000000"/>
                        </a:solidFill>
                        <a:latin typeface="Boehringer Forward Text"/>
                      </a:endParaRPr>
                    </a:p>
                    <a:p>
                      <a:pPr marL="0" marR="0" lvl="0" indent="0" algn="ctr">
                        <a:lnSpc>
                          <a:spcPct val="100000"/>
                        </a:lnSpc>
                        <a:spcBef>
                          <a:spcPts val="0"/>
                        </a:spcBef>
                        <a:spcAft>
                          <a:spcPts val="0"/>
                        </a:spcAft>
                        <a:buNone/>
                      </a:pPr>
                      <a:r>
                        <a:rPr lang="en-US" sz="900" b="0" i="0" u="none" strike="noStrike" kern="1200" noProof="0">
                          <a:solidFill>
                            <a:schemeClr val="tx1"/>
                          </a:solidFill>
                          <a:latin typeface="Boehringer Forward Text"/>
                        </a:rPr>
                        <a:t>(Jun 2027)</a:t>
                      </a:r>
                      <a:endParaRPr lang="en-US" sz="900"/>
                    </a:p>
                  </a:txBody>
                  <a:tcPr marL="92811" marR="92811" marT="38099" marB="38099" anchor="ctr">
                    <a:solidFill>
                      <a:schemeClr val="bg1">
                        <a:lumMod val="85000"/>
                      </a:schemeClr>
                    </a:solidFill>
                  </a:tcPr>
                </a:tc>
                <a:tc>
                  <a:txBody>
                    <a:bodyPr/>
                    <a:lstStyle/>
                    <a:p>
                      <a:pPr marL="0" marR="0" lvl="0" indent="0" algn="l">
                        <a:lnSpc>
                          <a:spcPct val="100000"/>
                        </a:lnSpc>
                        <a:spcBef>
                          <a:spcPts val="0"/>
                        </a:spcBef>
                        <a:spcAft>
                          <a:spcPts val="0"/>
                        </a:spcAft>
                        <a:buClrTx/>
                        <a:buSzTx/>
                        <a:buNone/>
                      </a:pPr>
                      <a:endParaRPr lang="en-US" sz="900" b="0" i="0" u="none" strike="noStrike" kern="1200" noProof="0">
                        <a:solidFill>
                          <a:schemeClr val="bg1">
                            <a:lumMod val="49000"/>
                          </a:schemeClr>
                        </a:solidFill>
                        <a:latin typeface="Boehringer Forward Text"/>
                      </a:endParaRPr>
                    </a:p>
                    <a:p>
                      <a:pPr marL="171450" marR="0" lvl="0" indent="-171450" algn="l">
                        <a:lnSpc>
                          <a:spcPct val="100000"/>
                        </a:lnSpc>
                        <a:spcBef>
                          <a:spcPts val="0"/>
                        </a:spcBef>
                        <a:spcAft>
                          <a:spcPts val="0"/>
                        </a:spcAft>
                        <a:buClrTx/>
                        <a:buSzTx/>
                        <a:buFont typeface="Arial"/>
                        <a:buChar char="•"/>
                      </a:pPr>
                      <a:r>
                        <a:rPr lang="en-US" sz="900" b="0" i="0" u="none" strike="noStrike" kern="1200" noProof="0">
                          <a:solidFill>
                            <a:schemeClr val="tx1">
                              <a:lumMod val="95000"/>
                              <a:lumOff val="5000"/>
                            </a:schemeClr>
                          </a:solidFill>
                          <a:latin typeface="Boehringer Forward Text"/>
                        </a:rPr>
                        <a:t>FPI on 30 Jan. 2026</a:t>
                      </a: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Enrollment progress:</a:t>
                      </a:r>
                      <a:r>
                        <a:rPr lang="en-US" sz="900" b="0" i="0" u="none" strike="noStrike" kern="1200" noProof="0">
                          <a:solidFill>
                            <a:srgbClr val="FF0000"/>
                          </a:solidFill>
                          <a:latin typeface="Boehringer Forward Text"/>
                        </a:rPr>
                        <a:t> </a:t>
                      </a:r>
                      <a:r>
                        <a:rPr lang="en-US" sz="900" b="0" i="0" u="none" strike="noStrike" kern="1200" noProof="0">
                          <a:solidFill>
                            <a:schemeClr val="tx1">
                              <a:lumMod val="95000"/>
                              <a:lumOff val="5000"/>
                            </a:schemeClr>
                          </a:solidFill>
                          <a:latin typeface="Boehringer Forward Text"/>
                        </a:rPr>
                        <a:t>12（+8）</a:t>
                      </a:r>
                      <a:r>
                        <a:rPr lang="en-US" sz="900" b="0" i="0" u="none" strike="noStrike" kern="1200" noProof="0">
                          <a:solidFill>
                            <a:schemeClr val="tx1"/>
                          </a:solidFill>
                          <a:latin typeface="Boehringer Forward Text"/>
                        </a:rPr>
                        <a:t>/488(actual/plan)</a:t>
                      </a:r>
                      <a:endParaRPr lang="en-US" sz="900" b="0" i="0" u="none" strike="noStrike" kern="1200" noProof="0">
                        <a:solidFill>
                          <a:srgbClr val="000000"/>
                        </a:solidFill>
                        <a:latin typeface="Boehringer Forward Text"/>
                      </a:endParaRPr>
                    </a:p>
                    <a:p>
                      <a:pPr marL="171450" marR="0" lvl="0" indent="-171450" algn="l">
                        <a:lnSpc>
                          <a:spcPct val="100000"/>
                        </a:lnSpc>
                        <a:spcBef>
                          <a:spcPts val="0"/>
                        </a:spcBef>
                        <a:spcAft>
                          <a:spcPts val="0"/>
                        </a:spcAft>
                        <a:buClr>
                          <a:srgbClr val="000000"/>
                        </a:buClr>
                        <a:buSzTx/>
                        <a:buFont typeface="Arial,Sans-Serif" panose="020B0604020202020204" pitchFamily="34" charset="0"/>
                        <a:buChar char="•"/>
                      </a:pPr>
                      <a:r>
                        <a:rPr lang="en-US" sz="900" b="0" i="0" u="none" strike="noStrike" kern="1200" noProof="0">
                          <a:solidFill>
                            <a:schemeClr val="tx1"/>
                          </a:solidFill>
                          <a:latin typeface="Boehringer Forward Text"/>
                        </a:rPr>
                        <a:t>Site initiation progress: </a:t>
                      </a:r>
                      <a:r>
                        <a:rPr lang="en-US" sz="900" b="0" i="0" u="none" strike="noStrike" kern="1200" noProof="0">
                          <a:solidFill>
                            <a:schemeClr val="tx1">
                              <a:lumMod val="95000"/>
                              <a:lumOff val="5000"/>
                            </a:schemeClr>
                          </a:solidFill>
                          <a:latin typeface="Boehringer Forward Text"/>
                        </a:rPr>
                        <a:t>13（+9）</a:t>
                      </a:r>
                      <a:r>
                        <a:rPr lang="en-US" sz="900" b="0" i="0" u="none" strike="noStrike" kern="1200" noProof="0">
                          <a:solidFill>
                            <a:schemeClr val="tx1"/>
                          </a:solidFill>
                          <a:latin typeface="Boehringer Forward Text"/>
                        </a:rPr>
                        <a:t>/50(actual/plan)</a:t>
                      </a:r>
                      <a:endParaRPr lang="en-US" altLang="zh-CN" sz="900"/>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D9D9D9"/>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1641110020"/>
                  </a:ext>
                </a:extLst>
              </a:tr>
              <a:tr h="74246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err="1">
                          <a:ln>
                            <a:noFill/>
                          </a:ln>
                          <a:solidFill>
                            <a:schemeClr val="tx1"/>
                          </a:solidFill>
                          <a:effectLst/>
                          <a:uLnTx/>
                          <a:uFillTx/>
                          <a:latin typeface="+mn-lt"/>
                          <a:ea typeface="+mn-ea"/>
                          <a:cs typeface="Calibri"/>
                        </a:rPr>
                        <a:t>Actylise</a:t>
                      </a:r>
                      <a:endParaRPr kumimoji="0" lang="en-US" altLang="zh-CN" sz="900" b="0" i="0" u="none" strike="noStrike" kern="1200" cap="none" spc="0" normalizeH="0" baseline="0">
                        <a:ln>
                          <a:noFill/>
                        </a:ln>
                        <a:solidFill>
                          <a:schemeClr val="tx1"/>
                        </a:solidFill>
                        <a:effectLst/>
                        <a:uLnTx/>
                        <a:uFillTx/>
                        <a:latin typeface="+mn-lt"/>
                        <a:ea typeface="+mn-ea"/>
                        <a:cs typeface="Calibri"/>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a:ln>
                            <a:noFill/>
                          </a:ln>
                          <a:solidFill>
                            <a:schemeClr val="tx1"/>
                          </a:solidFill>
                          <a:effectLst/>
                          <a:uLnTx/>
                          <a:uFillTx/>
                          <a:latin typeface="+mn-lt"/>
                          <a:ea typeface="+mn-ea"/>
                          <a:cs typeface="Calibri"/>
                        </a:rPr>
                        <a:t>(Could a subgroup patient with minor nondisabling acute ischemic stroke achieve long-term </a:t>
                      </a:r>
                      <a:r>
                        <a:rPr kumimoji="0" lang="en-US" altLang="zh-CN" sz="900" b="0" i="0" u="none" strike="noStrike" kern="1200" cap="none" spc="0" normalizeH="0" baseline="0" err="1">
                          <a:ln>
                            <a:noFill/>
                          </a:ln>
                          <a:solidFill>
                            <a:schemeClr val="tx1"/>
                          </a:solidFill>
                          <a:effectLst/>
                          <a:uLnTx/>
                          <a:uFillTx/>
                          <a:latin typeface="+mn-lt"/>
                          <a:ea typeface="+mn-ea"/>
                          <a:cs typeface="Calibri"/>
                        </a:rPr>
                        <a:t>favourable</a:t>
                      </a:r>
                      <a:r>
                        <a:rPr kumimoji="0" lang="en-US" altLang="zh-CN" sz="900" b="0" i="0" u="none" strike="noStrike" kern="1200" cap="none" spc="0" normalizeH="0" baseline="0">
                          <a:ln>
                            <a:noFill/>
                          </a:ln>
                          <a:solidFill>
                            <a:schemeClr val="tx1"/>
                          </a:solidFill>
                          <a:effectLst/>
                          <a:uLnTx/>
                          <a:uFillTx/>
                          <a:latin typeface="+mn-lt"/>
                          <a:ea typeface="+mn-ea"/>
                          <a:cs typeface="Calibri"/>
                        </a:rPr>
                        <a:t> outcome from thrombolysis intervention: a machine learning analysis)</a:t>
                      </a:r>
                      <a:endParaRPr kumimoji="0" lang="zh-CN" altLang="zh-CN" sz="900" b="0" i="0" u="none" strike="noStrike" kern="1200" cap="none" spc="0" normalizeH="0" baseline="0">
                        <a:ln>
                          <a:noFill/>
                        </a:ln>
                        <a:solidFill>
                          <a:schemeClr val="tx1"/>
                        </a:solidFill>
                        <a:effectLst/>
                        <a:uLnTx/>
                        <a:uFillTx/>
                        <a:latin typeface="+mn-lt"/>
                        <a:ea typeface="+mn-ea"/>
                        <a:cs typeface="Calibri"/>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chemeClr val="tx1"/>
                          </a:solidFill>
                          <a:effectLst/>
                          <a:uLnTx/>
                          <a:uFillTx/>
                          <a:latin typeface="+mn-lt"/>
                          <a:ea typeface="+mn-ea"/>
                          <a:cs typeface="Calibri"/>
                        </a:rPr>
                        <a:t> (Zhejiang University, Prof. Lou)</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mn-lt"/>
                          <a:ea typeface="+mn-ea"/>
                          <a:cs typeface="Calibri"/>
                        </a:rPr>
                        <a:t>Acute ischaemic stroke</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0" i="0" u="none" strike="noStrike" kern="1200" noProof="0">
                          <a:solidFill>
                            <a:schemeClr val="tx1"/>
                          </a:solidFill>
                          <a:latin typeface="+mn-lt"/>
                          <a:ea typeface="+mn-ea"/>
                          <a:cs typeface="+mn-cs"/>
                        </a:rPr>
                        <a:t>ECR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0" i="0" u="none" strike="noStrike" kern="1200" noProof="0">
                          <a:solidFill>
                            <a:schemeClr val="tx1"/>
                          </a:solidFill>
                          <a:latin typeface="+mn-lt"/>
                          <a:ea typeface="+mn-ea"/>
                          <a:cs typeface="+mn-cs"/>
                        </a:rPr>
                        <a:t>(0135-0353: Sep 2024- Sep 2026)</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dk1"/>
                          </a:solidFill>
                          <a:latin typeface="+mn-lt"/>
                          <a:ea typeface="+mn-ea"/>
                          <a:cs typeface="+mn-cs"/>
                        </a:rPr>
                        <a:t>Data analysis</a:t>
                      </a:r>
                      <a:endParaRPr lang="en-US" altLang="zh-CN" sz="900" b="0" u="none" strike="noStrike" kern="1200" noProof="0">
                        <a:solidFill>
                          <a:schemeClr val="tx1"/>
                        </a:solidFill>
                      </a:endParaRPr>
                    </a:p>
                  </a:txBody>
                  <a:tcPr marL="92811" marR="92811" marT="38099" marB="38099" anchor="ctr">
                    <a:solidFill>
                      <a:schemeClr val="bg1">
                        <a:lumMod val="85000"/>
                      </a:schemeClr>
                    </a:solidFill>
                  </a:tcPr>
                </a:tc>
                <a:tc>
                  <a:txBody>
                    <a:bodyPr/>
                    <a:lstStyle/>
                    <a:p>
                      <a:pPr algn="l" fontAlgn="base">
                        <a:lnSpc>
                          <a:spcPct val="150000"/>
                        </a:lnSpc>
                      </a:pPr>
                      <a:r>
                        <a:rPr lang="en-US" altLang="zh-CN" sz="900" kern="1200">
                          <a:solidFill>
                            <a:schemeClr val="tx1"/>
                          </a:solidFill>
                          <a:latin typeface="+mn-lt"/>
                          <a:ea typeface="+mn-ea"/>
                          <a:cs typeface="+mn-cs"/>
                        </a:rPr>
                        <a:t>Final CTR</a:t>
                      </a:r>
                    </a:p>
                    <a:p>
                      <a:pPr algn="l" fontAlgn="base">
                        <a:lnSpc>
                          <a:spcPct val="150000"/>
                        </a:lnSpc>
                      </a:pPr>
                      <a:r>
                        <a:rPr lang="en-US" altLang="zh-CN" sz="900" kern="1200">
                          <a:solidFill>
                            <a:schemeClr val="tx1"/>
                          </a:solidFill>
                          <a:latin typeface="+mn-lt"/>
                          <a:ea typeface="+mn-ea"/>
                          <a:cs typeface="+mn-cs"/>
                        </a:rPr>
                        <a:t>(Jul2026)</a:t>
                      </a:r>
                      <a:endParaRPr lang="zh-CN" altLang="en-US" sz="900" kern="120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900" b="0" i="0" u="none" strike="noStrike" kern="1200" noProof="0">
                          <a:solidFill>
                            <a:schemeClr val="tx1"/>
                          </a:solidFill>
                          <a:latin typeface="+mn-lt"/>
                          <a:ea typeface="+mn-ea"/>
                          <a:cs typeface="+mn-cs"/>
                        </a:rPr>
                        <a:t>Database setup 27Nov2025,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900" b="0" i="0" u="none" strike="noStrike" kern="1200" noProof="0">
                          <a:solidFill>
                            <a:schemeClr val="tx1"/>
                          </a:solidFill>
                          <a:latin typeface="+mn-lt"/>
                          <a:ea typeface="+mn-ea"/>
                          <a:cs typeface="+mn-cs"/>
                        </a:rPr>
                        <a:t>Analysis results will be shared before May.</a:t>
                      </a:r>
                    </a:p>
                  </a:txBody>
                  <a:tcPr marL="92811" marR="92811" marT="38099" marB="38099">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chemeClr val="bg1">
                        <a:lumMod val="85000"/>
                      </a:schemeClr>
                    </a:solidFill>
                  </a:tcPr>
                </a:tc>
                <a:extLst>
                  <a:ext uri="{0D108BD9-81ED-4DB2-BD59-A6C34878D82A}">
                    <a16:rowId xmlns:a16="http://schemas.microsoft.com/office/drawing/2014/main" val="1653226700"/>
                  </a:ext>
                </a:extLst>
              </a:tr>
            </a:tbl>
          </a:graphicData>
        </a:graphic>
      </p:graphicFrame>
      <p:sp>
        <p:nvSpPr>
          <p:cNvPr id="8" name="标题 4"/>
          <p:cNvSpPr>
            <a:spLocks noGrp="1"/>
          </p:cNvSpPr>
          <p:nvPr>
            <p:ph type="title"/>
          </p:nvPr>
        </p:nvSpPr>
        <p:spPr>
          <a:xfrm>
            <a:off x="88015" y="158788"/>
            <a:ext cx="11233151" cy="870537"/>
          </a:xfrm>
        </p:spPr>
        <p:txBody>
          <a:bodyPr/>
          <a:lstStyle/>
          <a:p>
            <a:r>
              <a:rPr lang="en-US" altLang="zh-CN" sz="2400"/>
              <a:t>Mature Product/PMS Overview – CRM (</a:t>
            </a:r>
            <a:r>
              <a:rPr lang="en-US" altLang="zh-CN" sz="2400" err="1"/>
              <a:t>Lytics</a:t>
            </a:r>
            <a:r>
              <a:rPr lang="en-US" altLang="zh-CN" sz="2400"/>
              <a:t>)</a:t>
            </a:r>
          </a:p>
        </p:txBody>
      </p:sp>
      <p:sp>
        <p:nvSpPr>
          <p:cNvPr id="6" name="Flowchart: Connector 25">
            <a:extLst>
              <a:ext uri="{FF2B5EF4-FFF2-40B4-BE49-F238E27FC236}">
                <a16:creationId xmlns:a16="http://schemas.microsoft.com/office/drawing/2014/main" id="{A500E65F-6EA7-63C8-B218-E9018B0CCD0C}"/>
              </a:ext>
            </a:extLst>
          </p:cNvPr>
          <p:cNvSpPr/>
          <p:nvPr/>
        </p:nvSpPr>
        <p:spPr bwMode="gray">
          <a:xfrm>
            <a:off x="11830932" y="3983695"/>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 name="Flowchart: Connector 25">
            <a:extLst>
              <a:ext uri="{FF2B5EF4-FFF2-40B4-BE49-F238E27FC236}">
                <a16:creationId xmlns:a16="http://schemas.microsoft.com/office/drawing/2014/main" id="{BBFDC806-8D26-C684-7B9D-F77A7DBB95CA}"/>
              </a:ext>
            </a:extLst>
          </p:cNvPr>
          <p:cNvSpPr/>
          <p:nvPr/>
        </p:nvSpPr>
        <p:spPr bwMode="gray">
          <a:xfrm>
            <a:off x="11830933" y="1563547"/>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 name="Flowchart: Connector 25">
            <a:extLst>
              <a:ext uri="{FF2B5EF4-FFF2-40B4-BE49-F238E27FC236}">
                <a16:creationId xmlns:a16="http://schemas.microsoft.com/office/drawing/2014/main" id="{F06EE061-3F01-59C8-4C6E-52D06671E9B7}"/>
              </a:ext>
            </a:extLst>
          </p:cNvPr>
          <p:cNvSpPr/>
          <p:nvPr/>
        </p:nvSpPr>
        <p:spPr bwMode="gray">
          <a:xfrm>
            <a:off x="11844367" y="3116289"/>
            <a:ext cx="113759" cy="108000"/>
          </a:xfrm>
          <a:prstGeom prst="flowChartConnector">
            <a:avLst/>
          </a:prstGeom>
          <a:solidFill>
            <a:srgbClr val="1EAD1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 name="Flowchart: Connector 25">
            <a:extLst>
              <a:ext uri="{FF2B5EF4-FFF2-40B4-BE49-F238E27FC236}">
                <a16:creationId xmlns:a16="http://schemas.microsoft.com/office/drawing/2014/main" id="{01BB1273-0B04-E780-7791-91A75E4CA271}"/>
              </a:ext>
            </a:extLst>
          </p:cNvPr>
          <p:cNvSpPr/>
          <p:nvPr/>
        </p:nvSpPr>
        <p:spPr bwMode="gray">
          <a:xfrm>
            <a:off x="11842280" y="2290697"/>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Flowchart: Connector 25">
            <a:extLst>
              <a:ext uri="{FF2B5EF4-FFF2-40B4-BE49-F238E27FC236}">
                <a16:creationId xmlns:a16="http://schemas.microsoft.com/office/drawing/2014/main" id="{6300B4EE-C829-16A7-FA7F-026704BB13A4}"/>
              </a:ext>
            </a:extLst>
          </p:cNvPr>
          <p:cNvSpPr/>
          <p:nvPr/>
        </p:nvSpPr>
        <p:spPr bwMode="gray">
          <a:xfrm>
            <a:off x="11830931" y="6227838"/>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 name="Flowchart: Connector 25">
            <a:extLst>
              <a:ext uri="{FF2B5EF4-FFF2-40B4-BE49-F238E27FC236}">
                <a16:creationId xmlns:a16="http://schemas.microsoft.com/office/drawing/2014/main" id="{3303A516-7023-D321-BE30-3D071E57330A}"/>
              </a:ext>
            </a:extLst>
          </p:cNvPr>
          <p:cNvSpPr/>
          <p:nvPr/>
        </p:nvSpPr>
        <p:spPr bwMode="gray">
          <a:xfrm>
            <a:off x="11851121" y="4790172"/>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 name="Flowchart: Connector 25">
            <a:extLst>
              <a:ext uri="{FF2B5EF4-FFF2-40B4-BE49-F238E27FC236}">
                <a16:creationId xmlns:a16="http://schemas.microsoft.com/office/drawing/2014/main" id="{46CFD805-7D02-95B2-93EC-5616C56994AF}"/>
              </a:ext>
            </a:extLst>
          </p:cNvPr>
          <p:cNvSpPr/>
          <p:nvPr/>
        </p:nvSpPr>
        <p:spPr bwMode="gray">
          <a:xfrm>
            <a:off x="11830931" y="5536437"/>
            <a:ext cx="113759" cy="108000"/>
          </a:xfrm>
          <a:prstGeom prst="flowChartConnector">
            <a:avLst/>
          </a:prstGeom>
          <a:solidFill>
            <a:srgbClr val="00993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7835358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4"/>
          <p:cNvSpPr>
            <a:spLocks noGrp="1"/>
          </p:cNvSpPr>
          <p:nvPr>
            <p:ph type="title"/>
          </p:nvPr>
        </p:nvSpPr>
        <p:spPr>
          <a:xfrm>
            <a:off x="479424" y="477000"/>
            <a:ext cx="11233151" cy="870537"/>
          </a:xfrm>
        </p:spPr>
        <p:txBody>
          <a:bodyPr/>
          <a:lstStyle/>
          <a:p>
            <a:r>
              <a:rPr lang="en-US" altLang="zh-CN"/>
              <a:t>Mature Product/PMS Overview</a:t>
            </a:r>
            <a:r>
              <a:rPr lang="en-US" altLang="zh-CN" sz="2800"/>
              <a:t> – </a:t>
            </a:r>
            <a:r>
              <a:rPr lang="en-US" altLang="zh-CN"/>
              <a:t>CRM (</a:t>
            </a:r>
            <a:r>
              <a:rPr lang="en-US" altLang="zh-CN" err="1"/>
              <a:t>Survodutide</a:t>
            </a:r>
            <a:r>
              <a:rPr lang="en-US" altLang="zh-CN"/>
              <a:t>)</a:t>
            </a:r>
          </a:p>
        </p:txBody>
      </p:sp>
      <p:sp>
        <p:nvSpPr>
          <p:cNvPr id="4" name="文本占位符 3">
            <a:extLst>
              <a:ext uri="{FF2B5EF4-FFF2-40B4-BE49-F238E27FC236}">
                <a16:creationId xmlns:a16="http://schemas.microsoft.com/office/drawing/2014/main" id="{AC2D6077-5438-81E7-68C7-803EC3696B95}"/>
              </a:ext>
            </a:extLst>
          </p:cNvPr>
          <p:cNvSpPr>
            <a:spLocks noGrp="1"/>
          </p:cNvSpPr>
          <p:nvPr>
            <p:ph type="body" sz="quarter" idx="13"/>
          </p:nvPr>
        </p:nvSpPr>
        <p:spPr/>
        <p:txBody>
          <a:bodyPr/>
          <a:lstStyle/>
          <a:p>
            <a:endParaRPr lang="zh-CN" altLang="en-US"/>
          </a:p>
        </p:txBody>
      </p:sp>
      <p:graphicFrame>
        <p:nvGraphicFramePr>
          <p:cNvPr id="2" name="表格 1">
            <a:extLst>
              <a:ext uri="{FF2B5EF4-FFF2-40B4-BE49-F238E27FC236}">
                <a16:creationId xmlns:a16="http://schemas.microsoft.com/office/drawing/2014/main" id="{04C1F5F4-E877-BD42-40AE-A94299608D53}"/>
              </a:ext>
            </a:extLst>
          </p:cNvPr>
          <p:cNvGraphicFramePr>
            <a:graphicFrameLocks noGrp="1"/>
          </p:cNvGraphicFramePr>
          <p:nvPr/>
        </p:nvGraphicFramePr>
        <p:xfrm>
          <a:off x="194005" y="1037609"/>
          <a:ext cx="11908951" cy="3053543"/>
        </p:xfrm>
        <a:graphic>
          <a:graphicData uri="http://schemas.openxmlformats.org/drawingml/2006/table">
            <a:tbl>
              <a:tblPr firstRow="1" bandRow="1">
                <a:tableStyleId>{21E4AEA4-8DFA-4A89-87EB-49C32662AFE0}</a:tableStyleId>
              </a:tblPr>
              <a:tblGrid>
                <a:gridCol w="3635045">
                  <a:extLst>
                    <a:ext uri="{9D8B030D-6E8A-4147-A177-3AD203B41FA5}">
                      <a16:colId xmlns:a16="http://schemas.microsoft.com/office/drawing/2014/main" val="2087559983"/>
                    </a:ext>
                  </a:extLst>
                </a:gridCol>
                <a:gridCol w="982980">
                  <a:extLst>
                    <a:ext uri="{9D8B030D-6E8A-4147-A177-3AD203B41FA5}">
                      <a16:colId xmlns:a16="http://schemas.microsoft.com/office/drawing/2014/main" val="873806999"/>
                    </a:ext>
                  </a:extLst>
                </a:gridCol>
                <a:gridCol w="1668780">
                  <a:extLst>
                    <a:ext uri="{9D8B030D-6E8A-4147-A177-3AD203B41FA5}">
                      <a16:colId xmlns:a16="http://schemas.microsoft.com/office/drawing/2014/main" val="3812779303"/>
                    </a:ext>
                  </a:extLst>
                </a:gridCol>
                <a:gridCol w="868680">
                  <a:extLst>
                    <a:ext uri="{9D8B030D-6E8A-4147-A177-3AD203B41FA5}">
                      <a16:colId xmlns:a16="http://schemas.microsoft.com/office/drawing/2014/main" val="1362959423"/>
                    </a:ext>
                  </a:extLst>
                </a:gridCol>
                <a:gridCol w="925358">
                  <a:extLst>
                    <a:ext uri="{9D8B030D-6E8A-4147-A177-3AD203B41FA5}">
                      <a16:colId xmlns:a16="http://schemas.microsoft.com/office/drawing/2014/main" val="1527556270"/>
                    </a:ext>
                  </a:extLst>
                </a:gridCol>
                <a:gridCol w="3551982">
                  <a:extLst>
                    <a:ext uri="{9D8B030D-6E8A-4147-A177-3AD203B41FA5}">
                      <a16:colId xmlns:a16="http://schemas.microsoft.com/office/drawing/2014/main" val="2116820431"/>
                    </a:ext>
                  </a:extLst>
                </a:gridCol>
                <a:gridCol w="276126">
                  <a:extLst>
                    <a:ext uri="{9D8B030D-6E8A-4147-A177-3AD203B41FA5}">
                      <a16:colId xmlns:a16="http://schemas.microsoft.com/office/drawing/2014/main" val="1071587069"/>
                    </a:ext>
                  </a:extLst>
                </a:gridCol>
              </a:tblGrid>
              <a:tr h="1087193">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Product/Study</a:t>
                      </a:r>
                      <a:endParaRPr lang="en-US" altLang="zh-CN"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a:solidFill>
                            <a:schemeClr val="bg1"/>
                          </a:solidFill>
                        </a:rPr>
                        <a:t>Indication</a:t>
                      </a:r>
                      <a:endParaRPr lang="en-US"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 type/Global</a:t>
                      </a:r>
                      <a:r>
                        <a:rPr lang="en-US" altLang="zh-CN" sz="900" kern="1200" baseline="0">
                          <a:solidFill>
                            <a:schemeClr val="bg1"/>
                          </a:solidFill>
                        </a:rPr>
                        <a:t> </a:t>
                      </a:r>
                      <a:r>
                        <a:rPr lang="en-US" altLang="zh-CN" sz="900" kern="1200">
                          <a:solidFill>
                            <a:schemeClr val="bg1"/>
                          </a:solidFill>
                        </a:rPr>
                        <a:t>Status</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a:t>
                      </a:r>
                      <a:r>
                        <a:rPr lang="en-US" altLang="zh-CN" sz="900" kern="1200" baseline="0">
                          <a:solidFill>
                            <a:schemeClr val="bg1"/>
                          </a:solidFill>
                        </a:rPr>
                        <a:t> no.: FPI-LPO,</a:t>
                      </a:r>
                      <a:r>
                        <a:rPr lang="zh-CN" altLang="en-US" sz="900" kern="1200" baseline="0">
                          <a:solidFill>
                            <a:schemeClr val="bg1"/>
                          </a:solidFill>
                        </a:rPr>
                        <a:t> </a:t>
                      </a:r>
                      <a:r>
                        <a:rPr lang="en-US" altLang="zh-CN" sz="900" kern="1200" baseline="0">
                          <a:solidFill>
                            <a:schemeClr val="bg1"/>
                          </a:solidFill>
                        </a:rPr>
                        <a:t>CTR</a:t>
                      </a:r>
                      <a:r>
                        <a:rPr lang="en-US" altLang="zh-CN" sz="900" kern="1200">
                          <a:solidFill>
                            <a:schemeClr val="bg1"/>
                          </a:solidFill>
                        </a:rPr>
                        <a:t>)</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1" kern="1200">
                          <a:solidFill>
                            <a:schemeClr val="bg1"/>
                          </a:solidFill>
                        </a:rPr>
                        <a:t>Current status</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rtl="0" eaLnBrk="1" fontAlgn="auto" latinLnBrk="0" hangingPunct="1">
                        <a:lnSpc>
                          <a:spcPct val="100000"/>
                        </a:lnSpc>
                        <a:spcBef>
                          <a:spcPts val="0"/>
                        </a:spcBef>
                        <a:spcAft>
                          <a:spcPts val="0"/>
                        </a:spcAft>
                        <a:buFontTx/>
                        <a:buNone/>
                      </a:pPr>
                      <a:r>
                        <a:rPr lang="en-US" altLang="zh-CN" sz="900" b="1" kern="1200">
                          <a:solidFill>
                            <a:schemeClr val="bg1"/>
                          </a:solidFill>
                        </a:rPr>
                        <a:t>Next Mile-stone</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Key Updates</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500" kern="1200">
                        <a:solidFill>
                          <a:schemeClr val="bg1"/>
                        </a:solidFill>
                        <a:latin typeface="+mn-lt"/>
                        <a:ea typeface="+mn-ea"/>
                        <a:cs typeface="+mn-cs"/>
                      </a:endParaRPr>
                    </a:p>
                  </a:txBody>
                  <a:tcPr marL="92811" marR="92811" anchor="ctr">
                    <a:solidFill>
                      <a:schemeClr val="bg2">
                        <a:lumMod val="75000"/>
                        <a:lumOff val="25000"/>
                      </a:schemeClr>
                    </a:solidFill>
                  </a:tcPr>
                </a:tc>
                <a:extLst>
                  <a:ext uri="{0D108BD9-81ED-4DB2-BD59-A6C34878D82A}">
                    <a16:rowId xmlns:a16="http://schemas.microsoft.com/office/drawing/2014/main" val="25406406"/>
                  </a:ext>
                </a:extLst>
              </a:tr>
              <a:tr h="594754">
                <a:tc>
                  <a:txBody>
                    <a:bodyPr/>
                    <a:lstStyle/>
                    <a:p>
                      <a:pPr marL="0" lvl="0" indent="0" algn="ctr" defTabSz="914400">
                        <a:lnSpc>
                          <a:spcPct val="100000"/>
                        </a:lnSpc>
                        <a:spcBef>
                          <a:spcPts val="0"/>
                        </a:spcBef>
                        <a:spcAft>
                          <a:spcPts val="0"/>
                        </a:spcAft>
                        <a:buNone/>
                        <a:tabLst/>
                        <a:defRPr/>
                      </a:pPr>
                      <a:r>
                        <a:rPr kumimoji="0" lang="en-US" altLang="zh-CN" sz="800" b="0" u="none" strike="noStrike" kern="1200" cap="none" spc="0" normalizeH="0" baseline="0">
                          <a:ln>
                            <a:noFill/>
                          </a:ln>
                          <a:solidFill>
                            <a:schemeClr val="tx1"/>
                          </a:solidFill>
                          <a:effectLst/>
                          <a:uLnTx/>
                          <a:uFillTx/>
                        </a:rPr>
                        <a:t>Survodutide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Cut-off Points of Body Mass Index in China, Japan and the US: A cross-sectional and retrospective cohort study</a:t>
                      </a:r>
                      <a:endParaRPr lang="zh-CN" altLang="en-US" sz="800" kern="1200">
                        <a:solidFill>
                          <a:schemeClr val="dk1"/>
                        </a:solidFill>
                        <a:latin typeface="+mn-lt"/>
                        <a:ea typeface="+mn-ea"/>
                        <a:cs typeface="+mn-cs"/>
                      </a:endParaRPr>
                    </a:p>
                    <a:p>
                      <a:pPr marL="0" lvl="0" indent="0" algn="ctr" defTabSz="914400">
                        <a:lnSpc>
                          <a:spcPct val="100000"/>
                        </a:lnSpc>
                        <a:spcBef>
                          <a:spcPts val="0"/>
                        </a:spcBef>
                        <a:spcAft>
                          <a:spcPts val="0"/>
                        </a:spcAft>
                        <a:buNone/>
                        <a:tabLst/>
                        <a:defRPr/>
                      </a:pPr>
                      <a:r>
                        <a:rPr kumimoji="0" lang="en-US" altLang="zh-CN" sz="800" b="1" i="0" u="none" strike="noStrike" kern="1200" cap="none" spc="0" normalizeH="0" baseline="0">
                          <a:ln>
                            <a:noFill/>
                          </a:ln>
                          <a:solidFill>
                            <a:schemeClr val="tx1"/>
                          </a:solidFill>
                          <a:effectLst/>
                          <a:uLnTx/>
                          <a:uFillTx/>
                          <a:latin typeface="+mn-lt"/>
                          <a:ea typeface="+mn-ea"/>
                          <a:cs typeface="Calibri"/>
                        </a:rPr>
                        <a:t>(Peking University, Prof Zhan)</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u="none" strike="noStrike" kern="1200" cap="none" spc="0" normalizeH="0" baseline="0" noProof="0">
                          <a:ln>
                            <a:noFill/>
                          </a:ln>
                          <a:solidFill>
                            <a:schemeClr val="tx1"/>
                          </a:solidFill>
                          <a:effectLst/>
                          <a:uLnTx/>
                          <a:uFillTx/>
                        </a:rPr>
                        <a:t>Obesity BMI cutoff definitions among China and Japan</a:t>
                      </a:r>
                      <a:endParaRPr kumimoji="0" lang="en-US" sz="800" b="0" i="0" u="none" strike="noStrike" kern="1200" cap="none" spc="0" normalizeH="0" baseline="0" noProof="0">
                        <a:ln>
                          <a:noFill/>
                        </a:ln>
                        <a:solidFill>
                          <a:schemeClr val="tx1"/>
                        </a:solidFill>
                        <a:effectLst/>
                        <a:uLnTx/>
                        <a:uFillTx/>
                        <a:latin typeface="+mn-lt"/>
                        <a:ea typeface="+mn-ea"/>
                        <a:cs typeface="Calibri"/>
                      </a:endParaRP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China local </a:t>
                      </a:r>
                      <a:r>
                        <a:rPr lang="en-US" altLang="zh-CN" sz="800" b="0" u="none" strike="noStrike" kern="1200" err="1">
                          <a:solidFill>
                            <a:schemeClr val="tx1"/>
                          </a:solidFill>
                        </a:rPr>
                        <a:t>NISed</a:t>
                      </a:r>
                      <a:endParaRPr lang="en-US" altLang="zh-CN" sz="800" b="0" u="none" strike="noStrike" kern="120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i="0" u="none" strike="noStrike" kern="1200" noProof="0">
                          <a:solidFill>
                            <a:schemeClr val="tx1"/>
                          </a:solidFill>
                          <a:latin typeface="+mn-lt"/>
                          <a:ea typeface="+mn-ea"/>
                          <a:cs typeface="+mn-cs"/>
                        </a:rPr>
                        <a:t>(1404.0072:Q4 2024-Q3 2026)</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Data analysis</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CTR</a:t>
                      </a:r>
                    </a:p>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(2026 Jun)</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solidFill>
                          <a:latin typeface="+mn-lt"/>
                          <a:ea typeface="+mn-ea"/>
                          <a:cs typeface="+mn-cs"/>
                        </a:rPr>
                        <a:t>After the Mid-term investigator meeting on Jan 30</a:t>
                      </a:r>
                      <a:r>
                        <a:rPr lang="en-US" altLang="zh-CN" sz="800" b="0" i="0" u="none" strike="noStrike" kern="1200" baseline="30000" noProof="0">
                          <a:solidFill>
                            <a:schemeClr val="tx1"/>
                          </a:solidFill>
                          <a:latin typeface="+mn-lt"/>
                          <a:ea typeface="+mn-ea"/>
                          <a:cs typeface="+mn-cs"/>
                        </a:rPr>
                        <a:t>th</a:t>
                      </a:r>
                      <a:r>
                        <a:rPr lang="en-US" altLang="zh-CN" sz="800" b="0" i="0" u="none" strike="noStrike" kern="1200" noProof="0">
                          <a:solidFill>
                            <a:schemeClr val="tx1"/>
                          </a:solidFill>
                          <a:latin typeface="+mn-lt"/>
                          <a:ea typeface="+mn-ea"/>
                          <a:cs typeface="+mn-cs"/>
                        </a:rPr>
                        <a:t> ,  PI is doing the final analysis. Weekly meeting to track the status.</a:t>
                      </a:r>
                    </a:p>
                  </a:txBody>
                  <a:tcPr marL="92811" marR="92811" marT="38099" marB="38099" anchor="ctr">
                    <a:solidFill>
                      <a:srgbClr val="D9D9D9"/>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3148402517"/>
                  </a:ext>
                </a:extLst>
              </a:tr>
              <a:tr h="59475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0" u="none" strike="noStrike" kern="1200" cap="none" spc="0" normalizeH="0" baseline="0">
                          <a:ln>
                            <a:noFill/>
                          </a:ln>
                          <a:solidFill>
                            <a:schemeClr val="tx1"/>
                          </a:solidFill>
                          <a:effectLst/>
                          <a:uLnTx/>
                          <a:uFillTx/>
                        </a:rPr>
                        <a:t>Survodutide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Prevalence and clinical characteristics of patients with obesity and metabolic dysfunction-associated steatotic liver disease (MASLD) in China</a:t>
                      </a:r>
                      <a:endParaRPr lang="zh-CN" altLang="en-US" sz="800" kern="1200">
                        <a:solidFill>
                          <a:schemeClr val="dk1"/>
                        </a:solidFill>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a:ln>
                            <a:noFill/>
                          </a:ln>
                          <a:solidFill>
                            <a:schemeClr val="tx1"/>
                          </a:solidFill>
                          <a:effectLst/>
                          <a:uLnTx/>
                          <a:uFillTx/>
                          <a:latin typeface="+mn-lt"/>
                          <a:ea typeface="+mn-ea"/>
                          <a:cs typeface="Calibri"/>
                        </a:rPr>
                        <a:t>(Peking University, Prof Zhan)</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lang="en-US" altLang="zh-CN" sz="800" err="1"/>
                        <a:t>Obesity+MASLD</a:t>
                      </a:r>
                      <a:endParaRPr kumimoji="0" lang="en-US" sz="800" b="0" i="0" u="none" strike="noStrike" kern="1200" cap="none" spc="0" normalizeH="0" baseline="0" noProof="0">
                        <a:ln>
                          <a:noFill/>
                        </a:ln>
                        <a:solidFill>
                          <a:schemeClr val="tx1"/>
                        </a:solidFill>
                        <a:effectLst/>
                        <a:uLnTx/>
                        <a:uFillTx/>
                        <a:latin typeface="+mn-lt"/>
                        <a:ea typeface="+mn-ea"/>
                        <a:cs typeface="Calibri"/>
                      </a:endParaRP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China local NISed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i="0" u="none" strike="noStrike" kern="1200" noProof="0">
                          <a:solidFill>
                            <a:schemeClr val="tx1"/>
                          </a:solidFill>
                          <a:latin typeface="+mn-lt"/>
                          <a:ea typeface="+mn-ea"/>
                          <a:cs typeface="+mn-cs"/>
                        </a:rPr>
                        <a:t>(1404.0073:Q4 2024-Q2 2026)</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Data analysis</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CTR</a:t>
                      </a:r>
                    </a:p>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(2026 Apr)</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solidFill>
                          <a:latin typeface="+mn-lt"/>
                          <a:ea typeface="+mn-ea"/>
                          <a:cs typeface="+mn-cs"/>
                        </a:rPr>
                        <a:t>Study result finalized on Feb 27</a:t>
                      </a:r>
                      <a:r>
                        <a:rPr lang="en-US" altLang="zh-CN" sz="800" b="0" i="0" u="none" strike="noStrike" kern="1200" baseline="30000" noProof="0">
                          <a:solidFill>
                            <a:schemeClr val="tx1"/>
                          </a:solidFill>
                          <a:latin typeface="+mn-lt"/>
                          <a:ea typeface="+mn-ea"/>
                          <a:cs typeface="+mn-cs"/>
                        </a:rPr>
                        <a:t>th</a:t>
                      </a:r>
                      <a:r>
                        <a:rPr lang="en-US" altLang="zh-CN" sz="800" b="0" i="0" u="none" strike="noStrike" kern="1200" noProof="0">
                          <a:solidFill>
                            <a:schemeClr val="tx1"/>
                          </a:solidFill>
                          <a:latin typeface="+mn-lt"/>
                          <a:ea typeface="+mn-ea"/>
                          <a:cs typeface="+mn-cs"/>
                        </a:rPr>
                        <a:t>, PI is drafting the CTR</a:t>
                      </a:r>
                    </a:p>
                  </a:txBody>
                  <a:tcPr marL="92811" marR="92811" marT="38099" marB="38099" anchor="ctr">
                    <a:solidFill>
                      <a:srgbClr val="D9D9D9"/>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3159096597"/>
                  </a:ext>
                </a:extLst>
              </a:tr>
              <a:tr h="59475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0" u="none" strike="noStrike" kern="1200" cap="none" spc="0" normalizeH="0" baseline="0">
                          <a:ln>
                            <a:noFill/>
                          </a:ln>
                          <a:solidFill>
                            <a:schemeClr val="tx1"/>
                          </a:solidFill>
                          <a:effectLst/>
                          <a:uLnTx/>
                          <a:uFillTx/>
                        </a:rPr>
                        <a:t>Survodutide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 Clinical characteristics, treatment pattern, and clinical burden of metabolic dysfunction associated steatohepatitis (MASH) in China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a:ln>
                            <a:noFill/>
                          </a:ln>
                          <a:solidFill>
                            <a:schemeClr val="tx1"/>
                          </a:solidFill>
                          <a:effectLst/>
                          <a:uLnTx/>
                          <a:uFillTx/>
                          <a:latin typeface="+mn-lt"/>
                          <a:ea typeface="+mn-ea"/>
                          <a:cs typeface="Calibri"/>
                        </a:rPr>
                        <a:t>(The Affiliated Hospital of Hangzhou Normal University, Prof. Shi)</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i="0" u="none" strike="noStrike" kern="1200" cap="none" spc="0" normalizeH="0" baseline="0" noProof="0">
                          <a:ln>
                            <a:noFill/>
                          </a:ln>
                          <a:solidFill>
                            <a:schemeClr val="tx1"/>
                          </a:solidFill>
                          <a:effectLst/>
                          <a:uLnTx/>
                          <a:uFillTx/>
                          <a:latin typeface="+mn-lt"/>
                          <a:ea typeface="+mn-ea"/>
                          <a:cs typeface="Calibri"/>
                        </a:rPr>
                        <a:t>MASH</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i="0" u="none" strike="noStrike" kern="1200" noProof="0">
                          <a:solidFill>
                            <a:schemeClr val="tx1"/>
                          </a:solidFill>
                          <a:latin typeface="+mn-lt"/>
                          <a:ea typeface="+mn-ea"/>
                          <a:cs typeface="+mn-cs"/>
                        </a:rPr>
                        <a:t>ECR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i="0" u="none" strike="noStrike" kern="1200" noProof="0">
                          <a:solidFill>
                            <a:schemeClr val="tx1"/>
                          </a:solidFill>
                          <a:latin typeface="+mn-lt"/>
                          <a:ea typeface="+mn-ea"/>
                          <a:cs typeface="+mn-cs"/>
                        </a:rPr>
                        <a:t>(1404-0124:</a:t>
                      </a:r>
                      <a:r>
                        <a:rPr lang="en-US" altLang="zh-CN" sz="800">
                          <a:solidFill>
                            <a:srgbClr val="000000"/>
                          </a:solidFill>
                          <a:effectLst/>
                          <a:ea typeface="Boehringer Forward Text" panose="02000500000000020000" pitchFamily="2" charset="0"/>
                        </a:rPr>
                        <a:t>May 2026</a:t>
                      </a:r>
                      <a:r>
                        <a:rPr lang="en-US" altLang="zh-CN" sz="800" b="0" i="0" u="none" strike="noStrike" kern="1200" noProof="0">
                          <a:solidFill>
                            <a:schemeClr val="tx1"/>
                          </a:solidFill>
                          <a:latin typeface="+mn-lt"/>
                          <a:ea typeface="+mn-ea"/>
                          <a:cs typeface="+mn-cs"/>
                        </a:rPr>
                        <a:t>-</a:t>
                      </a:r>
                      <a:r>
                        <a:rPr lang="en-US" altLang="zh-CN" sz="800">
                          <a:solidFill>
                            <a:srgbClr val="000000"/>
                          </a:solidFill>
                          <a:effectLst/>
                          <a:ea typeface="Boehringer Forward Text" panose="02000500000000020000" pitchFamily="2" charset="0"/>
                        </a:rPr>
                        <a:t>Sep 2028</a:t>
                      </a:r>
                      <a:r>
                        <a:rPr lang="en-US" altLang="zh-CN" sz="800" b="0" i="0" u="none" strike="noStrike" kern="1200" noProof="0">
                          <a:solidFill>
                            <a:schemeClr val="tx1"/>
                          </a:solidFill>
                          <a:latin typeface="+mn-lt"/>
                          <a:ea typeface="+mn-ea"/>
                          <a:cs typeface="+mn-cs"/>
                        </a:rPr>
                        <a:t>,</a:t>
                      </a:r>
                      <a:r>
                        <a:rPr lang="en-US" altLang="zh-CN" sz="800">
                          <a:solidFill>
                            <a:srgbClr val="000000"/>
                          </a:solidFill>
                          <a:effectLst/>
                          <a:ea typeface="Boehringer Forward Text" panose="02000500000000020000" pitchFamily="2" charset="0"/>
                        </a:rPr>
                        <a:t> Dec 2028</a:t>
                      </a:r>
                      <a:r>
                        <a:rPr lang="en-US" altLang="zh-CN" sz="800" b="0" i="0" u="none" strike="noStrike" kern="1200" noProof="0">
                          <a:solidFill>
                            <a:schemeClr val="tx1"/>
                          </a:solidFill>
                          <a:latin typeface="+mn-lt"/>
                          <a:ea typeface="+mn-ea"/>
                          <a:cs typeface="+mn-cs"/>
                        </a:rPr>
                        <a:t>)</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EC approval</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Contract Sign-off</a:t>
                      </a:r>
                    </a:p>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(2026 May)</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a:t>EC approval on </a:t>
                      </a:r>
                      <a:r>
                        <a:rPr lang="en-US" altLang="zh-CN" sz="800" kern="1200">
                          <a:solidFill>
                            <a:schemeClr val="dk1"/>
                          </a:solidFill>
                          <a:latin typeface="+mn-lt"/>
                          <a:ea typeface="+mn-ea"/>
                          <a:cs typeface="+mn-cs"/>
                        </a:rPr>
                        <a:t>25 Mar 2026</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kern="1200" noProof="0">
                          <a:solidFill>
                            <a:schemeClr val="dk1"/>
                          </a:solidFill>
                          <a:latin typeface="+mn-lt"/>
                          <a:ea typeface="+mn-ea"/>
                          <a:cs typeface="+mn-cs"/>
                        </a:rPr>
                        <a:t>Negotiating the agreement breakdown with PI and legal</a:t>
                      </a:r>
                    </a:p>
                  </a:txBody>
                  <a:tcPr marL="92811" marR="92811" marT="38099" marB="38099" anchor="ctr">
                    <a:solidFill>
                      <a:srgbClr val="D9D9D9"/>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1181465065"/>
                  </a:ext>
                </a:extLst>
              </a:tr>
            </a:tbl>
          </a:graphicData>
        </a:graphic>
      </p:graphicFrame>
      <p:pic>
        <p:nvPicPr>
          <p:cNvPr id="9" name="图片 8">
            <a:extLst>
              <a:ext uri="{FF2B5EF4-FFF2-40B4-BE49-F238E27FC236}">
                <a16:creationId xmlns:a16="http://schemas.microsoft.com/office/drawing/2014/main" id="{71E904F1-729C-B65F-18AD-922D5F7A7E35}"/>
              </a:ext>
            </a:extLst>
          </p:cNvPr>
          <p:cNvPicPr>
            <a:picLocks noChangeAspect="1"/>
          </p:cNvPicPr>
          <p:nvPr/>
        </p:nvPicPr>
        <p:blipFill>
          <a:blip r:embed="rId3"/>
          <a:stretch>
            <a:fillRect/>
          </a:stretch>
        </p:blipFill>
        <p:spPr>
          <a:xfrm>
            <a:off x="11882161" y="2950420"/>
            <a:ext cx="115834" cy="109738"/>
          </a:xfrm>
          <a:prstGeom prst="rect">
            <a:avLst/>
          </a:prstGeom>
        </p:spPr>
      </p:pic>
      <p:pic>
        <p:nvPicPr>
          <p:cNvPr id="5" name="图片 4">
            <a:extLst>
              <a:ext uri="{FF2B5EF4-FFF2-40B4-BE49-F238E27FC236}">
                <a16:creationId xmlns:a16="http://schemas.microsoft.com/office/drawing/2014/main" id="{0BAE5ACC-7B04-A47F-E7BF-7CDCF82A29F0}"/>
              </a:ext>
            </a:extLst>
          </p:cNvPr>
          <p:cNvPicPr>
            <a:picLocks noChangeAspect="1"/>
          </p:cNvPicPr>
          <p:nvPr/>
        </p:nvPicPr>
        <p:blipFill>
          <a:blip r:embed="rId3"/>
          <a:stretch>
            <a:fillRect/>
          </a:stretch>
        </p:blipFill>
        <p:spPr>
          <a:xfrm>
            <a:off x="11882161" y="2363599"/>
            <a:ext cx="115834" cy="109738"/>
          </a:xfrm>
          <a:prstGeom prst="rect">
            <a:avLst/>
          </a:prstGeom>
        </p:spPr>
      </p:pic>
      <p:pic>
        <p:nvPicPr>
          <p:cNvPr id="6" name="图片 5">
            <a:extLst>
              <a:ext uri="{FF2B5EF4-FFF2-40B4-BE49-F238E27FC236}">
                <a16:creationId xmlns:a16="http://schemas.microsoft.com/office/drawing/2014/main" id="{1A828299-BF10-81F5-B64E-9E2A5A9EC311}"/>
              </a:ext>
            </a:extLst>
          </p:cNvPr>
          <p:cNvPicPr>
            <a:picLocks noChangeAspect="1"/>
          </p:cNvPicPr>
          <p:nvPr/>
        </p:nvPicPr>
        <p:blipFill>
          <a:blip r:embed="rId3"/>
          <a:stretch>
            <a:fillRect/>
          </a:stretch>
        </p:blipFill>
        <p:spPr>
          <a:xfrm>
            <a:off x="11882161" y="3538738"/>
            <a:ext cx="115834" cy="109738"/>
          </a:xfrm>
          <a:prstGeom prst="rect">
            <a:avLst/>
          </a:prstGeom>
        </p:spPr>
      </p:pic>
    </p:spTree>
    <p:extLst>
      <p:ext uri="{BB962C8B-B14F-4D97-AF65-F5344CB8AC3E}">
        <p14:creationId xmlns:p14="http://schemas.microsoft.com/office/powerpoint/2010/main" val="83896597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4"/>
          <p:cNvSpPr>
            <a:spLocks noGrp="1"/>
          </p:cNvSpPr>
          <p:nvPr>
            <p:ph type="title"/>
          </p:nvPr>
        </p:nvSpPr>
        <p:spPr>
          <a:xfrm>
            <a:off x="479424" y="477000"/>
            <a:ext cx="11233151" cy="870537"/>
          </a:xfrm>
        </p:spPr>
        <p:txBody>
          <a:bodyPr/>
          <a:lstStyle/>
          <a:p>
            <a:r>
              <a:rPr lang="en-US" altLang="zh-CN"/>
              <a:t>Mature Product/PMS Overview</a:t>
            </a:r>
            <a:r>
              <a:rPr lang="en-US" altLang="zh-CN" sz="2800"/>
              <a:t> – </a:t>
            </a:r>
            <a:r>
              <a:rPr lang="en-US" altLang="zh-CN"/>
              <a:t>CRM (</a:t>
            </a:r>
            <a:r>
              <a:rPr lang="en-US" altLang="zh-CN" err="1"/>
              <a:t>Jardicance</a:t>
            </a:r>
            <a:r>
              <a:rPr lang="en-US" altLang="zh-CN"/>
              <a:t>)</a:t>
            </a:r>
          </a:p>
        </p:txBody>
      </p:sp>
      <p:sp>
        <p:nvSpPr>
          <p:cNvPr id="4" name="文本占位符 3">
            <a:extLst>
              <a:ext uri="{FF2B5EF4-FFF2-40B4-BE49-F238E27FC236}">
                <a16:creationId xmlns:a16="http://schemas.microsoft.com/office/drawing/2014/main" id="{AC2D6077-5438-81E7-68C7-803EC3696B95}"/>
              </a:ext>
            </a:extLst>
          </p:cNvPr>
          <p:cNvSpPr>
            <a:spLocks noGrp="1"/>
          </p:cNvSpPr>
          <p:nvPr>
            <p:ph type="body" sz="quarter" idx="13"/>
          </p:nvPr>
        </p:nvSpPr>
        <p:spPr/>
        <p:txBody>
          <a:bodyPr/>
          <a:lstStyle/>
          <a:p>
            <a:endParaRPr lang="zh-CN" altLang="en-US"/>
          </a:p>
        </p:txBody>
      </p:sp>
      <p:graphicFrame>
        <p:nvGraphicFramePr>
          <p:cNvPr id="5" name="表格 4">
            <a:extLst>
              <a:ext uri="{FF2B5EF4-FFF2-40B4-BE49-F238E27FC236}">
                <a16:creationId xmlns:a16="http://schemas.microsoft.com/office/drawing/2014/main" id="{D3DAFFB9-4E9F-9EB6-1273-2E3A376D9211}"/>
              </a:ext>
            </a:extLst>
          </p:cNvPr>
          <p:cNvGraphicFramePr>
            <a:graphicFrameLocks noGrp="1"/>
          </p:cNvGraphicFramePr>
          <p:nvPr/>
        </p:nvGraphicFramePr>
        <p:xfrm>
          <a:off x="220487" y="1067484"/>
          <a:ext cx="11799376" cy="2946469"/>
        </p:xfrm>
        <a:graphic>
          <a:graphicData uri="http://schemas.openxmlformats.org/drawingml/2006/table">
            <a:tbl>
              <a:tblPr firstRow="1" bandRow="1">
                <a:tableStyleId>{21E4AEA4-8DFA-4A89-87EB-49C32662AFE0}</a:tableStyleId>
              </a:tblPr>
              <a:tblGrid>
                <a:gridCol w="4282933">
                  <a:extLst>
                    <a:ext uri="{9D8B030D-6E8A-4147-A177-3AD203B41FA5}">
                      <a16:colId xmlns:a16="http://schemas.microsoft.com/office/drawing/2014/main" val="2087559983"/>
                    </a:ext>
                  </a:extLst>
                </a:gridCol>
                <a:gridCol w="708660">
                  <a:extLst>
                    <a:ext uri="{9D8B030D-6E8A-4147-A177-3AD203B41FA5}">
                      <a16:colId xmlns:a16="http://schemas.microsoft.com/office/drawing/2014/main" val="873806999"/>
                    </a:ext>
                  </a:extLst>
                </a:gridCol>
                <a:gridCol w="1543050">
                  <a:extLst>
                    <a:ext uri="{9D8B030D-6E8A-4147-A177-3AD203B41FA5}">
                      <a16:colId xmlns:a16="http://schemas.microsoft.com/office/drawing/2014/main" val="3812779303"/>
                    </a:ext>
                  </a:extLst>
                </a:gridCol>
                <a:gridCol w="674370">
                  <a:extLst>
                    <a:ext uri="{9D8B030D-6E8A-4147-A177-3AD203B41FA5}">
                      <a16:colId xmlns:a16="http://schemas.microsoft.com/office/drawing/2014/main" val="1362959423"/>
                    </a:ext>
                  </a:extLst>
                </a:gridCol>
                <a:gridCol w="797478">
                  <a:extLst>
                    <a:ext uri="{9D8B030D-6E8A-4147-A177-3AD203B41FA5}">
                      <a16:colId xmlns:a16="http://schemas.microsoft.com/office/drawing/2014/main" val="1527556270"/>
                    </a:ext>
                  </a:extLst>
                </a:gridCol>
                <a:gridCol w="3519300">
                  <a:extLst>
                    <a:ext uri="{9D8B030D-6E8A-4147-A177-3AD203B41FA5}">
                      <a16:colId xmlns:a16="http://schemas.microsoft.com/office/drawing/2014/main" val="2116820431"/>
                    </a:ext>
                  </a:extLst>
                </a:gridCol>
                <a:gridCol w="273585">
                  <a:extLst>
                    <a:ext uri="{9D8B030D-6E8A-4147-A177-3AD203B41FA5}">
                      <a16:colId xmlns:a16="http://schemas.microsoft.com/office/drawing/2014/main" val="1071587069"/>
                    </a:ext>
                  </a:extLst>
                </a:gridCol>
              </a:tblGrid>
              <a:tr h="1087193">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Product/Study</a:t>
                      </a:r>
                      <a:endParaRPr lang="en-US" altLang="zh-CN"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a:solidFill>
                            <a:schemeClr val="bg1"/>
                          </a:solidFill>
                        </a:rPr>
                        <a:t>Indication</a:t>
                      </a:r>
                      <a:endParaRPr lang="en-US"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 type/Global</a:t>
                      </a:r>
                      <a:r>
                        <a:rPr lang="en-US" altLang="zh-CN" sz="900" kern="1200" baseline="0">
                          <a:solidFill>
                            <a:schemeClr val="bg1"/>
                          </a:solidFill>
                        </a:rPr>
                        <a:t> </a:t>
                      </a:r>
                      <a:r>
                        <a:rPr lang="en-US" altLang="zh-CN" sz="900" kern="1200">
                          <a:solidFill>
                            <a:schemeClr val="bg1"/>
                          </a:solidFill>
                        </a:rPr>
                        <a:t>Status</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a:t>
                      </a:r>
                      <a:r>
                        <a:rPr lang="en-US" altLang="zh-CN" sz="900" kern="1200" baseline="0">
                          <a:solidFill>
                            <a:schemeClr val="bg1"/>
                          </a:solidFill>
                        </a:rPr>
                        <a:t> no.: FPI-LPO,</a:t>
                      </a:r>
                      <a:r>
                        <a:rPr lang="zh-CN" altLang="en-US" sz="900" kern="1200" baseline="0">
                          <a:solidFill>
                            <a:schemeClr val="bg1"/>
                          </a:solidFill>
                        </a:rPr>
                        <a:t> </a:t>
                      </a:r>
                      <a:r>
                        <a:rPr lang="en-US" altLang="zh-CN" sz="900" kern="1200" baseline="0">
                          <a:solidFill>
                            <a:schemeClr val="bg1"/>
                          </a:solidFill>
                        </a:rPr>
                        <a:t>CTR</a:t>
                      </a:r>
                      <a:r>
                        <a:rPr lang="en-US" altLang="zh-CN" sz="900" kern="1200">
                          <a:solidFill>
                            <a:schemeClr val="bg1"/>
                          </a:solidFill>
                        </a:rPr>
                        <a:t>)</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1" kern="1200">
                          <a:solidFill>
                            <a:schemeClr val="bg1"/>
                          </a:solidFill>
                        </a:rPr>
                        <a:t>Current status</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rtl="0" eaLnBrk="1" fontAlgn="auto" latinLnBrk="0" hangingPunct="1">
                        <a:lnSpc>
                          <a:spcPct val="100000"/>
                        </a:lnSpc>
                        <a:spcBef>
                          <a:spcPts val="0"/>
                        </a:spcBef>
                        <a:spcAft>
                          <a:spcPts val="0"/>
                        </a:spcAft>
                        <a:buFontTx/>
                        <a:buNone/>
                      </a:pPr>
                      <a:r>
                        <a:rPr lang="en-US" altLang="zh-CN" sz="900" b="1" kern="1200">
                          <a:solidFill>
                            <a:schemeClr val="bg1"/>
                          </a:solidFill>
                        </a:rPr>
                        <a:t>Next Mile-stone</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Key Updates</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500" kern="1200">
                        <a:solidFill>
                          <a:schemeClr val="bg1"/>
                        </a:solidFill>
                        <a:latin typeface="+mn-lt"/>
                        <a:ea typeface="+mn-ea"/>
                        <a:cs typeface="+mn-cs"/>
                      </a:endParaRPr>
                    </a:p>
                  </a:txBody>
                  <a:tcPr marL="92811" marR="92811" anchor="ctr">
                    <a:solidFill>
                      <a:schemeClr val="bg2">
                        <a:lumMod val="75000"/>
                        <a:lumOff val="25000"/>
                      </a:schemeClr>
                    </a:solidFill>
                  </a:tcPr>
                </a:tc>
                <a:extLst>
                  <a:ext uri="{0D108BD9-81ED-4DB2-BD59-A6C34878D82A}">
                    <a16:rowId xmlns:a16="http://schemas.microsoft.com/office/drawing/2014/main" val="25406406"/>
                  </a:ext>
                </a:extLst>
              </a:tr>
              <a:tr h="594754">
                <a:tc>
                  <a:txBody>
                    <a:bodyPr/>
                    <a:lstStyle/>
                    <a:p>
                      <a:pPr marL="0" lvl="0" indent="0" algn="ctr" defTabSz="914400">
                        <a:lnSpc>
                          <a:spcPct val="100000"/>
                        </a:lnSpc>
                        <a:spcBef>
                          <a:spcPts val="0"/>
                        </a:spcBef>
                        <a:spcAft>
                          <a:spcPts val="0"/>
                        </a:spcAft>
                        <a:buNone/>
                        <a:tabLst/>
                        <a:defRPr/>
                      </a:pPr>
                      <a:r>
                        <a:rPr kumimoji="0" lang="en-US" altLang="zh-CN" sz="800" b="0" u="none" strike="noStrike" kern="1200" cap="none" spc="0" normalizeH="0" baseline="0">
                          <a:ln>
                            <a:noFill/>
                          </a:ln>
                          <a:solidFill>
                            <a:schemeClr val="tx1"/>
                          </a:solidFill>
                          <a:effectLst/>
                          <a:uLnTx/>
                          <a:uFillTx/>
                        </a:rPr>
                        <a:t>Jardiance (Empagliflozin)</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Non-interventional study of the effectiveness and safety of Jardiance in patients with heart failure of reduced ejection fraction (HFrEF) compared to guideline-recommended non-SGLT2i therapy regimens in China</a:t>
                      </a:r>
                      <a:endParaRPr lang="zh-CN" altLang="en-US" sz="800" kern="1200">
                        <a:solidFill>
                          <a:schemeClr val="dk1"/>
                        </a:solidFill>
                        <a:latin typeface="+mn-lt"/>
                        <a:ea typeface="+mn-ea"/>
                        <a:cs typeface="+mn-cs"/>
                      </a:endParaRPr>
                    </a:p>
                    <a:p>
                      <a:pPr marL="0" lvl="0" indent="0" algn="ctr" defTabSz="914400">
                        <a:lnSpc>
                          <a:spcPct val="100000"/>
                        </a:lnSpc>
                        <a:spcBef>
                          <a:spcPts val="0"/>
                        </a:spcBef>
                        <a:spcAft>
                          <a:spcPts val="0"/>
                        </a:spcAft>
                        <a:buNone/>
                        <a:tabLst/>
                        <a:defRPr/>
                      </a:pPr>
                      <a:r>
                        <a:rPr kumimoji="0" lang="en-US" altLang="zh-CN" sz="800" b="1" u="none" strike="noStrike" kern="1200" cap="none" spc="0" normalizeH="0" baseline="0">
                          <a:ln>
                            <a:noFill/>
                          </a:ln>
                          <a:solidFill>
                            <a:schemeClr val="tx1"/>
                          </a:solidFill>
                          <a:effectLst/>
                          <a:uLnTx/>
                          <a:uFillTx/>
                        </a:rPr>
                        <a:t>(Fuwai Hospital, Prof.Zhang)</a:t>
                      </a:r>
                      <a:endParaRPr kumimoji="0" lang="zh-CN" altLang="en-US" sz="800" b="1" u="none" strike="noStrike" kern="1200" cap="none" spc="0" normalizeH="0" baseline="0">
                        <a:ln>
                          <a:noFill/>
                        </a:ln>
                        <a:solidFill>
                          <a:schemeClr val="tx1"/>
                        </a:solidFill>
                        <a:effectLst/>
                        <a:uLnTx/>
                        <a:uFillTx/>
                      </a:endParaRP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u="none" strike="noStrike" kern="1200" cap="none" spc="0" normalizeH="0" baseline="0" noProof="0" err="1">
                          <a:ln>
                            <a:noFill/>
                          </a:ln>
                          <a:solidFill>
                            <a:schemeClr val="tx1"/>
                          </a:solidFill>
                          <a:effectLst/>
                          <a:uLnTx/>
                          <a:uFillTx/>
                        </a:rPr>
                        <a:t>HFrEF</a:t>
                      </a:r>
                      <a:r>
                        <a:rPr lang="en-US" sz="800" b="0" u="none" strike="noStrike" kern="1200" cap="none" spc="0" normalizeH="0" baseline="0" noProof="0">
                          <a:ln>
                            <a:noFill/>
                          </a:ln>
                          <a:solidFill>
                            <a:schemeClr val="tx1"/>
                          </a:solidFill>
                          <a:effectLst/>
                          <a:uLnTx/>
                          <a:uFillTx/>
                        </a:rPr>
                        <a:t> </a:t>
                      </a:r>
                      <a:endParaRPr kumimoji="0" lang="en-US" sz="800" b="0" i="0" u="none" strike="noStrike" kern="1200" cap="none" spc="0" normalizeH="0" baseline="0" noProof="0">
                        <a:ln>
                          <a:noFill/>
                        </a:ln>
                        <a:solidFill>
                          <a:schemeClr val="tx1"/>
                        </a:solidFill>
                        <a:effectLst/>
                        <a:uLnTx/>
                        <a:uFillTx/>
                        <a:latin typeface="+mn-lt"/>
                        <a:ea typeface="+mn-ea"/>
                        <a:cs typeface="Calibri"/>
                      </a:endParaRP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  China local </a:t>
                      </a:r>
                      <a:r>
                        <a:rPr lang="en-US" altLang="zh-CN" sz="800" b="0" u="none" strike="noStrike" kern="1200" err="1">
                          <a:solidFill>
                            <a:schemeClr val="tx1"/>
                          </a:solidFill>
                        </a:rPr>
                        <a:t>NISed</a:t>
                      </a:r>
                      <a:endParaRPr lang="en-US" altLang="zh-CN" sz="800" b="0" u="none" strike="noStrike" kern="120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(1245.0291:Nov 2021-Dec 2030)</a:t>
                      </a:r>
                      <a:endParaRPr lang="en-US" altLang="zh-CN" sz="8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i="0" u="none" strike="noStrike" kern="1200" noProof="0">
                          <a:solidFill>
                            <a:schemeClr val="tx1"/>
                          </a:solidFill>
                          <a:latin typeface="+mn-lt"/>
                          <a:ea typeface="+mn-ea"/>
                          <a:cs typeface="+mn-cs"/>
                        </a:rPr>
                        <a:t>IEC approval</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a:t>Feasibility analysis 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i="0" u="none" strike="noStrike" kern="1200" noProof="0">
                          <a:solidFill>
                            <a:schemeClr val="tx1"/>
                          </a:solidFill>
                          <a:latin typeface="+mn-lt"/>
                          <a:ea typeface="+mn-ea"/>
                          <a:cs typeface="+mn-cs"/>
                        </a:rPr>
                        <a:t>(2026 Jan)</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lumMod val="50000"/>
                              <a:lumOff val="50000"/>
                            </a:schemeClr>
                          </a:solidFill>
                          <a:latin typeface="+mn-lt"/>
                          <a:ea typeface="+mn-ea"/>
                          <a:cs typeface="+mn-cs"/>
                        </a:rPr>
                        <a:t>Current database enrolment delay: due to VBP, and drug switch situation</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lumMod val="50000"/>
                              <a:lumOff val="50000"/>
                            </a:schemeClr>
                          </a:solidFill>
                          <a:latin typeface="+mn-lt"/>
                          <a:ea typeface="+mn-ea"/>
                          <a:cs typeface="+mn-cs"/>
                        </a:rPr>
                        <a:t>HAI was sent on Jan 20</a:t>
                      </a:r>
                      <a:r>
                        <a:rPr lang="en-US" altLang="zh-CN" sz="800" b="0" i="0" u="none" strike="noStrike" kern="1200" baseline="30000" noProof="0">
                          <a:solidFill>
                            <a:schemeClr val="tx1">
                              <a:lumMod val="50000"/>
                              <a:lumOff val="50000"/>
                            </a:schemeClr>
                          </a:solidFill>
                          <a:latin typeface="+mn-lt"/>
                          <a:ea typeface="+mn-ea"/>
                          <a:cs typeface="+mn-cs"/>
                        </a:rPr>
                        <a:t>th</a:t>
                      </a:r>
                      <a:r>
                        <a:rPr lang="en-US" altLang="zh-CN" sz="800" b="0" i="0" u="none" strike="noStrike" kern="1200" noProof="0">
                          <a:solidFill>
                            <a:schemeClr val="tx1">
                              <a:lumMod val="50000"/>
                              <a:lumOff val="50000"/>
                            </a:schemeClr>
                          </a:solidFill>
                          <a:latin typeface="+mn-lt"/>
                          <a:ea typeface="+mn-ea"/>
                          <a:cs typeface="+mn-cs"/>
                        </a:rPr>
                        <a:t>, feedback on May 14</a:t>
                      </a:r>
                      <a:r>
                        <a:rPr lang="en-US" altLang="zh-CN" sz="800" b="0" i="0" u="none" strike="noStrike" kern="1200" baseline="30000" noProof="0">
                          <a:solidFill>
                            <a:schemeClr val="tx1">
                              <a:lumMod val="50000"/>
                              <a:lumOff val="50000"/>
                            </a:schemeClr>
                          </a:solidFill>
                          <a:latin typeface="+mn-lt"/>
                          <a:ea typeface="+mn-ea"/>
                          <a:cs typeface="+mn-cs"/>
                        </a:rPr>
                        <a:t>th </a:t>
                      </a:r>
                      <a:r>
                        <a:rPr lang="en-US" altLang="zh-CN" sz="800" b="0" i="0" u="none" strike="noStrike" kern="1200" noProof="0">
                          <a:solidFill>
                            <a:schemeClr val="tx1">
                              <a:lumMod val="50000"/>
                              <a:lumOff val="50000"/>
                            </a:schemeClr>
                          </a:solidFill>
                          <a:latin typeface="+mn-lt"/>
                          <a:ea typeface="+mn-ea"/>
                          <a:cs typeface="+mn-cs"/>
                        </a:rPr>
                        <a:t>2025</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solidFill>
                          <a:latin typeface="+mn-lt"/>
                          <a:ea typeface="+mn-ea"/>
                          <a:cs typeface="+mn-cs"/>
                        </a:rPr>
                        <a:t>Monthly meeting with PI to go through: latest database enrolment, issues, etc </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a:t>Feasibility analysis expected in Apr as we are contacting with PI about the documents</a:t>
                      </a:r>
                      <a:endParaRPr lang="en-US" altLang="zh-CN" sz="8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1124649643"/>
                  </a:ext>
                </a:extLst>
              </a:tr>
              <a:tr h="594754">
                <a:tc>
                  <a:txBody>
                    <a:bodyPr/>
                    <a:lstStyle/>
                    <a:p>
                      <a:pPr marL="0" lvl="0" indent="0" algn="ctr" defTabSz="914400">
                        <a:lnSpc>
                          <a:spcPct val="100000"/>
                        </a:lnSpc>
                        <a:spcBef>
                          <a:spcPts val="0"/>
                        </a:spcBef>
                        <a:spcAft>
                          <a:spcPts val="0"/>
                        </a:spcAft>
                        <a:buNone/>
                        <a:tabLst/>
                        <a:defRPr/>
                      </a:pPr>
                      <a:r>
                        <a:rPr kumimoji="0" lang="en-US" altLang="zh-CN" sz="800" b="0" u="none" strike="noStrike" kern="1200" cap="none" spc="0" normalizeH="0" baseline="0">
                          <a:ln>
                            <a:noFill/>
                          </a:ln>
                          <a:solidFill>
                            <a:schemeClr val="tx1"/>
                          </a:solidFill>
                          <a:effectLst/>
                          <a:uLnTx/>
                          <a:uFillTx/>
                        </a:rPr>
                        <a:t>Jardiance (Empagliflozin)</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A descriptive, non-interventional study of the effectiveness and safety outcomes in patients with heart failure of preserved ejection fraction (HFpEF) who initiate Jardiance in China</a:t>
                      </a:r>
                      <a:endParaRPr lang="zh-CN" altLang="en-US" sz="800" kern="1200">
                        <a:solidFill>
                          <a:schemeClr val="dk1"/>
                        </a:solidFill>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u="none" strike="noStrike" kern="1200" cap="none" spc="0" normalizeH="0" baseline="0">
                          <a:ln>
                            <a:noFill/>
                          </a:ln>
                          <a:solidFill>
                            <a:schemeClr val="tx1"/>
                          </a:solidFill>
                          <a:effectLst/>
                          <a:uLnTx/>
                          <a:uFillTx/>
                        </a:rPr>
                        <a:t>(Fuwai Hospital, Prof.Zhang)</a:t>
                      </a:r>
                      <a:endParaRPr kumimoji="0" lang="zh-CN" altLang="en-US" sz="800" b="1" u="none" strike="noStrike" kern="1200" cap="none" spc="0" normalizeH="0" baseline="0">
                        <a:ln>
                          <a:noFill/>
                        </a:ln>
                        <a:solidFill>
                          <a:schemeClr val="tx1"/>
                        </a:solidFill>
                        <a:effectLst/>
                        <a:uLnTx/>
                        <a:uFillTx/>
                      </a:endParaRP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u="none" strike="noStrike" kern="1200" cap="none" spc="0" normalizeH="0" baseline="0" noProof="0" err="1">
                          <a:ln>
                            <a:noFill/>
                          </a:ln>
                          <a:solidFill>
                            <a:schemeClr val="tx1"/>
                          </a:solidFill>
                          <a:effectLst/>
                          <a:uLnTx/>
                          <a:uFillTx/>
                        </a:rPr>
                        <a:t>HFpEF</a:t>
                      </a:r>
                      <a:endParaRPr kumimoji="0" lang="en-US" sz="800" b="0" i="0" u="none" strike="noStrike" kern="1200" cap="none" spc="0" normalizeH="0" baseline="0" noProof="0">
                        <a:ln>
                          <a:noFill/>
                        </a:ln>
                        <a:solidFill>
                          <a:schemeClr val="tx1"/>
                        </a:solidFill>
                        <a:effectLst/>
                        <a:uLnTx/>
                        <a:uFillTx/>
                        <a:latin typeface="+mn-lt"/>
                        <a:ea typeface="+mn-ea"/>
                        <a:cs typeface="Calibri"/>
                      </a:endParaRP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  China local </a:t>
                      </a:r>
                      <a:r>
                        <a:rPr lang="en-US" altLang="zh-CN" sz="800" b="0" u="none" strike="noStrike" kern="1200" err="1">
                          <a:solidFill>
                            <a:schemeClr val="tx1"/>
                          </a:solidFill>
                        </a:rPr>
                        <a:t>NISed</a:t>
                      </a:r>
                      <a:endParaRPr lang="en-US" altLang="zh-CN" sz="800" b="0" u="none" strike="noStrike" kern="120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(1245.0313:Q4 2022-Dec 2030)</a:t>
                      </a:r>
                      <a:endParaRPr lang="en-US" altLang="zh-CN" sz="800" b="0" u="none" strike="noStrike" kern="1200" noProof="0">
                        <a:solidFill>
                          <a:schemeClr val="tx1"/>
                        </a:solidFill>
                      </a:endParaRP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i="0" u="none" strike="noStrike" kern="1200" noProof="0">
                          <a:solidFill>
                            <a:schemeClr val="tx1"/>
                          </a:solidFill>
                          <a:latin typeface="+mn-lt"/>
                          <a:ea typeface="+mn-ea"/>
                          <a:cs typeface="+mn-cs"/>
                        </a:rPr>
                        <a:t>IEC approval</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a:t>Feasibility analysis 1</a:t>
                      </a:r>
                    </a:p>
                    <a:p>
                      <a:pPr marL="0" marR="0" lvl="0" indent="0" algn="ctr" defTabSz="914400" rtl="0" eaLnBrk="1" latinLnBrk="0" hangingPunct="1">
                        <a:lnSpc>
                          <a:spcPct val="100000"/>
                        </a:lnSpc>
                        <a:spcBef>
                          <a:spcPts val="0"/>
                        </a:spcBef>
                        <a:spcAft>
                          <a:spcPts val="0"/>
                        </a:spcAft>
                        <a:buNone/>
                      </a:pPr>
                      <a:r>
                        <a:rPr lang="en-US" altLang="zh-CN" sz="800" b="0" i="0" u="none" strike="noStrike" kern="1200" noProof="0">
                          <a:solidFill>
                            <a:schemeClr val="tx1"/>
                          </a:solidFill>
                          <a:latin typeface="+mn-lt"/>
                          <a:ea typeface="+mn-ea"/>
                          <a:cs typeface="+mn-cs"/>
                        </a:rPr>
                        <a:t>(2026 Jan)</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lumMod val="50000"/>
                              <a:lumOff val="50000"/>
                            </a:schemeClr>
                          </a:solidFill>
                          <a:latin typeface="+mn-lt"/>
                          <a:ea typeface="+mn-ea"/>
                          <a:cs typeface="+mn-cs"/>
                        </a:rPr>
                        <a:t>Current database enrolment delay: due to VBP, and drug switch situation</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lumMod val="50000"/>
                              <a:lumOff val="50000"/>
                            </a:schemeClr>
                          </a:solidFill>
                          <a:latin typeface="+mn-lt"/>
                          <a:ea typeface="+mn-ea"/>
                          <a:cs typeface="+mn-cs"/>
                        </a:rPr>
                        <a:t>HAI was sent on Jan 20</a:t>
                      </a:r>
                      <a:r>
                        <a:rPr lang="en-US" altLang="zh-CN" sz="800" b="0" i="0" u="none" strike="noStrike" kern="1200" baseline="30000" noProof="0">
                          <a:solidFill>
                            <a:schemeClr val="tx1">
                              <a:lumMod val="50000"/>
                              <a:lumOff val="50000"/>
                            </a:schemeClr>
                          </a:solidFill>
                          <a:latin typeface="+mn-lt"/>
                          <a:ea typeface="+mn-ea"/>
                          <a:cs typeface="+mn-cs"/>
                        </a:rPr>
                        <a:t>th</a:t>
                      </a:r>
                      <a:r>
                        <a:rPr lang="en-US" altLang="zh-CN" sz="800" b="0" i="0" u="none" strike="noStrike" kern="1200" noProof="0">
                          <a:solidFill>
                            <a:schemeClr val="tx1">
                              <a:lumMod val="50000"/>
                              <a:lumOff val="50000"/>
                            </a:schemeClr>
                          </a:solidFill>
                          <a:latin typeface="+mn-lt"/>
                          <a:ea typeface="+mn-ea"/>
                          <a:cs typeface="+mn-cs"/>
                        </a:rPr>
                        <a:t>, feedback on May 14</a:t>
                      </a:r>
                      <a:r>
                        <a:rPr lang="en-US" altLang="zh-CN" sz="800" b="0" i="0" u="none" strike="noStrike" kern="1200" baseline="30000" noProof="0">
                          <a:solidFill>
                            <a:schemeClr val="tx1">
                              <a:lumMod val="50000"/>
                              <a:lumOff val="50000"/>
                            </a:schemeClr>
                          </a:solidFill>
                          <a:latin typeface="+mn-lt"/>
                          <a:ea typeface="+mn-ea"/>
                          <a:cs typeface="+mn-cs"/>
                        </a:rPr>
                        <a:t>th </a:t>
                      </a:r>
                      <a:r>
                        <a:rPr lang="en-US" altLang="zh-CN" sz="800" b="0" i="0" u="none" strike="noStrike" kern="1200" noProof="0">
                          <a:solidFill>
                            <a:schemeClr val="tx1">
                              <a:lumMod val="50000"/>
                              <a:lumOff val="50000"/>
                            </a:schemeClr>
                          </a:solidFill>
                          <a:latin typeface="+mn-lt"/>
                          <a:ea typeface="+mn-ea"/>
                          <a:cs typeface="+mn-cs"/>
                        </a:rPr>
                        <a:t>2025</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solidFill>
                          <a:latin typeface="+mn-lt"/>
                          <a:ea typeface="+mn-ea"/>
                          <a:cs typeface="+mn-cs"/>
                        </a:rPr>
                        <a:t>Monthly meeting with PI to go through: latest database enrolment, issues, etc </a:t>
                      </a:r>
                    </a:p>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a:t>Feasibility analysis expected in Apr as we are contacting with PI about the documents</a:t>
                      </a:r>
                      <a:endParaRPr lang="en-US" altLang="zh-CN" sz="800" b="0" i="0" u="none" strike="noStrike" kern="1200" noProof="0">
                        <a:solidFill>
                          <a:schemeClr val="tx1"/>
                        </a:solidFill>
                        <a:latin typeface="+mn-lt"/>
                        <a:ea typeface="+mn-ea"/>
                        <a:cs typeface="+mn-cs"/>
                      </a:endParaRPr>
                    </a:p>
                  </a:txBody>
                  <a:tcPr marL="92811" marR="92811" marT="38099" marB="38099" anchor="ctr">
                    <a:solidFill>
                      <a:schemeClr val="bg1">
                        <a:lumMod val="85000"/>
                      </a:schemeClr>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2095487014"/>
                  </a:ext>
                </a:extLst>
              </a:tr>
            </a:tbl>
          </a:graphicData>
        </a:graphic>
      </p:graphicFrame>
      <p:sp>
        <p:nvSpPr>
          <p:cNvPr id="6" name="Flowchart: Connector 25">
            <a:extLst>
              <a:ext uri="{FF2B5EF4-FFF2-40B4-BE49-F238E27FC236}">
                <a16:creationId xmlns:a16="http://schemas.microsoft.com/office/drawing/2014/main" id="{86AE13CD-5DBA-3C8F-78D6-5AF8771236CF}"/>
              </a:ext>
            </a:extLst>
          </p:cNvPr>
          <p:cNvSpPr/>
          <p:nvPr/>
        </p:nvSpPr>
        <p:spPr bwMode="gray">
          <a:xfrm>
            <a:off x="11815055" y="2563784"/>
            <a:ext cx="113759" cy="108000"/>
          </a:xfrm>
          <a:prstGeom prst="flowChartConnector">
            <a:avLst/>
          </a:prstGeom>
          <a:solidFill>
            <a:srgbClr val="FFFF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 name="Flowchart: Connector 25">
            <a:extLst>
              <a:ext uri="{FF2B5EF4-FFF2-40B4-BE49-F238E27FC236}">
                <a16:creationId xmlns:a16="http://schemas.microsoft.com/office/drawing/2014/main" id="{0166C594-9B0C-3D57-FCD6-B8BA85F79F99}"/>
              </a:ext>
            </a:extLst>
          </p:cNvPr>
          <p:cNvSpPr/>
          <p:nvPr/>
        </p:nvSpPr>
        <p:spPr bwMode="gray">
          <a:xfrm>
            <a:off x="11815054" y="3513447"/>
            <a:ext cx="113759" cy="108000"/>
          </a:xfrm>
          <a:prstGeom prst="flowChartConnector">
            <a:avLst/>
          </a:prstGeom>
          <a:solidFill>
            <a:srgbClr val="FFFF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6001537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3728EC-52F7-FF80-CA2F-5860583C1F58}"/>
            </a:ext>
          </a:extLst>
        </p:cNvPr>
        <p:cNvGrpSpPr/>
        <p:nvPr/>
      </p:nvGrpSpPr>
      <p:grpSpPr>
        <a:xfrm>
          <a:off x="0" y="0"/>
          <a:ext cx="0" cy="0"/>
          <a:chOff x="0" y="0"/>
          <a:chExt cx="0" cy="0"/>
        </a:xfrm>
      </p:grpSpPr>
      <p:sp>
        <p:nvSpPr>
          <p:cNvPr id="8" name="标题 4">
            <a:extLst>
              <a:ext uri="{FF2B5EF4-FFF2-40B4-BE49-F238E27FC236}">
                <a16:creationId xmlns:a16="http://schemas.microsoft.com/office/drawing/2014/main" id="{C0D59C73-0E22-8D7A-9571-D01ADAC8C267}"/>
              </a:ext>
            </a:extLst>
          </p:cNvPr>
          <p:cNvSpPr>
            <a:spLocks noGrp="1"/>
          </p:cNvSpPr>
          <p:nvPr>
            <p:ph type="title"/>
          </p:nvPr>
        </p:nvSpPr>
        <p:spPr>
          <a:xfrm>
            <a:off x="479424" y="477000"/>
            <a:ext cx="11233151" cy="870537"/>
          </a:xfrm>
        </p:spPr>
        <p:txBody>
          <a:bodyPr/>
          <a:lstStyle/>
          <a:p>
            <a:r>
              <a:rPr lang="en-US" altLang="zh-CN"/>
              <a:t>Mature Product/PMS Overview</a:t>
            </a:r>
            <a:r>
              <a:rPr lang="en-US" altLang="zh-CN" sz="2800"/>
              <a:t> – </a:t>
            </a:r>
            <a:r>
              <a:rPr lang="en-US" altLang="zh-CN"/>
              <a:t>CRM (</a:t>
            </a:r>
            <a:r>
              <a:rPr lang="en-US" altLang="zh-CN" err="1"/>
              <a:t>VicaEmpa</a:t>
            </a:r>
            <a:r>
              <a:rPr lang="en-US" altLang="zh-CN"/>
              <a:t>) </a:t>
            </a:r>
          </a:p>
        </p:txBody>
      </p:sp>
      <p:sp>
        <p:nvSpPr>
          <p:cNvPr id="4" name="文本占位符 3">
            <a:extLst>
              <a:ext uri="{FF2B5EF4-FFF2-40B4-BE49-F238E27FC236}">
                <a16:creationId xmlns:a16="http://schemas.microsoft.com/office/drawing/2014/main" id="{445E2448-02A5-DF5C-5962-2C3844D75B3C}"/>
              </a:ext>
            </a:extLst>
          </p:cNvPr>
          <p:cNvSpPr>
            <a:spLocks noGrp="1"/>
          </p:cNvSpPr>
          <p:nvPr>
            <p:ph type="body" sz="quarter" idx="13"/>
          </p:nvPr>
        </p:nvSpPr>
        <p:spPr/>
        <p:txBody>
          <a:bodyPr/>
          <a:lstStyle/>
          <a:p>
            <a:endParaRPr lang="zh-CN" altLang="en-US"/>
          </a:p>
        </p:txBody>
      </p:sp>
      <p:graphicFrame>
        <p:nvGraphicFramePr>
          <p:cNvPr id="2" name="表格 1">
            <a:extLst>
              <a:ext uri="{FF2B5EF4-FFF2-40B4-BE49-F238E27FC236}">
                <a16:creationId xmlns:a16="http://schemas.microsoft.com/office/drawing/2014/main" id="{4BC89ED7-595A-6C9F-322C-1D0064ADB4B8}"/>
              </a:ext>
            </a:extLst>
          </p:cNvPr>
          <p:cNvGraphicFramePr>
            <a:graphicFrameLocks noGrp="1"/>
          </p:cNvGraphicFramePr>
          <p:nvPr/>
        </p:nvGraphicFramePr>
        <p:xfrm>
          <a:off x="216098" y="1124891"/>
          <a:ext cx="11803990" cy="3068389"/>
        </p:xfrm>
        <a:graphic>
          <a:graphicData uri="http://schemas.openxmlformats.org/drawingml/2006/table">
            <a:tbl>
              <a:tblPr firstRow="1" bandRow="1">
                <a:tableStyleId>{21E4AEA4-8DFA-4A89-87EB-49C32662AFE0}</a:tableStyleId>
              </a:tblPr>
              <a:tblGrid>
                <a:gridCol w="3944422">
                  <a:extLst>
                    <a:ext uri="{9D8B030D-6E8A-4147-A177-3AD203B41FA5}">
                      <a16:colId xmlns:a16="http://schemas.microsoft.com/office/drawing/2014/main" val="2087559983"/>
                    </a:ext>
                  </a:extLst>
                </a:gridCol>
                <a:gridCol w="1017270">
                  <a:extLst>
                    <a:ext uri="{9D8B030D-6E8A-4147-A177-3AD203B41FA5}">
                      <a16:colId xmlns:a16="http://schemas.microsoft.com/office/drawing/2014/main" val="873806999"/>
                    </a:ext>
                  </a:extLst>
                </a:gridCol>
                <a:gridCol w="1428750">
                  <a:extLst>
                    <a:ext uri="{9D8B030D-6E8A-4147-A177-3AD203B41FA5}">
                      <a16:colId xmlns:a16="http://schemas.microsoft.com/office/drawing/2014/main" val="3812779303"/>
                    </a:ext>
                  </a:extLst>
                </a:gridCol>
                <a:gridCol w="811530">
                  <a:extLst>
                    <a:ext uri="{9D8B030D-6E8A-4147-A177-3AD203B41FA5}">
                      <a16:colId xmlns:a16="http://schemas.microsoft.com/office/drawing/2014/main" val="1362959423"/>
                    </a:ext>
                  </a:extLst>
                </a:gridCol>
                <a:gridCol w="807650">
                  <a:extLst>
                    <a:ext uri="{9D8B030D-6E8A-4147-A177-3AD203B41FA5}">
                      <a16:colId xmlns:a16="http://schemas.microsoft.com/office/drawing/2014/main" val="1527556270"/>
                    </a:ext>
                  </a:extLst>
                </a:gridCol>
                <a:gridCol w="3520676">
                  <a:extLst>
                    <a:ext uri="{9D8B030D-6E8A-4147-A177-3AD203B41FA5}">
                      <a16:colId xmlns:a16="http://schemas.microsoft.com/office/drawing/2014/main" val="2116820431"/>
                    </a:ext>
                  </a:extLst>
                </a:gridCol>
                <a:gridCol w="273692">
                  <a:extLst>
                    <a:ext uri="{9D8B030D-6E8A-4147-A177-3AD203B41FA5}">
                      <a16:colId xmlns:a16="http://schemas.microsoft.com/office/drawing/2014/main" val="1071587069"/>
                    </a:ext>
                  </a:extLst>
                </a:gridCol>
              </a:tblGrid>
              <a:tr h="1087193">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Product/Study</a:t>
                      </a:r>
                      <a:endParaRPr lang="en-US" altLang="zh-CN"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a:solidFill>
                            <a:schemeClr val="bg1"/>
                          </a:solidFill>
                        </a:rPr>
                        <a:t>Indication</a:t>
                      </a:r>
                      <a:endParaRPr lang="en-US" sz="900" kern="1200">
                        <a:solidFill>
                          <a:schemeClr val="bg1"/>
                        </a:solidFill>
                        <a:latin typeface="+mn-lt"/>
                        <a:ea typeface="+mn-ea"/>
                        <a:cs typeface="+mn-cs"/>
                      </a:endParaRPr>
                    </a:p>
                  </a:txBody>
                  <a:tcPr marL="92811" marR="92811" marT="38100" marB="38100"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 type/Global</a:t>
                      </a:r>
                      <a:r>
                        <a:rPr lang="en-US" altLang="zh-CN" sz="900" kern="1200" baseline="0">
                          <a:solidFill>
                            <a:schemeClr val="bg1"/>
                          </a:solidFill>
                        </a:rPr>
                        <a:t> </a:t>
                      </a:r>
                      <a:r>
                        <a:rPr lang="en-US" altLang="zh-CN" sz="900" kern="1200">
                          <a:solidFill>
                            <a:schemeClr val="bg1"/>
                          </a:solidFill>
                        </a:rPr>
                        <a:t>Status</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(Study</a:t>
                      </a:r>
                      <a:r>
                        <a:rPr lang="en-US" altLang="zh-CN" sz="900" kern="1200" baseline="0">
                          <a:solidFill>
                            <a:schemeClr val="bg1"/>
                          </a:solidFill>
                        </a:rPr>
                        <a:t> no.: FPI-LPO,</a:t>
                      </a:r>
                      <a:r>
                        <a:rPr lang="zh-CN" altLang="en-US" sz="900" kern="1200" baseline="0">
                          <a:solidFill>
                            <a:schemeClr val="bg1"/>
                          </a:solidFill>
                        </a:rPr>
                        <a:t> </a:t>
                      </a:r>
                      <a:r>
                        <a:rPr lang="en-US" altLang="zh-CN" sz="900" kern="1200" baseline="0">
                          <a:solidFill>
                            <a:schemeClr val="bg1"/>
                          </a:solidFill>
                        </a:rPr>
                        <a:t>CTR</a:t>
                      </a:r>
                      <a:r>
                        <a:rPr lang="en-US" altLang="zh-CN" sz="900" kern="1200">
                          <a:solidFill>
                            <a:schemeClr val="bg1"/>
                          </a:solidFill>
                        </a:rPr>
                        <a:t>)</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b="1" kern="1200">
                          <a:solidFill>
                            <a:schemeClr val="bg1"/>
                          </a:solidFill>
                        </a:rPr>
                        <a:t>Current status</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rtl="0" eaLnBrk="1" fontAlgn="auto" latinLnBrk="0" hangingPunct="1">
                        <a:lnSpc>
                          <a:spcPct val="100000"/>
                        </a:lnSpc>
                        <a:spcBef>
                          <a:spcPts val="0"/>
                        </a:spcBef>
                        <a:spcAft>
                          <a:spcPts val="0"/>
                        </a:spcAft>
                        <a:buFontTx/>
                        <a:buNone/>
                      </a:pPr>
                      <a:r>
                        <a:rPr lang="en-US" altLang="zh-CN" sz="900" b="1" kern="1200">
                          <a:solidFill>
                            <a:schemeClr val="bg1"/>
                          </a:solidFill>
                        </a:rPr>
                        <a:t>Next Mile-stone</a:t>
                      </a:r>
                      <a:endParaRPr lang="zh-CN" altLang="en-US" sz="900" b="1" kern="120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900" b="1"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900" kern="1200">
                          <a:solidFill>
                            <a:schemeClr val="bg1"/>
                          </a:solidFill>
                        </a:rPr>
                        <a:t>Key Updates</a:t>
                      </a:r>
                      <a:endParaRPr lang="zh-CN" altLang="en-US" sz="900" kern="1200">
                        <a:solidFill>
                          <a:schemeClr val="bg1"/>
                        </a:solidFill>
                        <a:latin typeface="+mn-lt"/>
                        <a:ea typeface="+mn-ea"/>
                        <a:cs typeface="+mn-cs"/>
                      </a:endParaRPr>
                    </a:p>
                  </a:txBody>
                  <a:tcPr marL="92811" marR="92811" anchor="ctr">
                    <a:solidFill>
                      <a:schemeClr val="bg2">
                        <a:lumMod val="75000"/>
                        <a:lumOff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500" kern="1200">
                        <a:solidFill>
                          <a:schemeClr val="bg1"/>
                        </a:solidFill>
                        <a:latin typeface="+mn-lt"/>
                        <a:ea typeface="+mn-ea"/>
                        <a:cs typeface="+mn-cs"/>
                      </a:endParaRPr>
                    </a:p>
                  </a:txBody>
                  <a:tcPr marL="92811" marR="92811" anchor="ctr">
                    <a:solidFill>
                      <a:schemeClr val="bg2">
                        <a:lumMod val="75000"/>
                        <a:lumOff val="25000"/>
                      </a:schemeClr>
                    </a:solidFill>
                  </a:tcPr>
                </a:tc>
                <a:extLst>
                  <a:ext uri="{0D108BD9-81ED-4DB2-BD59-A6C34878D82A}">
                    <a16:rowId xmlns:a16="http://schemas.microsoft.com/office/drawing/2014/main" val="25406406"/>
                  </a:ext>
                </a:extLst>
              </a:tr>
              <a:tr h="594754">
                <a:tc>
                  <a:txBody>
                    <a:bodyPr/>
                    <a:lstStyle/>
                    <a:p>
                      <a:pPr marL="0" lvl="0" indent="0" algn="ctr" defTabSz="914400">
                        <a:lnSpc>
                          <a:spcPct val="100000"/>
                        </a:lnSpc>
                        <a:spcBef>
                          <a:spcPts val="0"/>
                        </a:spcBef>
                        <a:spcAft>
                          <a:spcPts val="0"/>
                        </a:spcAft>
                        <a:buNone/>
                        <a:tabLst/>
                        <a:defRPr/>
                      </a:pPr>
                      <a:r>
                        <a:rPr lang="en-US" altLang="zh-CN" sz="800"/>
                        <a:t>VicaEmpa</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Prevalence, treatment pattern and outcome of patients with hypertension, type 2 diabetes and established cardiovascular disease (without heart failure) in China</a:t>
                      </a:r>
                      <a:endParaRPr lang="zh-CN" altLang="en-US" sz="800" kern="1200">
                        <a:solidFill>
                          <a:schemeClr val="dk1"/>
                        </a:solidFill>
                        <a:latin typeface="+mn-lt"/>
                        <a:ea typeface="+mn-ea"/>
                        <a:cs typeface="+mn-cs"/>
                      </a:endParaRPr>
                    </a:p>
                    <a:p>
                      <a:pPr marL="0" lvl="0" indent="0" algn="ctr" defTabSz="914400">
                        <a:lnSpc>
                          <a:spcPct val="100000"/>
                        </a:lnSpc>
                        <a:spcBef>
                          <a:spcPts val="0"/>
                        </a:spcBef>
                        <a:spcAft>
                          <a:spcPts val="0"/>
                        </a:spcAft>
                        <a:buNone/>
                        <a:tabLst/>
                        <a:defRPr/>
                      </a:pPr>
                      <a:r>
                        <a:rPr lang="en-US" altLang="zh-CN" sz="800" b="1"/>
                        <a:t>(CDC, Prof.Yin)</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u="none" strike="noStrike" kern="1200" cap="none" spc="0" normalizeH="0" baseline="0" noProof="0">
                          <a:ln>
                            <a:noFill/>
                          </a:ln>
                          <a:solidFill>
                            <a:schemeClr val="tx1"/>
                          </a:solidFill>
                          <a:effectLst/>
                          <a:uLnTx/>
                          <a:uFillTx/>
                        </a:rPr>
                        <a:t>CVRR</a:t>
                      </a:r>
                      <a:endParaRPr kumimoji="0" lang="en-US" sz="800" b="0" i="0" u="none" strike="noStrike" kern="1200" cap="none" spc="0" normalizeH="0" baseline="0" noProof="0">
                        <a:ln>
                          <a:noFill/>
                        </a:ln>
                        <a:solidFill>
                          <a:schemeClr val="tx1"/>
                        </a:solidFill>
                        <a:effectLst/>
                        <a:uLnTx/>
                        <a:uFillTx/>
                        <a:latin typeface="+mn-lt"/>
                        <a:ea typeface="+mn-ea"/>
                        <a:cs typeface="Calibri"/>
                      </a:endParaRP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ECR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(1378-0066: 2026Dec-2029Mar)</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Corporate approval</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Protocol approval</a:t>
                      </a:r>
                    </a:p>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(2026 Jul)</a:t>
                      </a:r>
                    </a:p>
                  </a:txBody>
                  <a:tcPr marL="92811" marR="92811" marT="38099" marB="38099" anchor="ctr">
                    <a:solidFill>
                      <a:schemeClr val="bg1">
                        <a:lumMod val="8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Kick-off meeting on Mar 12</a:t>
                      </a:r>
                      <a:r>
                        <a:rPr lang="en-US" altLang="zh-CN" sz="800" b="0" i="0" u="none" strike="noStrike" kern="1200" baseline="30000" noProof="0">
                          <a:solidFill>
                            <a:schemeClr val="tx1"/>
                          </a:solidFill>
                          <a:latin typeface="+mn-lt"/>
                          <a:ea typeface="+mn-ea"/>
                          <a:cs typeface="+mn-cs"/>
                        </a:rPr>
                        <a:t>th</a:t>
                      </a:r>
                      <a:r>
                        <a:rPr lang="en-US" altLang="zh-CN" sz="800" b="0" i="0" u="none" strike="noStrike" kern="1200" noProof="0">
                          <a:solidFill>
                            <a:schemeClr val="tx1"/>
                          </a:solidFill>
                          <a:latin typeface="+mn-lt"/>
                          <a:ea typeface="+mn-ea"/>
                          <a:cs typeface="+mn-cs"/>
                        </a:rPr>
                        <a:t>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PI is preparing for the protocol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Internally preparing for the contract</a:t>
                      </a:r>
                    </a:p>
                  </a:txBody>
                  <a:tcPr marL="92811" marR="92811" marT="38099" marB="38099" anchor="ctr">
                    <a:solidFill>
                      <a:srgbClr val="D9D9D9"/>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3148402517"/>
                  </a:ext>
                </a:extLst>
              </a:tr>
              <a:tr h="59475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a:t>VicaEmpa</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kern="1200">
                          <a:solidFill>
                            <a:schemeClr val="dk1"/>
                          </a:solidFill>
                          <a:latin typeface="+mn-lt"/>
                          <a:ea typeface="+mn-ea"/>
                          <a:cs typeface="+mn-cs"/>
                        </a:rPr>
                        <a:t> Guideline-directed Medical Therapy Treatment Pattern Among Adults with Chronic Kidney Disease in China: a national wide cross-sectional study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a:ln>
                            <a:noFill/>
                          </a:ln>
                          <a:solidFill>
                            <a:schemeClr val="tx1"/>
                          </a:solidFill>
                          <a:effectLst/>
                          <a:uLnTx/>
                          <a:uFillTx/>
                          <a:latin typeface="+mn-lt"/>
                          <a:ea typeface="+mn-ea"/>
                          <a:cs typeface="Calibri"/>
                        </a:rPr>
                        <a:t>(Peking University Third Hospital, Prof.Zeng)</a:t>
                      </a:r>
                    </a:p>
                  </a:txBody>
                  <a:tcPr marL="92811" marR="92811" marT="38099" marB="38099" anchor="ctr">
                    <a:solidFill>
                      <a:schemeClr val="bg1">
                        <a:lumMod val="85000"/>
                      </a:schemeClr>
                    </a:solidFill>
                  </a:tcPr>
                </a:tc>
                <a:tc>
                  <a:txBody>
                    <a:bodyPr/>
                    <a:lstStyle/>
                    <a:p>
                      <a:pPr marL="0" lvl="0" indent="0" algn="ctr">
                        <a:lnSpc>
                          <a:spcPct val="100000"/>
                        </a:lnSpc>
                        <a:spcBef>
                          <a:spcPts val="0"/>
                        </a:spcBef>
                        <a:spcAft>
                          <a:spcPts val="0"/>
                        </a:spcAft>
                        <a:buNone/>
                      </a:pPr>
                      <a:r>
                        <a:rPr kumimoji="0" lang="en-US" sz="800" b="0" i="0" u="none" strike="noStrike" kern="1200" cap="none" spc="0" normalizeH="0" baseline="0" noProof="0">
                          <a:ln>
                            <a:noFill/>
                          </a:ln>
                          <a:solidFill>
                            <a:schemeClr val="tx1"/>
                          </a:solidFill>
                          <a:effectLst/>
                          <a:uLnTx/>
                          <a:uFillTx/>
                          <a:latin typeface="+mn-lt"/>
                          <a:ea typeface="+mn-ea"/>
                          <a:cs typeface="Calibri"/>
                        </a:rPr>
                        <a:t>CKD</a:t>
                      </a:r>
                    </a:p>
                  </a:txBody>
                  <a:tcPr marL="92811" marR="92811" marT="38099" marB="38099"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ONIS</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0" u="none" strike="noStrike" kern="1200">
                          <a:solidFill>
                            <a:schemeClr val="tx1"/>
                          </a:solidFill>
                        </a:rPr>
                        <a:t>(2026Dec-2027Dec)</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PEC approval</a:t>
                      </a:r>
                    </a:p>
                  </a:txBody>
                  <a:tcPr marL="92811" marR="92811" marT="38099" marB="38099" anchor="ctr">
                    <a:solidFill>
                      <a:schemeClr val="bg1">
                        <a:lumMod val="85000"/>
                      </a:schemeClr>
                    </a:solidFill>
                  </a:tcPr>
                </a:tc>
                <a:tc>
                  <a:txBody>
                    <a:bodyPr/>
                    <a:lstStyle/>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Concept global approval (OASIS)</a:t>
                      </a:r>
                    </a:p>
                    <a:p>
                      <a:pPr marL="0" marR="0" lvl="0" indent="0" algn="ctr" defTabSz="914400" rtl="0" eaLnBrk="1" latinLnBrk="0" hangingPunct="1">
                        <a:lnSpc>
                          <a:spcPct val="100000"/>
                        </a:lnSpc>
                        <a:spcBef>
                          <a:spcPts val="0"/>
                        </a:spcBef>
                        <a:spcAft>
                          <a:spcPts val="0"/>
                        </a:spcAft>
                        <a:buNone/>
                      </a:pPr>
                      <a:r>
                        <a:rPr lang="en-US" altLang="zh-CN" sz="800" b="0" u="none" strike="noStrike" kern="1200" noProof="0">
                          <a:solidFill>
                            <a:schemeClr val="tx1"/>
                          </a:solidFill>
                        </a:rPr>
                        <a:t>(2026 Apr)</a:t>
                      </a:r>
                    </a:p>
                  </a:txBody>
                  <a:tcPr marL="92811" marR="92811" marT="38099" marB="38099" anchor="ctr">
                    <a:solidFill>
                      <a:schemeClr val="bg1">
                        <a:lumMod val="85000"/>
                      </a:schemeClr>
                    </a:solidFill>
                  </a:tcPr>
                </a:tc>
                <a:tc>
                  <a:txBody>
                    <a:bodyPr/>
                    <a:lstStyle/>
                    <a:p>
                      <a:pPr marL="171450" marR="0" lvl="0" indent="-171450" algn="l">
                        <a:lnSpc>
                          <a:spcPct val="100000"/>
                        </a:lnSpc>
                        <a:spcBef>
                          <a:spcPts val="0"/>
                        </a:spcBef>
                        <a:spcAft>
                          <a:spcPts val="0"/>
                        </a:spcAft>
                        <a:buClrTx/>
                        <a:buSzTx/>
                        <a:buFont typeface="Arial" panose="020B0604020202020204" pitchFamily="34" charset="0"/>
                        <a:buChar char="•"/>
                      </a:pPr>
                      <a:r>
                        <a:rPr lang="en-US" altLang="zh-CN" sz="800" b="0" i="0" u="none" strike="noStrike" kern="1200" noProof="0">
                          <a:solidFill>
                            <a:schemeClr val="tx1"/>
                          </a:solidFill>
                          <a:latin typeface="+mn-lt"/>
                          <a:ea typeface="+mn-ea"/>
                          <a:cs typeface="+mn-cs"/>
                        </a:rPr>
                        <a:t>OASIS submission was rejected by global on Jan 14th as  they didn’t finalize the priority of </a:t>
                      </a:r>
                      <a:r>
                        <a:rPr lang="en-US" altLang="zh-CN" sz="800" b="0" i="0" u="none" strike="noStrike" kern="1200" noProof="0" err="1">
                          <a:solidFill>
                            <a:schemeClr val="tx1"/>
                          </a:solidFill>
                          <a:latin typeface="+mn-lt"/>
                          <a:ea typeface="+mn-ea"/>
                          <a:cs typeface="+mn-cs"/>
                        </a:rPr>
                        <a:t>VicaEmpa</a:t>
                      </a:r>
                      <a:r>
                        <a:rPr lang="en-US" altLang="zh-CN" sz="800" b="0" i="0" u="none" strike="noStrike" kern="1200" noProof="0">
                          <a:solidFill>
                            <a:schemeClr val="tx1"/>
                          </a:solidFill>
                          <a:latin typeface="+mn-lt"/>
                          <a:ea typeface="+mn-ea"/>
                          <a:cs typeface="+mn-cs"/>
                        </a:rPr>
                        <a:t>. May finalize it in Apr and we should wait for the notification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The total funding will be confirmed after global finalize their priority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Collected the qualification documents from </a:t>
                      </a:r>
                      <a:r>
                        <a:rPr lang="zh-CN" altLang="en-US" sz="800" b="0" i="0" u="none" strike="noStrike" kern="1200" noProof="0">
                          <a:solidFill>
                            <a:schemeClr val="tx1"/>
                          </a:solidFill>
                          <a:latin typeface="+mn-lt"/>
                          <a:ea typeface="+mn-ea"/>
                          <a:cs typeface="+mn-cs"/>
                        </a:rPr>
                        <a:t>北三</a:t>
                      </a:r>
                      <a:r>
                        <a:rPr lang="en-US" altLang="zh-CN" sz="800" b="0" i="0" u="none" strike="noStrike" kern="1200" noProof="0">
                          <a:solidFill>
                            <a:schemeClr val="tx1"/>
                          </a:solidFill>
                          <a:latin typeface="+mn-lt"/>
                          <a:ea typeface="+mn-ea"/>
                          <a:cs typeface="+mn-cs"/>
                        </a:rPr>
                        <a:t>&amp;</a:t>
                      </a:r>
                      <a:r>
                        <a:rPr lang="zh-CN" altLang="en-US" sz="800" b="0" i="0" u="none" strike="noStrike" kern="1200" noProof="0">
                          <a:solidFill>
                            <a:schemeClr val="tx1"/>
                          </a:solidFill>
                          <a:latin typeface="+mn-lt"/>
                          <a:ea typeface="+mn-ea"/>
                          <a:cs typeface="+mn-cs"/>
                        </a:rPr>
                        <a:t>博睿 </a:t>
                      </a:r>
                      <a:r>
                        <a:rPr lang="en-US" altLang="zh-CN" sz="800" b="0" i="0" u="none" strike="noStrike" kern="1200" noProof="0">
                          <a:solidFill>
                            <a:schemeClr val="tx1"/>
                          </a:solidFill>
                          <a:latin typeface="+mn-lt"/>
                          <a:ea typeface="+mn-ea"/>
                          <a:cs typeface="+mn-cs"/>
                        </a:rPr>
                        <a:t>and sent to QM, </a:t>
                      </a:r>
                      <a:r>
                        <a:rPr lang="zh-CN" altLang="en-US" sz="800" b="0" i="0" u="none" strike="noStrike" kern="1200" noProof="0">
                          <a:solidFill>
                            <a:schemeClr val="tx1"/>
                          </a:solidFill>
                          <a:latin typeface="+mn-lt"/>
                          <a:ea typeface="+mn-ea"/>
                          <a:cs typeface="+mn-cs"/>
                        </a:rPr>
                        <a:t> </a:t>
                      </a:r>
                      <a:r>
                        <a:rPr lang="en-US" altLang="zh-CN" sz="800" b="0" i="0" u="none" strike="noStrike" kern="1200" noProof="0">
                          <a:solidFill>
                            <a:schemeClr val="tx1"/>
                          </a:solidFill>
                          <a:latin typeface="+mn-lt"/>
                          <a:ea typeface="+mn-ea"/>
                          <a:cs typeface="+mn-cs"/>
                        </a:rPr>
                        <a:t>pending by OASIS approval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Database authorization document: further reply from legal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800" b="0" i="0" u="none" strike="noStrike" kern="1200" noProof="0">
                          <a:solidFill>
                            <a:schemeClr val="tx1"/>
                          </a:solidFill>
                          <a:latin typeface="+mn-lt"/>
                          <a:ea typeface="+mn-ea"/>
                          <a:cs typeface="+mn-cs"/>
                        </a:rPr>
                        <a:t>Sourcing set up of </a:t>
                      </a:r>
                      <a:r>
                        <a:rPr lang="zh-CN" altLang="en-US" sz="800" b="0" i="0" u="none" strike="noStrike" kern="1200" noProof="0">
                          <a:solidFill>
                            <a:schemeClr val="tx1"/>
                          </a:solidFill>
                          <a:latin typeface="+mn-lt"/>
                          <a:ea typeface="+mn-ea"/>
                          <a:cs typeface="+mn-cs"/>
                        </a:rPr>
                        <a:t>博睿 </a:t>
                      </a:r>
                      <a:r>
                        <a:rPr lang="en-US" altLang="zh-CN" sz="800" b="0" i="0" u="none" strike="noStrike" kern="1200" noProof="0">
                          <a:solidFill>
                            <a:schemeClr val="tx1"/>
                          </a:solidFill>
                          <a:latin typeface="+mn-lt"/>
                          <a:ea typeface="+mn-ea"/>
                          <a:cs typeface="+mn-cs"/>
                        </a:rPr>
                        <a:t>encountered issues, discussed the possibility with PI that they outsourced BDS service to </a:t>
                      </a:r>
                      <a:r>
                        <a:rPr lang="zh-CN" altLang="en-US" sz="800" b="0" i="0" u="none" strike="noStrike" kern="1200" noProof="0">
                          <a:solidFill>
                            <a:schemeClr val="tx1"/>
                          </a:solidFill>
                          <a:latin typeface="+mn-lt"/>
                          <a:ea typeface="+mn-ea"/>
                          <a:cs typeface="+mn-cs"/>
                        </a:rPr>
                        <a:t>博睿</a:t>
                      </a:r>
                      <a:endParaRPr lang="en-US" altLang="zh-CN" sz="800" b="0" i="0" u="none" strike="noStrike" kern="1200" noProof="0">
                        <a:solidFill>
                          <a:schemeClr val="tx1"/>
                        </a:solidFill>
                        <a:latin typeface="+mn-lt"/>
                        <a:ea typeface="+mn-ea"/>
                        <a:cs typeface="+mn-cs"/>
                      </a:endParaRPr>
                    </a:p>
                  </a:txBody>
                  <a:tcPr marL="92811" marR="92811" marT="38099" marB="38099" anchor="ctr">
                    <a:solidFill>
                      <a:srgbClr val="D9D9D9"/>
                    </a:solidFill>
                  </a:tcPr>
                </a:tc>
                <a:tc>
                  <a:txBody>
                    <a:bodyPr/>
                    <a:lstStyle/>
                    <a:p>
                      <a:pPr marL="0" lvl="0" indent="0" algn="ctr" defTabSz="914400">
                        <a:lnSpc>
                          <a:spcPct val="100000"/>
                        </a:lnSpc>
                        <a:spcBef>
                          <a:spcPts val="0"/>
                        </a:spcBef>
                        <a:spcAft>
                          <a:spcPts val="0"/>
                        </a:spcAft>
                        <a:buNone/>
                        <a:tabLst/>
                        <a:defRPr/>
                      </a:pPr>
                      <a:endParaRPr lang="zh-CN" altLang="en-US" sz="1200" kern="1200">
                        <a:solidFill>
                          <a:schemeClr val="dk1"/>
                        </a:solidFill>
                        <a:highlight>
                          <a:srgbClr val="FDFDFD"/>
                        </a:highlight>
                        <a:latin typeface="+mn-lt"/>
                        <a:ea typeface="+mn-ea"/>
                        <a:cs typeface="Calibri"/>
                      </a:endParaRPr>
                    </a:p>
                  </a:txBody>
                  <a:tcPr marL="92811" marR="92811" marT="38099" marB="38099">
                    <a:solidFill>
                      <a:srgbClr val="D9D9D9"/>
                    </a:solidFill>
                  </a:tcPr>
                </a:tc>
                <a:extLst>
                  <a:ext uri="{0D108BD9-81ED-4DB2-BD59-A6C34878D82A}">
                    <a16:rowId xmlns:a16="http://schemas.microsoft.com/office/drawing/2014/main" val="4141360221"/>
                  </a:ext>
                </a:extLst>
              </a:tr>
            </a:tbl>
          </a:graphicData>
        </a:graphic>
      </p:graphicFrame>
      <p:pic>
        <p:nvPicPr>
          <p:cNvPr id="3" name="图片 2">
            <a:extLst>
              <a:ext uri="{FF2B5EF4-FFF2-40B4-BE49-F238E27FC236}">
                <a16:creationId xmlns:a16="http://schemas.microsoft.com/office/drawing/2014/main" id="{CB01E783-AB8E-AC04-43DA-DF69D3BD20A1}"/>
              </a:ext>
            </a:extLst>
          </p:cNvPr>
          <p:cNvPicPr>
            <a:picLocks noChangeAspect="1"/>
          </p:cNvPicPr>
          <p:nvPr/>
        </p:nvPicPr>
        <p:blipFill>
          <a:blip r:embed="rId3"/>
          <a:stretch>
            <a:fillRect/>
          </a:stretch>
        </p:blipFill>
        <p:spPr>
          <a:xfrm>
            <a:off x="11806432" y="2503825"/>
            <a:ext cx="115834" cy="109738"/>
          </a:xfrm>
          <a:prstGeom prst="rect">
            <a:avLst/>
          </a:prstGeom>
        </p:spPr>
      </p:pic>
      <p:pic>
        <p:nvPicPr>
          <p:cNvPr id="5" name="图片 4">
            <a:extLst>
              <a:ext uri="{FF2B5EF4-FFF2-40B4-BE49-F238E27FC236}">
                <a16:creationId xmlns:a16="http://schemas.microsoft.com/office/drawing/2014/main" id="{808AF01D-833B-EDC3-2C7E-BC3EB300ACCC}"/>
              </a:ext>
            </a:extLst>
          </p:cNvPr>
          <p:cNvPicPr>
            <a:picLocks noChangeAspect="1"/>
          </p:cNvPicPr>
          <p:nvPr/>
        </p:nvPicPr>
        <p:blipFill>
          <a:blip r:embed="rId3"/>
          <a:stretch>
            <a:fillRect/>
          </a:stretch>
        </p:blipFill>
        <p:spPr>
          <a:xfrm>
            <a:off x="11806432" y="3429000"/>
            <a:ext cx="115834" cy="109738"/>
          </a:xfrm>
          <a:prstGeom prst="rect">
            <a:avLst/>
          </a:prstGeom>
        </p:spPr>
      </p:pic>
    </p:spTree>
    <p:extLst>
      <p:ext uri="{BB962C8B-B14F-4D97-AF65-F5344CB8AC3E}">
        <p14:creationId xmlns:p14="http://schemas.microsoft.com/office/powerpoint/2010/main" val="153848047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0CC5FB3-1C06-02FE-3BCD-3129603E20E5}"/>
              </a:ext>
            </a:extLst>
          </p:cNvPr>
          <p:cNvSpPr>
            <a:spLocks noGrp="1"/>
          </p:cNvSpPr>
          <p:nvPr>
            <p:ph type="title"/>
          </p:nvPr>
        </p:nvSpPr>
        <p:spPr/>
        <p:txBody>
          <a:bodyPr/>
          <a:lstStyle/>
          <a:p>
            <a:r>
              <a:rPr lang="en-US" altLang="zh-CN"/>
              <a:t>Survodutide</a:t>
            </a:r>
            <a:endParaRPr lang="zh-CN" altLang="en-US"/>
          </a:p>
        </p:txBody>
      </p:sp>
      <p:sp>
        <p:nvSpPr>
          <p:cNvPr id="3" name="副标题 2">
            <a:extLst>
              <a:ext uri="{FF2B5EF4-FFF2-40B4-BE49-F238E27FC236}">
                <a16:creationId xmlns:a16="http://schemas.microsoft.com/office/drawing/2014/main" id="{AEFD857E-910D-9125-3F3B-574A800C3860}"/>
              </a:ext>
            </a:extLst>
          </p:cNvPr>
          <p:cNvSpPr>
            <a:spLocks noGrp="1"/>
          </p:cNvSpPr>
          <p:nvPr>
            <p:ph type="subTitle" idx="14"/>
          </p:nvPr>
        </p:nvSpPr>
        <p:spPr/>
        <p:txBody>
          <a:bodyPr/>
          <a:lstStyle/>
          <a:p>
            <a:endParaRPr lang="zh-CN" altLang="en-US"/>
          </a:p>
        </p:txBody>
      </p:sp>
      <p:sp>
        <p:nvSpPr>
          <p:cNvPr id="4" name="灯片编号占位符 3">
            <a:extLst>
              <a:ext uri="{FF2B5EF4-FFF2-40B4-BE49-F238E27FC236}">
                <a16:creationId xmlns:a16="http://schemas.microsoft.com/office/drawing/2014/main" id="{8F2527C9-F2AF-EEAF-65C0-0D278F3816C5}"/>
              </a:ext>
            </a:extLst>
          </p:cNvPr>
          <p:cNvSpPr>
            <a:spLocks noGrp="1"/>
          </p:cNvSpPr>
          <p:nvPr>
            <p:ph type="sldNum" sz="quarter" idx="16"/>
          </p:nvPr>
        </p:nvSpPr>
        <p:spPr/>
        <p:txBody>
          <a:bodyPr/>
          <a:lstStyle/>
          <a:p>
            <a:fld id="{8FF9B0DE-3FEB-4AA0-B465-B80EF7C1333D}" type="slidenum">
              <a:rPr lang="en-US" smtClean="0"/>
              <a:pPr/>
              <a:t>10</a:t>
            </a:fld>
            <a:endParaRPr lang="en-US"/>
          </a:p>
        </p:txBody>
      </p:sp>
    </p:spTree>
    <p:extLst>
      <p:ext uri="{BB962C8B-B14F-4D97-AF65-F5344CB8AC3E}">
        <p14:creationId xmlns:p14="http://schemas.microsoft.com/office/powerpoint/2010/main" val="62590450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B0CAB3F3-47E9-6436-0876-686EDE9D1A3B}"/>
              </a:ext>
            </a:extLst>
          </p:cNvPr>
          <p:cNvSpPr>
            <a:spLocks noGrp="1"/>
          </p:cNvSpPr>
          <p:nvPr>
            <p:ph type="ftr" sz="quarter" idx="10"/>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5" name="Slide Number Placeholder 4">
            <a:extLst>
              <a:ext uri="{FF2B5EF4-FFF2-40B4-BE49-F238E27FC236}">
                <a16:creationId xmlns:a16="http://schemas.microsoft.com/office/drawing/2014/main" id="{6B272C07-A90A-A658-63C7-142C9C28C2C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7" name="灯片编号占位符 10">
            <a:extLst>
              <a:ext uri="{FF2B5EF4-FFF2-40B4-BE49-F238E27FC236}">
                <a16:creationId xmlns:a16="http://schemas.microsoft.com/office/drawing/2014/main" id="{A9973894-F67D-B811-5802-16E9CA8E8D55}"/>
              </a:ext>
            </a:extLst>
          </p:cNvPr>
          <p:cNvSpPr txBox="1">
            <a:spLocks/>
          </p:cNvSpPr>
          <p:nvPr/>
        </p:nvSpPr>
        <p:spPr bwMode="gray">
          <a:xfrm>
            <a:off x="8467461" y="5925595"/>
            <a:ext cx="216000" cy="216000"/>
          </a:xfrm>
          <a:prstGeom prst="rect">
            <a:avLst/>
          </a:prstGeom>
        </p:spPr>
        <p:txBody>
          <a:bodyPr vert="horz" lIns="0" tIns="0" rIns="0" bIns="0" rtlCol="0" anchor="b">
            <a:noAutofit/>
          </a:bodyPr>
          <a:lstStyle>
            <a:defPPr>
              <a:defRPr lang="en-US"/>
            </a:defPPr>
            <a:lvl1pPr marL="0" algn="r"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43B55C4-4F5A-416B-997D-6CE47EB0A945}" type="slidenum">
              <a:rPr kumimoji="0" lang="en-GB"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8" name="Table 7">
            <a:extLst>
              <a:ext uri="{FF2B5EF4-FFF2-40B4-BE49-F238E27FC236}">
                <a16:creationId xmlns:a16="http://schemas.microsoft.com/office/drawing/2014/main" id="{9C6C84D9-0DF1-B35E-E52E-E16B26B6E413}"/>
              </a:ext>
            </a:extLst>
          </p:cNvPr>
          <p:cNvGraphicFramePr>
            <a:graphicFrameLocks noGrp="1"/>
          </p:cNvGraphicFramePr>
          <p:nvPr/>
        </p:nvGraphicFramePr>
        <p:xfrm>
          <a:off x="1220180" y="1286088"/>
          <a:ext cx="10379798" cy="494319"/>
        </p:xfrm>
        <a:graphic>
          <a:graphicData uri="http://schemas.openxmlformats.org/drawingml/2006/table">
            <a:tbl>
              <a:tblPr firstRow="1" bandRow="1"/>
              <a:tblGrid>
                <a:gridCol w="471809">
                  <a:extLst>
                    <a:ext uri="{9D8B030D-6E8A-4147-A177-3AD203B41FA5}">
                      <a16:colId xmlns:a16="http://schemas.microsoft.com/office/drawing/2014/main" val="3411862845"/>
                    </a:ext>
                  </a:extLst>
                </a:gridCol>
                <a:gridCol w="471809">
                  <a:extLst>
                    <a:ext uri="{9D8B030D-6E8A-4147-A177-3AD203B41FA5}">
                      <a16:colId xmlns:a16="http://schemas.microsoft.com/office/drawing/2014/main" val="2851474774"/>
                    </a:ext>
                  </a:extLst>
                </a:gridCol>
                <a:gridCol w="471809">
                  <a:extLst>
                    <a:ext uri="{9D8B030D-6E8A-4147-A177-3AD203B41FA5}">
                      <a16:colId xmlns:a16="http://schemas.microsoft.com/office/drawing/2014/main" val="107595344"/>
                    </a:ext>
                  </a:extLst>
                </a:gridCol>
                <a:gridCol w="471809">
                  <a:extLst>
                    <a:ext uri="{9D8B030D-6E8A-4147-A177-3AD203B41FA5}">
                      <a16:colId xmlns:a16="http://schemas.microsoft.com/office/drawing/2014/main" val="1666999431"/>
                    </a:ext>
                  </a:extLst>
                </a:gridCol>
                <a:gridCol w="471809">
                  <a:extLst>
                    <a:ext uri="{9D8B030D-6E8A-4147-A177-3AD203B41FA5}">
                      <a16:colId xmlns:a16="http://schemas.microsoft.com/office/drawing/2014/main" val="3696607442"/>
                    </a:ext>
                  </a:extLst>
                </a:gridCol>
                <a:gridCol w="471809">
                  <a:extLst>
                    <a:ext uri="{9D8B030D-6E8A-4147-A177-3AD203B41FA5}">
                      <a16:colId xmlns:a16="http://schemas.microsoft.com/office/drawing/2014/main" val="223989776"/>
                    </a:ext>
                  </a:extLst>
                </a:gridCol>
                <a:gridCol w="471809">
                  <a:extLst>
                    <a:ext uri="{9D8B030D-6E8A-4147-A177-3AD203B41FA5}">
                      <a16:colId xmlns:a16="http://schemas.microsoft.com/office/drawing/2014/main" val="124731204"/>
                    </a:ext>
                  </a:extLst>
                </a:gridCol>
                <a:gridCol w="471809">
                  <a:extLst>
                    <a:ext uri="{9D8B030D-6E8A-4147-A177-3AD203B41FA5}">
                      <a16:colId xmlns:a16="http://schemas.microsoft.com/office/drawing/2014/main" val="3066978585"/>
                    </a:ext>
                  </a:extLst>
                </a:gridCol>
                <a:gridCol w="471809">
                  <a:extLst>
                    <a:ext uri="{9D8B030D-6E8A-4147-A177-3AD203B41FA5}">
                      <a16:colId xmlns:a16="http://schemas.microsoft.com/office/drawing/2014/main" val="1064917641"/>
                    </a:ext>
                  </a:extLst>
                </a:gridCol>
                <a:gridCol w="471809">
                  <a:extLst>
                    <a:ext uri="{9D8B030D-6E8A-4147-A177-3AD203B41FA5}">
                      <a16:colId xmlns:a16="http://schemas.microsoft.com/office/drawing/2014/main" val="4221117315"/>
                    </a:ext>
                  </a:extLst>
                </a:gridCol>
                <a:gridCol w="471809">
                  <a:extLst>
                    <a:ext uri="{9D8B030D-6E8A-4147-A177-3AD203B41FA5}">
                      <a16:colId xmlns:a16="http://schemas.microsoft.com/office/drawing/2014/main" val="3266065341"/>
                    </a:ext>
                  </a:extLst>
                </a:gridCol>
                <a:gridCol w="471809">
                  <a:extLst>
                    <a:ext uri="{9D8B030D-6E8A-4147-A177-3AD203B41FA5}">
                      <a16:colId xmlns:a16="http://schemas.microsoft.com/office/drawing/2014/main" val="2374051224"/>
                    </a:ext>
                  </a:extLst>
                </a:gridCol>
                <a:gridCol w="471809">
                  <a:extLst>
                    <a:ext uri="{9D8B030D-6E8A-4147-A177-3AD203B41FA5}">
                      <a16:colId xmlns:a16="http://schemas.microsoft.com/office/drawing/2014/main" val="1840388365"/>
                    </a:ext>
                  </a:extLst>
                </a:gridCol>
                <a:gridCol w="471809">
                  <a:extLst>
                    <a:ext uri="{9D8B030D-6E8A-4147-A177-3AD203B41FA5}">
                      <a16:colId xmlns:a16="http://schemas.microsoft.com/office/drawing/2014/main" val="267750830"/>
                    </a:ext>
                  </a:extLst>
                </a:gridCol>
                <a:gridCol w="471809">
                  <a:extLst>
                    <a:ext uri="{9D8B030D-6E8A-4147-A177-3AD203B41FA5}">
                      <a16:colId xmlns:a16="http://schemas.microsoft.com/office/drawing/2014/main" val="3966469970"/>
                    </a:ext>
                  </a:extLst>
                </a:gridCol>
                <a:gridCol w="471809">
                  <a:extLst>
                    <a:ext uri="{9D8B030D-6E8A-4147-A177-3AD203B41FA5}">
                      <a16:colId xmlns:a16="http://schemas.microsoft.com/office/drawing/2014/main" val="2522973146"/>
                    </a:ext>
                  </a:extLst>
                </a:gridCol>
                <a:gridCol w="471809">
                  <a:extLst>
                    <a:ext uri="{9D8B030D-6E8A-4147-A177-3AD203B41FA5}">
                      <a16:colId xmlns:a16="http://schemas.microsoft.com/office/drawing/2014/main" val="563935249"/>
                    </a:ext>
                  </a:extLst>
                </a:gridCol>
                <a:gridCol w="471809">
                  <a:extLst>
                    <a:ext uri="{9D8B030D-6E8A-4147-A177-3AD203B41FA5}">
                      <a16:colId xmlns:a16="http://schemas.microsoft.com/office/drawing/2014/main" val="1680324380"/>
                    </a:ext>
                  </a:extLst>
                </a:gridCol>
                <a:gridCol w="471809">
                  <a:extLst>
                    <a:ext uri="{9D8B030D-6E8A-4147-A177-3AD203B41FA5}">
                      <a16:colId xmlns:a16="http://schemas.microsoft.com/office/drawing/2014/main" val="859964207"/>
                    </a:ext>
                  </a:extLst>
                </a:gridCol>
                <a:gridCol w="471809">
                  <a:extLst>
                    <a:ext uri="{9D8B030D-6E8A-4147-A177-3AD203B41FA5}">
                      <a16:colId xmlns:a16="http://schemas.microsoft.com/office/drawing/2014/main" val="3210838491"/>
                    </a:ext>
                  </a:extLst>
                </a:gridCol>
                <a:gridCol w="471809">
                  <a:extLst>
                    <a:ext uri="{9D8B030D-6E8A-4147-A177-3AD203B41FA5}">
                      <a16:colId xmlns:a16="http://schemas.microsoft.com/office/drawing/2014/main" val="1530322159"/>
                    </a:ext>
                  </a:extLst>
                </a:gridCol>
                <a:gridCol w="471809">
                  <a:extLst>
                    <a:ext uri="{9D8B030D-6E8A-4147-A177-3AD203B41FA5}">
                      <a16:colId xmlns:a16="http://schemas.microsoft.com/office/drawing/2014/main" val="274591749"/>
                    </a:ext>
                  </a:extLst>
                </a:gridCol>
              </a:tblGrid>
              <a:tr h="218822">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800" b="1">
                          <a:latin typeface="Arial" panose="020B0604020202020204" pitchFamily="34" charset="0"/>
                          <a:cs typeface="Arial" panose="020B0604020202020204" pitchFamily="34" charset="0"/>
                        </a:rPr>
                        <a:t>2024</a:t>
                      </a:r>
                      <a:endParaRPr lang="zh-CN" altLang="en-US" sz="8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800" b="1">
                          <a:latin typeface="Arial" panose="020B0604020202020204" pitchFamily="34" charset="0"/>
                          <a:cs typeface="Arial" panose="020B0604020202020204" pitchFamily="34" charset="0"/>
                        </a:rPr>
                        <a:t>2025</a:t>
                      </a:r>
                      <a:endParaRPr lang="zh-CN" altLang="en-US" sz="8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800" b="1">
                          <a:latin typeface="Arial" panose="020B0604020202020204" pitchFamily="34" charset="0"/>
                          <a:cs typeface="Arial" panose="020B0604020202020204" pitchFamily="34" charset="0"/>
                        </a:rPr>
                        <a:t>2026</a:t>
                      </a:r>
                      <a:endParaRPr lang="zh-CN" altLang="en-US" sz="8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p>
                      <a:pPr marL="0" algn="ctr" defTabSz="914400" rtl="0" eaLnBrk="1" latinLnBrk="0" hangingPunct="1"/>
                      <a:r>
                        <a:rPr lang="en-US" altLang="zh-CN" sz="800" b="1" kern="1200">
                          <a:solidFill>
                            <a:schemeClr val="lt1"/>
                          </a:solidFill>
                          <a:latin typeface="Arial" panose="020B0604020202020204" pitchFamily="34" charset="0"/>
                          <a:ea typeface="+mn-ea"/>
                          <a:cs typeface="Arial" panose="020B0604020202020204" pitchFamily="34" charset="0"/>
                        </a:rPr>
                        <a:t>2027</a:t>
                      </a: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800" b="1" kern="1200">
                          <a:solidFill>
                            <a:schemeClr val="lt1"/>
                          </a:solidFill>
                          <a:latin typeface="Arial" panose="020B0604020202020204" pitchFamily="34" charset="0"/>
                          <a:ea typeface="+mn-ea"/>
                          <a:cs typeface="Arial" panose="020B0604020202020204" pitchFamily="34" charset="0"/>
                        </a:rPr>
                        <a:t>2025</a:t>
                      </a:r>
                      <a:endParaRPr lang="zh-CN" altLang="en-US" sz="800" b="1" kern="1200">
                        <a:solidFill>
                          <a:schemeClr val="lt1"/>
                        </a:solidFill>
                        <a:latin typeface="Arial" panose="020B0604020202020204" pitchFamily="34" charset="0"/>
                        <a:ea typeface="+mn-ea"/>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4">
                  <a:txBody>
                    <a:bodyPr/>
                    <a:lstStyle/>
                    <a:p>
                      <a:pPr marL="0" algn="ctr" defTabSz="914400" rtl="0" eaLnBrk="1" latinLnBrk="0" hangingPunct="1"/>
                      <a:r>
                        <a:rPr lang="en-US" altLang="zh-CN" sz="800" b="1" kern="1200">
                          <a:solidFill>
                            <a:schemeClr val="lt1"/>
                          </a:solidFill>
                          <a:latin typeface="Arial" panose="020B0604020202020204" pitchFamily="34" charset="0"/>
                          <a:ea typeface="+mn-ea"/>
                          <a:cs typeface="Arial" panose="020B0604020202020204" pitchFamily="34" charset="0"/>
                        </a:rPr>
                        <a:t>2028</a:t>
                      </a: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en-US" altLang="zh-CN" sz="800" b="1" kern="1200">
                        <a:solidFill>
                          <a:schemeClr val="lt1"/>
                        </a:solidFill>
                        <a:latin typeface="Arial" panose="020B0604020202020204" pitchFamily="34" charset="0"/>
                        <a:ea typeface="+mn-ea"/>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en-US" altLang="zh-CN" sz="800" b="1" kern="1200">
                        <a:solidFill>
                          <a:schemeClr val="lt1"/>
                        </a:solidFill>
                        <a:latin typeface="Arial" panose="020B0604020202020204" pitchFamily="34" charset="0"/>
                        <a:ea typeface="+mn-ea"/>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en-US" altLang="zh-CN" sz="800" b="1" kern="1200">
                        <a:solidFill>
                          <a:schemeClr val="lt1"/>
                        </a:solidFill>
                        <a:latin typeface="Arial" panose="020B0604020202020204" pitchFamily="34" charset="0"/>
                        <a:ea typeface="+mn-ea"/>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800" b="1" kern="1200">
                          <a:solidFill>
                            <a:schemeClr val="lt1"/>
                          </a:solidFill>
                          <a:latin typeface="Arial" panose="020B0604020202020204" pitchFamily="34" charset="0"/>
                          <a:ea typeface="+mn-ea"/>
                          <a:cs typeface="Arial" panose="020B0604020202020204" pitchFamily="34" charset="0"/>
                        </a:rPr>
                        <a:t>2029</a:t>
                      </a: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en-US" altLang="zh-CN" sz="800" b="1" kern="1200">
                        <a:solidFill>
                          <a:schemeClr val="lt1"/>
                        </a:solidFill>
                        <a:latin typeface="Arial" panose="020B0604020202020204" pitchFamily="34" charset="0"/>
                        <a:ea typeface="+mn-ea"/>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603824039"/>
                  </a:ext>
                </a:extLst>
              </a:tr>
              <a:tr h="275497">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Q1</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1">
                          <a:solidFill>
                            <a:srgbClr val="000000"/>
                          </a:solidFill>
                          <a:latin typeface="Arial" panose="020B0604020202020204" pitchFamily="34" charset="0"/>
                          <a:cs typeface="Arial" panose="020B0604020202020204" pitchFamily="34" charset="0"/>
                        </a:rPr>
                        <a:t>Q2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Q3</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Q4</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Q1</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1">
                          <a:solidFill>
                            <a:srgbClr val="000000"/>
                          </a:solidFill>
                          <a:latin typeface="Arial" panose="020B0604020202020204" pitchFamily="34" charset="0"/>
                          <a:cs typeface="Arial" panose="020B0604020202020204" pitchFamily="34" charset="0"/>
                        </a:rPr>
                        <a:t>Q2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Q3</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Q4</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Q1</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1">
                          <a:solidFill>
                            <a:srgbClr val="000000"/>
                          </a:solidFill>
                          <a:latin typeface="Arial" panose="020B0604020202020204" pitchFamily="34" charset="0"/>
                          <a:cs typeface="Arial" panose="020B0604020202020204" pitchFamily="34" charset="0"/>
                        </a:rPr>
                        <a:t>Q2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Q3</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800" b="1">
                          <a:solidFill>
                            <a:srgbClr val="000000"/>
                          </a:solidFill>
                          <a:latin typeface="Arial" panose="020B0604020202020204" pitchFamily="34" charset="0"/>
                          <a:cs typeface="Arial" panose="020B0604020202020204" pitchFamily="34" charset="0"/>
                        </a:rPr>
                        <a:t>Q4</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Q1</a:t>
                      </a: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Q3</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Q4</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Q1</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Q3</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Q4</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H1</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800" b="1">
                          <a:solidFill>
                            <a:srgbClr val="000000"/>
                          </a:solidFill>
                          <a:latin typeface="Arial" panose="020B0604020202020204" pitchFamily="34" charset="0"/>
                          <a:cs typeface="Arial" panose="020B0604020202020204" pitchFamily="34" charset="0"/>
                        </a:rPr>
                        <a:t>H2</a:t>
                      </a:r>
                      <a:endParaRPr lang="zh-CN" altLang="en-US" sz="800" b="1">
                        <a:solidFill>
                          <a:srgbClr val="000000"/>
                        </a:solidFill>
                        <a:latin typeface="Arial" panose="020B0604020202020204" pitchFamily="34" charset="0"/>
                        <a:cs typeface="Arial" panose="020B0604020202020204" pitchFamily="34" charset="0"/>
                      </a:endParaRPr>
                    </a:p>
                  </a:txBody>
                  <a:tcPr marL="70599" marR="70599" marT="35299" marB="35299"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2722476245"/>
                  </a:ext>
                </a:extLst>
              </a:tr>
            </a:tbl>
          </a:graphicData>
        </a:graphic>
      </p:graphicFrame>
      <p:sp>
        <p:nvSpPr>
          <p:cNvPr id="10" name="Isosceles Triangle 9">
            <a:extLst>
              <a:ext uri="{FF2B5EF4-FFF2-40B4-BE49-F238E27FC236}">
                <a16:creationId xmlns:a16="http://schemas.microsoft.com/office/drawing/2014/main" id="{390AAA42-1FE3-938B-4458-FEE392E9A6EA}"/>
              </a:ext>
            </a:extLst>
          </p:cNvPr>
          <p:cNvSpPr/>
          <p:nvPr/>
        </p:nvSpPr>
        <p:spPr>
          <a:xfrm rot="16200000" flipH="1">
            <a:off x="908158" y="1437330"/>
            <a:ext cx="486295" cy="170512"/>
          </a:xfrm>
          <a:prstGeom prst="triangle">
            <a:avLst/>
          </a:prstGeom>
          <a:solidFill>
            <a:schemeClr val="bg1"/>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black"/>
              </a:solidFill>
              <a:effectLst/>
              <a:uLnTx/>
              <a:uFillTx/>
              <a:latin typeface="Boehringer Forward Text"/>
              <a:ea typeface="+mn-ea"/>
              <a:cs typeface="+mn-cs"/>
            </a:endParaRPr>
          </a:p>
        </p:txBody>
      </p:sp>
      <p:sp>
        <p:nvSpPr>
          <p:cNvPr id="11" name="Isosceles Triangle 10">
            <a:extLst>
              <a:ext uri="{FF2B5EF4-FFF2-40B4-BE49-F238E27FC236}">
                <a16:creationId xmlns:a16="http://schemas.microsoft.com/office/drawing/2014/main" id="{2B5B5A67-1D82-E0BD-FF5F-B5E74CA19697}"/>
              </a:ext>
            </a:extLst>
          </p:cNvPr>
          <p:cNvSpPr/>
          <p:nvPr/>
        </p:nvSpPr>
        <p:spPr>
          <a:xfrm rot="5400000">
            <a:off x="11424509" y="1456467"/>
            <a:ext cx="486295" cy="170512"/>
          </a:xfrm>
          <a:prstGeom prst="triangle">
            <a:avLst/>
          </a:prstGeom>
          <a:solidFill>
            <a:schemeClr val="bg1"/>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black"/>
              </a:solidFill>
              <a:effectLst/>
              <a:uLnTx/>
              <a:uFillTx/>
              <a:latin typeface="Boehringer Forward Text"/>
              <a:ea typeface="+mn-ea"/>
              <a:cs typeface="+mn-cs"/>
            </a:endParaRPr>
          </a:p>
        </p:txBody>
      </p:sp>
      <p:sp>
        <p:nvSpPr>
          <p:cNvPr id="25" name="TextBox 146">
            <a:extLst>
              <a:ext uri="{FF2B5EF4-FFF2-40B4-BE49-F238E27FC236}">
                <a16:creationId xmlns:a16="http://schemas.microsoft.com/office/drawing/2014/main" id="{ED6D8807-BB61-9EDB-7F02-ACDC23E80711}"/>
              </a:ext>
            </a:extLst>
          </p:cNvPr>
          <p:cNvSpPr txBox="1"/>
          <p:nvPr/>
        </p:nvSpPr>
        <p:spPr>
          <a:xfrm>
            <a:off x="533401" y="2500989"/>
            <a:ext cx="464405" cy="369332"/>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Ph3-1404.44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FOS trial</a:t>
            </a:r>
          </a:p>
        </p:txBody>
      </p:sp>
      <p:sp>
        <p:nvSpPr>
          <p:cNvPr id="30" name="TextBox 172">
            <a:extLst>
              <a:ext uri="{FF2B5EF4-FFF2-40B4-BE49-F238E27FC236}">
                <a16:creationId xmlns:a16="http://schemas.microsoft.com/office/drawing/2014/main" id="{A6D04B89-CE9B-3D42-7ED2-F0C94A731ECA}"/>
              </a:ext>
            </a:extLst>
          </p:cNvPr>
          <p:cNvSpPr txBox="1"/>
          <p:nvPr/>
        </p:nvSpPr>
        <p:spPr>
          <a:xfrm>
            <a:off x="533401" y="4551936"/>
            <a:ext cx="464405" cy="369332"/>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Ph3-1404.44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FOS trial</a:t>
            </a:r>
          </a:p>
        </p:txBody>
      </p:sp>
      <p:sp>
        <p:nvSpPr>
          <p:cNvPr id="34" name="OTLSHAPE_T_5a934a26f311425e8ebaa0f45e6533ad_Shape">
            <a:extLst>
              <a:ext uri="{FF2B5EF4-FFF2-40B4-BE49-F238E27FC236}">
                <a16:creationId xmlns:a16="http://schemas.microsoft.com/office/drawing/2014/main" id="{6FAB7F49-7D1B-5965-A03C-9D790B97F13B}"/>
              </a:ext>
            </a:extLst>
          </p:cNvPr>
          <p:cNvSpPr/>
          <p:nvPr>
            <p:custDataLst>
              <p:tags r:id="rId1"/>
            </p:custDataLst>
          </p:nvPr>
        </p:nvSpPr>
        <p:spPr bwMode="auto">
          <a:xfrm>
            <a:off x="3261787" y="4777298"/>
            <a:ext cx="8541351" cy="201960"/>
          </a:xfrm>
          <a:prstGeom prst="roundRect">
            <a:avLst/>
          </a:prstGeom>
          <a:solidFill>
            <a:schemeClr val="tx2">
              <a:lumMod val="20000"/>
              <a:lumOff val="8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68580" tIns="34290" rIns="68580" bIns="3429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825" b="1" i="0" u="none" strike="noStrike" kern="1200" cap="none" spc="-5" normalizeH="0" baseline="0" noProof="0">
              <a:ln>
                <a:noFill/>
              </a:ln>
              <a:solidFill>
                <a:srgbClr val="000000"/>
              </a:solidFill>
              <a:effectLst/>
              <a:uLnTx/>
              <a:uFillTx/>
              <a:latin typeface="Boehringer Forward Text"/>
              <a:ea typeface="+mn-ea"/>
              <a:cs typeface="+mn-cs"/>
            </a:endParaRPr>
          </a:p>
        </p:txBody>
      </p:sp>
      <p:sp>
        <p:nvSpPr>
          <p:cNvPr id="38" name="Rectangle 135">
            <a:extLst>
              <a:ext uri="{FF2B5EF4-FFF2-40B4-BE49-F238E27FC236}">
                <a16:creationId xmlns:a16="http://schemas.microsoft.com/office/drawing/2014/main" id="{A24C9D89-86DF-103D-A975-BEFCD2C3BD8B}"/>
              </a:ext>
            </a:extLst>
          </p:cNvPr>
          <p:cNvSpPr/>
          <p:nvPr/>
        </p:nvSpPr>
        <p:spPr>
          <a:xfrm>
            <a:off x="2595263" y="2765164"/>
            <a:ext cx="36260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FSS</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39" name="OTLSHAPE_T_e17f3958430f4cff8650518c93c7635e_StartDate">
            <a:extLst>
              <a:ext uri="{FF2B5EF4-FFF2-40B4-BE49-F238E27FC236}">
                <a16:creationId xmlns:a16="http://schemas.microsoft.com/office/drawing/2014/main" id="{C07665E7-2977-9898-B80B-890B232F0BD1}"/>
              </a:ext>
            </a:extLst>
          </p:cNvPr>
          <p:cNvSpPr txBox="1"/>
          <p:nvPr>
            <p:custDataLst>
              <p:tags r:id="rId2"/>
            </p:custDataLst>
          </p:nvPr>
        </p:nvSpPr>
        <p:spPr>
          <a:xfrm>
            <a:off x="2463800" y="2379576"/>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00B050"/>
                </a:solidFill>
                <a:effectLst/>
                <a:uLnTx/>
                <a:uFillTx/>
                <a:latin typeface="Boehringer Forward Text"/>
                <a:ea typeface="+mn-ea"/>
                <a:cs typeface="Calibri" panose="020F0502020204030204" pitchFamily="34" charset="0"/>
              </a:rPr>
              <a:t> </a:t>
            </a:r>
            <a:r>
              <a:rPr kumimoji="0" lang="en-US" altLang="zh-CN"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19 Oct 2024</a:t>
            </a: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40" name="OTLSHAPE_T_e17f3958430f4cff8650518c93c7635e_StartDate">
            <a:extLst>
              <a:ext uri="{FF2B5EF4-FFF2-40B4-BE49-F238E27FC236}">
                <a16:creationId xmlns:a16="http://schemas.microsoft.com/office/drawing/2014/main" id="{29165881-7D89-501C-F05F-FD7A3E20D5EB}"/>
              </a:ext>
            </a:extLst>
          </p:cNvPr>
          <p:cNvSpPr txBox="1"/>
          <p:nvPr>
            <p:custDataLst>
              <p:tags r:id="rId3"/>
            </p:custDataLst>
          </p:nvPr>
        </p:nvSpPr>
        <p:spPr>
          <a:xfrm>
            <a:off x="11479504" y="2381900"/>
            <a:ext cx="640080" cy="1154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solidFill>
                  <a:srgbClr val="08312A"/>
                </a:solidFill>
                <a:latin typeface="Boehringer Forward Text"/>
                <a:cs typeface="Calibri" panose="020F0502020204030204" pitchFamily="34" charset="0"/>
              </a:rPr>
              <a:t>Jan </a:t>
            </a:r>
            <a:r>
              <a:rPr kumimoji="0" lang="en-US" altLang="zh-CN" sz="75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rPr>
              <a:t>2032</a:t>
            </a:r>
            <a:endParaRPr kumimoji="0" lang="zh-CN" altLang="en-US" sz="75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41" name="Rectangle 148">
            <a:extLst>
              <a:ext uri="{FF2B5EF4-FFF2-40B4-BE49-F238E27FC236}">
                <a16:creationId xmlns:a16="http://schemas.microsoft.com/office/drawing/2014/main" id="{94529B1C-DAF4-CF5F-CE27-F507253636E6}"/>
              </a:ext>
            </a:extLst>
          </p:cNvPr>
          <p:cNvSpPr/>
          <p:nvPr/>
        </p:nvSpPr>
        <p:spPr>
          <a:xfrm>
            <a:off x="11655812" y="2812290"/>
            <a:ext cx="37382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DBL</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42" name="Star: 4 Points 143">
            <a:extLst>
              <a:ext uri="{FF2B5EF4-FFF2-40B4-BE49-F238E27FC236}">
                <a16:creationId xmlns:a16="http://schemas.microsoft.com/office/drawing/2014/main" id="{A616DCAD-92AC-5B51-B43A-7BF763A4A50C}"/>
              </a:ext>
            </a:extLst>
          </p:cNvPr>
          <p:cNvSpPr/>
          <p:nvPr/>
        </p:nvSpPr>
        <p:spPr bwMode="auto">
          <a:xfrm>
            <a:off x="2722140" y="2640439"/>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44" name="OTLSHAPE_T_e17f3958430f4cff8650518c93c7635e_Shape">
            <a:extLst>
              <a:ext uri="{FF2B5EF4-FFF2-40B4-BE49-F238E27FC236}">
                <a16:creationId xmlns:a16="http://schemas.microsoft.com/office/drawing/2014/main" id="{6115D9F0-1DF2-9939-172B-8DB774EB5D0B}"/>
              </a:ext>
            </a:extLst>
          </p:cNvPr>
          <p:cNvSpPr/>
          <p:nvPr>
            <p:custDataLst>
              <p:tags r:id="rId4"/>
            </p:custDataLst>
          </p:nvPr>
        </p:nvSpPr>
        <p:spPr bwMode="auto">
          <a:xfrm>
            <a:off x="2794000" y="2552699"/>
            <a:ext cx="9009150" cy="190501"/>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68580" tIns="34290" rIns="68580" bIns="3429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45" name="Star: 4 Points 143">
            <a:extLst>
              <a:ext uri="{FF2B5EF4-FFF2-40B4-BE49-F238E27FC236}">
                <a16:creationId xmlns:a16="http://schemas.microsoft.com/office/drawing/2014/main" id="{BD2568E6-433A-AD6E-DBF1-59C19FDACD15}"/>
              </a:ext>
            </a:extLst>
          </p:cNvPr>
          <p:cNvSpPr/>
          <p:nvPr/>
        </p:nvSpPr>
        <p:spPr bwMode="auto">
          <a:xfrm>
            <a:off x="11750330" y="2679669"/>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46" name="OTLSHAPE_M_39ea6ebc19a94c9fab6ef5006c31df58_Title">
            <a:extLst>
              <a:ext uri="{FF2B5EF4-FFF2-40B4-BE49-F238E27FC236}">
                <a16:creationId xmlns:a16="http://schemas.microsoft.com/office/drawing/2014/main" id="{E7963649-634F-695F-1BC9-7FF2B181976B}"/>
              </a:ext>
            </a:extLst>
          </p:cNvPr>
          <p:cNvSpPr txBox="1"/>
          <p:nvPr>
            <p:custDataLst>
              <p:tags r:id="rId5"/>
            </p:custDataLst>
          </p:nvPr>
        </p:nvSpPr>
        <p:spPr>
          <a:xfrm>
            <a:off x="8371060" y="1852841"/>
            <a:ext cx="1205639" cy="215444"/>
          </a:xfrm>
          <a:prstGeom prst="rect">
            <a:avLst/>
          </a:prstGeom>
          <a:solidFill>
            <a:srgbClr val="99CCFF"/>
          </a:solid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Accelerated sub/appr (F2/3): Nov 2027/</a:t>
            </a:r>
            <a:r>
              <a:rPr lang="en-US" altLang="zh-CN" sz="700" b="1">
                <a:solidFill>
                  <a:srgbClr val="08312A"/>
                </a:solidFill>
                <a:latin typeface="Boehringer Forward Text"/>
                <a:cs typeface="Calibri"/>
              </a:rPr>
              <a:t>Apr</a:t>
            </a: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 2028 </a:t>
            </a:r>
            <a:endPar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47" name="五角星 55">
            <a:extLst>
              <a:ext uri="{FF2B5EF4-FFF2-40B4-BE49-F238E27FC236}">
                <a16:creationId xmlns:a16="http://schemas.microsoft.com/office/drawing/2014/main" id="{A04A6F2A-73C1-691C-1EAC-BEA0CAF92493}"/>
              </a:ext>
            </a:extLst>
          </p:cNvPr>
          <p:cNvSpPr/>
          <p:nvPr/>
        </p:nvSpPr>
        <p:spPr bwMode="auto">
          <a:xfrm>
            <a:off x="9271456" y="2072680"/>
            <a:ext cx="152986" cy="134763"/>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48" name="五角星 55">
            <a:extLst>
              <a:ext uri="{FF2B5EF4-FFF2-40B4-BE49-F238E27FC236}">
                <a16:creationId xmlns:a16="http://schemas.microsoft.com/office/drawing/2014/main" id="{2E647361-8E3C-55ED-6064-D59BF64C865F}"/>
              </a:ext>
            </a:extLst>
          </p:cNvPr>
          <p:cNvSpPr/>
          <p:nvPr/>
        </p:nvSpPr>
        <p:spPr bwMode="auto">
          <a:xfrm>
            <a:off x="8820894" y="5801208"/>
            <a:ext cx="152986" cy="134763"/>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Boehringer Forward Text"/>
              <a:ea typeface="+mn-ea"/>
              <a:cs typeface="+mn-cs"/>
            </a:endParaRPr>
          </a:p>
        </p:txBody>
      </p:sp>
      <p:grpSp>
        <p:nvGrpSpPr>
          <p:cNvPr id="97" name="Group 96">
            <a:extLst>
              <a:ext uri="{FF2B5EF4-FFF2-40B4-BE49-F238E27FC236}">
                <a16:creationId xmlns:a16="http://schemas.microsoft.com/office/drawing/2014/main" id="{8441A64B-7E44-9FAB-8849-F0590C24C001}"/>
              </a:ext>
            </a:extLst>
          </p:cNvPr>
          <p:cNvGrpSpPr/>
          <p:nvPr/>
        </p:nvGrpSpPr>
        <p:grpSpPr>
          <a:xfrm>
            <a:off x="455180" y="3734010"/>
            <a:ext cx="813765" cy="335422"/>
            <a:chOff x="533400" y="3505200"/>
            <a:chExt cx="813765" cy="335422"/>
          </a:xfrm>
        </p:grpSpPr>
        <p:sp>
          <p:nvSpPr>
            <p:cNvPr id="93" name="Freeform: Shape 152">
              <a:extLst>
                <a:ext uri="{FF2B5EF4-FFF2-40B4-BE49-F238E27FC236}">
                  <a16:creationId xmlns:a16="http://schemas.microsoft.com/office/drawing/2014/main" id="{42BC9862-F6BA-7633-0C3A-2BEDDE42D666}"/>
                </a:ext>
              </a:extLst>
            </p:cNvPr>
            <p:cNvSpPr/>
            <p:nvPr/>
          </p:nvSpPr>
          <p:spPr bwMode="auto">
            <a:xfrm>
              <a:off x="550341" y="3565975"/>
              <a:ext cx="772731" cy="190906"/>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solidFill>
                <a:srgbClr val="00467E"/>
              </a:solidFill>
              <a:prstDash val="solid"/>
              <a:round/>
              <a:headEnd type="none" w="med" len="med"/>
              <a:tailEnd type="none" w="med" len="med"/>
            </a:ln>
            <a:effectLst/>
          </p:spPr>
          <p:txBody>
            <a:bodyPr vert="horz" wrap="square" lIns="365760" tIns="34290" rIns="68580" bIns="3429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825"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rPr>
                <a:t>China</a:t>
              </a:r>
              <a:endParaRPr kumimoji="0" lang="zh-CN" altLang="en-US" sz="825"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endParaRPr>
            </a:p>
          </p:txBody>
        </p:sp>
        <p:sp>
          <p:nvSpPr>
            <p:cNvPr id="94" name="Oval 134">
              <a:extLst>
                <a:ext uri="{FF2B5EF4-FFF2-40B4-BE49-F238E27FC236}">
                  <a16:creationId xmlns:a16="http://schemas.microsoft.com/office/drawing/2014/main" id="{C7164AED-167A-DF08-B587-6EBE36684D84}"/>
                </a:ext>
              </a:extLst>
            </p:cNvPr>
            <p:cNvSpPr/>
            <p:nvPr/>
          </p:nvSpPr>
          <p:spPr>
            <a:xfrm>
              <a:off x="533400" y="3505200"/>
              <a:ext cx="335422" cy="335422"/>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Boehringer Forward Text"/>
                <a:ea typeface="+mn-ea"/>
                <a:cs typeface="+mn-cs"/>
              </a:endParaRPr>
            </a:p>
          </p:txBody>
        </p:sp>
        <p:sp>
          <p:nvSpPr>
            <p:cNvPr id="95" name="Rectangle: Rounded Corners 116">
              <a:extLst>
                <a:ext uri="{FF2B5EF4-FFF2-40B4-BE49-F238E27FC236}">
                  <a16:creationId xmlns:a16="http://schemas.microsoft.com/office/drawing/2014/main" id="{AA517B1A-01FF-B13C-AC37-C403721CDC6F}"/>
                </a:ext>
              </a:extLst>
            </p:cNvPr>
            <p:cNvSpPr/>
            <p:nvPr/>
          </p:nvSpPr>
          <p:spPr bwMode="auto">
            <a:xfrm>
              <a:off x="1310589" y="3531559"/>
              <a:ext cx="36576" cy="259738"/>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825"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endParaRPr>
            </a:p>
          </p:txBody>
        </p:sp>
        <p:pic>
          <p:nvPicPr>
            <p:cNvPr id="96" name="Picture 2" descr="Image result for China flag circle png">
              <a:extLst>
                <a:ext uri="{FF2B5EF4-FFF2-40B4-BE49-F238E27FC236}">
                  <a16:creationId xmlns:a16="http://schemas.microsoft.com/office/drawing/2014/main" id="{0DECD7E1-EECB-6299-EBF2-CA032ECECB1B}"/>
                </a:ext>
              </a:extLst>
            </p:cNvPr>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55075" y="3535141"/>
              <a:ext cx="281099" cy="281098"/>
            </a:xfrm>
            <a:prstGeom prst="rect">
              <a:avLst/>
            </a:prstGeom>
            <a:noFill/>
            <a:extLst>
              <a:ext uri="{909E8E84-426E-40DD-AFC4-6F175D3DCCD1}">
                <a14:hiddenFill xmlns:a14="http://schemas.microsoft.com/office/drawing/2010/main">
                  <a:solidFill>
                    <a:srgbClr val="FFFFFF"/>
                  </a:solidFill>
                </a14:hiddenFill>
              </a:ext>
            </a:extLst>
          </p:spPr>
        </p:pic>
      </p:grpSp>
      <p:sp>
        <p:nvSpPr>
          <p:cNvPr id="98" name="Freeform: Shape 147">
            <a:extLst>
              <a:ext uri="{FF2B5EF4-FFF2-40B4-BE49-F238E27FC236}">
                <a16:creationId xmlns:a16="http://schemas.microsoft.com/office/drawing/2014/main" id="{FA462C03-C357-0108-36F4-0727BCA9C1E9}"/>
              </a:ext>
            </a:extLst>
          </p:cNvPr>
          <p:cNvSpPr/>
          <p:nvPr/>
        </p:nvSpPr>
        <p:spPr bwMode="auto">
          <a:xfrm>
            <a:off x="439499" y="1797300"/>
            <a:ext cx="772731" cy="190906"/>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noFill/>
            <a:prstDash val="solid"/>
            <a:round/>
            <a:headEnd type="none" w="med" len="med"/>
            <a:tailEnd type="none" w="med" len="med"/>
          </a:ln>
          <a:effectLst/>
        </p:spPr>
        <p:txBody>
          <a:bodyPr vert="horz" wrap="square" lIns="365760" tIns="34290" rIns="68580" bIns="3429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800"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rPr>
              <a:t>Global</a:t>
            </a:r>
            <a:endParaRPr kumimoji="0" lang="zh-CN" altLang="en-US" sz="800"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endParaRPr>
          </a:p>
        </p:txBody>
      </p:sp>
      <p:sp>
        <p:nvSpPr>
          <p:cNvPr id="99" name="Oval 4">
            <a:extLst>
              <a:ext uri="{FF2B5EF4-FFF2-40B4-BE49-F238E27FC236}">
                <a16:creationId xmlns:a16="http://schemas.microsoft.com/office/drawing/2014/main" id="{69EEA230-44E3-0E37-F19F-EC0431FBA3FC}"/>
              </a:ext>
            </a:extLst>
          </p:cNvPr>
          <p:cNvSpPr/>
          <p:nvPr/>
        </p:nvSpPr>
        <p:spPr>
          <a:xfrm>
            <a:off x="427631" y="1725043"/>
            <a:ext cx="335422" cy="335422"/>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Boehringer Forward Text"/>
              <a:ea typeface="+mn-ea"/>
              <a:cs typeface="+mn-cs"/>
            </a:endParaRPr>
          </a:p>
        </p:txBody>
      </p:sp>
      <p:pic>
        <p:nvPicPr>
          <p:cNvPr id="100" name="Picture 6" descr="Image result for world circle png">
            <a:extLst>
              <a:ext uri="{FF2B5EF4-FFF2-40B4-BE49-F238E27FC236}">
                <a16:creationId xmlns:a16="http://schemas.microsoft.com/office/drawing/2014/main" id="{3EEB0AB3-7186-D43F-BB81-8129FC90F6D6}"/>
              </a:ext>
            </a:extLst>
          </p:cNvPr>
          <p:cNvPicPr>
            <a:picLocks noChangeAspect="1" noChangeArrowheads="1"/>
          </p:cNvPicPr>
          <p:nvPr/>
        </p:nvPicPr>
        <p:blipFill rotWithShape="1">
          <a:blip r:embed="rId28" cstate="print">
            <a:extLst>
              <a:ext uri="{28A0092B-C50C-407E-A947-70E740481C1C}">
                <a14:useLocalDpi xmlns:a14="http://schemas.microsoft.com/office/drawing/2010/main" val="0"/>
              </a:ext>
            </a:extLst>
          </a:blip>
          <a:srcRect l="4094" t="4010" r="4094" b="4010"/>
          <a:stretch/>
        </p:blipFill>
        <p:spPr bwMode="auto">
          <a:xfrm>
            <a:off x="455180" y="1752205"/>
            <a:ext cx="280325" cy="281098"/>
          </a:xfrm>
          <a:prstGeom prst="rect">
            <a:avLst/>
          </a:prstGeom>
          <a:noFill/>
          <a:extLst>
            <a:ext uri="{909E8E84-426E-40DD-AFC4-6F175D3DCCD1}">
              <a14:hiddenFill xmlns:a14="http://schemas.microsoft.com/office/drawing/2010/main">
                <a:solidFill>
                  <a:srgbClr val="FFFFFF"/>
                </a:solidFill>
              </a14:hiddenFill>
            </a:ext>
          </a:extLst>
        </p:spPr>
      </p:pic>
      <p:sp>
        <p:nvSpPr>
          <p:cNvPr id="101" name="Rectangle: Rounded Corners 116">
            <a:extLst>
              <a:ext uri="{FF2B5EF4-FFF2-40B4-BE49-F238E27FC236}">
                <a16:creationId xmlns:a16="http://schemas.microsoft.com/office/drawing/2014/main" id="{14DF29E6-5E7E-B627-D3E4-1363640CE3EE}"/>
              </a:ext>
            </a:extLst>
          </p:cNvPr>
          <p:cNvSpPr/>
          <p:nvPr/>
        </p:nvSpPr>
        <p:spPr bwMode="auto">
          <a:xfrm>
            <a:off x="1182410" y="1762181"/>
            <a:ext cx="36576" cy="259738"/>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825" b="1" i="0" u="none" strike="noStrike" kern="0" cap="none" spc="0" normalizeH="0" baseline="0" noProof="0">
              <a:ln>
                <a:noFill/>
              </a:ln>
              <a:solidFill>
                <a:srgbClr val="FFFFFF"/>
              </a:solidFill>
              <a:effectLst/>
              <a:uLnTx/>
              <a:uFillTx/>
              <a:latin typeface="Boehringer Forward Text"/>
              <a:ea typeface="+mn-ea"/>
              <a:cs typeface="Calibri" panose="020F0502020204030204" pitchFamily="34" charset="0"/>
            </a:endParaRPr>
          </a:p>
        </p:txBody>
      </p:sp>
      <p:sp>
        <p:nvSpPr>
          <p:cNvPr id="52" name="TextBox 146">
            <a:extLst>
              <a:ext uri="{FF2B5EF4-FFF2-40B4-BE49-F238E27FC236}">
                <a16:creationId xmlns:a16="http://schemas.microsoft.com/office/drawing/2014/main" id="{280BDDD2-DD1B-E56A-D2DD-E1F0497DD76C}"/>
              </a:ext>
            </a:extLst>
          </p:cNvPr>
          <p:cNvSpPr txBox="1"/>
          <p:nvPr/>
        </p:nvSpPr>
        <p:spPr>
          <a:xfrm>
            <a:off x="533401" y="2992263"/>
            <a:ext cx="464405" cy="369332"/>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Ph3-1404.64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FOS trial</a:t>
            </a:r>
          </a:p>
        </p:txBody>
      </p:sp>
      <p:sp>
        <p:nvSpPr>
          <p:cNvPr id="53" name="TextBox 146">
            <a:extLst>
              <a:ext uri="{FF2B5EF4-FFF2-40B4-BE49-F238E27FC236}">
                <a16:creationId xmlns:a16="http://schemas.microsoft.com/office/drawing/2014/main" id="{E44E3CDF-996B-30E6-D716-8234EB6A1A0A}"/>
              </a:ext>
            </a:extLst>
          </p:cNvPr>
          <p:cNvSpPr txBox="1"/>
          <p:nvPr/>
        </p:nvSpPr>
        <p:spPr>
          <a:xfrm>
            <a:off x="540923" y="5009136"/>
            <a:ext cx="464405" cy="369332"/>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Ph3-1404.64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66CC"/>
                </a:solidFill>
                <a:effectLst/>
                <a:uLnTx/>
                <a:uFillTx/>
                <a:latin typeface="Boehringer Forward Text"/>
                <a:ea typeface="+mn-ea"/>
                <a:cs typeface="Calibri" panose="020F0502020204030204" pitchFamily="34" charset="0"/>
              </a:rPr>
              <a:t>FOS trial</a:t>
            </a:r>
          </a:p>
        </p:txBody>
      </p:sp>
      <p:grpSp>
        <p:nvGrpSpPr>
          <p:cNvPr id="91" name="组合 209">
            <a:extLst>
              <a:ext uri="{FF2B5EF4-FFF2-40B4-BE49-F238E27FC236}">
                <a16:creationId xmlns:a16="http://schemas.microsoft.com/office/drawing/2014/main" id="{E6B8E2CA-0272-A172-4DE7-9406012B9819}"/>
              </a:ext>
            </a:extLst>
          </p:cNvPr>
          <p:cNvGrpSpPr/>
          <p:nvPr/>
        </p:nvGrpSpPr>
        <p:grpSpPr>
          <a:xfrm>
            <a:off x="1560410" y="2522986"/>
            <a:ext cx="862168" cy="400110"/>
            <a:chOff x="8070149" y="6639977"/>
            <a:chExt cx="1151900" cy="411569"/>
          </a:xfrm>
        </p:grpSpPr>
        <p:sp>
          <p:nvSpPr>
            <p:cNvPr id="103" name="Rectangle 37">
              <a:extLst>
                <a:ext uri="{FF2B5EF4-FFF2-40B4-BE49-F238E27FC236}">
                  <a16:creationId xmlns:a16="http://schemas.microsoft.com/office/drawing/2014/main" id="{C9EF260D-A407-A11A-6946-CB7381EDBFB8}"/>
                </a:ext>
              </a:extLst>
            </p:cNvPr>
            <p:cNvSpPr/>
            <p:nvPr/>
          </p:nvSpPr>
          <p:spPr>
            <a:xfrm>
              <a:off x="8137527" y="6639977"/>
              <a:ext cx="1084522" cy="411569"/>
            </a:xfrm>
            <a:prstGeom prst="rect">
              <a:avLst/>
            </a:prstGeom>
            <a:solidFill>
              <a:schemeClr val="bg2">
                <a:lumMod val="10000"/>
                <a:lumOff val="9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Mar2024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EoP2 sub</a:t>
              </a:r>
            </a:p>
          </p:txBody>
        </p:sp>
        <p:sp>
          <p:nvSpPr>
            <p:cNvPr id="92" name="OTLSHAPE_M_6b1a73d763be4fac8983a757de742681_Shape">
              <a:extLst>
                <a:ext uri="{FF2B5EF4-FFF2-40B4-BE49-F238E27FC236}">
                  <a16:creationId xmlns:a16="http://schemas.microsoft.com/office/drawing/2014/main" id="{80D3B492-581D-0843-4DAA-A27AC5561C62}"/>
                </a:ext>
              </a:extLst>
            </p:cNvPr>
            <p:cNvSpPr>
              <a:spLocks noChangeAspect="1"/>
            </p:cNvSpPr>
            <p:nvPr>
              <p:custDataLst>
                <p:tags r:id="rId24"/>
              </p:custDataLst>
            </p:nvPr>
          </p:nvSpPr>
          <p:spPr>
            <a:xfrm>
              <a:off x="8070149" y="6720972"/>
              <a:ext cx="110712" cy="110711"/>
            </a:xfrm>
            <a:prstGeom prst="diamond">
              <a:avLst/>
            </a:prstGeom>
            <a:solidFill>
              <a:schemeClr val="accent2"/>
            </a:solidFill>
            <a:ln w="12700" cap="flat" cmpd="sng" algn="ctr">
              <a:noFill/>
              <a:prstDash val="solid"/>
            </a:ln>
            <a:effectLst/>
            <a:scene3d>
              <a:camera prst="orthographicFront"/>
              <a:lightRig rig="threePt" dir="t"/>
            </a:scene3d>
            <a:sp3d>
              <a:bevelT h="12700"/>
            </a:sp3d>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grpSp>
      <p:sp>
        <p:nvSpPr>
          <p:cNvPr id="104" name="OTLSHAPE_M_6b1a73d763be4fac8983a757de742681_Shape">
            <a:extLst>
              <a:ext uri="{FF2B5EF4-FFF2-40B4-BE49-F238E27FC236}">
                <a16:creationId xmlns:a16="http://schemas.microsoft.com/office/drawing/2014/main" id="{017F2F83-68C8-ECBD-6435-5FC88A391C57}"/>
              </a:ext>
            </a:extLst>
          </p:cNvPr>
          <p:cNvSpPr>
            <a:spLocks noChangeAspect="1"/>
          </p:cNvSpPr>
          <p:nvPr>
            <p:custDataLst>
              <p:tags r:id="rId6"/>
            </p:custDataLst>
          </p:nvPr>
        </p:nvSpPr>
        <p:spPr>
          <a:xfrm>
            <a:off x="8095648" y="2629919"/>
            <a:ext cx="91440" cy="107629"/>
          </a:xfrm>
          <a:prstGeom prst="diamond">
            <a:avLst/>
          </a:prstGeom>
          <a:solidFill>
            <a:srgbClr val="C00000"/>
          </a:solidFill>
          <a:ln w="12700" cap="flat" cmpd="sng" algn="ctr">
            <a:noFill/>
            <a:prstDash val="solid"/>
          </a:ln>
          <a:effectLst/>
          <a:scene3d>
            <a:camera prst="orthographicFront"/>
            <a:lightRig rig="threePt" dir="t"/>
          </a:scene3d>
          <a:sp3d>
            <a:bevelT h="12700"/>
          </a:sp3d>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sp>
        <p:nvSpPr>
          <p:cNvPr id="105" name="OTLSHAPE_T_e17f3958430f4cff8650518c93c7635e_StartDate">
            <a:extLst>
              <a:ext uri="{FF2B5EF4-FFF2-40B4-BE49-F238E27FC236}">
                <a16:creationId xmlns:a16="http://schemas.microsoft.com/office/drawing/2014/main" id="{2B04181C-2B4A-2A37-E108-9560CB09EC3B}"/>
              </a:ext>
            </a:extLst>
          </p:cNvPr>
          <p:cNvSpPr txBox="1"/>
          <p:nvPr>
            <p:custDataLst>
              <p:tags r:id="rId7"/>
            </p:custDataLst>
          </p:nvPr>
        </p:nvSpPr>
        <p:spPr>
          <a:xfrm>
            <a:off x="7351647" y="2403471"/>
            <a:ext cx="511967" cy="1154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effectLst/>
                <a:uLnTx/>
                <a:uFillTx/>
                <a:latin typeface="Boehringer Forward Text"/>
                <a:ea typeface="+mn-ea"/>
                <a:cs typeface="Calibri" panose="020F0502020204030204" pitchFamily="34" charset="0"/>
              </a:rPr>
              <a:t>May 2027</a:t>
            </a:r>
            <a:endParaRPr kumimoji="0" lang="zh-CN" altLang="en-US" sz="750" b="1" i="0" u="none" strike="noStrike" kern="1200" cap="none" spc="0" normalizeH="0" baseline="0" noProof="0">
              <a:ln>
                <a:noFill/>
              </a:ln>
              <a:effectLst/>
              <a:uLnTx/>
              <a:uFillTx/>
              <a:latin typeface="Boehringer Forward Text"/>
              <a:ea typeface="+mn-ea"/>
              <a:cs typeface="Calibri" panose="020F0502020204030204" pitchFamily="34" charset="0"/>
            </a:endParaRPr>
          </a:p>
        </p:txBody>
      </p:sp>
      <p:sp>
        <p:nvSpPr>
          <p:cNvPr id="106" name="TextBox 105">
            <a:extLst>
              <a:ext uri="{FF2B5EF4-FFF2-40B4-BE49-F238E27FC236}">
                <a16:creationId xmlns:a16="http://schemas.microsoft.com/office/drawing/2014/main" id="{7B9B9081-7DB4-D6AB-0894-A3C5647FC461}"/>
              </a:ext>
            </a:extLst>
          </p:cNvPr>
          <p:cNvSpPr txBox="1"/>
          <p:nvPr/>
        </p:nvSpPr>
        <p:spPr bwMode="gray">
          <a:xfrm>
            <a:off x="7894903" y="2744566"/>
            <a:ext cx="799328" cy="148117"/>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Interim analysis</a:t>
            </a:r>
          </a:p>
        </p:txBody>
      </p:sp>
      <p:sp>
        <p:nvSpPr>
          <p:cNvPr id="108" name="Rectangle 135">
            <a:extLst>
              <a:ext uri="{FF2B5EF4-FFF2-40B4-BE49-F238E27FC236}">
                <a16:creationId xmlns:a16="http://schemas.microsoft.com/office/drawing/2014/main" id="{69438A97-0A71-B554-712C-C49D0255F3E4}"/>
              </a:ext>
            </a:extLst>
          </p:cNvPr>
          <p:cNvSpPr/>
          <p:nvPr/>
        </p:nvSpPr>
        <p:spPr>
          <a:xfrm>
            <a:off x="2609660" y="3294210"/>
            <a:ext cx="36260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FSS</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109" name="OTLSHAPE_T_e17f3958430f4cff8650518c93c7635e_StartDate">
            <a:extLst>
              <a:ext uri="{FF2B5EF4-FFF2-40B4-BE49-F238E27FC236}">
                <a16:creationId xmlns:a16="http://schemas.microsoft.com/office/drawing/2014/main" id="{9521CA15-6266-5323-008A-15EEBB24D8B1}"/>
              </a:ext>
            </a:extLst>
          </p:cNvPr>
          <p:cNvSpPr txBox="1"/>
          <p:nvPr>
            <p:custDataLst>
              <p:tags r:id="rId8"/>
            </p:custDataLst>
          </p:nvPr>
        </p:nvSpPr>
        <p:spPr>
          <a:xfrm>
            <a:off x="2538016" y="2978745"/>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 19 Oct 2024</a:t>
            </a: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10" name="OTLSHAPE_T_e17f3958430f4cff8650518c93c7635e_StartDate">
            <a:extLst>
              <a:ext uri="{FF2B5EF4-FFF2-40B4-BE49-F238E27FC236}">
                <a16:creationId xmlns:a16="http://schemas.microsoft.com/office/drawing/2014/main" id="{2B564CF8-5C4C-FCC7-7641-1A8EF51C2F56}"/>
              </a:ext>
            </a:extLst>
          </p:cNvPr>
          <p:cNvSpPr txBox="1"/>
          <p:nvPr>
            <p:custDataLst>
              <p:tags r:id="rId9"/>
            </p:custDataLst>
          </p:nvPr>
        </p:nvSpPr>
        <p:spPr>
          <a:xfrm>
            <a:off x="10828347" y="2988955"/>
            <a:ext cx="640080" cy="1154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solidFill>
                  <a:srgbClr val="08312A"/>
                </a:solidFill>
                <a:latin typeface="Boehringer Forward Text"/>
                <a:cs typeface="Calibri" panose="020F0502020204030204" pitchFamily="34" charset="0"/>
              </a:rPr>
              <a:t>Jul </a:t>
            </a:r>
            <a:r>
              <a:rPr kumimoji="0" lang="en-US" altLang="zh-CN" sz="75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rPr>
              <a:t>2029</a:t>
            </a:r>
            <a:endParaRPr kumimoji="0" lang="zh-CN" altLang="en-US" sz="75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111" name="Rectangle 148">
            <a:extLst>
              <a:ext uri="{FF2B5EF4-FFF2-40B4-BE49-F238E27FC236}">
                <a16:creationId xmlns:a16="http://schemas.microsoft.com/office/drawing/2014/main" id="{47C8E209-C13F-732F-20CA-CE8A575671B5}"/>
              </a:ext>
            </a:extLst>
          </p:cNvPr>
          <p:cNvSpPr/>
          <p:nvPr/>
        </p:nvSpPr>
        <p:spPr>
          <a:xfrm>
            <a:off x="10972203" y="3227207"/>
            <a:ext cx="37382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DBL</a:t>
            </a:r>
          </a:p>
        </p:txBody>
      </p:sp>
      <p:sp>
        <p:nvSpPr>
          <p:cNvPr id="112" name="Star: 4 Points 143">
            <a:extLst>
              <a:ext uri="{FF2B5EF4-FFF2-40B4-BE49-F238E27FC236}">
                <a16:creationId xmlns:a16="http://schemas.microsoft.com/office/drawing/2014/main" id="{FA79C831-EE45-D0F9-A0CD-67DD1A5B74A1}"/>
              </a:ext>
            </a:extLst>
          </p:cNvPr>
          <p:cNvSpPr/>
          <p:nvPr/>
        </p:nvSpPr>
        <p:spPr bwMode="auto">
          <a:xfrm>
            <a:off x="2736537" y="3169485"/>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13" name="OTLSHAPE_T_e17f3958430f4cff8650518c93c7635e_Shape">
            <a:extLst>
              <a:ext uri="{FF2B5EF4-FFF2-40B4-BE49-F238E27FC236}">
                <a16:creationId xmlns:a16="http://schemas.microsoft.com/office/drawing/2014/main" id="{75EC4FE7-B9F0-A1B2-BEB1-B2690D921526}"/>
              </a:ext>
            </a:extLst>
          </p:cNvPr>
          <p:cNvSpPr/>
          <p:nvPr>
            <p:custDataLst>
              <p:tags r:id="rId10"/>
            </p:custDataLst>
          </p:nvPr>
        </p:nvSpPr>
        <p:spPr bwMode="auto">
          <a:xfrm>
            <a:off x="2794000" y="3081617"/>
            <a:ext cx="8558584" cy="172731"/>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68580" tIns="34290" rIns="68580" bIns="3429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14" name="Star: 4 Points 143">
            <a:extLst>
              <a:ext uri="{FF2B5EF4-FFF2-40B4-BE49-F238E27FC236}">
                <a16:creationId xmlns:a16="http://schemas.microsoft.com/office/drawing/2014/main" id="{A25690DA-0C43-7FA6-3CAA-0E88EB736F0A}"/>
              </a:ext>
            </a:extLst>
          </p:cNvPr>
          <p:cNvSpPr/>
          <p:nvPr/>
        </p:nvSpPr>
        <p:spPr bwMode="auto">
          <a:xfrm>
            <a:off x="11159113" y="3105574"/>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15" name="TextBox 114">
            <a:extLst>
              <a:ext uri="{FF2B5EF4-FFF2-40B4-BE49-F238E27FC236}">
                <a16:creationId xmlns:a16="http://schemas.microsoft.com/office/drawing/2014/main" id="{D541E2E3-021B-336F-8E7D-639BC793FD56}"/>
              </a:ext>
            </a:extLst>
          </p:cNvPr>
          <p:cNvSpPr txBox="1"/>
          <p:nvPr/>
        </p:nvSpPr>
        <p:spPr bwMode="gray">
          <a:xfrm>
            <a:off x="2899730" y="2589505"/>
            <a:ext cx="1764249"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Boehringer Forward Text"/>
                <a:ea typeface="+mn-ea"/>
                <a:cs typeface="+mn-cs"/>
              </a:rPr>
              <a:t>MASH F2/3 (n=1800)</a:t>
            </a:r>
          </a:p>
        </p:txBody>
      </p:sp>
      <p:grpSp>
        <p:nvGrpSpPr>
          <p:cNvPr id="116" name="组合 209">
            <a:extLst>
              <a:ext uri="{FF2B5EF4-FFF2-40B4-BE49-F238E27FC236}">
                <a16:creationId xmlns:a16="http://schemas.microsoft.com/office/drawing/2014/main" id="{219006FB-810B-80F8-667C-1002FEF46EA1}"/>
              </a:ext>
            </a:extLst>
          </p:cNvPr>
          <p:cNvGrpSpPr/>
          <p:nvPr/>
        </p:nvGrpSpPr>
        <p:grpSpPr>
          <a:xfrm>
            <a:off x="1603601" y="4741222"/>
            <a:ext cx="1015746" cy="188114"/>
            <a:chOff x="8070149" y="6698573"/>
            <a:chExt cx="1487737" cy="193502"/>
          </a:xfrm>
        </p:grpSpPr>
        <p:sp>
          <p:nvSpPr>
            <p:cNvPr id="117" name="Rectangle 37">
              <a:extLst>
                <a:ext uri="{FF2B5EF4-FFF2-40B4-BE49-F238E27FC236}">
                  <a16:creationId xmlns:a16="http://schemas.microsoft.com/office/drawing/2014/main" id="{D9CBF716-E05E-505C-9415-0A1F83D9DD27}"/>
                </a:ext>
              </a:extLst>
            </p:cNvPr>
            <p:cNvSpPr/>
            <p:nvPr/>
          </p:nvSpPr>
          <p:spPr>
            <a:xfrm>
              <a:off x="8137477" y="6698573"/>
              <a:ext cx="1420409" cy="193502"/>
            </a:xfrm>
            <a:prstGeom prst="rect">
              <a:avLst/>
            </a:prstGeom>
            <a:solidFill>
              <a:schemeClr val="bg2">
                <a:lumMod val="10000"/>
                <a:lumOff val="9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7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endParaRPr>
            </a:p>
          </p:txBody>
        </p:sp>
        <p:sp>
          <p:nvSpPr>
            <p:cNvPr id="118" name="OTLSHAPE_M_6b1a73d763be4fac8983a757de742681_Shape">
              <a:extLst>
                <a:ext uri="{FF2B5EF4-FFF2-40B4-BE49-F238E27FC236}">
                  <a16:creationId xmlns:a16="http://schemas.microsoft.com/office/drawing/2014/main" id="{4BBE0DF8-2B88-2413-F448-D87CD7CD8B5A}"/>
                </a:ext>
              </a:extLst>
            </p:cNvPr>
            <p:cNvSpPr>
              <a:spLocks noChangeAspect="1"/>
            </p:cNvSpPr>
            <p:nvPr>
              <p:custDataLst>
                <p:tags r:id="rId23"/>
              </p:custDataLst>
            </p:nvPr>
          </p:nvSpPr>
          <p:spPr>
            <a:xfrm>
              <a:off x="8070149" y="6720972"/>
              <a:ext cx="110712" cy="110711"/>
            </a:xfrm>
            <a:prstGeom prst="diamond">
              <a:avLst/>
            </a:prstGeom>
            <a:solidFill>
              <a:schemeClr val="accent2"/>
            </a:solidFill>
            <a:ln w="12700" cap="flat" cmpd="sng" algn="ctr">
              <a:noFill/>
              <a:prstDash val="solid"/>
            </a:ln>
            <a:effectLst/>
            <a:scene3d>
              <a:camera prst="orthographicFront"/>
              <a:lightRig rig="threePt" dir="t"/>
            </a:scene3d>
            <a:sp3d>
              <a:bevelT h="12700"/>
            </a:sp3d>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grpSp>
      <p:sp>
        <p:nvSpPr>
          <p:cNvPr id="121" name="OTLSHAPE_T_5a934a26f311425e8ebaa0f45e6533ad_Shape">
            <a:extLst>
              <a:ext uri="{FF2B5EF4-FFF2-40B4-BE49-F238E27FC236}">
                <a16:creationId xmlns:a16="http://schemas.microsoft.com/office/drawing/2014/main" id="{32E075B7-0902-3C29-0981-580D10B0CE0C}"/>
              </a:ext>
            </a:extLst>
          </p:cNvPr>
          <p:cNvSpPr/>
          <p:nvPr>
            <p:custDataLst>
              <p:tags r:id="rId11"/>
            </p:custDataLst>
          </p:nvPr>
        </p:nvSpPr>
        <p:spPr bwMode="auto">
          <a:xfrm>
            <a:off x="3293405" y="5284988"/>
            <a:ext cx="7752472" cy="216000"/>
          </a:xfrm>
          <a:prstGeom prst="roundRect">
            <a:avLst/>
          </a:prstGeom>
          <a:solidFill>
            <a:schemeClr val="tx2">
              <a:lumMod val="20000"/>
              <a:lumOff val="8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68580" tIns="34290" rIns="68580" bIns="3429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825" b="1" i="0" u="none" strike="noStrike" kern="1200" cap="none" spc="-5" normalizeH="0" baseline="0" noProof="0">
              <a:ln>
                <a:noFill/>
              </a:ln>
              <a:solidFill>
                <a:srgbClr val="000000"/>
              </a:solidFill>
              <a:effectLst/>
              <a:uLnTx/>
              <a:uFillTx/>
              <a:latin typeface="Boehringer Forward Text"/>
              <a:ea typeface="+mn-ea"/>
              <a:cs typeface="+mn-cs"/>
            </a:endParaRPr>
          </a:p>
        </p:txBody>
      </p:sp>
      <p:sp>
        <p:nvSpPr>
          <p:cNvPr id="123" name="OTLSHAPE_M_39ea6ebc19a94c9fab6ef5006c31df58_Title">
            <a:extLst>
              <a:ext uri="{FF2B5EF4-FFF2-40B4-BE49-F238E27FC236}">
                <a16:creationId xmlns:a16="http://schemas.microsoft.com/office/drawing/2014/main" id="{1E3B0512-FF64-87A8-7D0A-4428CFFBF524}"/>
              </a:ext>
            </a:extLst>
          </p:cNvPr>
          <p:cNvSpPr txBox="1"/>
          <p:nvPr>
            <p:custDataLst>
              <p:tags r:id="rId12"/>
            </p:custDataLst>
          </p:nvPr>
        </p:nvSpPr>
        <p:spPr>
          <a:xfrm>
            <a:off x="11254979" y="3239915"/>
            <a:ext cx="1034065" cy="215444"/>
          </a:xfrm>
          <a:prstGeom prst="rect">
            <a:avLst/>
          </a:prstGeom>
          <a:solidFill>
            <a:srgbClr val="99CCFF"/>
          </a:solid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Full sub/appr (F2-4): Sep2029/Feb 2030 </a:t>
            </a:r>
            <a:endPar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124" name="五角星 55">
            <a:extLst>
              <a:ext uri="{FF2B5EF4-FFF2-40B4-BE49-F238E27FC236}">
                <a16:creationId xmlns:a16="http://schemas.microsoft.com/office/drawing/2014/main" id="{93994F20-2744-ACAA-5A47-BC5D9A45C0FE}"/>
              </a:ext>
            </a:extLst>
          </p:cNvPr>
          <p:cNvSpPr/>
          <p:nvPr/>
        </p:nvSpPr>
        <p:spPr bwMode="auto">
          <a:xfrm>
            <a:off x="11697269" y="3116880"/>
            <a:ext cx="152986" cy="134763"/>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15" name="五角星 55">
            <a:extLst>
              <a:ext uri="{FF2B5EF4-FFF2-40B4-BE49-F238E27FC236}">
                <a16:creationId xmlns:a16="http://schemas.microsoft.com/office/drawing/2014/main" id="{A723A6E9-4790-5412-8589-A90B61E33D97}"/>
              </a:ext>
            </a:extLst>
          </p:cNvPr>
          <p:cNvSpPr/>
          <p:nvPr/>
        </p:nvSpPr>
        <p:spPr bwMode="auto">
          <a:xfrm>
            <a:off x="11606081" y="5837603"/>
            <a:ext cx="152986" cy="134763"/>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27" name="Title 1">
            <a:extLst>
              <a:ext uri="{FF2B5EF4-FFF2-40B4-BE49-F238E27FC236}">
                <a16:creationId xmlns:a16="http://schemas.microsoft.com/office/drawing/2014/main" id="{4E831683-624C-B454-588D-2CBE4610A9F1}"/>
              </a:ext>
            </a:extLst>
          </p:cNvPr>
          <p:cNvSpPr txBox="1">
            <a:spLocks/>
          </p:cNvSpPr>
          <p:nvPr/>
        </p:nvSpPr>
        <p:spPr>
          <a:xfrm>
            <a:off x="479426" y="477000"/>
            <a:ext cx="11233151" cy="720000"/>
          </a:xfrm>
          <a:prstGeom prst="rect">
            <a:avLst/>
          </a:prstGeom>
        </p:spPr>
        <p:txBody>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r>
              <a:rPr lang="en-US" altLang="zh-CN" dirty="0" err="1"/>
              <a:t>Survodutide</a:t>
            </a:r>
            <a:r>
              <a:rPr lang="en-US" altLang="zh-CN" dirty="0"/>
              <a:t>/</a:t>
            </a:r>
            <a:r>
              <a:rPr lang="en-US" altLang="zh-CN" dirty="0">
                <a:solidFill>
                  <a:schemeClr val="tx2"/>
                </a:solidFill>
              </a:rPr>
              <a:t>MASH</a:t>
            </a:r>
            <a:r>
              <a:rPr lang="en-US" altLang="zh-CN" dirty="0"/>
              <a:t> Development Plan</a:t>
            </a:r>
            <a:endParaRPr lang="zh-CN" altLang="en-US" dirty="0"/>
          </a:p>
        </p:txBody>
      </p:sp>
      <p:grpSp>
        <p:nvGrpSpPr>
          <p:cNvPr id="28" name="组合 27">
            <a:extLst>
              <a:ext uri="{FF2B5EF4-FFF2-40B4-BE49-F238E27FC236}">
                <a16:creationId xmlns:a16="http://schemas.microsoft.com/office/drawing/2014/main" id="{6AA8534B-2136-AFE5-4318-A101D968EEAC}"/>
              </a:ext>
            </a:extLst>
          </p:cNvPr>
          <p:cNvGrpSpPr/>
          <p:nvPr/>
        </p:nvGrpSpPr>
        <p:grpSpPr>
          <a:xfrm>
            <a:off x="4553379" y="1762181"/>
            <a:ext cx="2086527" cy="4168000"/>
            <a:chOff x="2922216" y="1879428"/>
            <a:chExt cx="2086527" cy="4168000"/>
          </a:xfrm>
        </p:grpSpPr>
        <p:cxnSp>
          <p:nvCxnSpPr>
            <p:cNvPr id="31" name="直接连接符 30">
              <a:extLst>
                <a:ext uri="{FF2B5EF4-FFF2-40B4-BE49-F238E27FC236}">
                  <a16:creationId xmlns:a16="http://schemas.microsoft.com/office/drawing/2014/main" id="{5AEBF6EC-ACBE-A98A-FB5E-7AB687E711A2}"/>
                </a:ext>
              </a:extLst>
            </p:cNvPr>
            <p:cNvCxnSpPr>
              <a:cxnSpLocks/>
            </p:cNvCxnSpPr>
            <p:nvPr/>
          </p:nvCxnSpPr>
          <p:spPr>
            <a:xfrm>
              <a:off x="3927404" y="1879428"/>
              <a:ext cx="0" cy="4002711"/>
            </a:xfrm>
            <a:prstGeom prst="line">
              <a:avLst/>
            </a:prstGeom>
            <a:ln>
              <a:solidFill>
                <a:srgbClr val="C00000"/>
              </a:solidFill>
              <a:prstDash val="dash"/>
            </a:ln>
          </p:spPr>
          <p:style>
            <a:lnRef idx="1">
              <a:schemeClr val="accent4"/>
            </a:lnRef>
            <a:fillRef idx="0">
              <a:schemeClr val="accent4"/>
            </a:fillRef>
            <a:effectRef idx="0">
              <a:schemeClr val="accent4"/>
            </a:effectRef>
            <a:fontRef idx="minor">
              <a:schemeClr val="tx1"/>
            </a:fontRef>
          </p:style>
        </p:cxnSp>
        <p:sp>
          <p:nvSpPr>
            <p:cNvPr id="32" name="TextBox 56">
              <a:extLst>
                <a:ext uri="{FF2B5EF4-FFF2-40B4-BE49-F238E27FC236}">
                  <a16:creationId xmlns:a16="http://schemas.microsoft.com/office/drawing/2014/main" id="{B032135F-775B-B60A-8E07-9D41306A1DDB}"/>
                </a:ext>
              </a:extLst>
            </p:cNvPr>
            <p:cNvSpPr txBox="1"/>
            <p:nvPr/>
          </p:nvSpPr>
          <p:spPr>
            <a:xfrm>
              <a:off x="2922216" y="5893540"/>
              <a:ext cx="2086527" cy="153888"/>
            </a:xfrm>
            <a:prstGeom prst="rect">
              <a:avLst/>
            </a:prstGeom>
            <a:noFill/>
          </p:spPr>
          <p:txBody>
            <a:bodyPr wrap="square" lIns="45720" tIns="0" rIns="45720" bIns="0" rtlCol="0">
              <a:sp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68567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FF0000"/>
                  </a:solidFill>
                  <a:effectLst/>
                  <a:uLnTx/>
                  <a:uFillTx/>
                  <a:latin typeface="Boehringer Forward Head"/>
                  <a:ea typeface="+mn-ea"/>
                  <a:cs typeface="Calibri" panose="020F0502020204030204" pitchFamily="34" charset="0"/>
                </a:rPr>
                <a:t>We are here</a:t>
              </a:r>
            </a:p>
          </p:txBody>
        </p:sp>
      </p:grpSp>
      <p:sp>
        <p:nvSpPr>
          <p:cNvPr id="3" name="OTLSHAPE_T_e17f3958430f4cff8650518c93c7635e_StartDate">
            <a:extLst>
              <a:ext uri="{FF2B5EF4-FFF2-40B4-BE49-F238E27FC236}">
                <a16:creationId xmlns:a16="http://schemas.microsoft.com/office/drawing/2014/main" id="{A834916F-0D96-011B-13C3-94CB5B380D92}"/>
              </a:ext>
            </a:extLst>
          </p:cNvPr>
          <p:cNvSpPr txBox="1"/>
          <p:nvPr>
            <p:custDataLst>
              <p:tags r:id="rId13"/>
            </p:custDataLst>
          </p:nvPr>
        </p:nvSpPr>
        <p:spPr>
          <a:xfrm>
            <a:off x="1902167" y="4869753"/>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solidFill>
                  <a:srgbClr val="1F497D"/>
                </a:solidFill>
                <a:latin typeface="Boehringer Forward Text"/>
                <a:cs typeface="Calibri" panose="020F0502020204030204" pitchFamily="34" charset="0"/>
              </a:rPr>
              <a:t>6</a:t>
            </a: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 </a:t>
            </a:r>
            <a:r>
              <a:rPr lang="en-US" altLang="zh-CN" sz="750" b="1">
                <a:solidFill>
                  <a:srgbClr val="1F497D"/>
                </a:solidFill>
                <a:latin typeface="Boehringer Forward Text"/>
                <a:cs typeface="Calibri" panose="020F0502020204030204" pitchFamily="34" charset="0"/>
              </a:rPr>
              <a:t>Aug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CTA s</a:t>
            </a:r>
            <a:endParaRPr kumimoji="0" lang="zh-CN" altLang="en-US"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endParaRPr>
          </a:p>
        </p:txBody>
      </p:sp>
      <p:sp>
        <p:nvSpPr>
          <p:cNvPr id="73" name="OTLSHAPE_T_e17f3958430f4cff8650518c93c7635e_StartDate">
            <a:extLst>
              <a:ext uri="{FF2B5EF4-FFF2-40B4-BE49-F238E27FC236}">
                <a16:creationId xmlns:a16="http://schemas.microsoft.com/office/drawing/2014/main" id="{F96EDEEA-8772-0B03-1668-FC29FB6D8A58}"/>
              </a:ext>
            </a:extLst>
          </p:cNvPr>
          <p:cNvSpPr txBox="1"/>
          <p:nvPr>
            <p:custDataLst>
              <p:tags r:id="rId14"/>
            </p:custDataLst>
          </p:nvPr>
        </p:nvSpPr>
        <p:spPr>
          <a:xfrm>
            <a:off x="2363692" y="4551936"/>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18 </a:t>
            </a:r>
            <a:r>
              <a:rPr lang="en-US" altLang="zh-CN" sz="750" b="1">
                <a:solidFill>
                  <a:srgbClr val="1F497D"/>
                </a:solidFill>
                <a:latin typeface="Boehringer Forward Text"/>
                <a:cs typeface="Calibri" panose="020F0502020204030204" pitchFamily="34" charset="0"/>
              </a:rPr>
              <a:t>Oct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CTA a</a:t>
            </a:r>
            <a:endParaRPr kumimoji="0" lang="zh-CN" altLang="en-US"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endParaRPr>
          </a:p>
        </p:txBody>
      </p:sp>
      <p:sp>
        <p:nvSpPr>
          <p:cNvPr id="77" name="OTLSHAPE_T_e17f3958430f4cff8650518c93c7635e_StartDate">
            <a:extLst>
              <a:ext uri="{FF2B5EF4-FFF2-40B4-BE49-F238E27FC236}">
                <a16:creationId xmlns:a16="http://schemas.microsoft.com/office/drawing/2014/main" id="{F2CED985-0F1E-5838-FA5C-178AB8B0E85A}"/>
              </a:ext>
            </a:extLst>
          </p:cNvPr>
          <p:cNvSpPr txBox="1"/>
          <p:nvPr>
            <p:custDataLst>
              <p:tags r:id="rId15"/>
            </p:custDataLst>
          </p:nvPr>
        </p:nvSpPr>
        <p:spPr>
          <a:xfrm>
            <a:off x="1333712" y="4937135"/>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Mar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rPr>
              <a:t>EoP2 s</a:t>
            </a:r>
            <a:endParaRPr kumimoji="0" lang="zh-CN" altLang="en-US" sz="750" b="1" i="0" u="none" strike="noStrike" kern="1200" cap="none" spc="0" normalizeH="0" baseline="0" noProof="0">
              <a:ln>
                <a:noFill/>
              </a:ln>
              <a:solidFill>
                <a:srgbClr val="1F497D"/>
              </a:solidFill>
              <a:effectLst/>
              <a:uLnTx/>
              <a:uFillTx/>
              <a:latin typeface="Boehringer Forward Text"/>
              <a:ea typeface="+mn-ea"/>
              <a:cs typeface="Calibri" panose="020F0502020204030204" pitchFamily="34" charset="0"/>
            </a:endParaRPr>
          </a:p>
        </p:txBody>
      </p:sp>
      <p:grpSp>
        <p:nvGrpSpPr>
          <p:cNvPr id="127" name="组合 126">
            <a:extLst>
              <a:ext uri="{FF2B5EF4-FFF2-40B4-BE49-F238E27FC236}">
                <a16:creationId xmlns:a16="http://schemas.microsoft.com/office/drawing/2014/main" id="{01E11116-37AD-4635-711D-8B259AF05494}"/>
              </a:ext>
            </a:extLst>
          </p:cNvPr>
          <p:cNvGrpSpPr/>
          <p:nvPr/>
        </p:nvGrpSpPr>
        <p:grpSpPr>
          <a:xfrm>
            <a:off x="2925111" y="4527613"/>
            <a:ext cx="511967" cy="593337"/>
            <a:chOff x="4715811" y="4208014"/>
            <a:chExt cx="511967" cy="593337"/>
          </a:xfrm>
        </p:grpSpPr>
        <p:sp>
          <p:nvSpPr>
            <p:cNvPr id="79" name="Rectangle 135">
              <a:extLst>
                <a:ext uri="{FF2B5EF4-FFF2-40B4-BE49-F238E27FC236}">
                  <a16:creationId xmlns:a16="http://schemas.microsoft.com/office/drawing/2014/main" id="{3BFACE7C-992C-4E90-06C3-EF60DA08923C}"/>
                </a:ext>
              </a:extLst>
            </p:cNvPr>
            <p:cNvSpPr/>
            <p:nvPr/>
          </p:nvSpPr>
          <p:spPr>
            <a:xfrm>
              <a:off x="4847274" y="4593602"/>
              <a:ext cx="36260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FSS</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125" name="OTLSHAPE_T_e17f3958430f4cff8650518c93c7635e_StartDate">
              <a:extLst>
                <a:ext uri="{FF2B5EF4-FFF2-40B4-BE49-F238E27FC236}">
                  <a16:creationId xmlns:a16="http://schemas.microsoft.com/office/drawing/2014/main" id="{515F255E-95CA-4780-AA03-2003D354536C}"/>
                </a:ext>
              </a:extLst>
            </p:cNvPr>
            <p:cNvSpPr txBox="1"/>
            <p:nvPr>
              <p:custDataLst>
                <p:tags r:id="rId22"/>
              </p:custDataLst>
            </p:nvPr>
          </p:nvSpPr>
          <p:spPr>
            <a:xfrm>
              <a:off x="4715811" y="4208014"/>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00B050"/>
                  </a:solidFill>
                  <a:effectLst/>
                  <a:uLnTx/>
                  <a:uFillTx/>
                  <a:latin typeface="Boehringer Forward Text"/>
                  <a:ea typeface="+mn-ea"/>
                  <a:cs typeface="Calibri" panose="020F0502020204030204" pitchFamily="34" charset="0"/>
                </a:rPr>
                <a:t> </a:t>
              </a:r>
              <a:r>
                <a:rPr kumimoji="0" lang="en-US" altLang="zh-CN"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1</a:t>
              </a:r>
              <a:r>
                <a:rPr lang="en-US" altLang="zh-CN" sz="750" b="1">
                  <a:solidFill>
                    <a:prstClr val="black"/>
                  </a:solidFill>
                  <a:latin typeface="Boehringer Forward Text"/>
                  <a:cs typeface="Calibri" panose="020F0502020204030204" pitchFamily="34" charset="0"/>
                </a:rPr>
                <a:t>7 Jan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2024</a:t>
              </a: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26" name="Star: 4 Points 143">
              <a:extLst>
                <a:ext uri="{FF2B5EF4-FFF2-40B4-BE49-F238E27FC236}">
                  <a16:creationId xmlns:a16="http://schemas.microsoft.com/office/drawing/2014/main" id="{7246FD86-985B-4900-A252-7F263496B83E}"/>
                </a:ext>
              </a:extLst>
            </p:cNvPr>
            <p:cNvSpPr/>
            <p:nvPr/>
          </p:nvSpPr>
          <p:spPr bwMode="auto">
            <a:xfrm>
              <a:off x="4974151" y="4468877"/>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grpSp>
      <p:grpSp>
        <p:nvGrpSpPr>
          <p:cNvPr id="128" name="组合 127">
            <a:extLst>
              <a:ext uri="{FF2B5EF4-FFF2-40B4-BE49-F238E27FC236}">
                <a16:creationId xmlns:a16="http://schemas.microsoft.com/office/drawing/2014/main" id="{A9800526-CBC5-9608-5156-6AA31135C4BA}"/>
              </a:ext>
            </a:extLst>
          </p:cNvPr>
          <p:cNvGrpSpPr/>
          <p:nvPr/>
        </p:nvGrpSpPr>
        <p:grpSpPr>
          <a:xfrm>
            <a:off x="2964051" y="5156284"/>
            <a:ext cx="511967" cy="593337"/>
            <a:chOff x="4715811" y="4208014"/>
            <a:chExt cx="511967" cy="593337"/>
          </a:xfrm>
        </p:grpSpPr>
        <p:sp>
          <p:nvSpPr>
            <p:cNvPr id="129" name="Rectangle 135">
              <a:extLst>
                <a:ext uri="{FF2B5EF4-FFF2-40B4-BE49-F238E27FC236}">
                  <a16:creationId xmlns:a16="http://schemas.microsoft.com/office/drawing/2014/main" id="{26D1BC3F-A6D8-0F7D-422C-2A0C68E8AC68}"/>
                </a:ext>
              </a:extLst>
            </p:cNvPr>
            <p:cNvSpPr/>
            <p:nvPr/>
          </p:nvSpPr>
          <p:spPr>
            <a:xfrm>
              <a:off x="4847274" y="4593602"/>
              <a:ext cx="362600"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rPr>
                <a:t>FSS</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130" name="OTLSHAPE_T_e17f3958430f4cff8650518c93c7635e_StartDate">
              <a:extLst>
                <a:ext uri="{FF2B5EF4-FFF2-40B4-BE49-F238E27FC236}">
                  <a16:creationId xmlns:a16="http://schemas.microsoft.com/office/drawing/2014/main" id="{A8ED90F5-47F1-2AA5-709C-4B0563746F3E}"/>
                </a:ext>
              </a:extLst>
            </p:cNvPr>
            <p:cNvSpPr txBox="1"/>
            <p:nvPr>
              <p:custDataLst>
                <p:tags r:id="rId21"/>
              </p:custDataLst>
            </p:nvPr>
          </p:nvSpPr>
          <p:spPr>
            <a:xfrm>
              <a:off x="4715811" y="4208014"/>
              <a:ext cx="511967" cy="230832"/>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srgbClr val="00B050"/>
                  </a:solidFill>
                  <a:effectLst/>
                  <a:uLnTx/>
                  <a:uFillTx/>
                  <a:latin typeface="Boehringer Forward Text"/>
                  <a:ea typeface="+mn-ea"/>
                  <a:cs typeface="Calibri" panose="020F0502020204030204" pitchFamily="34" charset="0"/>
                </a:rPr>
                <a:t> </a:t>
              </a:r>
              <a:r>
                <a:rPr lang="en-US" altLang="zh-CN" sz="750" b="1">
                  <a:solidFill>
                    <a:prstClr val="black"/>
                  </a:solidFill>
                  <a:latin typeface="Boehringer Forward Text"/>
                  <a:cs typeface="Calibri" panose="020F0502020204030204" pitchFamily="34" charset="0"/>
                </a:rPr>
                <a:t>27 Jan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rPr>
                <a:t>2024</a:t>
              </a:r>
              <a:endParaRPr kumimoji="0" lang="zh-CN" altLang="en-US" sz="750" b="1"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131" name="Star: 4 Points 143">
              <a:extLst>
                <a:ext uri="{FF2B5EF4-FFF2-40B4-BE49-F238E27FC236}">
                  <a16:creationId xmlns:a16="http://schemas.microsoft.com/office/drawing/2014/main" id="{7616168A-3CD5-6BFB-7360-E127C5669A8A}"/>
                </a:ext>
              </a:extLst>
            </p:cNvPr>
            <p:cNvSpPr/>
            <p:nvPr/>
          </p:nvSpPr>
          <p:spPr bwMode="auto">
            <a:xfrm>
              <a:off x="4974151" y="4468877"/>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grpSp>
      <p:sp>
        <p:nvSpPr>
          <p:cNvPr id="20" name="Rectangle 135">
            <a:extLst>
              <a:ext uri="{FF2B5EF4-FFF2-40B4-BE49-F238E27FC236}">
                <a16:creationId xmlns:a16="http://schemas.microsoft.com/office/drawing/2014/main" id="{74BD4A57-B31A-93F1-FA78-54DF98349710}"/>
              </a:ext>
            </a:extLst>
          </p:cNvPr>
          <p:cNvSpPr/>
          <p:nvPr/>
        </p:nvSpPr>
        <p:spPr>
          <a:xfrm>
            <a:off x="7363599" y="2728676"/>
            <a:ext cx="365806"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solidFill>
                  <a:srgbClr val="44546A"/>
                </a:solidFill>
                <a:latin typeface="Boehringer Forward Text"/>
                <a:cs typeface="Calibri" panose="020F0502020204030204" pitchFamily="34" charset="0"/>
              </a:rPr>
              <a:t>LSR</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26" name="OTLSHAPE_T_e17f3958430f4cff8650518c93c7635e_StartDate">
            <a:extLst>
              <a:ext uri="{FF2B5EF4-FFF2-40B4-BE49-F238E27FC236}">
                <a16:creationId xmlns:a16="http://schemas.microsoft.com/office/drawing/2014/main" id="{F20984A5-8917-F310-FB0F-38E438C66258}"/>
              </a:ext>
            </a:extLst>
          </p:cNvPr>
          <p:cNvSpPr txBox="1"/>
          <p:nvPr>
            <p:custDataLst>
              <p:tags r:id="rId16"/>
            </p:custDataLst>
          </p:nvPr>
        </p:nvSpPr>
        <p:spPr>
          <a:xfrm>
            <a:off x="7915389" y="2403471"/>
            <a:ext cx="511967" cy="1154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latin typeface="Boehringer Forward Text"/>
                <a:cs typeface="Calibri" panose="020F0502020204030204" pitchFamily="34" charset="0"/>
              </a:rPr>
              <a:t>Jul</a:t>
            </a:r>
            <a:r>
              <a:rPr kumimoji="0" lang="en-US" altLang="zh-CN" sz="750" b="1" i="0" u="none" strike="noStrike" kern="1200" cap="none" spc="0" normalizeH="0" baseline="0" noProof="0">
                <a:ln>
                  <a:noFill/>
                </a:ln>
                <a:effectLst/>
                <a:uLnTx/>
                <a:uFillTx/>
                <a:latin typeface="Boehringer Forward Text"/>
                <a:ea typeface="+mn-ea"/>
                <a:cs typeface="Calibri" panose="020F0502020204030204" pitchFamily="34" charset="0"/>
              </a:rPr>
              <a:t> 2027</a:t>
            </a:r>
            <a:endParaRPr kumimoji="0" lang="zh-CN" altLang="en-US" sz="750" b="1" i="0" u="none" strike="noStrike" kern="1200" cap="none" spc="0" normalizeH="0" baseline="0" noProof="0">
              <a:ln>
                <a:noFill/>
              </a:ln>
              <a:effectLst/>
              <a:uLnTx/>
              <a:uFillTx/>
              <a:latin typeface="Boehringer Forward Text"/>
              <a:ea typeface="+mn-ea"/>
              <a:cs typeface="Calibri" panose="020F0502020204030204" pitchFamily="34" charset="0"/>
            </a:endParaRPr>
          </a:p>
        </p:txBody>
      </p:sp>
      <p:sp>
        <p:nvSpPr>
          <p:cNvPr id="35" name="Star: 4 Points 143">
            <a:extLst>
              <a:ext uri="{FF2B5EF4-FFF2-40B4-BE49-F238E27FC236}">
                <a16:creationId xmlns:a16="http://schemas.microsoft.com/office/drawing/2014/main" id="{7F434CD8-A68C-ED95-8ED3-F9BF92F954A8}"/>
              </a:ext>
            </a:extLst>
          </p:cNvPr>
          <p:cNvSpPr/>
          <p:nvPr/>
        </p:nvSpPr>
        <p:spPr bwMode="auto">
          <a:xfrm>
            <a:off x="7477411" y="2602871"/>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37" name="Rectangle 135">
            <a:extLst>
              <a:ext uri="{FF2B5EF4-FFF2-40B4-BE49-F238E27FC236}">
                <a16:creationId xmlns:a16="http://schemas.microsoft.com/office/drawing/2014/main" id="{1A6E1DFD-2EFE-E7B4-3663-C80C96D24C9F}"/>
              </a:ext>
            </a:extLst>
          </p:cNvPr>
          <p:cNvSpPr/>
          <p:nvPr/>
        </p:nvSpPr>
        <p:spPr>
          <a:xfrm>
            <a:off x="8433211" y="3245980"/>
            <a:ext cx="365806" cy="20774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750" b="1">
                <a:solidFill>
                  <a:srgbClr val="44546A"/>
                </a:solidFill>
                <a:latin typeface="Boehringer Forward Text"/>
                <a:cs typeface="Calibri" panose="020F0502020204030204" pitchFamily="34" charset="0"/>
              </a:rPr>
              <a:t>LSR</a:t>
            </a:r>
            <a:endParaRPr kumimoji="0" lang="zh-CN" altLang="en-US" sz="750" b="1" i="0" u="none" strike="noStrike" kern="1200" cap="none" spc="0" normalizeH="0" baseline="0" noProof="0">
              <a:ln>
                <a:noFill/>
              </a:ln>
              <a:solidFill>
                <a:srgbClr val="44546A"/>
              </a:solidFill>
              <a:effectLst/>
              <a:uLnTx/>
              <a:uFillTx/>
              <a:latin typeface="Boehringer Forward Text"/>
              <a:ea typeface="+mn-ea"/>
              <a:cs typeface="Calibri" panose="020F0502020204030204" pitchFamily="34" charset="0"/>
            </a:endParaRPr>
          </a:p>
        </p:txBody>
      </p:sp>
      <p:sp>
        <p:nvSpPr>
          <p:cNvPr id="43" name="OTLSHAPE_T_e17f3958430f4cff8650518c93c7635e_StartDate">
            <a:extLst>
              <a:ext uri="{FF2B5EF4-FFF2-40B4-BE49-F238E27FC236}">
                <a16:creationId xmlns:a16="http://schemas.microsoft.com/office/drawing/2014/main" id="{6EE69C51-762C-DD61-C0A9-06310B188562}"/>
              </a:ext>
            </a:extLst>
          </p:cNvPr>
          <p:cNvSpPr txBox="1"/>
          <p:nvPr>
            <p:custDataLst>
              <p:tags r:id="rId17"/>
            </p:custDataLst>
          </p:nvPr>
        </p:nvSpPr>
        <p:spPr>
          <a:xfrm>
            <a:off x="8371060" y="3005208"/>
            <a:ext cx="511967" cy="1154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1" i="0" u="none" strike="noStrike" kern="1200" cap="none" spc="0" normalizeH="0" baseline="0" noProof="0">
                <a:ln>
                  <a:noFill/>
                </a:ln>
                <a:effectLst/>
                <a:uLnTx/>
                <a:uFillTx/>
                <a:latin typeface="Boehringer Forward Text"/>
                <a:ea typeface="+mn-ea"/>
                <a:cs typeface="Calibri" panose="020F0502020204030204" pitchFamily="34" charset="0"/>
              </a:rPr>
              <a:t>Nov 2027</a:t>
            </a:r>
            <a:endParaRPr kumimoji="0" lang="zh-CN" altLang="en-US" sz="750" b="1" i="0" u="none" strike="noStrike" kern="1200" cap="none" spc="0" normalizeH="0" baseline="0" noProof="0">
              <a:ln>
                <a:noFill/>
              </a:ln>
              <a:effectLst/>
              <a:uLnTx/>
              <a:uFillTx/>
              <a:latin typeface="Boehringer Forward Text"/>
              <a:ea typeface="+mn-ea"/>
              <a:cs typeface="Calibri" panose="020F0502020204030204" pitchFamily="34" charset="0"/>
            </a:endParaRPr>
          </a:p>
        </p:txBody>
      </p:sp>
      <p:sp>
        <p:nvSpPr>
          <p:cNvPr id="49" name="Star: 4 Points 143">
            <a:extLst>
              <a:ext uri="{FF2B5EF4-FFF2-40B4-BE49-F238E27FC236}">
                <a16:creationId xmlns:a16="http://schemas.microsoft.com/office/drawing/2014/main" id="{6FE1B71A-630A-DB5D-5273-AA6CC2361DC0}"/>
              </a:ext>
            </a:extLst>
          </p:cNvPr>
          <p:cNvSpPr/>
          <p:nvPr/>
        </p:nvSpPr>
        <p:spPr bwMode="auto">
          <a:xfrm>
            <a:off x="8537026" y="3126389"/>
            <a:ext cx="138182" cy="14086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68580" tIns="34290" rIns="68580" bIns="34290" numCol="1" rtlCol="0" anchor="t" anchorCtr="0" compatLnSpc="1">
            <a:prstTxWarp prst="textNoShape">
              <a:avLst/>
            </a:prstTxWarp>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Calibri" panose="020F0502020204030204" pitchFamily="34" charset="0"/>
            </a:endParaRPr>
          </a:p>
        </p:txBody>
      </p:sp>
      <p:sp>
        <p:nvSpPr>
          <p:cNvPr id="51" name="OTLSHAPE_M_39ea6ebc19a94c9fab6ef5006c31df58_Title">
            <a:extLst>
              <a:ext uri="{FF2B5EF4-FFF2-40B4-BE49-F238E27FC236}">
                <a16:creationId xmlns:a16="http://schemas.microsoft.com/office/drawing/2014/main" id="{A2C4BBB4-DF24-F12D-F4B1-82D98FB5A2F5}"/>
              </a:ext>
            </a:extLst>
          </p:cNvPr>
          <p:cNvSpPr txBox="1"/>
          <p:nvPr>
            <p:custDataLst>
              <p:tags r:id="rId18"/>
            </p:custDataLst>
          </p:nvPr>
        </p:nvSpPr>
        <p:spPr>
          <a:xfrm>
            <a:off x="8294567" y="5972263"/>
            <a:ext cx="1205639" cy="323165"/>
          </a:xfrm>
          <a:prstGeom prst="rect">
            <a:avLst/>
          </a:prstGeom>
          <a:solidFill>
            <a:srgbClr val="99CCFF"/>
          </a:solid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Accelerated sub/appr (F2/3): </a:t>
            </a:r>
            <a:r>
              <a:rPr lang="en-US" altLang="zh-CN" sz="700" b="1">
                <a:solidFill>
                  <a:srgbClr val="08312A"/>
                </a:solidFill>
                <a:latin typeface="Boehringer Forward Text"/>
                <a:cs typeface="Calibri"/>
              </a:rPr>
              <a:t>Nov</a:t>
            </a: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 2027/Aug 2028 (</a:t>
            </a:r>
            <a:r>
              <a:rPr kumimoji="0" lang="en-US" altLang="zh-CN" sz="700" b="1" i="0" u="none" strike="noStrike" kern="1200" cap="none" spc="0" normalizeH="0" baseline="0" noProof="0" err="1">
                <a:ln>
                  <a:noFill/>
                </a:ln>
                <a:solidFill>
                  <a:srgbClr val="08312A"/>
                </a:solidFill>
                <a:effectLst/>
                <a:uLnTx/>
                <a:uFillTx/>
                <a:latin typeface="Boehringer Forward Text"/>
                <a:ea typeface="+mn-ea"/>
                <a:cs typeface="Calibri"/>
              </a:rPr>
              <a:t>best&amp;base</a:t>
            </a: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a:t>
            </a:r>
            <a:endPar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55" name="OTLSHAPE_M_39ea6ebc19a94c9fab6ef5006c31df58_Title">
            <a:extLst>
              <a:ext uri="{FF2B5EF4-FFF2-40B4-BE49-F238E27FC236}">
                <a16:creationId xmlns:a16="http://schemas.microsoft.com/office/drawing/2014/main" id="{87DF4C55-4189-DD97-6423-137D77E7D1DB}"/>
              </a:ext>
            </a:extLst>
          </p:cNvPr>
          <p:cNvSpPr txBox="1"/>
          <p:nvPr>
            <p:custDataLst>
              <p:tags r:id="rId19"/>
            </p:custDataLst>
          </p:nvPr>
        </p:nvSpPr>
        <p:spPr>
          <a:xfrm>
            <a:off x="11034030" y="6022128"/>
            <a:ext cx="1034065" cy="323165"/>
          </a:xfrm>
          <a:prstGeom prst="rect">
            <a:avLst/>
          </a:prstGeom>
          <a:solidFill>
            <a:srgbClr val="99CCFF"/>
          </a:solid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Full sub/appr (F2-4): </a:t>
            </a:r>
            <a:r>
              <a:rPr lang="en-US" altLang="zh-CN" sz="700" b="1">
                <a:solidFill>
                  <a:srgbClr val="08312A"/>
                </a:solidFill>
                <a:latin typeface="Boehringer Forward Text"/>
                <a:cs typeface="Calibri"/>
              </a:rPr>
              <a:t>Oct</a:t>
            </a: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 2029/Jul 2030 (best) Dec 2030 (base</a:t>
            </a:r>
            <a:endPar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56" name="OTLSHAPE_M_39ea6ebc19a94c9fab6ef5006c31df58_Title">
            <a:extLst>
              <a:ext uri="{FF2B5EF4-FFF2-40B4-BE49-F238E27FC236}">
                <a16:creationId xmlns:a16="http://schemas.microsoft.com/office/drawing/2014/main" id="{CDBCAE07-EEEA-D2F3-CC37-6D529F3C1A8B}"/>
              </a:ext>
            </a:extLst>
          </p:cNvPr>
          <p:cNvSpPr txBox="1"/>
          <p:nvPr>
            <p:custDataLst>
              <p:tags r:id="rId20"/>
            </p:custDataLst>
          </p:nvPr>
        </p:nvSpPr>
        <p:spPr>
          <a:xfrm>
            <a:off x="11112784" y="5017075"/>
            <a:ext cx="1034065" cy="323165"/>
          </a:xfrm>
          <a:prstGeom prst="rect">
            <a:avLst/>
          </a:prstGeom>
          <a:solidFill>
            <a:srgbClr val="99CCFF"/>
          </a:solid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Full sub/appr (F2-3): Nov 2032/</a:t>
            </a:r>
            <a:r>
              <a:rPr lang="en-US" altLang="zh-CN" sz="700" b="1">
                <a:solidFill>
                  <a:srgbClr val="08312A"/>
                </a:solidFill>
                <a:latin typeface="Boehringer Forward Text"/>
                <a:cs typeface="Calibri"/>
              </a:rPr>
              <a:t>Sept</a:t>
            </a:r>
            <a:r>
              <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a:rPr>
              <a:t> 2033 (best) Feb 2034 (base</a:t>
            </a:r>
            <a:endParaRPr kumimoji="0" lang="en-US" altLang="zh-CN" sz="700" b="1" i="0" u="none" strike="noStrike" kern="1200" cap="none" spc="0" normalizeH="0" baseline="0" noProof="0">
              <a:ln>
                <a:noFill/>
              </a:ln>
              <a:solidFill>
                <a:srgbClr val="08312A"/>
              </a:solidFill>
              <a:effectLst/>
              <a:uLnTx/>
              <a:uFillTx/>
              <a:latin typeface="Boehringer Forward Text"/>
              <a:ea typeface="+mn-ea"/>
              <a:cs typeface="Calibri" panose="020F0502020204030204" pitchFamily="34" charset="0"/>
            </a:endParaRPr>
          </a:p>
        </p:txBody>
      </p:sp>
      <p:sp>
        <p:nvSpPr>
          <p:cNvPr id="57" name="五角星 55">
            <a:extLst>
              <a:ext uri="{FF2B5EF4-FFF2-40B4-BE49-F238E27FC236}">
                <a16:creationId xmlns:a16="http://schemas.microsoft.com/office/drawing/2014/main" id="{2672C8F8-43CC-194B-EBBB-3CE3D1CD03C9}"/>
              </a:ext>
            </a:extLst>
          </p:cNvPr>
          <p:cNvSpPr/>
          <p:nvPr/>
        </p:nvSpPr>
        <p:spPr bwMode="auto">
          <a:xfrm>
            <a:off x="11939749" y="4802372"/>
            <a:ext cx="152986" cy="134763"/>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Boehringer Forward Text"/>
              <a:ea typeface="+mn-ea"/>
              <a:cs typeface="+mn-cs"/>
            </a:endParaRPr>
          </a:p>
        </p:txBody>
      </p:sp>
      <p:cxnSp>
        <p:nvCxnSpPr>
          <p:cNvPr id="13" name="Straight Connector 147">
            <a:extLst>
              <a:ext uri="{FF2B5EF4-FFF2-40B4-BE49-F238E27FC236}">
                <a16:creationId xmlns:a16="http://schemas.microsoft.com/office/drawing/2014/main" id="{128E2590-2564-D2BF-6A90-A6276F9FA419}"/>
              </a:ext>
            </a:extLst>
          </p:cNvPr>
          <p:cNvCxnSpPr>
            <a:cxnSpLocks/>
          </p:cNvCxnSpPr>
          <p:nvPr/>
        </p:nvCxnSpPr>
        <p:spPr bwMode="auto">
          <a:xfrm flipH="1">
            <a:off x="30480" y="3528754"/>
            <a:ext cx="12161520" cy="0"/>
          </a:xfrm>
          <a:prstGeom prst="line">
            <a:avLst/>
          </a:prstGeom>
          <a:solidFill>
            <a:schemeClr val="accent1"/>
          </a:solidFill>
          <a:ln w="15875" cap="flat" cmpd="sng" algn="ctr">
            <a:solidFill>
              <a:schemeClr val="accent6"/>
            </a:solidFill>
            <a:prstDash val="sysDash"/>
            <a:round/>
            <a:headEnd type="none" w="med" len="med"/>
            <a:tailEnd type="none" w="med" len="med"/>
          </a:ln>
          <a:effectLst/>
        </p:spPr>
      </p:cxnSp>
      <p:pic>
        <p:nvPicPr>
          <p:cNvPr id="33" name="Picture 2" descr="image">
            <a:extLst>
              <a:ext uri="{FF2B5EF4-FFF2-40B4-BE49-F238E27FC236}">
                <a16:creationId xmlns:a16="http://schemas.microsoft.com/office/drawing/2014/main" id="{7E790A3B-949E-5875-3E05-C8E8E9940B35}"/>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
        <p:nvSpPr>
          <p:cNvPr id="6" name="文本框 160">
            <a:extLst>
              <a:ext uri="{FF2B5EF4-FFF2-40B4-BE49-F238E27FC236}">
                <a16:creationId xmlns:a16="http://schemas.microsoft.com/office/drawing/2014/main" id="{2808A246-3FB7-AF60-F618-3C5FB57D0ADF}"/>
              </a:ext>
            </a:extLst>
          </p:cNvPr>
          <p:cNvSpPr txBox="1"/>
          <p:nvPr/>
        </p:nvSpPr>
        <p:spPr>
          <a:xfrm>
            <a:off x="3933877" y="3546243"/>
            <a:ext cx="8044278" cy="1293971"/>
          </a:xfrm>
          <a:prstGeom prst="roundRect">
            <a:avLst/>
          </a:prstGeom>
          <a:noFill/>
          <a:ln>
            <a:solidFill>
              <a:srgbClr val="076D7E"/>
            </a:solidFill>
            <a:prstDash val="lgDash"/>
          </a:ln>
        </p:spPr>
        <p:txBody>
          <a:bodyPr wrap="square" lIns="91440" tIns="45720" rIns="91440" bIns="45720" rtlCol="0" anchor="t">
            <a:spAutoFit/>
          </a:bodyPr>
          <a:lstStyle/>
          <a:p>
            <a:pPr marL="95885" indent="-95885" defTabSz="1219170">
              <a:spcAft>
                <a:spcPts val="267"/>
              </a:spcAft>
              <a:buFont typeface="Arial" panose="020B0604020202020204" pitchFamily="34" charset="0"/>
              <a:buChar char="•"/>
              <a:defRPr/>
            </a:pPr>
            <a:r>
              <a:rPr lang="en-US" altLang="zh-CN" sz="1000" b="0" i="1" u="none" strike="noStrike">
                <a:solidFill>
                  <a:srgbClr val="404040"/>
                </a:solidFill>
                <a:effectLst/>
                <a:latin typeface="Boehringer Forward Text" panose="020B0504030403020204" pitchFamily="34" charset="0"/>
              </a:rPr>
              <a:t>By 17 Apr, LIVERAGE has screened 380 </a:t>
            </a:r>
            <a:r>
              <a:rPr lang="en-US" altLang="zh-CN" sz="1000" b="0" i="1" u="none" strike="noStrike">
                <a:solidFill>
                  <a:srgbClr val="F58A68"/>
                </a:solidFill>
                <a:effectLst/>
                <a:latin typeface="Boehringer Forward Text" panose="020B0504030403020204" pitchFamily="34" charset="0"/>
              </a:rPr>
              <a:t>(+105 in Mar, +56 in Apr), </a:t>
            </a:r>
            <a:r>
              <a:rPr lang="en-US" altLang="zh-CN" sz="1000" b="0" i="1" u="none" strike="noStrike">
                <a:solidFill>
                  <a:srgbClr val="404040"/>
                </a:solidFill>
                <a:effectLst/>
                <a:latin typeface="Boehringer Forward Text" panose="020B0504030403020204" pitchFamily="34" charset="0"/>
              </a:rPr>
              <a:t>randomized 20 </a:t>
            </a:r>
            <a:r>
              <a:rPr lang="en-US" altLang="zh-CN" sz="1000" b="0" i="1" u="none" strike="noStrike">
                <a:solidFill>
                  <a:srgbClr val="F58A68"/>
                </a:solidFill>
                <a:effectLst/>
                <a:latin typeface="Boehringer Forward Text" panose="020B0504030403020204" pitchFamily="34" charset="0"/>
              </a:rPr>
              <a:t>(+2 in Mar, +1 in Apr) [50 as planned for Apr]</a:t>
            </a:r>
            <a:r>
              <a:rPr lang="en-US" altLang="zh-CN" sz="1000" b="0" i="1" u="none" strike="noStrike">
                <a:solidFill>
                  <a:srgbClr val="404040"/>
                </a:solidFill>
                <a:effectLst/>
                <a:latin typeface="Boehringer Forward Text" panose="020B0504030403020204" pitchFamily="34" charset="0"/>
              </a:rPr>
              <a:t>. LIVERAGE-Cirrhosis has screened 104 </a:t>
            </a:r>
            <a:r>
              <a:rPr lang="en-US" altLang="zh-CN" sz="1000" b="0" i="1" u="none" strike="noStrike">
                <a:solidFill>
                  <a:srgbClr val="F58A68"/>
                </a:solidFill>
                <a:effectLst/>
                <a:latin typeface="Boehringer Forward Text" panose="020B0504030403020204" pitchFamily="34" charset="0"/>
              </a:rPr>
              <a:t>(+15 in Mar, +7 in Apr), </a:t>
            </a:r>
            <a:r>
              <a:rPr lang="en-US" altLang="zh-CN" sz="1000" b="0" i="1" u="none" strike="noStrike">
                <a:solidFill>
                  <a:srgbClr val="404040"/>
                </a:solidFill>
                <a:effectLst/>
                <a:latin typeface="Boehringer Forward Text" panose="020B0504030403020204" pitchFamily="34" charset="0"/>
              </a:rPr>
              <a:t>randomized 38</a:t>
            </a:r>
            <a:r>
              <a:rPr lang="en-US" altLang="zh-CN" sz="1000" b="0" i="1" u="none" strike="noStrike">
                <a:solidFill>
                  <a:srgbClr val="F58A68"/>
                </a:solidFill>
                <a:effectLst/>
                <a:latin typeface="Boehringer Forward Text" panose="020B0504030403020204" pitchFamily="34" charset="0"/>
              </a:rPr>
              <a:t>(+3 in Mar, +4 in Apr) [10 as planned for Apr]</a:t>
            </a:r>
            <a:r>
              <a:rPr lang="en-US" altLang="zh-CN" sz="1000" b="0" i="1" u="none" strike="noStrike">
                <a:solidFill>
                  <a:srgbClr val="404040"/>
                </a:solidFill>
                <a:effectLst/>
                <a:latin typeface="Boehringer Forward Text" panose="020B0504030403020204" pitchFamily="34" charset="0"/>
              </a:rPr>
              <a:t>.</a:t>
            </a:r>
            <a:endParaRPr lang="zh-CN" sz="1000"/>
          </a:p>
          <a:p>
            <a:pPr marL="95885" indent="-95885" defTabSz="1219170" fontAlgn="base">
              <a:lnSpc>
                <a:spcPts val="1350"/>
              </a:lnSpc>
              <a:spcAft>
                <a:spcPts val="267"/>
              </a:spcAft>
              <a:buFont typeface="Arial" panose="020B0604020202020204" pitchFamily="34" charset="0"/>
              <a:buChar char="•"/>
              <a:defRPr/>
            </a:pPr>
            <a:r>
              <a:rPr kumimoji="1" lang="en-US" altLang="zh-CN" sz="1000" i="1"/>
              <a:t>Part-2 NIT based enrollment HA feedback:​</a:t>
            </a:r>
          </a:p>
          <a:p>
            <a:pPr marL="360000" indent="-171450" defTabSz="1219170" fontAlgn="base">
              <a:lnSpc>
                <a:spcPts val="1125"/>
              </a:lnSpc>
              <a:spcAft>
                <a:spcPts val="267"/>
              </a:spcAft>
              <a:buFont typeface="Boehringer Forward Text" panose="020B0504030403020204" pitchFamily="34" charset="0"/>
              <a:buChar char="−"/>
              <a:defRPr/>
            </a:pPr>
            <a:r>
              <a:rPr kumimoji="1" lang="en-US" altLang="zh-CN" sz="1000" i="1"/>
              <a:t>CDE provided positive feedback on 14th Apr HAI meeting.  ​</a:t>
            </a:r>
          </a:p>
          <a:p>
            <a:pPr marL="360000" indent="-171450" defTabSz="1219170" fontAlgn="base">
              <a:lnSpc>
                <a:spcPts val="1125"/>
              </a:lnSpc>
              <a:spcAft>
                <a:spcPts val="267"/>
              </a:spcAft>
              <a:buFont typeface="Boehringer Forward Text" panose="020B0504030403020204" pitchFamily="34" charset="0"/>
              <a:buChar char="−"/>
              <a:defRPr/>
            </a:pPr>
            <a:r>
              <a:rPr kumimoji="1" lang="en-US" altLang="zh-CN" sz="1000" i="1"/>
              <a:t>EMA: NITs alone is still not recommended.</a:t>
            </a:r>
          </a:p>
          <a:p>
            <a:pPr marL="95885" indent="-95885" defTabSz="1219170">
              <a:spcAft>
                <a:spcPts val="267"/>
              </a:spcAft>
              <a:buFont typeface="Arial" panose="020B0604020202020204" pitchFamily="34" charset="0"/>
              <a:buChar char="•"/>
              <a:defRPr/>
            </a:pPr>
            <a:r>
              <a:rPr kumimoji="1" lang="en-US" altLang="zh-CN" sz="1000" i="1"/>
              <a:t>Planning Meeting A for </a:t>
            </a:r>
            <a:r>
              <a:rPr kumimoji="1" lang="en-US" altLang="zh-CN" sz="1000" i="1" err="1"/>
              <a:t>Survodutide</a:t>
            </a:r>
            <a:r>
              <a:rPr kumimoji="1" lang="en-US" altLang="zh-CN" sz="1000" i="1"/>
              <a:t> MASH submission on May 13th </a:t>
            </a:r>
            <a:endParaRPr lang="en-US" altLang="zh-CN" sz="1000" i="1"/>
          </a:p>
        </p:txBody>
      </p:sp>
      <p:sp>
        <p:nvSpPr>
          <p:cNvPr id="2" name="TextBox 114">
            <a:extLst>
              <a:ext uri="{FF2B5EF4-FFF2-40B4-BE49-F238E27FC236}">
                <a16:creationId xmlns:a16="http://schemas.microsoft.com/office/drawing/2014/main" id="{F5668CBC-689B-223E-77A5-619B149BCABA}"/>
              </a:ext>
            </a:extLst>
          </p:cNvPr>
          <p:cNvSpPr txBox="1"/>
          <p:nvPr/>
        </p:nvSpPr>
        <p:spPr bwMode="gray">
          <a:xfrm>
            <a:off x="2922551" y="3085581"/>
            <a:ext cx="1764249"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Boehringer Forward Text"/>
                <a:ea typeface="+mn-ea"/>
                <a:cs typeface="+mn-cs"/>
              </a:rPr>
              <a:t>MASH F4 (n=1590)</a:t>
            </a:r>
          </a:p>
        </p:txBody>
      </p:sp>
    </p:spTree>
    <p:extLst>
      <p:ext uri="{BB962C8B-B14F-4D97-AF65-F5344CB8AC3E}">
        <p14:creationId xmlns:p14="http://schemas.microsoft.com/office/powerpoint/2010/main" val="289204421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EB1832F7-86BE-4DEE-91F1-447638E4A957}"/>
              </a:ext>
            </a:extLst>
          </p:cNvPr>
          <p:cNvGraphicFramePr>
            <a:graphicFrameLocks noGrp="1"/>
          </p:cNvGraphicFramePr>
          <p:nvPr/>
        </p:nvGraphicFramePr>
        <p:xfrm>
          <a:off x="1166537" y="1143000"/>
          <a:ext cx="10559707" cy="685800"/>
        </p:xfrm>
        <a:graphic>
          <a:graphicData uri="http://schemas.openxmlformats.org/drawingml/2006/table">
            <a:tbl>
              <a:tblPr firstRow="1" bandRow="1"/>
              <a:tblGrid>
                <a:gridCol w="518267">
                  <a:extLst>
                    <a:ext uri="{9D8B030D-6E8A-4147-A177-3AD203B41FA5}">
                      <a16:colId xmlns:a16="http://schemas.microsoft.com/office/drawing/2014/main" val="1064917641"/>
                    </a:ext>
                  </a:extLst>
                </a:gridCol>
                <a:gridCol w="518267">
                  <a:extLst>
                    <a:ext uri="{9D8B030D-6E8A-4147-A177-3AD203B41FA5}">
                      <a16:colId xmlns:a16="http://schemas.microsoft.com/office/drawing/2014/main" val="4221117315"/>
                    </a:ext>
                  </a:extLst>
                </a:gridCol>
                <a:gridCol w="518267">
                  <a:extLst>
                    <a:ext uri="{9D8B030D-6E8A-4147-A177-3AD203B41FA5}">
                      <a16:colId xmlns:a16="http://schemas.microsoft.com/office/drawing/2014/main" val="3266065341"/>
                    </a:ext>
                  </a:extLst>
                </a:gridCol>
                <a:gridCol w="518267">
                  <a:extLst>
                    <a:ext uri="{9D8B030D-6E8A-4147-A177-3AD203B41FA5}">
                      <a16:colId xmlns:a16="http://schemas.microsoft.com/office/drawing/2014/main" val="2374051224"/>
                    </a:ext>
                  </a:extLst>
                </a:gridCol>
                <a:gridCol w="566864">
                  <a:extLst>
                    <a:ext uri="{9D8B030D-6E8A-4147-A177-3AD203B41FA5}">
                      <a16:colId xmlns:a16="http://schemas.microsoft.com/office/drawing/2014/main" val="1840388365"/>
                    </a:ext>
                  </a:extLst>
                </a:gridCol>
                <a:gridCol w="527985">
                  <a:extLst>
                    <a:ext uri="{9D8B030D-6E8A-4147-A177-3AD203B41FA5}">
                      <a16:colId xmlns:a16="http://schemas.microsoft.com/office/drawing/2014/main" val="1916737696"/>
                    </a:ext>
                  </a:extLst>
                </a:gridCol>
                <a:gridCol w="527985">
                  <a:extLst>
                    <a:ext uri="{9D8B030D-6E8A-4147-A177-3AD203B41FA5}">
                      <a16:colId xmlns:a16="http://schemas.microsoft.com/office/drawing/2014/main" val="267750830"/>
                    </a:ext>
                  </a:extLst>
                </a:gridCol>
                <a:gridCol w="527985">
                  <a:extLst>
                    <a:ext uri="{9D8B030D-6E8A-4147-A177-3AD203B41FA5}">
                      <a16:colId xmlns:a16="http://schemas.microsoft.com/office/drawing/2014/main" val="676677274"/>
                    </a:ext>
                  </a:extLst>
                </a:gridCol>
                <a:gridCol w="527985">
                  <a:extLst>
                    <a:ext uri="{9D8B030D-6E8A-4147-A177-3AD203B41FA5}">
                      <a16:colId xmlns:a16="http://schemas.microsoft.com/office/drawing/2014/main" val="3966469970"/>
                    </a:ext>
                  </a:extLst>
                </a:gridCol>
                <a:gridCol w="527985">
                  <a:extLst>
                    <a:ext uri="{9D8B030D-6E8A-4147-A177-3AD203B41FA5}">
                      <a16:colId xmlns:a16="http://schemas.microsoft.com/office/drawing/2014/main" val="1780112805"/>
                    </a:ext>
                  </a:extLst>
                </a:gridCol>
                <a:gridCol w="527985">
                  <a:extLst>
                    <a:ext uri="{9D8B030D-6E8A-4147-A177-3AD203B41FA5}">
                      <a16:colId xmlns:a16="http://schemas.microsoft.com/office/drawing/2014/main" val="2522973146"/>
                    </a:ext>
                  </a:extLst>
                </a:gridCol>
                <a:gridCol w="527985">
                  <a:extLst>
                    <a:ext uri="{9D8B030D-6E8A-4147-A177-3AD203B41FA5}">
                      <a16:colId xmlns:a16="http://schemas.microsoft.com/office/drawing/2014/main" val="2828037664"/>
                    </a:ext>
                  </a:extLst>
                </a:gridCol>
                <a:gridCol w="527985">
                  <a:extLst>
                    <a:ext uri="{9D8B030D-6E8A-4147-A177-3AD203B41FA5}">
                      <a16:colId xmlns:a16="http://schemas.microsoft.com/office/drawing/2014/main" val="4229858754"/>
                    </a:ext>
                  </a:extLst>
                </a:gridCol>
                <a:gridCol w="527985">
                  <a:extLst>
                    <a:ext uri="{9D8B030D-6E8A-4147-A177-3AD203B41FA5}">
                      <a16:colId xmlns:a16="http://schemas.microsoft.com/office/drawing/2014/main" val="477917424"/>
                    </a:ext>
                  </a:extLst>
                </a:gridCol>
                <a:gridCol w="527985">
                  <a:extLst>
                    <a:ext uri="{9D8B030D-6E8A-4147-A177-3AD203B41FA5}">
                      <a16:colId xmlns:a16="http://schemas.microsoft.com/office/drawing/2014/main" val="3049670565"/>
                    </a:ext>
                  </a:extLst>
                </a:gridCol>
                <a:gridCol w="527985">
                  <a:extLst>
                    <a:ext uri="{9D8B030D-6E8A-4147-A177-3AD203B41FA5}">
                      <a16:colId xmlns:a16="http://schemas.microsoft.com/office/drawing/2014/main" val="679641061"/>
                    </a:ext>
                  </a:extLst>
                </a:gridCol>
                <a:gridCol w="527985">
                  <a:extLst>
                    <a:ext uri="{9D8B030D-6E8A-4147-A177-3AD203B41FA5}">
                      <a16:colId xmlns:a16="http://schemas.microsoft.com/office/drawing/2014/main" val="2564818166"/>
                    </a:ext>
                  </a:extLst>
                </a:gridCol>
                <a:gridCol w="527985">
                  <a:extLst>
                    <a:ext uri="{9D8B030D-6E8A-4147-A177-3AD203B41FA5}">
                      <a16:colId xmlns:a16="http://schemas.microsoft.com/office/drawing/2014/main" val="27647923"/>
                    </a:ext>
                  </a:extLst>
                </a:gridCol>
                <a:gridCol w="527985">
                  <a:extLst>
                    <a:ext uri="{9D8B030D-6E8A-4147-A177-3AD203B41FA5}">
                      <a16:colId xmlns:a16="http://schemas.microsoft.com/office/drawing/2014/main" val="1813513822"/>
                    </a:ext>
                  </a:extLst>
                </a:gridCol>
                <a:gridCol w="527985">
                  <a:extLst>
                    <a:ext uri="{9D8B030D-6E8A-4147-A177-3AD203B41FA5}">
                      <a16:colId xmlns:a16="http://schemas.microsoft.com/office/drawing/2014/main" val="3281359632"/>
                    </a:ext>
                  </a:extLst>
                </a:gridCol>
              </a:tblGrid>
              <a:tr h="259080">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2023</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2024</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a:p>
                  </a:txBody>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a:p>
                  </a:txBody>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2025</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a:p>
                  </a:txBody>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a:p>
                  </a:txBody>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2026</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2027</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2028</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603824039"/>
                  </a:ext>
                </a:extLst>
              </a:tr>
              <a:tr h="426720">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Q1</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1219170" rtl="0" eaLnBrk="1" latinLnBrk="0" hangingPunct="1"/>
                      <a:r>
                        <a:rPr lang="en-US" altLang="zh-CN" sz="1100" b="1" kern="1200">
                          <a:solidFill>
                            <a:srgbClr val="000000"/>
                          </a:solidFill>
                          <a:latin typeface="Arial" panose="020B0604020202020204" pitchFamily="34" charset="0"/>
                          <a:ea typeface="+mn-ea"/>
                          <a:cs typeface="Arial" panose="020B0604020202020204" pitchFamily="34" charset="0"/>
                        </a:rPr>
                        <a:t>Q1</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altLang="zh-CN" sz="1100" b="1" kern="1200">
                          <a:solidFill>
                            <a:srgbClr val="000000"/>
                          </a:solidFill>
                          <a:latin typeface="Arial" panose="020B0604020202020204" pitchFamily="34" charset="0"/>
                          <a:ea typeface="+mn-ea"/>
                          <a:cs typeface="Arial" panose="020B0604020202020204" pitchFamily="34" charset="0"/>
                        </a:rPr>
                        <a:t>Q2</a:t>
                      </a:r>
                      <a:endParaRPr lang="zh-CN" altLang="en-US" sz="1100" b="1" kern="1200">
                        <a:solidFill>
                          <a:srgbClr val="000000"/>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1219170" rtl="0" eaLnBrk="1" latinLnBrk="0" hangingPunct="1"/>
                      <a:r>
                        <a:rPr lang="en-US" altLang="zh-CN" sz="1100" b="1" kern="1200">
                          <a:solidFill>
                            <a:srgbClr val="000000"/>
                          </a:solidFill>
                          <a:latin typeface="Arial" panose="020B0604020202020204" pitchFamily="34" charset="0"/>
                          <a:ea typeface="+mn-ea"/>
                          <a:cs typeface="Arial" panose="020B0604020202020204" pitchFamily="34" charset="0"/>
                        </a:rPr>
                        <a:t>Q3</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altLang="zh-CN" sz="1100" b="1" kern="1200">
                          <a:solidFill>
                            <a:srgbClr val="000000"/>
                          </a:solidFill>
                          <a:latin typeface="Arial" panose="020B0604020202020204" pitchFamily="34" charset="0"/>
                          <a:ea typeface="+mn-ea"/>
                          <a:cs typeface="Arial" panose="020B0604020202020204" pitchFamily="34" charset="0"/>
                        </a:rPr>
                        <a:t>Q4</a:t>
                      </a:r>
                      <a:endParaRPr lang="zh-CN" altLang="en-US" sz="1100" b="1" kern="1200">
                        <a:solidFill>
                          <a:srgbClr val="000000"/>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Q1</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Q1</a:t>
                      </a:r>
                    </a:p>
                    <a:p>
                      <a:pPr algn="ctr"/>
                      <a:r>
                        <a:rPr lang="en-US" altLang="zh-CN" sz="1100" b="1">
                          <a:solidFill>
                            <a:srgbClr val="000000"/>
                          </a:solidFill>
                          <a:latin typeface="Arial" panose="020B0604020202020204" pitchFamily="34" charset="0"/>
                          <a:cs typeface="Arial" panose="020B0604020202020204" pitchFamily="34" charset="0"/>
                        </a:rPr>
                        <a:t>Q2</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Q1</a:t>
                      </a:r>
                    </a:p>
                    <a:p>
                      <a:pPr algn="ctr"/>
                      <a:r>
                        <a:rPr lang="en-US" altLang="zh-CN" sz="1100" b="1">
                          <a:solidFill>
                            <a:srgbClr val="000000"/>
                          </a:solidFill>
                          <a:latin typeface="Arial" panose="020B0604020202020204" pitchFamily="34" charset="0"/>
                          <a:cs typeface="Arial" panose="020B0604020202020204" pitchFamily="34" charset="0"/>
                        </a:rPr>
                        <a:t>Q2</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2722476245"/>
                  </a:ext>
                </a:extLst>
              </a:tr>
            </a:tbl>
          </a:graphicData>
        </a:graphic>
      </p:graphicFrame>
      <p:sp>
        <p:nvSpPr>
          <p:cNvPr id="2" name="Isosceles Triangle 1"/>
          <p:cNvSpPr/>
          <p:nvPr/>
        </p:nvSpPr>
        <p:spPr>
          <a:xfrm rot="16200000" flipH="1">
            <a:off x="726045" y="1364400"/>
            <a:ext cx="648393" cy="227349"/>
          </a:xfrm>
          <a:prstGeom prst="triangle">
            <a:avLst/>
          </a:prstGeom>
          <a:solidFill>
            <a:schemeClr val="bg1"/>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err="1">
              <a:ln>
                <a:noFill/>
              </a:ln>
              <a:solidFill>
                <a:prstClr val="black"/>
              </a:solidFill>
              <a:effectLst/>
              <a:uLnTx/>
              <a:uFillTx/>
              <a:latin typeface="Boehringer Forward Text"/>
              <a:ea typeface="+mn-ea"/>
              <a:cs typeface="+mn-cs"/>
            </a:endParaRPr>
          </a:p>
        </p:txBody>
      </p:sp>
      <p:sp>
        <p:nvSpPr>
          <p:cNvPr id="129" name="Isosceles Triangle 128"/>
          <p:cNvSpPr/>
          <p:nvPr/>
        </p:nvSpPr>
        <p:spPr>
          <a:xfrm rot="5400000">
            <a:off x="11515718" y="1353524"/>
            <a:ext cx="648393" cy="227349"/>
          </a:xfrm>
          <a:prstGeom prst="triangle">
            <a:avLst/>
          </a:prstGeom>
          <a:solidFill>
            <a:schemeClr val="bg1"/>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err="1">
              <a:ln>
                <a:noFill/>
              </a:ln>
              <a:solidFill>
                <a:prstClr val="black"/>
              </a:solidFill>
              <a:effectLst/>
              <a:uLnTx/>
              <a:uFillTx/>
              <a:latin typeface="Boehringer Forward Text"/>
              <a:ea typeface="+mn-ea"/>
              <a:cs typeface="+mn-cs"/>
            </a:endParaRPr>
          </a:p>
        </p:txBody>
      </p:sp>
      <p:cxnSp>
        <p:nvCxnSpPr>
          <p:cNvPr id="81" name="Straight Connector 147">
            <a:extLst>
              <a:ext uri="{FF2B5EF4-FFF2-40B4-BE49-F238E27FC236}">
                <a16:creationId xmlns:a16="http://schemas.microsoft.com/office/drawing/2014/main" id="{9C165100-0114-4167-8FF0-BFF01B293D04}"/>
              </a:ext>
            </a:extLst>
          </p:cNvPr>
          <p:cNvCxnSpPr>
            <a:cxnSpLocks/>
          </p:cNvCxnSpPr>
          <p:nvPr/>
        </p:nvCxnSpPr>
        <p:spPr bwMode="auto">
          <a:xfrm flipH="1">
            <a:off x="30480" y="3416733"/>
            <a:ext cx="12161520" cy="0"/>
          </a:xfrm>
          <a:prstGeom prst="line">
            <a:avLst/>
          </a:prstGeom>
          <a:solidFill>
            <a:schemeClr val="accent1"/>
          </a:solidFill>
          <a:ln w="15875" cap="flat" cmpd="sng" algn="ctr">
            <a:solidFill>
              <a:schemeClr val="accent6"/>
            </a:solidFill>
            <a:prstDash val="sysDash"/>
            <a:round/>
            <a:headEnd type="none" w="med" len="med"/>
            <a:tailEnd type="none" w="med" len="med"/>
          </a:ln>
          <a:effectLst/>
        </p:spPr>
      </p:cxnSp>
      <p:grpSp>
        <p:nvGrpSpPr>
          <p:cNvPr id="10" name="组合 9">
            <a:extLst>
              <a:ext uri="{FF2B5EF4-FFF2-40B4-BE49-F238E27FC236}">
                <a16:creationId xmlns:a16="http://schemas.microsoft.com/office/drawing/2014/main" id="{87284D00-9832-467B-B5C7-95C96A496C28}"/>
              </a:ext>
            </a:extLst>
          </p:cNvPr>
          <p:cNvGrpSpPr/>
          <p:nvPr/>
        </p:nvGrpSpPr>
        <p:grpSpPr>
          <a:xfrm>
            <a:off x="16028" y="1669021"/>
            <a:ext cx="1013461" cy="388379"/>
            <a:chOff x="16026" y="1475391"/>
            <a:chExt cx="1078255" cy="447229"/>
          </a:xfrm>
        </p:grpSpPr>
        <p:sp>
          <p:nvSpPr>
            <p:cNvPr id="113" name="Freeform: Shape 147">
              <a:extLst>
                <a:ext uri="{FF2B5EF4-FFF2-40B4-BE49-F238E27FC236}">
                  <a16:creationId xmlns:a16="http://schemas.microsoft.com/office/drawing/2014/main" id="{469F5FF1-4B8E-465D-97EF-9CE5D974FE0D}"/>
                </a:ext>
              </a:extLst>
            </p:cNvPr>
            <p:cNvSpPr/>
            <p:nvPr/>
          </p:nvSpPr>
          <p:spPr bwMode="auto">
            <a:xfrm>
              <a:off x="31850" y="1571734"/>
              <a:ext cx="1030308" cy="254541"/>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noFill/>
              <a:prstDash val="solid"/>
              <a:round/>
              <a:headEnd type="none" w="med" len="med"/>
              <a:tailEnd type="none" w="med" len="med"/>
            </a:ln>
            <a:effectLst/>
          </p:spPr>
          <p:txBody>
            <a:bodyPr vert="horz" wrap="square" lIns="487680" tIns="45720" rIns="91440" bIns="4572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0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rPr>
                <a:t>Global</a:t>
              </a: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sp>
          <p:nvSpPr>
            <p:cNvPr id="114" name="Oval 4">
              <a:extLst>
                <a:ext uri="{FF2B5EF4-FFF2-40B4-BE49-F238E27FC236}">
                  <a16:creationId xmlns:a16="http://schemas.microsoft.com/office/drawing/2014/main" id="{1629834C-75E8-4773-BA88-2CA38E81E009}"/>
                </a:ext>
              </a:extLst>
            </p:cNvPr>
            <p:cNvSpPr/>
            <p:nvPr/>
          </p:nvSpPr>
          <p:spPr>
            <a:xfrm>
              <a:off x="16026" y="1475391"/>
              <a:ext cx="447229" cy="447229"/>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121920" tIns="60960" rIns="121920" bIns="6096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BISans" panose="02000503040000020004"/>
                <a:ea typeface="+mn-ea"/>
                <a:cs typeface="+mn-cs"/>
              </a:endParaRPr>
            </a:p>
          </p:txBody>
        </p:sp>
        <p:sp>
          <p:nvSpPr>
            <p:cNvPr id="115" name="Rectangle: Rounded Corners 116">
              <a:extLst>
                <a:ext uri="{FF2B5EF4-FFF2-40B4-BE49-F238E27FC236}">
                  <a16:creationId xmlns:a16="http://schemas.microsoft.com/office/drawing/2014/main" id="{85DDDECC-056A-4A99-8642-D99AB653A4E9}"/>
                </a:ext>
              </a:extLst>
            </p:cNvPr>
            <p:cNvSpPr/>
            <p:nvPr/>
          </p:nvSpPr>
          <p:spPr bwMode="auto">
            <a:xfrm>
              <a:off x="1045513" y="1525846"/>
              <a:ext cx="48768" cy="346317"/>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pic>
          <p:nvPicPr>
            <p:cNvPr id="116" name="Picture 6" descr="Image result for world circle png">
              <a:extLst>
                <a:ext uri="{FF2B5EF4-FFF2-40B4-BE49-F238E27FC236}">
                  <a16:creationId xmlns:a16="http://schemas.microsoft.com/office/drawing/2014/main" id="{83F43E03-B86F-4D53-B73E-3C7043A74D33}"/>
                </a:ext>
              </a:extLst>
            </p:cNvPr>
            <p:cNvPicPr>
              <a:picLocks noChangeAspect="1" noChangeArrowheads="1"/>
            </p:cNvPicPr>
            <p:nvPr/>
          </p:nvPicPr>
          <p:blipFill rotWithShape="1">
            <a:blip r:embed="rId44" cstate="print">
              <a:extLst>
                <a:ext uri="{28A0092B-C50C-407E-A947-70E740481C1C}">
                  <a14:useLocalDpi xmlns:a14="http://schemas.microsoft.com/office/drawing/2010/main" val="0"/>
                </a:ext>
              </a:extLst>
            </a:blip>
            <a:srcRect l="4094" t="4010" r="4094" b="4010"/>
            <a:stretch/>
          </p:blipFill>
          <p:spPr bwMode="auto">
            <a:xfrm>
              <a:off x="52758" y="1511607"/>
              <a:ext cx="373767" cy="37479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4" name="组合 13">
            <a:extLst>
              <a:ext uri="{FF2B5EF4-FFF2-40B4-BE49-F238E27FC236}">
                <a16:creationId xmlns:a16="http://schemas.microsoft.com/office/drawing/2014/main" id="{8E4F9132-9958-4938-8610-DD9A8E39B15A}"/>
              </a:ext>
            </a:extLst>
          </p:cNvPr>
          <p:cNvGrpSpPr/>
          <p:nvPr/>
        </p:nvGrpSpPr>
        <p:grpSpPr>
          <a:xfrm>
            <a:off x="-20222" y="3380459"/>
            <a:ext cx="999295" cy="388378"/>
            <a:chOff x="0" y="3230959"/>
            <a:chExt cx="1078256" cy="447229"/>
          </a:xfrm>
        </p:grpSpPr>
        <p:grpSp>
          <p:nvGrpSpPr>
            <p:cNvPr id="15" name="Group 14">
              <a:extLst>
                <a:ext uri="{FF2B5EF4-FFF2-40B4-BE49-F238E27FC236}">
                  <a16:creationId xmlns:a16="http://schemas.microsoft.com/office/drawing/2014/main" id="{B3186A6E-2E58-45BD-91DF-817525852692}"/>
                </a:ext>
              </a:extLst>
            </p:cNvPr>
            <p:cNvGrpSpPr/>
            <p:nvPr/>
          </p:nvGrpSpPr>
          <p:grpSpPr>
            <a:xfrm>
              <a:off x="0" y="3230959"/>
              <a:ext cx="1078256" cy="447229"/>
              <a:chOff x="0" y="2654487"/>
              <a:chExt cx="808692" cy="335422"/>
            </a:xfrm>
          </p:grpSpPr>
          <p:sp>
            <p:nvSpPr>
              <p:cNvPr id="134" name="Freeform: Shape 152">
                <a:extLst>
                  <a:ext uri="{FF2B5EF4-FFF2-40B4-BE49-F238E27FC236}">
                    <a16:creationId xmlns:a16="http://schemas.microsoft.com/office/drawing/2014/main" id="{808EC121-D3B7-4E05-908F-C8EFBD0CB71E}"/>
                  </a:ext>
                </a:extLst>
              </p:cNvPr>
              <p:cNvSpPr/>
              <p:nvPr/>
            </p:nvSpPr>
            <p:spPr bwMode="auto">
              <a:xfrm>
                <a:off x="11868" y="2726749"/>
                <a:ext cx="772731" cy="190906"/>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solidFill>
                  <a:srgbClr val="00467E"/>
                </a:solidFill>
                <a:prstDash val="solid"/>
                <a:round/>
                <a:headEnd type="none" w="med" len="med"/>
                <a:tailEnd type="none" w="med" len="med"/>
              </a:ln>
              <a:effectLst/>
            </p:spPr>
            <p:txBody>
              <a:bodyPr vert="horz" wrap="square" lIns="487680" tIns="45720" rIns="91440" bIns="4572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rPr>
                  <a:t>China</a:t>
                </a: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sp>
            <p:nvSpPr>
              <p:cNvPr id="135" name="Oval 134">
                <a:extLst>
                  <a:ext uri="{FF2B5EF4-FFF2-40B4-BE49-F238E27FC236}">
                    <a16:creationId xmlns:a16="http://schemas.microsoft.com/office/drawing/2014/main" id="{FEFADB89-8F35-407D-93F6-37544172D655}"/>
                  </a:ext>
                </a:extLst>
              </p:cNvPr>
              <p:cNvSpPr/>
              <p:nvPr/>
            </p:nvSpPr>
            <p:spPr>
              <a:xfrm>
                <a:off x="0" y="2654487"/>
                <a:ext cx="335422" cy="335422"/>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121920" tIns="60960" rIns="121920" bIns="6096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BISans" panose="02000503040000020004"/>
                  <a:ea typeface="+mn-ea"/>
                  <a:cs typeface="+mn-cs"/>
                </a:endParaRPr>
              </a:p>
            </p:txBody>
          </p:sp>
          <p:sp>
            <p:nvSpPr>
              <p:cNvPr id="136" name="Rectangle: Rounded Corners 116">
                <a:extLst>
                  <a:ext uri="{FF2B5EF4-FFF2-40B4-BE49-F238E27FC236}">
                    <a16:creationId xmlns:a16="http://schemas.microsoft.com/office/drawing/2014/main" id="{07FF067D-CE54-4150-AA18-A64493FAA508}"/>
                  </a:ext>
                </a:extLst>
              </p:cNvPr>
              <p:cNvSpPr/>
              <p:nvPr/>
            </p:nvSpPr>
            <p:spPr bwMode="auto">
              <a:xfrm>
                <a:off x="772116" y="2695688"/>
                <a:ext cx="36576" cy="259738"/>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grpSp>
        <p:pic>
          <p:nvPicPr>
            <p:cNvPr id="138" name="Picture 2" descr="Image result for China flag circle png">
              <a:extLst>
                <a:ext uri="{FF2B5EF4-FFF2-40B4-BE49-F238E27FC236}">
                  <a16:creationId xmlns:a16="http://schemas.microsoft.com/office/drawing/2014/main" id="{5D0DAFC1-B389-482F-96F8-F1B93ED1C479}"/>
                </a:ext>
              </a:extLst>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36217" y="3267175"/>
              <a:ext cx="374799" cy="37479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 name="组合 5">
            <a:extLst>
              <a:ext uri="{FF2B5EF4-FFF2-40B4-BE49-F238E27FC236}">
                <a16:creationId xmlns:a16="http://schemas.microsoft.com/office/drawing/2014/main" id="{F9BCA914-7BB9-4AC7-AA9C-7B23081EE5CE}"/>
              </a:ext>
            </a:extLst>
          </p:cNvPr>
          <p:cNvGrpSpPr/>
          <p:nvPr/>
        </p:nvGrpSpPr>
        <p:grpSpPr>
          <a:xfrm>
            <a:off x="10783272" y="1867008"/>
            <a:ext cx="1056642" cy="550976"/>
            <a:chOff x="10662594" y="2326340"/>
            <a:chExt cx="1056642" cy="550976"/>
          </a:xfrm>
        </p:grpSpPr>
        <p:sp>
          <p:nvSpPr>
            <p:cNvPr id="102" name="五角星 55"/>
            <p:cNvSpPr/>
            <p:nvPr/>
          </p:nvSpPr>
          <p:spPr bwMode="auto">
            <a:xfrm>
              <a:off x="10992965" y="2326340"/>
              <a:ext cx="203981" cy="179684"/>
            </a:xfrm>
            <a:prstGeom prst="star5">
              <a:avLst/>
            </a:prstGeom>
            <a:solidFill>
              <a:srgbClr val="003366"/>
            </a:solidFill>
            <a:ln w="9525" cap="flat" cmpd="sng" algn="ctr">
              <a:solidFill>
                <a:srgbClr val="003366"/>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srgbClr val="203864"/>
                </a:solidFill>
                <a:effectLst/>
                <a:uLnTx/>
                <a:uFillTx/>
                <a:latin typeface="Boehringer Forward Text"/>
                <a:ea typeface="+mn-ea"/>
                <a:cs typeface="+mn-cs"/>
              </a:endParaRPr>
            </a:p>
          </p:txBody>
        </p:sp>
        <p:sp>
          <p:nvSpPr>
            <p:cNvPr id="95" name="OTLSHAPE_M_39ea6ebc19a94c9fab6ef5006c31df58_Title">
              <a:extLst>
                <a:ext uri="{FF2B5EF4-FFF2-40B4-BE49-F238E27FC236}">
                  <a16:creationId xmlns:a16="http://schemas.microsoft.com/office/drawing/2014/main" id="{90B8C819-3C78-4A88-A866-5DA965418DB0}"/>
                </a:ext>
              </a:extLst>
            </p:cNvPr>
            <p:cNvSpPr txBox="1"/>
            <p:nvPr>
              <p:custDataLst>
                <p:tags r:id="rId41"/>
              </p:custDataLst>
            </p:nvPr>
          </p:nvSpPr>
          <p:spPr>
            <a:xfrm>
              <a:off x="10662594" y="2487530"/>
              <a:ext cx="1056642" cy="38978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Mar/Jun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US approval</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grpSp>
        <p:nvGrpSpPr>
          <p:cNvPr id="5" name="组合 4">
            <a:extLst>
              <a:ext uri="{FF2B5EF4-FFF2-40B4-BE49-F238E27FC236}">
                <a16:creationId xmlns:a16="http://schemas.microsoft.com/office/drawing/2014/main" id="{C911E4A5-C228-4645-8A56-EB0CF3F8A295}"/>
              </a:ext>
            </a:extLst>
          </p:cNvPr>
          <p:cNvGrpSpPr/>
          <p:nvPr/>
        </p:nvGrpSpPr>
        <p:grpSpPr>
          <a:xfrm>
            <a:off x="9707593" y="2033261"/>
            <a:ext cx="746410" cy="392774"/>
            <a:chOff x="8942546" y="1830050"/>
            <a:chExt cx="746412" cy="392774"/>
          </a:xfrm>
        </p:grpSpPr>
        <p:sp>
          <p:nvSpPr>
            <p:cNvPr id="225" name="OTLSHAPE_T_e17f3958430f4cff8650518c93c7635e_StartDate">
              <a:extLst>
                <a:ext uri="{FF2B5EF4-FFF2-40B4-BE49-F238E27FC236}">
                  <a16:creationId xmlns:a16="http://schemas.microsoft.com/office/drawing/2014/main" id="{66B72D49-72EA-4466-BBCB-474ADB480A4C}"/>
                </a:ext>
              </a:extLst>
            </p:cNvPr>
            <p:cNvSpPr txBox="1"/>
            <p:nvPr>
              <p:custDataLst>
                <p:tags r:id="rId40"/>
              </p:custDataLst>
            </p:nvPr>
          </p:nvSpPr>
          <p:spPr>
            <a:xfrm>
              <a:off x="8942546" y="1830050"/>
              <a:ext cx="746412" cy="123111"/>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Mar/Jun 2027</a:t>
              </a:r>
              <a:endParaRPr kumimoji="0" lang="zh-CN" alt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27" name="Rectangle 37">
              <a:extLst>
                <a:ext uri="{FF2B5EF4-FFF2-40B4-BE49-F238E27FC236}">
                  <a16:creationId xmlns:a16="http://schemas.microsoft.com/office/drawing/2014/main" id="{FE82B3E4-078D-4E0F-9633-06B05A75D69C}"/>
                </a:ext>
              </a:extLst>
            </p:cNvPr>
            <p:cNvSpPr/>
            <p:nvPr/>
          </p:nvSpPr>
          <p:spPr>
            <a:xfrm>
              <a:off x="9100653" y="1884270"/>
              <a:ext cx="574197"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NDA sub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sp>
        <p:nvSpPr>
          <p:cNvPr id="72" name="TextBox 146"/>
          <p:cNvSpPr txBox="1"/>
          <p:nvPr/>
        </p:nvSpPr>
        <p:spPr>
          <a:xfrm>
            <a:off x="94417" y="2073992"/>
            <a:ext cx="720000" cy="12311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SYNCHRONIZE-1</a:t>
            </a:r>
          </a:p>
        </p:txBody>
      </p:sp>
      <p:sp>
        <p:nvSpPr>
          <p:cNvPr id="74" name="TextBox 146"/>
          <p:cNvSpPr txBox="1"/>
          <p:nvPr/>
        </p:nvSpPr>
        <p:spPr>
          <a:xfrm>
            <a:off x="94417" y="2398763"/>
            <a:ext cx="720000" cy="12311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SYNCHRONIZE-2</a:t>
            </a:r>
          </a:p>
        </p:txBody>
      </p:sp>
      <p:sp>
        <p:nvSpPr>
          <p:cNvPr id="82" name="TextBox 146"/>
          <p:cNvSpPr txBox="1"/>
          <p:nvPr/>
        </p:nvSpPr>
        <p:spPr>
          <a:xfrm>
            <a:off x="94417" y="2723530"/>
            <a:ext cx="720000" cy="24622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SYNCHRONIZE-CVOT</a:t>
            </a:r>
          </a:p>
        </p:txBody>
      </p:sp>
      <p:sp>
        <p:nvSpPr>
          <p:cNvPr id="177" name="TextBox 176">
            <a:extLst>
              <a:ext uri="{FF2B5EF4-FFF2-40B4-BE49-F238E27FC236}">
                <a16:creationId xmlns:a16="http://schemas.microsoft.com/office/drawing/2014/main" id="{F7235E81-0FFA-4095-BDA9-219AD659BF81}"/>
              </a:ext>
            </a:extLst>
          </p:cNvPr>
          <p:cNvSpPr txBox="1"/>
          <p:nvPr/>
        </p:nvSpPr>
        <p:spPr>
          <a:xfrm>
            <a:off x="3996471" y="1890894"/>
            <a:ext cx="762687"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Jun</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/LS</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R</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26" name="OTLSHAPE_M_6b1a73d763be4fac8983a757de742681_Shape">
            <a:extLst>
              <a:ext uri="{FF2B5EF4-FFF2-40B4-BE49-F238E27FC236}">
                <a16:creationId xmlns:a16="http://schemas.microsoft.com/office/drawing/2014/main" id="{54472A95-3527-4483-A454-2A6B85E4AF1C}"/>
              </a:ext>
            </a:extLst>
          </p:cNvPr>
          <p:cNvSpPr/>
          <p:nvPr>
            <p:custDataLst>
              <p:tags r:id="rId1"/>
            </p:custDataLst>
          </p:nvPr>
        </p:nvSpPr>
        <p:spPr>
          <a:xfrm>
            <a:off x="9923341" y="1873576"/>
            <a:ext cx="144000" cy="144000"/>
          </a:xfrm>
          <a:prstGeom prst="diamond">
            <a:avLst/>
          </a:prstGeom>
          <a:solidFill>
            <a:schemeClr val="accent2"/>
          </a:solidFill>
          <a:ln w="12700" cap="flat" cmpd="sng" algn="ctr">
            <a:noFill/>
            <a:prstDash val="solid"/>
          </a:ln>
          <a:effectLst/>
          <a:scene3d>
            <a:camera prst="orthographicFront"/>
            <a:lightRig rig="threePt" dir="t"/>
          </a:scene3d>
          <a:sp3d>
            <a:bevelT h="12700"/>
          </a:sp3d>
          <a:extLst>
            <a:ext uri="{91240B29-F687-4F45-9708-019B960494DF}">
              <a14:hiddenLine xmlns:a14="http://schemas.microsoft.com/office/drawing/2010/main" w="12700" cap="flat" cmpd="sng" algn="ctr">
                <a:solidFill>
                  <a:srgbClr val="003366"/>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71" name="OTLSHAPE_T_e17f3958430f4cff8650518c93c7635e_Shape">
            <a:extLst>
              <a:ext uri="{FF2B5EF4-FFF2-40B4-BE49-F238E27FC236}">
                <a16:creationId xmlns:a16="http://schemas.microsoft.com/office/drawing/2014/main" id="{F4EBF5DB-75B7-47C9-97E6-3A193A92FD22}"/>
              </a:ext>
            </a:extLst>
          </p:cNvPr>
          <p:cNvSpPr/>
          <p:nvPr>
            <p:custDataLst>
              <p:tags r:id="rId2"/>
            </p:custDataLst>
          </p:nvPr>
        </p:nvSpPr>
        <p:spPr bwMode="auto">
          <a:xfrm>
            <a:off x="3064666" y="2036098"/>
            <a:ext cx="1463040" cy="186993"/>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Obesity w/o T2DM, N=</a:t>
            </a:r>
            <a:r>
              <a:rPr lang="en-US" altLang="zh-CN" sz="800" b="1">
                <a:solidFill>
                  <a:srgbClr val="203864"/>
                </a:solidFill>
                <a:latin typeface="Calibri" panose="020F0502020204030204" pitchFamily="34" charset="0"/>
                <a:cs typeface="Calibri" panose="020F0502020204030204" pitchFamily="34" charset="0"/>
              </a:rPr>
              <a:t>726</a:t>
            </a:r>
            <a:endPar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39" name="OTLSHAPE_T_5a934a26f311425e8ebaa0f45e6533ad_Shape">
            <a:extLst>
              <a:ext uri="{FF2B5EF4-FFF2-40B4-BE49-F238E27FC236}">
                <a16:creationId xmlns:a16="http://schemas.microsoft.com/office/drawing/2014/main" id="{3AADFD0C-E478-4702-BCAC-3DCA92863B0E}"/>
              </a:ext>
            </a:extLst>
          </p:cNvPr>
          <p:cNvSpPr/>
          <p:nvPr>
            <p:custDataLst>
              <p:tags r:id="rId3"/>
            </p:custDataLst>
          </p:nvPr>
        </p:nvSpPr>
        <p:spPr bwMode="auto">
          <a:xfrm>
            <a:off x="4664610" y="2696920"/>
            <a:ext cx="4134523" cy="183600"/>
          </a:xfrm>
          <a:prstGeom prst="roundRect">
            <a:avLst/>
          </a:prstGeom>
          <a:pattFill prst="pct25">
            <a:fgClr>
              <a:srgbClr val="FF9900"/>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57" name="Star: 4 Points 143">
            <a:extLst>
              <a:ext uri="{FF2B5EF4-FFF2-40B4-BE49-F238E27FC236}">
                <a16:creationId xmlns:a16="http://schemas.microsoft.com/office/drawing/2014/main" id="{A3EC5C36-5E1F-446F-BF43-32E629CB6B49}"/>
              </a:ext>
            </a:extLst>
          </p:cNvPr>
          <p:cNvSpPr/>
          <p:nvPr/>
        </p:nvSpPr>
        <p:spPr bwMode="auto">
          <a:xfrm>
            <a:off x="8755422" y="2757308"/>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ctr"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8" name="Star: 4 Points 143">
            <a:extLst>
              <a:ext uri="{FF2B5EF4-FFF2-40B4-BE49-F238E27FC236}">
                <a16:creationId xmlns:a16="http://schemas.microsoft.com/office/drawing/2014/main" id="{7E19EE01-6D82-4BC6-BA0E-8395AB5A3251}"/>
              </a:ext>
            </a:extLst>
          </p:cNvPr>
          <p:cNvSpPr/>
          <p:nvPr/>
        </p:nvSpPr>
        <p:spPr bwMode="auto">
          <a:xfrm>
            <a:off x="4549493" y="2650232"/>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ctr"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78" name="TextBox 177">
            <a:extLst>
              <a:ext uri="{FF2B5EF4-FFF2-40B4-BE49-F238E27FC236}">
                <a16:creationId xmlns:a16="http://schemas.microsoft.com/office/drawing/2014/main" id="{287F5F38-28F5-419D-806F-AFB1B1E3C586}"/>
              </a:ext>
            </a:extLst>
          </p:cNvPr>
          <p:cNvSpPr txBox="1"/>
          <p:nvPr/>
        </p:nvSpPr>
        <p:spPr>
          <a:xfrm>
            <a:off x="4283267" y="2847593"/>
            <a:ext cx="762687"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lang="en-US" altLang="zh-CN" sz="800" b="1">
                <a:solidFill>
                  <a:srgbClr val="203864"/>
                </a:solidFill>
                <a:latin typeface="Calibri" panose="020F0502020204030204" pitchFamily="34" charset="0"/>
                <a:cs typeface="Calibri" panose="020F0502020204030204" pitchFamily="34" charset="0"/>
              </a:rPr>
              <a:t>Aug</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LSR</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79" name="TextBox 178">
            <a:extLst>
              <a:ext uri="{FF2B5EF4-FFF2-40B4-BE49-F238E27FC236}">
                <a16:creationId xmlns:a16="http://schemas.microsoft.com/office/drawing/2014/main" id="{78AD7E7B-0D93-44E7-A461-265545763924}"/>
              </a:ext>
            </a:extLst>
          </p:cNvPr>
          <p:cNvSpPr txBox="1"/>
          <p:nvPr/>
        </p:nvSpPr>
        <p:spPr>
          <a:xfrm>
            <a:off x="8200552" y="2593111"/>
            <a:ext cx="1109740"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lang="en-US" altLang="zh-CN" sz="800" b="1">
                <a:solidFill>
                  <a:srgbClr val="203864"/>
                </a:solidFill>
                <a:latin typeface="Calibri" panose="020F0502020204030204" pitchFamily="34" charset="0"/>
                <a:cs typeface="Calibri" panose="020F0502020204030204" pitchFamily="34" charset="0"/>
              </a:rPr>
              <a:t>10 Aug </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/DBL</a:t>
            </a:r>
          </a:p>
        </p:txBody>
      </p:sp>
      <p:sp>
        <p:nvSpPr>
          <p:cNvPr id="176" name="OTLSHAPE_T_e17f3958430f4cff8650518c93c7635e_Shape">
            <a:extLst>
              <a:ext uri="{FF2B5EF4-FFF2-40B4-BE49-F238E27FC236}">
                <a16:creationId xmlns:a16="http://schemas.microsoft.com/office/drawing/2014/main" id="{9996BC75-AED7-4C95-8473-FDC22EACC8C6}"/>
              </a:ext>
            </a:extLst>
          </p:cNvPr>
          <p:cNvSpPr/>
          <p:nvPr>
            <p:custDataLst>
              <p:tags r:id="rId4"/>
            </p:custDataLst>
          </p:nvPr>
        </p:nvSpPr>
        <p:spPr bwMode="auto">
          <a:xfrm>
            <a:off x="3064667" y="2685635"/>
            <a:ext cx="1655199" cy="160898"/>
          </a:xfrm>
          <a:prstGeom prst="roundRect">
            <a:avLst/>
          </a:prstGeom>
          <a:solidFill>
            <a:srgbClr val="FF9900">
              <a:alpha val="6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Obesity with CV risk, N=5534</a:t>
            </a:r>
            <a:endParaRPr kumimoji="0" lang="en-US" altLang="zh-CN" sz="800" b="1" i="0" u="none" strike="sngStrike" kern="1200" cap="none" spc="0" normalizeH="0" baseline="0" noProof="0">
              <a:ln>
                <a:noFill/>
              </a:ln>
              <a:solidFill>
                <a:srgbClr val="203864"/>
              </a:solidFill>
              <a:effectLst/>
              <a:highlight>
                <a:srgbClr val="FFFF00"/>
              </a:highlight>
              <a:uLnTx/>
              <a:uFillTx/>
              <a:latin typeface="Calibri" panose="020F0502020204030204" pitchFamily="34" charset="0"/>
              <a:ea typeface="+mn-ea"/>
              <a:cs typeface="Calibri" panose="020F0502020204030204" pitchFamily="34" charset="0"/>
            </a:endParaRPr>
          </a:p>
        </p:txBody>
      </p:sp>
      <p:sp>
        <p:nvSpPr>
          <p:cNvPr id="180" name="TextBox 179">
            <a:extLst>
              <a:ext uri="{FF2B5EF4-FFF2-40B4-BE49-F238E27FC236}">
                <a16:creationId xmlns:a16="http://schemas.microsoft.com/office/drawing/2014/main" id="{C36AD114-1EFF-4823-BF5A-4400FF1D5F0E}"/>
              </a:ext>
            </a:extLst>
          </p:cNvPr>
          <p:cNvSpPr txBox="1"/>
          <p:nvPr/>
        </p:nvSpPr>
        <p:spPr>
          <a:xfrm>
            <a:off x="2762587" y="1890894"/>
            <a:ext cx="609600"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25Nov/FSS</a:t>
            </a:r>
          </a:p>
        </p:txBody>
      </p:sp>
      <p:sp>
        <p:nvSpPr>
          <p:cNvPr id="156" name="OTLSHAPE_T_5a934a26f311425e8ebaa0f45e6533ad_Shape">
            <a:extLst>
              <a:ext uri="{FF2B5EF4-FFF2-40B4-BE49-F238E27FC236}">
                <a16:creationId xmlns:a16="http://schemas.microsoft.com/office/drawing/2014/main" id="{17915A8F-7CD7-48C4-A19A-3D702BD4583C}"/>
              </a:ext>
            </a:extLst>
          </p:cNvPr>
          <p:cNvSpPr/>
          <p:nvPr>
            <p:custDataLst>
              <p:tags r:id="rId5"/>
            </p:custDataLst>
          </p:nvPr>
        </p:nvSpPr>
        <p:spPr bwMode="auto">
          <a:xfrm>
            <a:off x="4538291" y="2046091"/>
            <a:ext cx="3472891" cy="180809"/>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70" name="Star: 4 Points 143">
            <a:extLst>
              <a:ext uri="{FF2B5EF4-FFF2-40B4-BE49-F238E27FC236}">
                <a16:creationId xmlns:a16="http://schemas.microsoft.com/office/drawing/2014/main" id="{410ACF09-A8B3-40B0-A2E0-76E82BB72A46}"/>
              </a:ext>
            </a:extLst>
          </p:cNvPr>
          <p:cNvSpPr/>
          <p:nvPr/>
        </p:nvSpPr>
        <p:spPr bwMode="auto">
          <a:xfrm>
            <a:off x="4408431" y="2140331"/>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53" name="OTLSHAPE_T_5a934a26f311425e8ebaa0f45e6533ad_Shape">
            <a:extLst>
              <a:ext uri="{FF2B5EF4-FFF2-40B4-BE49-F238E27FC236}">
                <a16:creationId xmlns:a16="http://schemas.microsoft.com/office/drawing/2014/main" id="{66EC4921-091C-46B4-B50F-57FA446630DE}"/>
              </a:ext>
            </a:extLst>
          </p:cNvPr>
          <p:cNvSpPr/>
          <p:nvPr>
            <p:custDataLst>
              <p:tags r:id="rId6"/>
            </p:custDataLst>
          </p:nvPr>
        </p:nvSpPr>
        <p:spPr bwMode="auto">
          <a:xfrm>
            <a:off x="4537105" y="2345096"/>
            <a:ext cx="3640840" cy="191421"/>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73" name="OTLSHAPE_T_e17f3958430f4cff8650518c93c7635e_Shape">
            <a:extLst>
              <a:ext uri="{FF2B5EF4-FFF2-40B4-BE49-F238E27FC236}">
                <a16:creationId xmlns:a16="http://schemas.microsoft.com/office/drawing/2014/main" id="{9610C173-774E-4809-90E8-036956CB879A}"/>
              </a:ext>
            </a:extLst>
          </p:cNvPr>
          <p:cNvSpPr/>
          <p:nvPr>
            <p:custDataLst>
              <p:tags r:id="rId7"/>
            </p:custDataLst>
          </p:nvPr>
        </p:nvSpPr>
        <p:spPr bwMode="auto">
          <a:xfrm>
            <a:off x="3064669" y="2345096"/>
            <a:ext cx="1463036" cy="176774"/>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de-DE"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Obesity with T2DM, N=</a:t>
            </a:r>
            <a:r>
              <a:rPr lang="de-DE" altLang="zh-CN" sz="800" b="1">
                <a:solidFill>
                  <a:srgbClr val="203864"/>
                </a:solidFill>
                <a:latin typeface="Calibri" panose="020F0502020204030204" pitchFamily="34" charset="0"/>
                <a:cs typeface="Calibri" panose="020F0502020204030204" pitchFamily="34" charset="0"/>
              </a:rPr>
              <a:t>755</a:t>
            </a:r>
            <a:endParaRPr kumimoji="0" lang="de-DE"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1" name="Star: 4 Points 143">
            <a:extLst>
              <a:ext uri="{FF2B5EF4-FFF2-40B4-BE49-F238E27FC236}">
                <a16:creationId xmlns:a16="http://schemas.microsoft.com/office/drawing/2014/main" id="{C25F8EEB-1E94-458E-B49E-CCC060014DCB}"/>
              </a:ext>
            </a:extLst>
          </p:cNvPr>
          <p:cNvSpPr/>
          <p:nvPr/>
        </p:nvSpPr>
        <p:spPr bwMode="auto">
          <a:xfrm>
            <a:off x="4406038" y="2483573"/>
            <a:ext cx="203379"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81" name="Star: 4 Points 143">
            <a:extLst>
              <a:ext uri="{FF2B5EF4-FFF2-40B4-BE49-F238E27FC236}">
                <a16:creationId xmlns:a16="http://schemas.microsoft.com/office/drawing/2014/main" id="{CF17B9B8-E45E-4432-9877-57BF9A920730}"/>
              </a:ext>
            </a:extLst>
          </p:cNvPr>
          <p:cNvSpPr/>
          <p:nvPr/>
        </p:nvSpPr>
        <p:spPr bwMode="auto">
          <a:xfrm>
            <a:off x="2968091" y="2140331"/>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84" name="Star: 4 Points 143">
            <a:extLst>
              <a:ext uri="{FF2B5EF4-FFF2-40B4-BE49-F238E27FC236}">
                <a16:creationId xmlns:a16="http://schemas.microsoft.com/office/drawing/2014/main" id="{41156E56-7939-4DB4-9DCE-DDE2187AE2FC}"/>
              </a:ext>
            </a:extLst>
          </p:cNvPr>
          <p:cNvSpPr/>
          <p:nvPr/>
        </p:nvSpPr>
        <p:spPr bwMode="auto">
          <a:xfrm>
            <a:off x="7920952" y="2140331"/>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58" name="Star: 4 Points 143">
            <a:extLst>
              <a:ext uri="{FF2B5EF4-FFF2-40B4-BE49-F238E27FC236}">
                <a16:creationId xmlns:a16="http://schemas.microsoft.com/office/drawing/2014/main" id="{26B65E49-67D1-4C91-8A8F-69550E5EB95A}"/>
              </a:ext>
            </a:extLst>
          </p:cNvPr>
          <p:cNvSpPr/>
          <p:nvPr/>
        </p:nvSpPr>
        <p:spPr bwMode="auto">
          <a:xfrm>
            <a:off x="2954989" y="2472854"/>
            <a:ext cx="224796" cy="22124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59" name="TextBox 158">
            <a:extLst>
              <a:ext uri="{FF2B5EF4-FFF2-40B4-BE49-F238E27FC236}">
                <a16:creationId xmlns:a16="http://schemas.microsoft.com/office/drawing/2014/main" id="{8A4102C0-123C-43D3-BD33-BD758D9260DC}"/>
              </a:ext>
            </a:extLst>
          </p:cNvPr>
          <p:cNvSpPr txBox="1"/>
          <p:nvPr/>
        </p:nvSpPr>
        <p:spPr>
          <a:xfrm>
            <a:off x="7585304" y="1890894"/>
            <a:ext cx="762687"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27 Mar2026</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a:t>
            </a:r>
            <a:r>
              <a:rPr lang="en-US" altLang="zh-CN" sz="800" b="1">
                <a:solidFill>
                  <a:srgbClr val="203864"/>
                </a:solidFill>
                <a:latin typeface="Calibri" panose="020F0502020204030204" pitchFamily="34" charset="0"/>
                <a:cs typeface="Calibri" panose="020F0502020204030204" pitchFamily="34" charset="0"/>
              </a:rPr>
              <a:t>DBL</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24" name="Star: 4 Points 143">
            <a:extLst>
              <a:ext uri="{FF2B5EF4-FFF2-40B4-BE49-F238E27FC236}">
                <a16:creationId xmlns:a16="http://schemas.microsoft.com/office/drawing/2014/main" id="{803ACDE2-E736-4889-930F-9D20FDBE28EF}"/>
              </a:ext>
            </a:extLst>
          </p:cNvPr>
          <p:cNvSpPr/>
          <p:nvPr/>
        </p:nvSpPr>
        <p:spPr bwMode="auto">
          <a:xfrm>
            <a:off x="8061883" y="2423375"/>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25" name="Star: 4 Points 143">
            <a:extLst>
              <a:ext uri="{FF2B5EF4-FFF2-40B4-BE49-F238E27FC236}">
                <a16:creationId xmlns:a16="http://schemas.microsoft.com/office/drawing/2014/main" id="{11D68AB7-5C98-4234-A2D8-6C53239E7C0C}"/>
              </a:ext>
            </a:extLst>
          </p:cNvPr>
          <p:cNvSpPr/>
          <p:nvPr/>
        </p:nvSpPr>
        <p:spPr bwMode="auto">
          <a:xfrm>
            <a:off x="2968091" y="2752589"/>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10" name="灯片编号占位符 2">
            <a:extLst>
              <a:ext uri="{FF2B5EF4-FFF2-40B4-BE49-F238E27FC236}">
                <a16:creationId xmlns:a16="http://schemas.microsoft.com/office/drawing/2014/main" id="{293C8DF2-23DA-491E-8B42-CA67C2A8D18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43B55C4-4F5A-416B-997D-6CE47EB0A945}" type="slidenum">
              <a:rPr kumimoji="0" lang="en-GB"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800" b="0" i="0" u="none" strike="noStrike" kern="1200" cap="none" spc="0" normalizeH="0" baseline="0" noProof="0">
              <a:ln>
                <a:noFill/>
              </a:ln>
              <a:solidFill>
                <a:srgbClr val="08312A"/>
              </a:solidFill>
              <a:effectLst/>
              <a:uLnTx/>
              <a:uFillTx/>
              <a:latin typeface="Boehringer Forward Text"/>
              <a:ea typeface="+mn-ea"/>
              <a:cs typeface="+mn-cs"/>
            </a:endParaRPr>
          </a:p>
        </p:txBody>
      </p:sp>
      <p:grpSp>
        <p:nvGrpSpPr>
          <p:cNvPr id="207" name="组合 206">
            <a:extLst>
              <a:ext uri="{FF2B5EF4-FFF2-40B4-BE49-F238E27FC236}">
                <a16:creationId xmlns:a16="http://schemas.microsoft.com/office/drawing/2014/main" id="{5AD5EB17-19CD-423B-92D5-55AE9D84C190}"/>
              </a:ext>
            </a:extLst>
          </p:cNvPr>
          <p:cNvGrpSpPr/>
          <p:nvPr/>
        </p:nvGrpSpPr>
        <p:grpSpPr>
          <a:xfrm>
            <a:off x="10956270" y="5573893"/>
            <a:ext cx="1056642" cy="620840"/>
            <a:chOff x="9735377" y="5081282"/>
            <a:chExt cx="1056642" cy="620840"/>
          </a:xfrm>
        </p:grpSpPr>
        <p:sp>
          <p:nvSpPr>
            <p:cNvPr id="208" name="五角星 55">
              <a:extLst>
                <a:ext uri="{FF2B5EF4-FFF2-40B4-BE49-F238E27FC236}">
                  <a16:creationId xmlns:a16="http://schemas.microsoft.com/office/drawing/2014/main" id="{ACE75D6F-23FE-4E72-BE3A-B716DD252705}"/>
                </a:ext>
              </a:extLst>
            </p:cNvPr>
            <p:cNvSpPr/>
            <p:nvPr/>
          </p:nvSpPr>
          <p:spPr bwMode="auto">
            <a:xfrm>
              <a:off x="10110198" y="5081282"/>
              <a:ext cx="203981" cy="179685"/>
            </a:xfrm>
            <a:prstGeom prst="star5">
              <a:avLst/>
            </a:prstGeom>
            <a:solidFill>
              <a:srgbClr val="003366"/>
            </a:solidFill>
            <a:ln w="9525" cap="flat" cmpd="sng" algn="ctr">
              <a:solidFill>
                <a:srgbClr val="003366"/>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209" name="OTLSHAPE_M_39ea6ebc19a94c9fab6ef5006c31df58_Title">
              <a:extLst>
                <a:ext uri="{FF2B5EF4-FFF2-40B4-BE49-F238E27FC236}">
                  <a16:creationId xmlns:a16="http://schemas.microsoft.com/office/drawing/2014/main" id="{D92E168B-23D5-4441-82DF-B134AB51A1D2}"/>
                </a:ext>
              </a:extLst>
            </p:cNvPr>
            <p:cNvSpPr txBox="1"/>
            <p:nvPr>
              <p:custDataLst>
                <p:tags r:id="rId39"/>
              </p:custDataLst>
            </p:nvPr>
          </p:nvSpPr>
          <p:spPr>
            <a:xfrm>
              <a:off x="9735377" y="5332791"/>
              <a:ext cx="1056642" cy="369331"/>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Jul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CN NDA App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(base case)</a:t>
              </a:r>
            </a:p>
          </p:txBody>
        </p:sp>
      </p:grpSp>
      <p:grpSp>
        <p:nvGrpSpPr>
          <p:cNvPr id="210" name="组合 209">
            <a:extLst>
              <a:ext uri="{FF2B5EF4-FFF2-40B4-BE49-F238E27FC236}">
                <a16:creationId xmlns:a16="http://schemas.microsoft.com/office/drawing/2014/main" id="{E5A55BFD-CA12-4057-AC31-22CE9B2F0D50}"/>
              </a:ext>
            </a:extLst>
          </p:cNvPr>
          <p:cNvGrpSpPr/>
          <p:nvPr/>
        </p:nvGrpSpPr>
        <p:grpSpPr>
          <a:xfrm>
            <a:off x="9334407" y="5597631"/>
            <a:ext cx="825867" cy="682239"/>
            <a:chOff x="7934026" y="5028530"/>
            <a:chExt cx="825867" cy="682239"/>
          </a:xfrm>
        </p:grpSpPr>
        <p:sp>
          <p:nvSpPr>
            <p:cNvPr id="211" name="OTLSHAPE_M_6b1a73d763be4fac8983a757de742681_Shape">
              <a:extLst>
                <a:ext uri="{FF2B5EF4-FFF2-40B4-BE49-F238E27FC236}">
                  <a16:creationId xmlns:a16="http://schemas.microsoft.com/office/drawing/2014/main" id="{D11B5CBA-6A45-403B-9084-927926A11258}"/>
                </a:ext>
              </a:extLst>
            </p:cNvPr>
            <p:cNvSpPr>
              <a:spLocks noChangeAspect="1"/>
            </p:cNvSpPr>
            <p:nvPr>
              <p:custDataLst>
                <p:tags r:id="rId38"/>
              </p:custDataLst>
            </p:nvPr>
          </p:nvSpPr>
          <p:spPr>
            <a:xfrm>
              <a:off x="8255520" y="5028530"/>
              <a:ext cx="182880" cy="182880"/>
            </a:xfrm>
            <a:prstGeom prst="diamond">
              <a:avLst/>
            </a:prstGeom>
            <a:solidFill>
              <a:schemeClr val="accent2"/>
            </a:solidFill>
            <a:ln w="12700" cap="flat" cmpd="sng" algn="ctr">
              <a:noFill/>
              <a:prstDash val="solid"/>
            </a:ln>
            <a:effectLst/>
            <a:scene3d>
              <a:camera prst="orthographicFront"/>
              <a:lightRig rig="threePt" dir="t"/>
            </a:scene3d>
            <a:sp3d>
              <a:bevelT h="12700"/>
            </a:sp3d>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sp>
          <p:nvSpPr>
            <p:cNvPr id="212" name="Rectangle 37">
              <a:extLst>
                <a:ext uri="{FF2B5EF4-FFF2-40B4-BE49-F238E27FC236}">
                  <a16:creationId xmlns:a16="http://schemas.microsoft.com/office/drawing/2014/main" id="{4F12D62E-0204-43B9-8722-3EE8538E20E6}"/>
                </a:ext>
              </a:extLst>
            </p:cNvPr>
            <p:cNvSpPr/>
            <p:nvPr/>
          </p:nvSpPr>
          <p:spPr>
            <a:xfrm>
              <a:off x="7934026" y="5187550"/>
              <a:ext cx="825867" cy="52321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20 Jan 2027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CN NDA sub</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endParaRPr>
            </a:p>
          </p:txBody>
        </p:sp>
      </p:grpSp>
      <p:grpSp>
        <p:nvGrpSpPr>
          <p:cNvPr id="11" name="Group 10">
            <a:extLst>
              <a:ext uri="{FF2B5EF4-FFF2-40B4-BE49-F238E27FC236}">
                <a16:creationId xmlns:a16="http://schemas.microsoft.com/office/drawing/2014/main" id="{22461806-8A79-4F79-92C3-1E22DB4D75C7}"/>
              </a:ext>
            </a:extLst>
          </p:cNvPr>
          <p:cNvGrpSpPr/>
          <p:nvPr/>
        </p:nvGrpSpPr>
        <p:grpSpPr>
          <a:xfrm>
            <a:off x="1294694" y="3556962"/>
            <a:ext cx="7431863" cy="1129415"/>
            <a:chOff x="97540" y="2548518"/>
            <a:chExt cx="5573894" cy="847060"/>
          </a:xfrm>
        </p:grpSpPr>
        <p:sp>
          <p:nvSpPr>
            <p:cNvPr id="140" name="TextBox 139">
              <a:extLst>
                <a:ext uri="{FF2B5EF4-FFF2-40B4-BE49-F238E27FC236}">
                  <a16:creationId xmlns:a16="http://schemas.microsoft.com/office/drawing/2014/main" id="{1EC58832-E272-42A1-8ED1-AAE9CCDB1F45}"/>
                </a:ext>
              </a:extLst>
            </p:cNvPr>
            <p:cNvSpPr txBox="1"/>
            <p:nvPr/>
          </p:nvSpPr>
          <p:spPr>
            <a:xfrm>
              <a:off x="3112278" y="2620465"/>
              <a:ext cx="572015" cy="92333"/>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Jul</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/LS</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R</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nvGrpSpPr>
            <p:cNvPr id="8" name="Group 7">
              <a:extLst>
                <a:ext uri="{FF2B5EF4-FFF2-40B4-BE49-F238E27FC236}">
                  <a16:creationId xmlns:a16="http://schemas.microsoft.com/office/drawing/2014/main" id="{A2E3BC87-1A5F-4290-8E6A-7D7F10308AD8}"/>
                </a:ext>
              </a:extLst>
            </p:cNvPr>
            <p:cNvGrpSpPr/>
            <p:nvPr/>
          </p:nvGrpSpPr>
          <p:grpSpPr>
            <a:xfrm>
              <a:off x="97540" y="2548518"/>
              <a:ext cx="5573894" cy="847060"/>
              <a:chOff x="87985" y="2455555"/>
              <a:chExt cx="5573894" cy="847060"/>
            </a:xfrm>
          </p:grpSpPr>
          <p:grpSp>
            <p:nvGrpSpPr>
              <p:cNvPr id="3" name="Group 2">
                <a:extLst>
                  <a:ext uri="{FF2B5EF4-FFF2-40B4-BE49-F238E27FC236}">
                    <a16:creationId xmlns:a16="http://schemas.microsoft.com/office/drawing/2014/main" id="{5922AE03-890C-4C8D-A179-1B14AF530F80}"/>
                  </a:ext>
                </a:extLst>
              </p:cNvPr>
              <p:cNvGrpSpPr/>
              <p:nvPr/>
            </p:nvGrpSpPr>
            <p:grpSpPr>
              <a:xfrm>
                <a:off x="87985" y="2455555"/>
                <a:ext cx="5573894" cy="847060"/>
                <a:chOff x="87985" y="2448408"/>
                <a:chExt cx="5573894" cy="847060"/>
              </a:xfrm>
            </p:grpSpPr>
            <p:sp>
              <p:nvSpPr>
                <p:cNvPr id="172" name="TextBox 171">
                  <a:extLst>
                    <a:ext uri="{FF2B5EF4-FFF2-40B4-BE49-F238E27FC236}">
                      <a16:creationId xmlns:a16="http://schemas.microsoft.com/office/drawing/2014/main" id="{6ADC767E-AEE4-444A-AA5F-F62795ABA7D3}"/>
                    </a:ext>
                  </a:extLst>
                </p:cNvPr>
                <p:cNvSpPr txBox="1"/>
                <p:nvPr/>
              </p:nvSpPr>
              <p:spPr>
                <a:xfrm>
                  <a:off x="3298008" y="2937841"/>
                  <a:ext cx="572015" cy="92333"/>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lang="en-US" sz="800" b="1">
                      <a:solidFill>
                        <a:srgbClr val="203864"/>
                      </a:solidFill>
                      <a:latin typeface="Calibri" panose="020F0502020204030204" pitchFamily="34" charset="0"/>
                      <a:cs typeface="Calibri" panose="020F0502020204030204" pitchFamily="34" charset="0"/>
                    </a:rPr>
                    <a:t>Aug</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LSR</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nvGrpSpPr>
                <p:cNvPr id="21" name="组合 20">
                  <a:extLst>
                    <a:ext uri="{FF2B5EF4-FFF2-40B4-BE49-F238E27FC236}">
                      <a16:creationId xmlns:a16="http://schemas.microsoft.com/office/drawing/2014/main" id="{9E40DA0E-9CEA-4660-B49A-F7A1CEA37459}"/>
                    </a:ext>
                  </a:extLst>
                </p:cNvPr>
                <p:cNvGrpSpPr/>
                <p:nvPr/>
              </p:nvGrpSpPr>
              <p:grpSpPr>
                <a:xfrm>
                  <a:off x="87985" y="2448408"/>
                  <a:ext cx="5573894" cy="847060"/>
                  <a:chOff x="117312" y="3423987"/>
                  <a:chExt cx="7431856" cy="1129414"/>
                </a:xfrm>
              </p:grpSpPr>
              <p:sp>
                <p:nvSpPr>
                  <p:cNvPr id="195" name="TextBox 194">
                    <a:extLst>
                      <a:ext uri="{FF2B5EF4-FFF2-40B4-BE49-F238E27FC236}">
                        <a16:creationId xmlns:a16="http://schemas.microsoft.com/office/drawing/2014/main" id="{F1880E03-E496-4CB8-81B1-C1C2E6BD2B4A}"/>
                      </a:ext>
                    </a:extLst>
                  </p:cNvPr>
                  <p:cNvSpPr txBox="1"/>
                  <p:nvPr/>
                </p:nvSpPr>
                <p:spPr>
                  <a:xfrm>
                    <a:off x="2589299" y="3892643"/>
                    <a:ext cx="849929" cy="277127"/>
                  </a:xfrm>
                  <a:prstGeom prst="rect">
                    <a:avLst/>
                  </a:prstGeom>
                  <a:noFill/>
                </p:spPr>
                <p:txBody>
                  <a:bodyPr wrap="square">
                    <a:spAutoFit/>
                  </a:bodyPr>
                  <a:lstStyle/>
                  <a:p>
                    <a:pPr marL="0" marR="0" lvl="0" indent="0" algn="ctr" defTabSz="1625438" rtl="0" eaLnBrk="0" fontAlgn="base" latinLnBrk="0" hangingPunct="0">
                      <a:lnSpc>
                        <a:spcPct val="90000"/>
                      </a:lnSpc>
                      <a:spcBef>
                        <a:spcPct val="0"/>
                      </a:spcBef>
                      <a:spcAft>
                        <a:spcPct val="0"/>
                      </a:spcAft>
                      <a:buClrTx/>
                      <a:buSzTx/>
                      <a:buFontTx/>
                      <a:buNone/>
                      <a:tabLst/>
                      <a:defRPr/>
                    </a:pPr>
                    <a:r>
                      <a:rPr kumimoji="0" lang="en-US" altLang="zh-CN" sz="667"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CTA + EC + HGRAC + 1</a:t>
                    </a:r>
                    <a:r>
                      <a:rPr kumimoji="0" lang="en-US" altLang="zh-CN" sz="667" b="1" i="0" u="none" strike="noStrike" kern="1200" cap="none" spc="0" normalizeH="0" baseline="30000" noProof="0">
                        <a:ln>
                          <a:noFill/>
                        </a:ln>
                        <a:solidFill>
                          <a:srgbClr val="203864"/>
                        </a:solidFill>
                        <a:effectLst/>
                        <a:uLnTx/>
                        <a:uFillTx/>
                        <a:latin typeface="Calibri" panose="020F0502020204030204" pitchFamily="34" charset="0"/>
                        <a:ea typeface="+mn-ea"/>
                        <a:cs typeface="Calibri" panose="020F0502020204030204" pitchFamily="34" charset="0"/>
                      </a:rPr>
                      <a:t>st</a:t>
                    </a:r>
                    <a:r>
                      <a:rPr kumimoji="0" lang="en-US" altLang="zh-CN" sz="667"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 SIV (5M)</a:t>
                    </a:r>
                    <a:endParaRPr kumimoji="0" lang="zh-CN" altLang="en-US" sz="667"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nvGrpSpPr>
                  <p:cNvPr id="18" name="组合 17">
                    <a:extLst>
                      <a:ext uri="{FF2B5EF4-FFF2-40B4-BE49-F238E27FC236}">
                        <a16:creationId xmlns:a16="http://schemas.microsoft.com/office/drawing/2014/main" id="{4DED0391-9CB7-4681-BF89-2B331ED9B66B}"/>
                      </a:ext>
                    </a:extLst>
                  </p:cNvPr>
                  <p:cNvGrpSpPr/>
                  <p:nvPr/>
                </p:nvGrpSpPr>
                <p:grpSpPr>
                  <a:xfrm>
                    <a:off x="117312" y="3423987"/>
                    <a:ext cx="7431856" cy="1129414"/>
                    <a:chOff x="117312" y="3566600"/>
                    <a:chExt cx="7431856" cy="1129414"/>
                  </a:xfrm>
                </p:grpSpPr>
                <p:sp>
                  <p:nvSpPr>
                    <p:cNvPr id="213" name="TextBox 172"/>
                    <p:cNvSpPr txBox="1"/>
                    <p:nvPr/>
                  </p:nvSpPr>
                  <p:spPr>
                    <a:xfrm>
                      <a:off x="117312" y="3816756"/>
                      <a:ext cx="720000" cy="12311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SYNCHRONIZE-1</a:t>
                      </a:r>
                    </a:p>
                  </p:txBody>
                </p:sp>
                <p:sp>
                  <p:nvSpPr>
                    <p:cNvPr id="107" name="TextBox 172"/>
                    <p:cNvSpPr txBox="1"/>
                    <p:nvPr/>
                  </p:nvSpPr>
                  <p:spPr>
                    <a:xfrm>
                      <a:off x="117312" y="4116445"/>
                      <a:ext cx="720000" cy="12311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SYNCHRONIZE-2</a:t>
                      </a:r>
                    </a:p>
                  </p:txBody>
                </p:sp>
                <p:sp>
                  <p:nvSpPr>
                    <p:cNvPr id="108" name="TextBox 172"/>
                    <p:cNvSpPr txBox="1"/>
                    <p:nvPr/>
                  </p:nvSpPr>
                  <p:spPr>
                    <a:xfrm>
                      <a:off x="117312" y="4449793"/>
                      <a:ext cx="720000" cy="246221"/>
                    </a:xfrm>
                    <a:prstGeom prst="rect">
                      <a:avLst/>
                    </a:prstGeom>
                    <a:noFill/>
                    <a:ln>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SYNCHRONIZE-CVOT</a:t>
                      </a:r>
                    </a:p>
                  </p:txBody>
                </p:sp>
                <p:sp>
                  <p:nvSpPr>
                    <p:cNvPr id="200" name="OTLSHAPE_M_39ea6ebc19a94c9fab6ef5006c31df58_Title">
                      <a:extLst>
                        <a:ext uri="{FF2B5EF4-FFF2-40B4-BE49-F238E27FC236}">
                          <a16:creationId xmlns:a16="http://schemas.microsoft.com/office/drawing/2014/main" id="{AB395328-49DE-4921-9C87-6B8D6F4F0708}"/>
                        </a:ext>
                      </a:extLst>
                    </p:cNvPr>
                    <p:cNvSpPr txBox="1"/>
                    <p:nvPr>
                      <p:custDataLst>
                        <p:tags r:id="rId26"/>
                      </p:custDataLst>
                    </p:nvPr>
                  </p:nvSpPr>
                  <p:spPr>
                    <a:xfrm>
                      <a:off x="2065786" y="4285099"/>
                      <a:ext cx="662880" cy="123111"/>
                    </a:xfrm>
                    <a:prstGeom prst="rect">
                      <a:avLst/>
                    </a:prstGeom>
                    <a:noFill/>
                  </p:spPr>
                  <p:txBody>
                    <a:bodyPr vert="horz" wrap="square" lIns="0" tIns="0" rIns="0" bIns="0" rtlCol="0" anchor="ctr" anchorCtr="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CTA Sub </a:t>
                      </a:r>
                      <a:endParaRPr kumimoji="0" lang="zh-CN" alt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02" name="OTLSHAPE_T_e17f3958430f4cff8650518c93c7635e_Shape">
                      <a:extLst>
                        <a:ext uri="{FF2B5EF4-FFF2-40B4-BE49-F238E27FC236}">
                          <a16:creationId xmlns:a16="http://schemas.microsoft.com/office/drawing/2014/main" id="{E46ED098-BE94-48FC-9289-011445A905C0}"/>
                        </a:ext>
                      </a:extLst>
                    </p:cNvPr>
                    <p:cNvSpPr/>
                    <p:nvPr>
                      <p:custDataLst>
                        <p:tags r:id="rId27"/>
                      </p:custDataLst>
                    </p:nvPr>
                  </p:nvSpPr>
                  <p:spPr bwMode="auto">
                    <a:xfrm>
                      <a:off x="2520996" y="4095516"/>
                      <a:ext cx="793227" cy="130592"/>
                    </a:xfrm>
                    <a:prstGeom prst="roundRect">
                      <a:avLst/>
                    </a:prstGeom>
                    <a:solidFill>
                      <a:srgbClr val="FF000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438" rtl="0" eaLnBrk="0" fontAlgn="base" latinLnBrk="0" hangingPunct="0">
                        <a:lnSpc>
                          <a:spcPct val="90000"/>
                        </a:lnSpc>
                        <a:spcBef>
                          <a:spcPct val="0"/>
                        </a:spcBef>
                        <a:spcAft>
                          <a:spcPct val="0"/>
                        </a:spcAft>
                        <a:buClrTx/>
                        <a:buSzTx/>
                        <a:buFontTx/>
                        <a:buNone/>
                        <a:tabLst/>
                        <a:defRPr/>
                      </a:pPr>
                      <a:endParaRPr kumimoji="0" lang="zh-CN" alt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06" name="OTLSHAPE_M_39ea6ebc19a94c9fab6ef5006c31df58_Shape">
                      <a:extLst>
                        <a:ext uri="{FF2B5EF4-FFF2-40B4-BE49-F238E27FC236}">
                          <a16:creationId xmlns:a16="http://schemas.microsoft.com/office/drawing/2014/main" id="{9DC2C3A5-D33C-440F-90B2-D361AC43E0D0}"/>
                        </a:ext>
                      </a:extLst>
                    </p:cNvPr>
                    <p:cNvSpPr/>
                    <p:nvPr>
                      <p:custDataLst>
                        <p:tags r:id="rId28"/>
                      </p:custDataLst>
                    </p:nvPr>
                  </p:nvSpPr>
                  <p:spPr bwMode="auto">
                    <a:xfrm rot="16200000">
                      <a:off x="2504676" y="4198576"/>
                      <a:ext cx="120649" cy="90793"/>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162560" tIns="81280" rIns="162560" bIns="81280" numCol="1" rtlCol="0" anchor="t"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40" name="TextBox 239">
                      <a:extLst>
                        <a:ext uri="{FF2B5EF4-FFF2-40B4-BE49-F238E27FC236}">
                          <a16:creationId xmlns:a16="http://schemas.microsoft.com/office/drawing/2014/main" id="{DD960669-FA3D-4779-BE43-8062D8EDC837}"/>
                        </a:ext>
                      </a:extLst>
                    </p:cNvPr>
                    <p:cNvSpPr txBox="1"/>
                    <p:nvPr/>
                  </p:nvSpPr>
                  <p:spPr>
                    <a:xfrm>
                      <a:off x="1944315" y="3967774"/>
                      <a:ext cx="1101600"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25Aug</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42" name="OTLSHAPE_T_e17f3958430f4cff8650518c93c7635e_Shape">
                      <a:extLst>
                        <a:ext uri="{FF2B5EF4-FFF2-40B4-BE49-F238E27FC236}">
                          <a16:creationId xmlns:a16="http://schemas.microsoft.com/office/drawing/2014/main" id="{823A2169-736F-4CDC-8E1C-754BC50F79C2}"/>
                        </a:ext>
                      </a:extLst>
                    </p:cNvPr>
                    <p:cNvSpPr/>
                    <p:nvPr>
                      <p:custDataLst>
                        <p:tags r:id="rId29"/>
                      </p:custDataLst>
                    </p:nvPr>
                  </p:nvSpPr>
                  <p:spPr bwMode="auto">
                    <a:xfrm>
                      <a:off x="1033052" y="4077949"/>
                      <a:ext cx="638193" cy="233060"/>
                    </a:xfrm>
                    <a:prstGeom prst="roundRect">
                      <a:avLst/>
                    </a:prstGeom>
                    <a:solidFill>
                      <a:srgbClr val="FFC00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en-GB"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EoP2</a:t>
                      </a:r>
                      <a:endParaRPr kumimoji="0" lang="zh-CN" alt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43" name="TextBox 242">
                      <a:extLst>
                        <a:ext uri="{FF2B5EF4-FFF2-40B4-BE49-F238E27FC236}">
                          <a16:creationId xmlns:a16="http://schemas.microsoft.com/office/drawing/2014/main" id="{3D9534D1-AB83-41C0-A085-F593E0D87B01}"/>
                        </a:ext>
                      </a:extLst>
                    </p:cNvPr>
                    <p:cNvSpPr txBox="1"/>
                    <p:nvPr/>
                  </p:nvSpPr>
                  <p:spPr>
                    <a:xfrm>
                      <a:off x="752056" y="3805156"/>
                      <a:ext cx="638192" cy="24622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29 Dec </a:t>
                      </a:r>
                    </a:p>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2022</a:t>
                      </a:r>
                    </a:p>
                  </p:txBody>
                </p:sp>
                <p:sp>
                  <p:nvSpPr>
                    <p:cNvPr id="137" name="OTLSHAPE_T_e17f3958430f4cff8650518c93c7635e_Shape">
                      <a:extLst>
                        <a:ext uri="{FF2B5EF4-FFF2-40B4-BE49-F238E27FC236}">
                          <a16:creationId xmlns:a16="http://schemas.microsoft.com/office/drawing/2014/main" id="{0E6AC0BA-2C7E-4BD5-A107-4979B1E4FCCB}"/>
                        </a:ext>
                      </a:extLst>
                    </p:cNvPr>
                    <p:cNvSpPr/>
                    <p:nvPr>
                      <p:custDataLst>
                        <p:tags r:id="rId30"/>
                      </p:custDataLst>
                    </p:nvPr>
                  </p:nvSpPr>
                  <p:spPr bwMode="auto">
                    <a:xfrm>
                      <a:off x="3325175" y="3752419"/>
                      <a:ext cx="1196022" cy="164367"/>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Obesity w/o T2DM, N=64/726</a:t>
                      </a:r>
                      <a:endParaRPr kumimoji="0" lang="en-US" altLang="zh-CN" sz="667"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6" name="OTLSHAPE_T_5a934a26f311425e8ebaa0f45e6533ad_Shape">
                      <a:extLst>
                        <a:ext uri="{FF2B5EF4-FFF2-40B4-BE49-F238E27FC236}">
                          <a16:creationId xmlns:a16="http://schemas.microsoft.com/office/drawing/2014/main" id="{BF03E8EC-D692-4015-8855-FB96FB32DDA1}"/>
                        </a:ext>
                      </a:extLst>
                    </p:cNvPr>
                    <p:cNvSpPr/>
                    <p:nvPr>
                      <p:custDataLst>
                        <p:tags r:id="rId31"/>
                      </p:custDataLst>
                    </p:nvPr>
                  </p:nvSpPr>
                  <p:spPr bwMode="auto">
                    <a:xfrm>
                      <a:off x="4570843" y="4360404"/>
                      <a:ext cx="2978325" cy="184634"/>
                    </a:xfrm>
                    <a:prstGeom prst="roundRect">
                      <a:avLst/>
                    </a:prstGeom>
                    <a:pattFill prst="pct25">
                      <a:fgClr>
                        <a:srgbClr val="FF9900"/>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69" name="Star: 4 Points 143">
                      <a:extLst>
                        <a:ext uri="{FF2B5EF4-FFF2-40B4-BE49-F238E27FC236}">
                          <a16:creationId xmlns:a16="http://schemas.microsoft.com/office/drawing/2014/main" id="{FD080A49-EE4D-4334-A9C8-F96991380FF1}"/>
                        </a:ext>
                      </a:extLst>
                    </p:cNvPr>
                    <p:cNvSpPr/>
                    <p:nvPr/>
                  </p:nvSpPr>
                  <p:spPr bwMode="auto">
                    <a:xfrm>
                      <a:off x="4526926" y="4392680"/>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ctr"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88" name="OTLSHAPE_T_e17f3958430f4cff8650518c93c7635e_Shape">
                      <a:extLst>
                        <a:ext uri="{FF2B5EF4-FFF2-40B4-BE49-F238E27FC236}">
                          <a16:creationId xmlns:a16="http://schemas.microsoft.com/office/drawing/2014/main" id="{4C904C91-3BAF-49EC-977A-25D64D759EA7}"/>
                        </a:ext>
                      </a:extLst>
                    </p:cNvPr>
                    <p:cNvSpPr/>
                    <p:nvPr>
                      <p:custDataLst>
                        <p:tags r:id="rId32"/>
                      </p:custDataLst>
                    </p:nvPr>
                  </p:nvSpPr>
                  <p:spPr bwMode="auto">
                    <a:xfrm>
                      <a:off x="3325883" y="4347386"/>
                      <a:ext cx="1285231" cy="169675"/>
                    </a:xfrm>
                    <a:prstGeom prst="roundRect">
                      <a:avLst/>
                    </a:prstGeom>
                    <a:solidFill>
                      <a:srgbClr val="FF9900">
                        <a:alpha val="6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en-US" altLang="zh-CN" sz="600" b="1" i="0" u="none" strike="noStrike" kern="1200" cap="none" spc="0" normalizeH="0" baseline="0" noProof="0">
                          <a:ln>
                            <a:noFill/>
                          </a:ln>
                          <a:solidFill>
                            <a:srgbClr val="203864"/>
                          </a:solidFill>
                          <a:effectLst/>
                          <a:uLnTx/>
                          <a:uFillTx/>
                          <a:latin typeface="Calibri"/>
                          <a:ea typeface="+mn-ea"/>
                          <a:cs typeface="Calibri"/>
                        </a:rPr>
                        <a:t>Obesity with CV risk, N=174+43 (incl TW&amp;HK)/5534</a:t>
                      </a:r>
                      <a:endParaRPr kumimoji="0" lang="en-US" altLang="zh-CN" sz="600" b="1" i="0" u="none" strike="sng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41" name="TextBox 140">
                      <a:extLst>
                        <a:ext uri="{FF2B5EF4-FFF2-40B4-BE49-F238E27FC236}">
                          <a16:creationId xmlns:a16="http://schemas.microsoft.com/office/drawing/2014/main" id="{87C5E1FC-88A5-4543-850C-9297D186708B}"/>
                        </a:ext>
                      </a:extLst>
                    </p:cNvPr>
                    <p:cNvSpPr txBox="1"/>
                    <p:nvPr/>
                  </p:nvSpPr>
                  <p:spPr>
                    <a:xfrm>
                      <a:off x="2370409" y="3566600"/>
                      <a:ext cx="1828801"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31Jan/FSS</a:t>
                      </a:r>
                    </a:p>
                  </p:txBody>
                </p:sp>
                <p:sp>
                  <p:nvSpPr>
                    <p:cNvPr id="147" name="OTLSHAPE_T_5a934a26f311425e8ebaa0f45e6533ad_Shape">
                      <a:extLst>
                        <a:ext uri="{FF2B5EF4-FFF2-40B4-BE49-F238E27FC236}">
                          <a16:creationId xmlns:a16="http://schemas.microsoft.com/office/drawing/2014/main" id="{EA38A3DC-AB6A-4B76-9C34-E6368D1B2147}"/>
                        </a:ext>
                      </a:extLst>
                    </p:cNvPr>
                    <p:cNvSpPr/>
                    <p:nvPr>
                      <p:custDataLst>
                        <p:tags r:id="rId33"/>
                      </p:custDataLst>
                    </p:nvPr>
                  </p:nvSpPr>
                  <p:spPr bwMode="auto">
                    <a:xfrm>
                      <a:off x="4521198" y="3778862"/>
                      <a:ext cx="2288504" cy="187059"/>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48" name="Star: 4 Points 143">
                      <a:extLst>
                        <a:ext uri="{FF2B5EF4-FFF2-40B4-BE49-F238E27FC236}">
                          <a16:creationId xmlns:a16="http://schemas.microsoft.com/office/drawing/2014/main" id="{68142583-5BBD-4B46-8D26-8F1348C7FE91}"/>
                        </a:ext>
                      </a:extLst>
                    </p:cNvPr>
                    <p:cNvSpPr/>
                    <p:nvPr/>
                  </p:nvSpPr>
                  <p:spPr bwMode="auto">
                    <a:xfrm>
                      <a:off x="4412521" y="3837776"/>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3" name="OTLSHAPE_T_5a934a26f311425e8ebaa0f45e6533ad_Shape">
                      <a:extLst>
                        <a:ext uri="{FF2B5EF4-FFF2-40B4-BE49-F238E27FC236}">
                          <a16:creationId xmlns:a16="http://schemas.microsoft.com/office/drawing/2014/main" id="{83F34793-4500-4F7A-8727-C32E01B2409C}"/>
                        </a:ext>
                      </a:extLst>
                    </p:cNvPr>
                    <p:cNvSpPr/>
                    <p:nvPr>
                      <p:custDataLst>
                        <p:tags r:id="rId34"/>
                      </p:custDataLst>
                    </p:nvPr>
                  </p:nvSpPr>
                  <p:spPr bwMode="auto">
                    <a:xfrm>
                      <a:off x="4521195" y="4077949"/>
                      <a:ext cx="2479362" cy="179210"/>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t" anchorCtr="0" compatLnSpc="1">
                      <a:prstTxWarp prst="textNoShape">
                        <a:avLst/>
                      </a:prstTxWarp>
                    </a:bodyPr>
                    <a:lstStyle/>
                    <a:p>
                      <a:pPr marL="0" marR="0" lvl="0" indent="0" algn="ctr" defTabSz="1625438" rtl="0" eaLnBrk="1" fontAlgn="auto" latinLnBrk="0" hangingPunct="1">
                        <a:lnSpc>
                          <a:spcPct val="100000"/>
                        </a:lnSpc>
                        <a:spcBef>
                          <a:spcPts val="0"/>
                        </a:spcBef>
                        <a:spcAft>
                          <a:spcPts val="0"/>
                        </a:spcAft>
                        <a:buClrTx/>
                        <a:buSzTx/>
                        <a:buFontTx/>
                        <a:buNone/>
                        <a:tabLst/>
                        <a:defRPr/>
                      </a:pPr>
                      <a:endParaRPr kumimoji="0" lang="en-US" altLang="zh-CN" sz="800" b="1" i="0" u="none" strike="noStrike" kern="1200" cap="none" spc="-9" normalizeH="0" baseline="0" noProof="0">
                        <a:ln>
                          <a:noFill/>
                        </a:ln>
                        <a:solidFill>
                          <a:srgbClr val="203864"/>
                        </a:solidFill>
                        <a:effectLst/>
                        <a:uLnTx/>
                        <a:uFillTx/>
                        <a:latin typeface="Calibri" panose="020F0502020204030204" pitchFamily="34" charset="0"/>
                        <a:ea typeface="+mn-ea"/>
                        <a:cs typeface="+mn-cs"/>
                      </a:endParaRPr>
                    </a:p>
                  </p:txBody>
                </p:sp>
                <p:sp>
                  <p:nvSpPr>
                    <p:cNvPr id="164" name="OTLSHAPE_T_e17f3958430f4cff8650518c93c7635e_Shape">
                      <a:extLst>
                        <a:ext uri="{FF2B5EF4-FFF2-40B4-BE49-F238E27FC236}">
                          <a16:creationId xmlns:a16="http://schemas.microsoft.com/office/drawing/2014/main" id="{E40C00DA-3FEB-4889-BC41-55E9DBEC4ACA}"/>
                        </a:ext>
                      </a:extLst>
                    </p:cNvPr>
                    <p:cNvSpPr/>
                    <p:nvPr>
                      <p:custDataLst>
                        <p:tags r:id="rId35"/>
                      </p:custDataLst>
                    </p:nvPr>
                  </p:nvSpPr>
                  <p:spPr bwMode="auto">
                    <a:xfrm>
                      <a:off x="3329512" y="4077952"/>
                      <a:ext cx="1191685" cy="156104"/>
                    </a:xfrm>
                    <a:prstGeom prst="roundRect">
                      <a:avLst/>
                    </a:prstGeom>
                    <a:solidFill>
                      <a:srgbClr val="00B05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625438" rtl="0" eaLnBrk="0" fontAlgn="base" latinLnBrk="0" hangingPunct="0">
                        <a:lnSpc>
                          <a:spcPct val="100000"/>
                        </a:lnSpc>
                        <a:spcBef>
                          <a:spcPct val="0"/>
                        </a:spcBef>
                        <a:spcAft>
                          <a:spcPct val="0"/>
                        </a:spcAft>
                        <a:buClrTx/>
                        <a:buSzTx/>
                        <a:buFontTx/>
                        <a:buNone/>
                        <a:tabLst/>
                        <a:defRPr/>
                      </a:pPr>
                      <a:r>
                        <a:rPr kumimoji="0" lang="de-DE"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Obesity with T2DM, N=</a:t>
                      </a:r>
                      <a:r>
                        <a:rPr lang="de-DE" altLang="zh-CN" sz="800" b="1">
                          <a:solidFill>
                            <a:srgbClr val="203864"/>
                          </a:solidFill>
                          <a:latin typeface="Calibri" panose="020F0502020204030204" pitchFamily="34" charset="0"/>
                          <a:cs typeface="Calibri" panose="020F0502020204030204" pitchFamily="34" charset="0"/>
                        </a:rPr>
                        <a:t>78</a:t>
                      </a:r>
                      <a:r>
                        <a:rPr kumimoji="0" lang="de-DE"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/755</a:t>
                      </a:r>
                      <a:endParaRPr kumimoji="0" lang="de-DE" altLang="zh-CN" sz="667" b="1" i="0" u="none" strike="noStrike" kern="1200" cap="none" spc="0" normalizeH="0" baseline="0" noProof="0">
                        <a:ln>
                          <a:noFill/>
                        </a:ln>
                        <a:solidFill>
                          <a:srgbClr val="203864"/>
                        </a:solidFill>
                        <a:effectLst/>
                        <a:highlight>
                          <a:srgbClr val="FFFF00"/>
                        </a:highlight>
                        <a:uLnTx/>
                        <a:uFillTx/>
                        <a:latin typeface="Calibri" panose="020F0502020204030204" pitchFamily="34" charset="0"/>
                        <a:ea typeface="+mn-ea"/>
                        <a:cs typeface="Calibri" panose="020F0502020204030204" pitchFamily="34" charset="0"/>
                      </a:endParaRPr>
                    </a:p>
                  </p:txBody>
                </p:sp>
                <p:sp>
                  <p:nvSpPr>
                    <p:cNvPr id="165" name="Star: 4 Points 143">
                      <a:extLst>
                        <a:ext uri="{FF2B5EF4-FFF2-40B4-BE49-F238E27FC236}">
                          <a16:creationId xmlns:a16="http://schemas.microsoft.com/office/drawing/2014/main" id="{6C96286A-C536-45DD-96F3-324E960A307A}"/>
                        </a:ext>
                      </a:extLst>
                    </p:cNvPr>
                    <p:cNvSpPr/>
                    <p:nvPr/>
                  </p:nvSpPr>
                  <p:spPr bwMode="auto">
                    <a:xfrm>
                      <a:off x="4411184" y="4144441"/>
                      <a:ext cx="203379"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51" name="Star: 4 Points 143">
                      <a:extLst>
                        <a:ext uri="{FF2B5EF4-FFF2-40B4-BE49-F238E27FC236}">
                          <a16:creationId xmlns:a16="http://schemas.microsoft.com/office/drawing/2014/main" id="{C50E94EE-0107-4752-AF63-CB9F27425BA1}"/>
                        </a:ext>
                      </a:extLst>
                    </p:cNvPr>
                    <p:cNvSpPr/>
                    <p:nvPr/>
                  </p:nvSpPr>
                  <p:spPr bwMode="auto">
                    <a:xfrm>
                      <a:off x="3223219" y="3827451"/>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0" name="Star: 4 Points 143">
                      <a:extLst>
                        <a:ext uri="{FF2B5EF4-FFF2-40B4-BE49-F238E27FC236}">
                          <a16:creationId xmlns:a16="http://schemas.microsoft.com/office/drawing/2014/main" id="{43F7D966-020B-4887-99F7-A0367410E81B}"/>
                        </a:ext>
                      </a:extLst>
                    </p:cNvPr>
                    <p:cNvSpPr/>
                    <p:nvPr/>
                  </p:nvSpPr>
                  <p:spPr bwMode="auto">
                    <a:xfrm>
                      <a:off x="6901230" y="4096275"/>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62" name="Star: 4 Points 143">
                      <a:extLst>
                        <a:ext uri="{FF2B5EF4-FFF2-40B4-BE49-F238E27FC236}">
                          <a16:creationId xmlns:a16="http://schemas.microsoft.com/office/drawing/2014/main" id="{C1811289-1E2F-42CA-AB61-B3EE8E9F0127}"/>
                        </a:ext>
                      </a:extLst>
                    </p:cNvPr>
                    <p:cNvSpPr/>
                    <p:nvPr/>
                  </p:nvSpPr>
                  <p:spPr bwMode="auto">
                    <a:xfrm>
                      <a:off x="3205539" y="4209511"/>
                      <a:ext cx="224796" cy="22124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89" name="Star: 4 Points 143">
                      <a:extLst>
                        <a:ext uri="{FF2B5EF4-FFF2-40B4-BE49-F238E27FC236}">
                          <a16:creationId xmlns:a16="http://schemas.microsoft.com/office/drawing/2014/main" id="{CD5F50A9-0008-4D3A-855B-312FB933F34A}"/>
                        </a:ext>
                      </a:extLst>
                    </p:cNvPr>
                    <p:cNvSpPr/>
                    <p:nvPr/>
                  </p:nvSpPr>
                  <p:spPr bwMode="auto">
                    <a:xfrm>
                      <a:off x="3223217" y="4419682"/>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90" name="OTLSHAPE_M_39ea6ebc19a94c9fab6ef5006c31df58_Shape">
                      <a:extLst>
                        <a:ext uri="{FF2B5EF4-FFF2-40B4-BE49-F238E27FC236}">
                          <a16:creationId xmlns:a16="http://schemas.microsoft.com/office/drawing/2014/main" id="{3C997D5E-EE65-4FB4-8934-450D53C963E0}"/>
                        </a:ext>
                      </a:extLst>
                    </p:cNvPr>
                    <p:cNvSpPr/>
                    <p:nvPr>
                      <p:custDataLst>
                        <p:tags r:id="rId36"/>
                      </p:custDataLst>
                    </p:nvPr>
                  </p:nvSpPr>
                  <p:spPr bwMode="auto">
                    <a:xfrm rot="16200000">
                      <a:off x="1025346" y="4257678"/>
                      <a:ext cx="91613" cy="106680"/>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l" defTabSz="2167142"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191" name="OTLSHAPE_M_39ea6ebc19a94c9fab6ef5006c31df58_Shape">
                      <a:extLst>
                        <a:ext uri="{FF2B5EF4-FFF2-40B4-BE49-F238E27FC236}">
                          <a16:creationId xmlns:a16="http://schemas.microsoft.com/office/drawing/2014/main" id="{DF1790CB-6034-4A62-B272-BDE76E7F5388}"/>
                        </a:ext>
                      </a:extLst>
                    </p:cNvPr>
                    <p:cNvSpPr/>
                    <p:nvPr>
                      <p:custDataLst>
                        <p:tags r:id="rId37"/>
                      </p:custDataLst>
                    </p:nvPr>
                  </p:nvSpPr>
                  <p:spPr bwMode="auto">
                    <a:xfrm rot="16200000">
                      <a:off x="1673829" y="4257678"/>
                      <a:ext cx="91613" cy="106680"/>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142"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192" name="TextBox 191">
                      <a:extLst>
                        <a:ext uri="{FF2B5EF4-FFF2-40B4-BE49-F238E27FC236}">
                          <a16:creationId xmlns:a16="http://schemas.microsoft.com/office/drawing/2014/main" id="{A197CB62-C545-4328-A0D5-39D7EB52413D}"/>
                        </a:ext>
                      </a:extLst>
                    </p:cNvPr>
                    <p:cNvSpPr txBox="1"/>
                    <p:nvPr/>
                  </p:nvSpPr>
                  <p:spPr>
                    <a:xfrm>
                      <a:off x="1235653" y="3764512"/>
                      <a:ext cx="642400" cy="24622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Mar/CDE feedback</a:t>
                      </a:r>
                    </a:p>
                  </p:txBody>
                </p:sp>
              </p:grpSp>
            </p:grpSp>
          </p:grpSp>
          <p:sp>
            <p:nvSpPr>
              <p:cNvPr id="187" name="OTLSHAPE_M_39ea6ebc19a94c9fab6ef5006c31df58_Shape">
                <a:extLst>
                  <a:ext uri="{FF2B5EF4-FFF2-40B4-BE49-F238E27FC236}">
                    <a16:creationId xmlns:a16="http://schemas.microsoft.com/office/drawing/2014/main" id="{CDD2B52A-CB82-48D5-B38C-C81E4482AF7E}"/>
                  </a:ext>
                </a:extLst>
              </p:cNvPr>
              <p:cNvSpPr/>
              <p:nvPr>
                <p:custDataLst>
                  <p:tags r:id="rId25"/>
                </p:custDataLst>
              </p:nvPr>
            </p:nvSpPr>
            <p:spPr bwMode="auto">
              <a:xfrm rot="16200000">
                <a:off x="1385288" y="2969221"/>
                <a:ext cx="68710" cy="80010"/>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142"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193" name="TextBox 192">
                <a:extLst>
                  <a:ext uri="{FF2B5EF4-FFF2-40B4-BE49-F238E27FC236}">
                    <a16:creationId xmlns:a16="http://schemas.microsoft.com/office/drawing/2014/main" id="{C46B05F6-DAFE-4CCA-A00D-C7BEBC23655C}"/>
                  </a:ext>
                </a:extLst>
              </p:cNvPr>
              <p:cNvSpPr txBox="1"/>
              <p:nvPr/>
            </p:nvSpPr>
            <p:spPr>
              <a:xfrm>
                <a:off x="1119677" y="3078402"/>
                <a:ext cx="696512" cy="184666"/>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25Apr</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a:t>
                </a:r>
              </a:p>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EoP2 meeting</a:t>
                </a:r>
              </a:p>
            </p:txBody>
          </p:sp>
        </p:grpSp>
      </p:grpSp>
      <p:grpSp>
        <p:nvGrpSpPr>
          <p:cNvPr id="23" name="Group 22">
            <a:extLst>
              <a:ext uri="{FF2B5EF4-FFF2-40B4-BE49-F238E27FC236}">
                <a16:creationId xmlns:a16="http://schemas.microsoft.com/office/drawing/2014/main" id="{126C5FC8-F517-53FC-9052-8CF9879D66EE}"/>
              </a:ext>
            </a:extLst>
          </p:cNvPr>
          <p:cNvGrpSpPr/>
          <p:nvPr/>
        </p:nvGrpSpPr>
        <p:grpSpPr>
          <a:xfrm>
            <a:off x="162820" y="4582440"/>
            <a:ext cx="8881130" cy="628333"/>
            <a:chOff x="-109310" y="3638858"/>
            <a:chExt cx="6660847" cy="471244"/>
          </a:xfrm>
        </p:grpSpPr>
        <p:sp>
          <p:nvSpPr>
            <p:cNvPr id="24" name="OTLSHAPE_T_e17f3958430f4cff8650518c93c7635e_Shape">
              <a:extLst>
                <a:ext uri="{FF2B5EF4-FFF2-40B4-BE49-F238E27FC236}">
                  <a16:creationId xmlns:a16="http://schemas.microsoft.com/office/drawing/2014/main" id="{58BCF507-ACB3-5156-DEBD-82107A2B7213}"/>
                </a:ext>
              </a:extLst>
            </p:cNvPr>
            <p:cNvSpPr/>
            <p:nvPr>
              <p:custDataLst>
                <p:tags r:id="rId17"/>
              </p:custDataLst>
            </p:nvPr>
          </p:nvSpPr>
          <p:spPr bwMode="auto">
            <a:xfrm>
              <a:off x="3197904" y="3757106"/>
              <a:ext cx="2594128" cy="165275"/>
            </a:xfrm>
            <a:prstGeom prst="roundRect">
              <a:avLst/>
            </a:prstGeom>
            <a:pattFill prst="pct25">
              <a:fgClr>
                <a:srgbClr val="006600"/>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en-US" altLang="zh-CN" sz="9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grpSp>
          <p:nvGrpSpPr>
            <p:cNvPr id="25" name="组合 21">
              <a:extLst>
                <a:ext uri="{FF2B5EF4-FFF2-40B4-BE49-F238E27FC236}">
                  <a16:creationId xmlns:a16="http://schemas.microsoft.com/office/drawing/2014/main" id="{FA462E2B-5244-AAAC-7302-AF9330E10467}"/>
                </a:ext>
              </a:extLst>
            </p:cNvPr>
            <p:cNvGrpSpPr/>
            <p:nvPr/>
          </p:nvGrpSpPr>
          <p:grpSpPr>
            <a:xfrm>
              <a:off x="-109310" y="3638858"/>
              <a:ext cx="6660847" cy="471244"/>
              <a:chOff x="-145746" y="5573285"/>
              <a:chExt cx="8881138" cy="628327"/>
            </a:xfrm>
          </p:grpSpPr>
          <p:sp>
            <p:nvSpPr>
              <p:cNvPr id="28" name="OTLSHAPE_M_39ea6ebc19a94c9fab6ef5006c31df58_Title">
                <a:extLst>
                  <a:ext uri="{FF2B5EF4-FFF2-40B4-BE49-F238E27FC236}">
                    <a16:creationId xmlns:a16="http://schemas.microsoft.com/office/drawing/2014/main" id="{9C0CCCC8-39BF-F506-F909-958015AED7B5}"/>
                  </a:ext>
                </a:extLst>
              </p:cNvPr>
              <p:cNvSpPr txBox="1"/>
              <p:nvPr>
                <p:custDataLst>
                  <p:tags r:id="rId18"/>
                </p:custDataLst>
              </p:nvPr>
            </p:nvSpPr>
            <p:spPr>
              <a:xfrm>
                <a:off x="1941102" y="6058048"/>
                <a:ext cx="1028091" cy="143564"/>
              </a:xfrm>
              <a:prstGeom prst="rect">
                <a:avLst/>
              </a:prstGeom>
              <a:noFill/>
            </p:spPr>
            <p:txBody>
              <a:bodyPr vert="horz" wrap="square" lIns="0" tIns="0" rIns="0" bIns="0" rtlCol="0" anchor="ctr" anchorCtr="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rPr>
                  <a:t>CTA Sub</a:t>
                </a:r>
                <a:endParaRPr kumimoji="0" lang="zh-CN" altLang="en-US"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9" name="OTLSHAPE_T_e17f3958430f4cff8650518c93c7635e_Shape">
                <a:extLst>
                  <a:ext uri="{FF2B5EF4-FFF2-40B4-BE49-F238E27FC236}">
                    <a16:creationId xmlns:a16="http://schemas.microsoft.com/office/drawing/2014/main" id="{EA28EB14-BF4D-E5D2-7F10-B55EDECAB031}"/>
                  </a:ext>
                </a:extLst>
              </p:cNvPr>
              <p:cNvSpPr/>
              <p:nvPr>
                <p:custDataLst>
                  <p:tags r:id="rId19"/>
                </p:custDataLst>
              </p:nvPr>
            </p:nvSpPr>
            <p:spPr bwMode="auto">
              <a:xfrm>
                <a:off x="2405033" y="5751009"/>
                <a:ext cx="731520" cy="200920"/>
              </a:xfrm>
              <a:prstGeom prst="roundRect">
                <a:avLst/>
              </a:prstGeom>
              <a:solidFill>
                <a:srgbClr val="FF000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216747" tIns="108373" rIns="216747" bIns="108373" numCol="1" rtlCol="0" anchor="ctr" anchorCtr="0" compatLnSpc="1">
                <a:prstTxWarp prst="textNoShape">
                  <a:avLst/>
                </a:prstTxWarp>
              </a:bodyPr>
              <a:lstStyle/>
              <a:p>
                <a:pPr marL="0" marR="0" lvl="0" indent="0" algn="ctr" defTabSz="1625398" rtl="0" eaLnBrk="0" fontAlgn="base" latinLnBrk="0" hangingPunct="0">
                  <a:lnSpc>
                    <a:spcPct val="90000"/>
                  </a:lnSpc>
                  <a:spcBef>
                    <a:spcPct val="0"/>
                  </a:spcBef>
                  <a:spcAft>
                    <a:spcPct val="0"/>
                  </a:spcAft>
                  <a:buClrTx/>
                  <a:buSzTx/>
                  <a:buFontTx/>
                  <a:buNone/>
                  <a:tabLst/>
                  <a:defRPr/>
                </a:pPr>
                <a:endParaRPr kumimoji="0" lang="zh-CN" altLang="en-US" sz="5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30" name="OTLSHAPE_M_39ea6ebc19a94c9fab6ef5006c31df58_Shape">
                <a:extLst>
                  <a:ext uri="{FF2B5EF4-FFF2-40B4-BE49-F238E27FC236}">
                    <a16:creationId xmlns:a16="http://schemas.microsoft.com/office/drawing/2014/main" id="{0F13300B-292D-E9B6-CA73-73D253863906}"/>
                  </a:ext>
                </a:extLst>
              </p:cNvPr>
              <p:cNvSpPr/>
              <p:nvPr>
                <p:custDataLst>
                  <p:tags r:id="rId20"/>
                </p:custDataLst>
              </p:nvPr>
            </p:nvSpPr>
            <p:spPr bwMode="auto">
              <a:xfrm rot="16200000">
                <a:off x="2367520" y="5927084"/>
                <a:ext cx="133252" cy="90724"/>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08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31" name="TextBox 192">
                <a:extLst>
                  <a:ext uri="{FF2B5EF4-FFF2-40B4-BE49-F238E27FC236}">
                    <a16:creationId xmlns:a16="http://schemas.microsoft.com/office/drawing/2014/main" id="{637607C5-A70E-3AE1-34D7-614874F750F5}"/>
                  </a:ext>
                </a:extLst>
              </p:cNvPr>
              <p:cNvSpPr txBox="1"/>
              <p:nvPr/>
            </p:nvSpPr>
            <p:spPr>
              <a:xfrm>
                <a:off x="2125113" y="5575481"/>
                <a:ext cx="616276" cy="123110"/>
              </a:xfrm>
              <a:prstGeom prst="rect">
                <a:avLst/>
              </a:prstGeom>
              <a:noFill/>
            </p:spPr>
            <p:txBody>
              <a:bodyPr wrap="square" lIns="0" tIns="0" rIns="0" bIns="0" rtlCol="0" anchor="t">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3366"/>
                    </a:solidFill>
                    <a:effectLst/>
                    <a:uLnTx/>
                    <a:uFillTx/>
                    <a:latin typeface="Calibri"/>
                    <a:ea typeface="+mn-ea"/>
                    <a:cs typeface="Calibri"/>
                  </a:rPr>
                  <a:t>15Sep</a:t>
                </a:r>
                <a:endParaRPr kumimoji="0" lang="en-US" sz="800"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endParaRPr>
              </a:p>
            </p:txBody>
          </p:sp>
          <p:sp>
            <p:nvSpPr>
              <p:cNvPr id="224" name="Star: 4 Points 143">
                <a:extLst>
                  <a:ext uri="{FF2B5EF4-FFF2-40B4-BE49-F238E27FC236}">
                    <a16:creationId xmlns:a16="http://schemas.microsoft.com/office/drawing/2014/main" id="{FB68E783-E73F-FA10-0B72-2FFE63309F5E}"/>
                  </a:ext>
                </a:extLst>
              </p:cNvPr>
              <p:cNvSpPr/>
              <p:nvPr/>
            </p:nvSpPr>
            <p:spPr bwMode="auto">
              <a:xfrm>
                <a:off x="4194994" y="5875878"/>
                <a:ext cx="245472" cy="193133"/>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62560" tIns="81280" rIns="162560" bIns="81280" numCol="1" rtlCol="0" anchor="t" anchorCtr="0" compatLnSpc="1">
                <a:prstTxWarp prst="textNoShape">
                  <a:avLst/>
                </a:prstTxWarp>
              </a:bodyPr>
              <a:lstStyle/>
              <a:p>
                <a:pPr marL="0" marR="0" lvl="0" indent="0" algn="ctr" defTabSz="162535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0" name="OTLSHAPE_T_e17f3958430f4cff8650518c93c7635e_Shape">
                <a:extLst>
                  <a:ext uri="{FF2B5EF4-FFF2-40B4-BE49-F238E27FC236}">
                    <a16:creationId xmlns:a16="http://schemas.microsoft.com/office/drawing/2014/main" id="{DC72E225-01E8-BAE8-A69C-CF1AAD7CC5A2}"/>
                  </a:ext>
                </a:extLst>
              </p:cNvPr>
              <p:cNvSpPr/>
              <p:nvPr>
                <p:custDataLst>
                  <p:tags r:id="rId21"/>
                </p:custDataLst>
              </p:nvPr>
            </p:nvSpPr>
            <p:spPr bwMode="auto">
              <a:xfrm>
                <a:off x="3144523" y="5730921"/>
                <a:ext cx="1119354" cy="238549"/>
              </a:xfrm>
              <a:prstGeom prst="roundRect">
                <a:avLst/>
              </a:prstGeom>
              <a:solidFill>
                <a:srgbClr val="006600">
                  <a:alpha val="4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en-US" altLang="zh-CN" sz="9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1" name="OTLSHAPE_T_e17f3958430f4cff8650518c93c7635e_StartDate">
                <a:extLst>
                  <a:ext uri="{FF2B5EF4-FFF2-40B4-BE49-F238E27FC236}">
                    <a16:creationId xmlns:a16="http://schemas.microsoft.com/office/drawing/2014/main" id="{6A7C8C18-670E-8B82-B6C3-5E0D1AD76AF9}"/>
                  </a:ext>
                </a:extLst>
              </p:cNvPr>
              <p:cNvSpPr txBox="1"/>
              <p:nvPr>
                <p:custDataLst>
                  <p:tags r:id="rId22"/>
                </p:custDataLst>
              </p:nvPr>
            </p:nvSpPr>
            <p:spPr>
              <a:xfrm>
                <a:off x="2717647" y="5988560"/>
                <a:ext cx="1198111" cy="143564"/>
              </a:xfrm>
              <a:prstGeom prst="rect">
                <a:avLst/>
              </a:prstGeom>
              <a:noFill/>
            </p:spPr>
            <p:txBody>
              <a:bodyPr vert="horz" wrap="square" lIns="0" tIns="0" rIns="0" bIns="0" rtlCol="0" anchor="ctr" anchorCtr="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003366"/>
                    </a:solidFill>
                    <a:effectLst/>
                    <a:uLnTx/>
                    <a:uFillTx/>
                    <a:latin typeface="Calibri" panose="020F0502020204030204" pitchFamily="34" charset="0"/>
                    <a:ea typeface="等线" panose="02010600030101010101" pitchFamily="2" charset="-122"/>
                    <a:cs typeface="Calibri" panose="020F0502020204030204" pitchFamily="34" charset="0"/>
                  </a:rPr>
                  <a:t>6Feb</a:t>
                </a:r>
                <a:r>
                  <a:rPr kumimoji="0" lang="en-US" altLang="zh-CN"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rPr>
                  <a:t>/FSS</a:t>
                </a:r>
                <a:endParaRPr kumimoji="0" lang="zh-CN" altLang="en-US"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2" name="Star: 4 Points 143">
                <a:extLst>
                  <a:ext uri="{FF2B5EF4-FFF2-40B4-BE49-F238E27FC236}">
                    <a16:creationId xmlns:a16="http://schemas.microsoft.com/office/drawing/2014/main" id="{A27762EC-D3FD-7A18-9704-144466FAC1DA}"/>
                  </a:ext>
                </a:extLst>
              </p:cNvPr>
              <p:cNvSpPr/>
              <p:nvPr/>
            </p:nvSpPr>
            <p:spPr bwMode="auto">
              <a:xfrm>
                <a:off x="3017079" y="5859913"/>
                <a:ext cx="232372" cy="223519"/>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62560" tIns="81280" rIns="162560" bIns="81280" numCol="1" rtlCol="0" anchor="t" anchorCtr="0" compatLnSpc="1">
                <a:prstTxWarp prst="textNoShape">
                  <a:avLst/>
                </a:prstTxWarp>
              </a:bodyPr>
              <a:lstStyle/>
              <a:p>
                <a:pPr marL="0" marR="0" lvl="0" indent="0" algn="l" defTabSz="162535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3" name="TextBox 108">
                <a:extLst>
                  <a:ext uri="{FF2B5EF4-FFF2-40B4-BE49-F238E27FC236}">
                    <a16:creationId xmlns:a16="http://schemas.microsoft.com/office/drawing/2014/main" id="{F61C334A-6279-0269-9BDD-84822CD36F13}"/>
                  </a:ext>
                </a:extLst>
              </p:cNvPr>
              <p:cNvSpPr txBox="1"/>
              <p:nvPr/>
            </p:nvSpPr>
            <p:spPr>
              <a:xfrm>
                <a:off x="3926051" y="5573285"/>
                <a:ext cx="762111" cy="143563"/>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lang="en-US" altLang="zh-CN" sz="933" b="1">
                    <a:solidFill>
                      <a:srgbClr val="003366"/>
                    </a:solidFill>
                    <a:latin typeface="Calibri" panose="020F0502020204030204" pitchFamily="34" charset="0"/>
                    <a:cs typeface="Calibri" panose="020F0502020204030204" pitchFamily="34" charset="0"/>
                  </a:rPr>
                  <a:t>Jul</a:t>
                </a:r>
                <a:r>
                  <a:rPr kumimoji="0" lang="en-US" sz="933"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a:t>
                </a:r>
                <a:r>
                  <a:rPr kumimoji="0" lang="en-US" sz="933" b="1" i="0" u="none" strike="noStrike" kern="1200" cap="none" spc="0" normalizeH="0" baseline="0" noProof="0">
                    <a:ln>
                      <a:noFill/>
                    </a:ln>
                    <a:solidFill>
                      <a:srgbClr val="1F497D"/>
                    </a:solidFill>
                    <a:effectLst/>
                    <a:uLnTx/>
                    <a:uFillTx/>
                    <a:latin typeface="Calibri" panose="020F0502020204030204" pitchFamily="34" charset="0"/>
                    <a:ea typeface="+mn-ea"/>
                    <a:cs typeface="Calibri" panose="020F0502020204030204" pitchFamily="34" charset="0"/>
                  </a:rPr>
                  <a:t>LSS</a:t>
                </a:r>
              </a:p>
            </p:txBody>
          </p:sp>
          <p:sp>
            <p:nvSpPr>
              <p:cNvPr id="234" name="OTLSHAPE_T_e17f3958430f4cff8650518c93c7635e_Shape">
                <a:extLst>
                  <a:ext uri="{FF2B5EF4-FFF2-40B4-BE49-F238E27FC236}">
                    <a16:creationId xmlns:a16="http://schemas.microsoft.com/office/drawing/2014/main" id="{B2757B82-D3CF-8E57-BC76-E684F0850598}"/>
                  </a:ext>
                </a:extLst>
              </p:cNvPr>
              <p:cNvSpPr/>
              <p:nvPr>
                <p:custDataLst>
                  <p:tags r:id="rId23"/>
                </p:custDataLst>
              </p:nvPr>
            </p:nvSpPr>
            <p:spPr bwMode="auto">
              <a:xfrm>
                <a:off x="1916306" y="5722455"/>
                <a:ext cx="487680" cy="241201"/>
              </a:xfrm>
              <a:prstGeom prst="roundRect">
                <a:avLst/>
              </a:prstGeom>
              <a:solidFill>
                <a:srgbClr val="FFC00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zh-CN" altLang="en-US" sz="5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6" name="TextBox 235">
                <a:extLst>
                  <a:ext uri="{FF2B5EF4-FFF2-40B4-BE49-F238E27FC236}">
                    <a16:creationId xmlns:a16="http://schemas.microsoft.com/office/drawing/2014/main" id="{5395C515-17C5-3482-CEC7-D76D7785AD19}"/>
                  </a:ext>
                </a:extLst>
              </p:cNvPr>
              <p:cNvSpPr txBox="1"/>
              <p:nvPr/>
            </p:nvSpPr>
            <p:spPr>
              <a:xfrm>
                <a:off x="1796020" y="5740000"/>
                <a:ext cx="731520" cy="235896"/>
              </a:xfrm>
              <a:prstGeom prst="rect">
                <a:avLst/>
              </a:prstGeom>
              <a:noFill/>
            </p:spPr>
            <p:txBody>
              <a:bodyPr wrap="square">
                <a:spAutoFit/>
              </a:bodyPr>
              <a:lstStyle/>
              <a:p>
                <a:pPr marL="0" marR="0" lvl="0" indent="0" algn="ctr" defTabSz="1625398" rtl="0" eaLnBrk="0" fontAlgn="base" latinLnBrk="0" hangingPunct="0">
                  <a:lnSpc>
                    <a:spcPct val="100000"/>
                  </a:lnSpc>
                  <a:spcBef>
                    <a:spcPct val="0"/>
                  </a:spcBef>
                  <a:spcAft>
                    <a:spcPct val="0"/>
                  </a:spcAft>
                  <a:buClrTx/>
                  <a:buSzTx/>
                  <a:buFontTx/>
                  <a:buNone/>
                  <a:tabLst/>
                  <a:defRPr/>
                </a:pPr>
                <a:r>
                  <a:rPr kumimoji="0" lang="en-US" altLang="zh-CN" sz="9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rPr>
                  <a:t>Pre-IND</a:t>
                </a:r>
                <a:endParaRPr kumimoji="0" lang="zh-CN" altLang="en-US" sz="933" b="1"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38" name="TextBox 146">
                <a:extLst>
                  <a:ext uri="{FF2B5EF4-FFF2-40B4-BE49-F238E27FC236}">
                    <a16:creationId xmlns:a16="http://schemas.microsoft.com/office/drawing/2014/main" id="{65A867ED-8E3B-3315-FC00-A2C934D090CD}"/>
                  </a:ext>
                </a:extLst>
              </p:cNvPr>
              <p:cNvSpPr txBox="1"/>
              <p:nvPr/>
            </p:nvSpPr>
            <p:spPr>
              <a:xfrm>
                <a:off x="-145746" y="5772743"/>
                <a:ext cx="892635" cy="123110"/>
              </a:xfrm>
              <a:prstGeom prst="rect">
                <a:avLst/>
              </a:prstGeom>
              <a:noFill/>
              <a:ln w="9525">
                <a:solidFill>
                  <a:schemeClr val="accent1"/>
                </a:solid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SYNCHRONIZE-CN</a:t>
                </a:r>
              </a:p>
            </p:txBody>
          </p:sp>
          <p:sp>
            <p:nvSpPr>
              <p:cNvPr id="239" name="TextBox 112">
                <a:extLst>
                  <a:ext uri="{FF2B5EF4-FFF2-40B4-BE49-F238E27FC236}">
                    <a16:creationId xmlns:a16="http://schemas.microsoft.com/office/drawing/2014/main" id="{C9B0154B-D79E-88F5-DC52-003F2D37606D}"/>
                  </a:ext>
                </a:extLst>
              </p:cNvPr>
              <p:cNvSpPr txBox="1"/>
              <p:nvPr/>
            </p:nvSpPr>
            <p:spPr>
              <a:xfrm>
                <a:off x="6995440" y="5935283"/>
                <a:ext cx="1739952" cy="143563"/>
              </a:xfrm>
              <a:prstGeom prst="rect">
                <a:avLst/>
              </a:prstGeom>
              <a:noFill/>
            </p:spPr>
            <p:txBody>
              <a:bodyPr wrap="square" lIns="0" tIns="0" rIns="0" bIns="0" rtlCol="0" anchor="t">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lang="en-US" sz="933" b="1">
                    <a:solidFill>
                      <a:srgbClr val="003366"/>
                    </a:solidFill>
                    <a:latin typeface="Calibri"/>
                    <a:cs typeface="Calibri"/>
                  </a:rPr>
                  <a:t>27 Mar</a:t>
                </a:r>
                <a:r>
                  <a:rPr kumimoji="0" lang="en-US" sz="933" b="1" i="0" u="none" strike="noStrike" kern="1200" cap="none" spc="0" normalizeH="0" baseline="0" noProof="0">
                    <a:ln>
                      <a:noFill/>
                    </a:ln>
                    <a:solidFill>
                      <a:srgbClr val="1F497D"/>
                    </a:solidFill>
                    <a:effectLst/>
                    <a:uLnTx/>
                    <a:uFillTx/>
                    <a:latin typeface="Calibri"/>
                    <a:ea typeface="+mn-ea"/>
                    <a:cs typeface="Calibri"/>
                  </a:rPr>
                  <a:t>/DBL</a:t>
                </a:r>
              </a:p>
            </p:txBody>
          </p:sp>
          <p:sp>
            <p:nvSpPr>
              <p:cNvPr id="241" name="Star: 4 Points 143">
                <a:extLst>
                  <a:ext uri="{FF2B5EF4-FFF2-40B4-BE49-F238E27FC236}">
                    <a16:creationId xmlns:a16="http://schemas.microsoft.com/office/drawing/2014/main" id="{D06F9062-3A46-C9F5-4016-C0B0FA7E6FD7}"/>
                  </a:ext>
                </a:extLst>
              </p:cNvPr>
              <p:cNvSpPr/>
              <p:nvPr/>
            </p:nvSpPr>
            <p:spPr bwMode="auto">
              <a:xfrm>
                <a:off x="7623420" y="5745861"/>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ctr" defTabSz="1219048" rtl="0" eaLnBrk="0" fontAlgn="base" latinLnBrk="0" hangingPunct="0">
                  <a:lnSpc>
                    <a:spcPct val="100000"/>
                  </a:lnSpc>
                  <a:spcBef>
                    <a:spcPct val="0"/>
                  </a:spcBef>
                  <a:spcAft>
                    <a:spcPct val="0"/>
                  </a:spcAft>
                  <a:buClrTx/>
                  <a:buSzTx/>
                  <a:buFontTx/>
                  <a:buNone/>
                  <a:tabLst/>
                  <a:defRPr/>
                </a:pPr>
                <a:endParaRPr kumimoji="0" lang="zh-CN" alt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44" name="TextBox 192">
                <a:extLst>
                  <a:ext uri="{FF2B5EF4-FFF2-40B4-BE49-F238E27FC236}">
                    <a16:creationId xmlns:a16="http://schemas.microsoft.com/office/drawing/2014/main" id="{F248D2DC-A15D-605A-E56C-93600B26B0D4}"/>
                  </a:ext>
                </a:extLst>
              </p:cNvPr>
              <p:cNvSpPr txBox="1"/>
              <p:nvPr/>
            </p:nvSpPr>
            <p:spPr>
              <a:xfrm>
                <a:off x="1753350" y="5575662"/>
                <a:ext cx="458851" cy="143563"/>
              </a:xfrm>
              <a:prstGeom prst="rect">
                <a:avLst/>
              </a:prstGeom>
              <a:noFill/>
            </p:spPr>
            <p:txBody>
              <a:bodyPr wrap="square" lIns="0" tIns="0" rIns="0" bIns="0" rtlCol="0">
                <a:spAutoFit/>
              </a:bodyPr>
              <a:lstStyle/>
              <a:p>
                <a:pPr marL="0" marR="0" lvl="0" indent="0" algn="l" defTabSz="1625398" rtl="0" eaLnBrk="1" fontAlgn="auto" latinLnBrk="0" hangingPunct="1">
                  <a:lnSpc>
                    <a:spcPct val="100000"/>
                  </a:lnSpc>
                  <a:spcBef>
                    <a:spcPts val="0"/>
                  </a:spcBef>
                  <a:spcAft>
                    <a:spcPts val="0"/>
                  </a:spcAft>
                  <a:buClrTx/>
                  <a:buSzTx/>
                  <a:buFontTx/>
                  <a:buNone/>
                  <a:tabLst/>
                  <a:defRPr/>
                </a:pPr>
                <a:r>
                  <a:rPr kumimoji="0" lang="en-US" sz="933" b="1" i="0" u="none" strike="noStrike" kern="1200" cap="none" spc="0" normalizeH="0" baseline="0" noProof="0">
                    <a:ln>
                      <a:noFill/>
                    </a:ln>
                    <a:solidFill>
                      <a:srgbClr val="003366"/>
                    </a:solidFill>
                    <a:effectLst/>
                    <a:uLnTx/>
                    <a:uFillTx/>
                    <a:latin typeface="Calibri" panose="020F0502020204030204" pitchFamily="34" charset="0"/>
                    <a:ea typeface="+mn-ea"/>
                    <a:cs typeface="Calibri" panose="020F0502020204030204" pitchFamily="34" charset="0"/>
                  </a:rPr>
                  <a:t>31 May</a:t>
                </a:r>
              </a:p>
            </p:txBody>
          </p:sp>
          <p:sp>
            <p:nvSpPr>
              <p:cNvPr id="245" name="OTLSHAPE_M_39ea6ebc19a94c9fab6ef5006c31df58_Shape">
                <a:extLst>
                  <a:ext uri="{FF2B5EF4-FFF2-40B4-BE49-F238E27FC236}">
                    <a16:creationId xmlns:a16="http://schemas.microsoft.com/office/drawing/2014/main" id="{02FCE94E-D6B7-D9A8-F38D-B050364E3C59}"/>
                  </a:ext>
                </a:extLst>
              </p:cNvPr>
              <p:cNvSpPr/>
              <p:nvPr>
                <p:custDataLst>
                  <p:tags r:id="rId24"/>
                </p:custDataLst>
              </p:nvPr>
            </p:nvSpPr>
            <p:spPr bwMode="auto">
              <a:xfrm rot="16200000">
                <a:off x="1891312" y="5927082"/>
                <a:ext cx="133252" cy="90724"/>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08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grpSp>
      </p:grpSp>
      <p:sp>
        <p:nvSpPr>
          <p:cNvPr id="247" name="文本框 174">
            <a:extLst>
              <a:ext uri="{FF2B5EF4-FFF2-40B4-BE49-F238E27FC236}">
                <a16:creationId xmlns:a16="http://schemas.microsoft.com/office/drawing/2014/main" id="{85C09B5F-33AD-EB9D-75ED-742DDB67886F}"/>
              </a:ext>
            </a:extLst>
          </p:cNvPr>
          <p:cNvSpPr txBox="1"/>
          <p:nvPr/>
        </p:nvSpPr>
        <p:spPr>
          <a:xfrm>
            <a:off x="3501460" y="4666133"/>
            <a:ext cx="1035645" cy="461665"/>
          </a:xfrm>
          <a:prstGeom prst="rect">
            <a:avLst/>
          </a:prstGeom>
          <a:noFill/>
        </p:spPr>
        <p:txBody>
          <a:bodyPr wrap="square">
            <a:spAutoFit/>
          </a:bodyPr>
          <a:lstStyle/>
          <a:p>
            <a:pPr marL="0" marR="0" lvl="0" indent="0" algn="ctr" defTabSz="1625398" rtl="0" eaLnBrk="0" fontAlgn="base" latinLnBrk="0" hangingPunct="0">
              <a:lnSpc>
                <a:spcPct val="100000"/>
              </a:lnSpc>
              <a:spcBef>
                <a:spcPct val="0"/>
              </a:spcBef>
              <a:spcAft>
                <a:spcPct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rPr>
              <a:t>Obesity, BMI 24/28 N=307 (</a:t>
            </a:r>
            <a:r>
              <a:rPr lang="en-US" altLang="zh-CN" sz="800" b="1">
                <a:solidFill>
                  <a:srgbClr val="203864"/>
                </a:solidFill>
                <a:latin typeface="Calibri" panose="020F0502020204030204" pitchFamily="34" charset="0"/>
                <a:ea typeface="等线" panose="02010600030101010101" pitchFamily="2" charset="-122"/>
                <a:cs typeface="Calibri" panose="020F0502020204030204" pitchFamily="34" charset="0"/>
              </a:rPr>
              <a:t>56</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rPr>
              <a:t> for MRI-PDFF)</a:t>
            </a:r>
          </a:p>
        </p:txBody>
      </p:sp>
      <p:sp>
        <p:nvSpPr>
          <p:cNvPr id="19" name="TextBox 146">
            <a:extLst>
              <a:ext uri="{FF2B5EF4-FFF2-40B4-BE49-F238E27FC236}">
                <a16:creationId xmlns:a16="http://schemas.microsoft.com/office/drawing/2014/main" id="{F6ABA3B6-60D2-8583-6D7B-48BF8EDC61F4}"/>
              </a:ext>
            </a:extLst>
          </p:cNvPr>
          <p:cNvSpPr txBox="1"/>
          <p:nvPr/>
        </p:nvSpPr>
        <p:spPr>
          <a:xfrm>
            <a:off x="97913" y="5332593"/>
            <a:ext cx="892635" cy="246221"/>
          </a:xfrm>
          <a:prstGeom prst="rect">
            <a:avLst/>
          </a:prstGeom>
          <a:noFill/>
          <a:ln w="9525">
            <a:solidFill>
              <a:schemeClr val="accent1"/>
            </a:solidFill>
          </a:ln>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CN </a:t>
            </a:r>
            <a:r>
              <a:rPr kumimoji="0" lang="en-US" altLang="zh-CN" sz="8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PK</a:t>
            </a:r>
            <a:r>
              <a:rPr kumimoji="0" lang="en-US" sz="8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-1404.13</a:t>
            </a:r>
          </a:p>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MRD study design</a:t>
            </a:r>
          </a:p>
        </p:txBody>
      </p:sp>
      <p:sp>
        <p:nvSpPr>
          <p:cNvPr id="255" name="OTLSHAPE_M_39ea6ebc19a94c9fab6ef5006c31df58_Title">
            <a:extLst>
              <a:ext uri="{FF2B5EF4-FFF2-40B4-BE49-F238E27FC236}">
                <a16:creationId xmlns:a16="http://schemas.microsoft.com/office/drawing/2014/main" id="{EB1824F7-0CF2-DBBA-5F17-7E47C7437D3C}"/>
              </a:ext>
            </a:extLst>
          </p:cNvPr>
          <p:cNvSpPr txBox="1"/>
          <p:nvPr>
            <p:custDataLst>
              <p:tags r:id="rId8"/>
            </p:custDataLst>
          </p:nvPr>
        </p:nvSpPr>
        <p:spPr>
          <a:xfrm>
            <a:off x="2887067" y="5605921"/>
            <a:ext cx="1028091" cy="143565"/>
          </a:xfrm>
          <a:prstGeom prst="rect">
            <a:avLst/>
          </a:prstGeom>
          <a:noFill/>
        </p:spPr>
        <p:txBody>
          <a:bodyPr vert="horz" wrap="square" lIns="0" tIns="0" rIns="0" bIns="0" rtlCol="0" anchor="ctr" anchorCtr="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rPr>
              <a:t>CTA Sub</a:t>
            </a:r>
            <a:endParaRPr kumimoji="0" lang="zh-CN" altLang="en-US" sz="933" b="1" i="0" u="none" strike="noStrike" kern="1200" cap="none" spc="0" normalizeH="0" baseline="0" noProof="0">
              <a:ln>
                <a:noFill/>
              </a:ln>
              <a:solidFill>
                <a:srgbClr val="1F497D"/>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49" name="OTLSHAPE_M_39ea6ebc19a94c9fab6ef5006c31df58_Shape">
            <a:extLst>
              <a:ext uri="{FF2B5EF4-FFF2-40B4-BE49-F238E27FC236}">
                <a16:creationId xmlns:a16="http://schemas.microsoft.com/office/drawing/2014/main" id="{95C66EDC-6BCF-51E9-E0E9-AB4B385FC25E}"/>
              </a:ext>
            </a:extLst>
          </p:cNvPr>
          <p:cNvSpPr/>
          <p:nvPr>
            <p:custDataLst>
              <p:tags r:id="rId9"/>
            </p:custDataLst>
          </p:nvPr>
        </p:nvSpPr>
        <p:spPr bwMode="auto">
          <a:xfrm rot="16200000">
            <a:off x="3347784" y="5418084"/>
            <a:ext cx="133253" cy="90724"/>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08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252" name="OTLSHAPE_T_e17f3958430f4cff8650518c93c7635e_Shape">
            <a:extLst>
              <a:ext uri="{FF2B5EF4-FFF2-40B4-BE49-F238E27FC236}">
                <a16:creationId xmlns:a16="http://schemas.microsoft.com/office/drawing/2014/main" id="{59213AE9-1239-3085-CF8F-9F43D01D970A}"/>
              </a:ext>
            </a:extLst>
          </p:cNvPr>
          <p:cNvSpPr/>
          <p:nvPr>
            <p:custDataLst>
              <p:tags r:id="rId10"/>
            </p:custDataLst>
          </p:nvPr>
        </p:nvSpPr>
        <p:spPr bwMode="auto">
          <a:xfrm>
            <a:off x="3357860" y="5260590"/>
            <a:ext cx="1256940" cy="237011"/>
          </a:xfrm>
          <a:prstGeom prst="roundRect">
            <a:avLst/>
          </a:prstGeom>
          <a:solidFill>
            <a:srgbClr val="FF0000">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216747" tIns="108373" rIns="216747" bIns="108373" numCol="1" rtlCol="0" anchor="ctr" anchorCtr="0" compatLnSpc="1">
            <a:prstTxWarp prst="textNoShape">
              <a:avLst/>
            </a:prstTxWarp>
          </a:bodyPr>
          <a:lstStyle/>
          <a:p>
            <a:pPr marL="0" marR="0" lvl="0" indent="0" algn="ctr" defTabSz="1625398" rtl="0" eaLnBrk="0" fontAlgn="base" latinLnBrk="0" hangingPunct="0">
              <a:lnSpc>
                <a:spcPct val="90000"/>
              </a:lnSpc>
              <a:spcBef>
                <a:spcPct val="0"/>
              </a:spcBef>
              <a:spcAft>
                <a:spcPct val="0"/>
              </a:spcAft>
              <a:buClrTx/>
              <a:buSzTx/>
              <a:buFontTx/>
              <a:buNone/>
              <a:tabLst/>
              <a:defRPr/>
            </a:pPr>
            <a:endParaRPr kumimoji="0" lang="zh-CN" altLang="en-US" sz="533" b="1"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65" name="TextBox 192">
            <a:extLst>
              <a:ext uri="{FF2B5EF4-FFF2-40B4-BE49-F238E27FC236}">
                <a16:creationId xmlns:a16="http://schemas.microsoft.com/office/drawing/2014/main" id="{D671EAA7-9915-52F6-2E27-1B4F1CA3A262}"/>
              </a:ext>
            </a:extLst>
          </p:cNvPr>
          <p:cNvSpPr txBox="1"/>
          <p:nvPr/>
        </p:nvSpPr>
        <p:spPr>
          <a:xfrm>
            <a:off x="3164540" y="5056016"/>
            <a:ext cx="467596" cy="143565"/>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lang="en-US" altLang="zh-CN" sz="933" b="1">
                <a:solidFill>
                  <a:srgbClr val="203864"/>
                </a:solidFill>
                <a:latin typeface="Calibri" panose="020F0502020204030204" pitchFamily="34" charset="0"/>
                <a:cs typeface="Calibri" panose="020F0502020204030204" pitchFamily="34" charset="0"/>
              </a:rPr>
              <a:t>1</a:t>
            </a: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8 Jan</a:t>
            </a:r>
            <a:endParaRPr kumimoji="0" lang="en-US"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66" name="Star: 4 Points 143">
            <a:extLst>
              <a:ext uri="{FF2B5EF4-FFF2-40B4-BE49-F238E27FC236}">
                <a16:creationId xmlns:a16="http://schemas.microsoft.com/office/drawing/2014/main" id="{EE0FE79E-7408-260A-51A3-09F3EAEE2CA9}"/>
              </a:ext>
            </a:extLst>
          </p:cNvPr>
          <p:cNvSpPr/>
          <p:nvPr/>
        </p:nvSpPr>
        <p:spPr bwMode="auto">
          <a:xfrm>
            <a:off x="4479119" y="5361144"/>
            <a:ext cx="232372" cy="223521"/>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62560" tIns="81280" rIns="162560" bIns="81280" numCol="1" rtlCol="0" anchor="t" anchorCtr="0" compatLnSpc="1">
            <a:prstTxWarp prst="textNoShape">
              <a:avLst/>
            </a:prstTxWarp>
          </a:bodyPr>
          <a:lstStyle/>
          <a:p>
            <a:pPr marL="0" marR="0" lvl="0" indent="0" algn="l" defTabSz="162535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67" name="OTLSHAPE_T_e17f3958430f4cff8650518c93c7635e_Shape">
            <a:extLst>
              <a:ext uri="{FF2B5EF4-FFF2-40B4-BE49-F238E27FC236}">
                <a16:creationId xmlns:a16="http://schemas.microsoft.com/office/drawing/2014/main" id="{DE815627-8983-68FE-D774-A7C368D4EF7B}"/>
              </a:ext>
            </a:extLst>
          </p:cNvPr>
          <p:cNvSpPr/>
          <p:nvPr>
            <p:custDataLst>
              <p:tags r:id="rId11"/>
            </p:custDataLst>
          </p:nvPr>
        </p:nvSpPr>
        <p:spPr bwMode="auto">
          <a:xfrm>
            <a:off x="4587193" y="5260076"/>
            <a:ext cx="422921" cy="227717"/>
          </a:xfrm>
          <a:prstGeom prst="roundRect">
            <a:avLst/>
          </a:prstGeom>
          <a:solidFill>
            <a:schemeClr val="accent5">
              <a:lumMod val="50000"/>
              <a:alpha val="4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en-US" altLang="zh-CN" sz="700" b="1"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68" name="TextBox 192">
            <a:extLst>
              <a:ext uri="{FF2B5EF4-FFF2-40B4-BE49-F238E27FC236}">
                <a16:creationId xmlns:a16="http://schemas.microsoft.com/office/drawing/2014/main" id="{3FD6E0CB-F305-16D0-E7DD-D1B94A974214}"/>
              </a:ext>
            </a:extLst>
          </p:cNvPr>
          <p:cNvSpPr txBox="1"/>
          <p:nvPr/>
        </p:nvSpPr>
        <p:spPr>
          <a:xfrm>
            <a:off x="4161459" y="4928521"/>
            <a:ext cx="622255" cy="287130"/>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Jul 2024</a:t>
            </a:r>
          </a:p>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/SIV</a:t>
            </a:r>
            <a:endParaRPr kumimoji="0" lang="en-US"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70" name="TextBox 192">
            <a:extLst>
              <a:ext uri="{FF2B5EF4-FFF2-40B4-BE49-F238E27FC236}">
                <a16:creationId xmlns:a16="http://schemas.microsoft.com/office/drawing/2014/main" id="{6190EE31-1D91-F052-169E-67B9F9E3B845}"/>
              </a:ext>
            </a:extLst>
          </p:cNvPr>
          <p:cNvSpPr txBox="1"/>
          <p:nvPr/>
        </p:nvSpPr>
        <p:spPr>
          <a:xfrm>
            <a:off x="4708739" y="4924749"/>
            <a:ext cx="490605" cy="287130"/>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Sept 2024/LSS</a:t>
            </a:r>
            <a:endParaRPr kumimoji="0" lang="en-US"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71" name="OTLSHAPE_T_e17f3958430f4cff8650518c93c7635e_Shape">
            <a:extLst>
              <a:ext uri="{FF2B5EF4-FFF2-40B4-BE49-F238E27FC236}">
                <a16:creationId xmlns:a16="http://schemas.microsoft.com/office/drawing/2014/main" id="{3324F616-1C67-66BB-AFF4-0D9847C4BFA8}"/>
              </a:ext>
            </a:extLst>
          </p:cNvPr>
          <p:cNvSpPr/>
          <p:nvPr>
            <p:custDataLst>
              <p:tags r:id="rId12"/>
            </p:custDataLst>
          </p:nvPr>
        </p:nvSpPr>
        <p:spPr bwMode="auto">
          <a:xfrm>
            <a:off x="4982359" y="5260076"/>
            <a:ext cx="1701824" cy="193136"/>
          </a:xfrm>
          <a:prstGeom prst="roundRect">
            <a:avLst/>
          </a:prstGeom>
          <a:pattFill prst="pct60">
            <a:fgClr>
              <a:srgbClr val="A7B9C9"/>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62560" tIns="81280" rIns="162560" bIns="81280" numCol="1" rtlCol="0" anchor="ctr"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73" name="Star: 4 Points 143">
            <a:extLst>
              <a:ext uri="{FF2B5EF4-FFF2-40B4-BE49-F238E27FC236}">
                <a16:creationId xmlns:a16="http://schemas.microsoft.com/office/drawing/2014/main" id="{ABA1EA8B-499C-EF1D-894E-3BD62B812509}"/>
              </a:ext>
            </a:extLst>
          </p:cNvPr>
          <p:cNvSpPr/>
          <p:nvPr/>
        </p:nvSpPr>
        <p:spPr bwMode="auto">
          <a:xfrm>
            <a:off x="6572989" y="5329034"/>
            <a:ext cx="245472" cy="19313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62560" tIns="81280" rIns="162560" bIns="81280" numCol="1" rtlCol="0" anchor="t" anchorCtr="0" compatLnSpc="1">
            <a:prstTxWarp prst="textNoShape">
              <a:avLst/>
            </a:prstTxWarp>
          </a:bodyPr>
          <a:lstStyle/>
          <a:p>
            <a:pPr marL="0" marR="0" lvl="0" indent="0" algn="ctr" defTabSz="162535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75" name="TextBox 192">
            <a:extLst>
              <a:ext uri="{FF2B5EF4-FFF2-40B4-BE49-F238E27FC236}">
                <a16:creationId xmlns:a16="http://schemas.microsoft.com/office/drawing/2014/main" id="{2CF194E8-6969-97FF-F660-AA7A78A30582}"/>
              </a:ext>
            </a:extLst>
          </p:cNvPr>
          <p:cNvSpPr txBox="1"/>
          <p:nvPr/>
        </p:nvSpPr>
        <p:spPr>
          <a:xfrm>
            <a:off x="6178708" y="5061103"/>
            <a:ext cx="936278" cy="143565"/>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lang="en-US" altLang="zh-CN" sz="933" b="1">
                <a:solidFill>
                  <a:srgbClr val="203864"/>
                </a:solidFill>
                <a:latin typeface="Calibri" panose="020F0502020204030204" pitchFamily="34" charset="0"/>
                <a:cs typeface="Calibri" panose="020F0502020204030204" pitchFamily="34" charset="0"/>
              </a:rPr>
              <a:t>20 Jun </a:t>
            </a: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2025/DBL</a:t>
            </a:r>
            <a:endParaRPr kumimoji="0" lang="en-US"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76" name="OTLSHAPE_M_39ea6ebc19a94c9fab6ef5006c31df58_Shape">
            <a:extLst>
              <a:ext uri="{FF2B5EF4-FFF2-40B4-BE49-F238E27FC236}">
                <a16:creationId xmlns:a16="http://schemas.microsoft.com/office/drawing/2014/main" id="{768F857A-15AB-2B10-330A-132AF539244A}"/>
              </a:ext>
            </a:extLst>
          </p:cNvPr>
          <p:cNvSpPr/>
          <p:nvPr>
            <p:custDataLst>
              <p:tags r:id="rId13"/>
            </p:custDataLst>
          </p:nvPr>
        </p:nvSpPr>
        <p:spPr bwMode="auto">
          <a:xfrm rot="16200000">
            <a:off x="7690590" y="5390907"/>
            <a:ext cx="181577" cy="177128"/>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216747" tIns="108373" rIns="216747" bIns="108373" numCol="1" rtlCol="0" anchor="t" anchorCtr="0" compatLnSpc="1">
            <a:prstTxWarp prst="textNoShape">
              <a:avLst/>
            </a:prstTxWarp>
          </a:bodyPr>
          <a:lstStyle/>
          <a:p>
            <a:pPr marL="0" marR="0" lvl="0" indent="0" algn="ctr" defTabSz="2167142"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sp>
        <p:nvSpPr>
          <p:cNvPr id="77" name="TextBox 192">
            <a:extLst>
              <a:ext uri="{FF2B5EF4-FFF2-40B4-BE49-F238E27FC236}">
                <a16:creationId xmlns:a16="http://schemas.microsoft.com/office/drawing/2014/main" id="{32F4CCC4-359E-0B57-46A9-5095BBE0E969}"/>
              </a:ext>
            </a:extLst>
          </p:cNvPr>
          <p:cNvSpPr txBox="1"/>
          <p:nvPr/>
        </p:nvSpPr>
        <p:spPr>
          <a:xfrm>
            <a:off x="7246013" y="5109296"/>
            <a:ext cx="958780" cy="287130"/>
          </a:xfrm>
          <a:prstGeom prst="rect">
            <a:avLst/>
          </a:prstGeom>
          <a:noFill/>
        </p:spPr>
        <p:txBody>
          <a:bodyPr wrap="square" lIns="0" tIns="0" rIns="0" bIns="0" rtlCol="0">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lang="en-US" altLang="zh-CN" sz="933" b="1">
                <a:solidFill>
                  <a:srgbClr val="203864"/>
                </a:solidFill>
                <a:latin typeface="Calibri" panose="020F0502020204030204" pitchFamily="34" charset="0"/>
                <a:cs typeface="Calibri" panose="020F0502020204030204" pitchFamily="34" charset="0"/>
              </a:rPr>
              <a:t>Jan </a:t>
            </a:r>
            <a:r>
              <a:rPr kumimoji="0" lang="en-US" altLang="zh-CN"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2026</a:t>
            </a:r>
          </a:p>
          <a:p>
            <a:pPr marL="0" marR="0" lvl="0" indent="0" algn="ctr" defTabSz="1625398" rtl="0" eaLnBrk="1" fontAlgn="auto" latinLnBrk="0" hangingPunct="1">
              <a:lnSpc>
                <a:spcPct val="100000"/>
              </a:lnSpc>
              <a:spcBef>
                <a:spcPts val="0"/>
              </a:spcBef>
              <a:spcAft>
                <a:spcPts val="0"/>
              </a:spcAft>
              <a:buClrTx/>
              <a:buSzTx/>
              <a:buFontTx/>
              <a:buNone/>
              <a:tabLst/>
              <a:defRPr/>
            </a:pPr>
            <a:r>
              <a:rPr lang="en-US" sz="933" b="1">
                <a:solidFill>
                  <a:srgbClr val="203864"/>
                </a:solidFill>
                <a:latin typeface="Calibri" panose="020F0502020204030204" pitchFamily="34" charset="0"/>
                <a:cs typeface="Calibri" panose="020F0502020204030204" pitchFamily="34" charset="0"/>
              </a:rPr>
              <a:t>CTR</a:t>
            </a:r>
            <a:endParaRPr kumimoji="0" lang="en-US" sz="933"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28" name="TextBox 227">
            <a:extLst>
              <a:ext uri="{FF2B5EF4-FFF2-40B4-BE49-F238E27FC236}">
                <a16:creationId xmlns:a16="http://schemas.microsoft.com/office/drawing/2014/main" id="{4C5D9690-1D3C-CB1E-B675-2B7FDF74D796}"/>
              </a:ext>
            </a:extLst>
          </p:cNvPr>
          <p:cNvSpPr txBox="1"/>
          <p:nvPr/>
        </p:nvSpPr>
        <p:spPr>
          <a:xfrm>
            <a:off x="8036447" y="3943845"/>
            <a:ext cx="900865"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15 May2026/DBL</a:t>
            </a:r>
          </a:p>
        </p:txBody>
      </p:sp>
      <p:sp>
        <p:nvSpPr>
          <p:cNvPr id="229" name="TextBox 228">
            <a:extLst>
              <a:ext uri="{FF2B5EF4-FFF2-40B4-BE49-F238E27FC236}">
                <a16:creationId xmlns:a16="http://schemas.microsoft.com/office/drawing/2014/main" id="{A82B941D-F6AC-D3BB-516D-721F5C9740B4}"/>
              </a:ext>
            </a:extLst>
          </p:cNvPr>
          <p:cNvSpPr txBox="1"/>
          <p:nvPr/>
        </p:nvSpPr>
        <p:spPr>
          <a:xfrm>
            <a:off x="7640150" y="3513085"/>
            <a:ext cx="762687"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27Mar2026</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/DBL </a:t>
            </a:r>
          </a:p>
        </p:txBody>
      </p:sp>
      <p:sp>
        <p:nvSpPr>
          <p:cNvPr id="235" name="Star: 4 Points 143">
            <a:extLst>
              <a:ext uri="{FF2B5EF4-FFF2-40B4-BE49-F238E27FC236}">
                <a16:creationId xmlns:a16="http://schemas.microsoft.com/office/drawing/2014/main" id="{D668713C-9457-9A32-F785-E4A2E174685C}"/>
              </a:ext>
            </a:extLst>
          </p:cNvPr>
          <p:cNvSpPr/>
          <p:nvPr/>
        </p:nvSpPr>
        <p:spPr bwMode="auto">
          <a:xfrm>
            <a:off x="7887792" y="3774726"/>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l"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pic>
        <p:nvPicPr>
          <p:cNvPr id="27" name="Picture 8" descr="Traffic light - Simple English Wikipedia, the free ...">
            <a:extLst>
              <a:ext uri="{FF2B5EF4-FFF2-40B4-BE49-F238E27FC236}">
                <a16:creationId xmlns:a16="http://schemas.microsoft.com/office/drawing/2014/main" id="{A4C97E71-5197-6A49-C3FE-E432A30C57F2}"/>
              </a:ext>
            </a:extLst>
          </p:cNvPr>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rot="10800000">
            <a:off x="10281548" y="476250"/>
            <a:ext cx="1420283" cy="575084"/>
          </a:xfrm>
          <a:prstGeom prst="rect">
            <a:avLst/>
          </a:prstGeom>
          <a:solidFill>
            <a:schemeClr val="tx1"/>
          </a:solidFill>
        </p:spPr>
      </p:pic>
      <p:sp>
        <p:nvSpPr>
          <p:cNvPr id="7" name="TextBox 6">
            <a:extLst>
              <a:ext uri="{FF2B5EF4-FFF2-40B4-BE49-F238E27FC236}">
                <a16:creationId xmlns:a16="http://schemas.microsoft.com/office/drawing/2014/main" id="{13AC06E7-FB28-A8B3-8336-5FC9ABD2FDBA}"/>
              </a:ext>
            </a:extLst>
          </p:cNvPr>
          <p:cNvSpPr txBox="1"/>
          <p:nvPr/>
        </p:nvSpPr>
        <p:spPr>
          <a:xfrm>
            <a:off x="2852395" y="3416733"/>
            <a:ext cx="609600" cy="24622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a:ea typeface="+mn-ea"/>
                <a:cs typeface="Calibri"/>
              </a:rPr>
              <a:t>30Nov</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203864"/>
                </a:solidFill>
                <a:effectLst/>
                <a:uLnTx/>
                <a:uFillTx/>
                <a:latin typeface="Calibri"/>
                <a:ea typeface="+mn-ea"/>
                <a:cs typeface="Calibri"/>
              </a:rPr>
              <a:t>/CTA appr</a:t>
            </a:r>
            <a:endParaRPr kumimoji="0" lang="zh-CN" altLang="en-US" sz="800" b="1" i="0" u="none" strike="noStrike" kern="1200" cap="none" spc="0" normalizeH="0" baseline="0" noProof="0">
              <a:ln>
                <a:noFill/>
              </a:ln>
              <a:solidFill>
                <a:srgbClr val="203864"/>
              </a:solidFill>
              <a:effectLst/>
              <a:uLnTx/>
              <a:uFillTx/>
              <a:latin typeface="Calibri"/>
              <a:ea typeface="+mn-ea"/>
              <a:cs typeface="Calibri"/>
            </a:endParaRPr>
          </a:p>
        </p:txBody>
      </p:sp>
      <p:sp>
        <p:nvSpPr>
          <p:cNvPr id="13" name="OTLSHAPE_M_39ea6ebc19a94c9fab6ef5006c31df58_Shape">
            <a:extLst>
              <a:ext uri="{FF2B5EF4-FFF2-40B4-BE49-F238E27FC236}">
                <a16:creationId xmlns:a16="http://schemas.microsoft.com/office/drawing/2014/main" id="{5CBA3459-A619-5C78-7A8A-6673FAC8D9C2}"/>
              </a:ext>
            </a:extLst>
          </p:cNvPr>
          <p:cNvSpPr/>
          <p:nvPr>
            <p:custDataLst>
              <p:tags r:id="rId14"/>
            </p:custDataLst>
          </p:nvPr>
        </p:nvSpPr>
        <p:spPr bwMode="auto">
          <a:xfrm rot="16200000">
            <a:off x="3093352" y="3821569"/>
            <a:ext cx="120649" cy="90793"/>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162560" tIns="81280" rIns="162560" bIns="81280" numCol="1" rtlCol="0" anchor="t"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17" name="OTLSHAPE_M_39ea6ebc19a94c9fab6ef5006c31df58_Shape">
            <a:extLst>
              <a:ext uri="{FF2B5EF4-FFF2-40B4-BE49-F238E27FC236}">
                <a16:creationId xmlns:a16="http://schemas.microsoft.com/office/drawing/2014/main" id="{87F9B76D-83D9-76A8-48D7-1EE5EE0F1D5F}"/>
              </a:ext>
            </a:extLst>
          </p:cNvPr>
          <p:cNvSpPr/>
          <p:nvPr>
            <p:custDataLst>
              <p:tags r:id="rId15"/>
            </p:custDataLst>
          </p:nvPr>
        </p:nvSpPr>
        <p:spPr bwMode="auto">
          <a:xfrm rot="16200000">
            <a:off x="2957364" y="4639204"/>
            <a:ext cx="120649" cy="90793"/>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162560" tIns="81280" rIns="162560" bIns="81280" numCol="1" rtlCol="0" anchor="t" anchorCtr="0" compatLnSpc="1">
            <a:prstTxWarp prst="textNoShape">
              <a:avLst/>
            </a:prstTxWarp>
          </a:bodyPr>
          <a:lstStyle/>
          <a:p>
            <a:pPr marL="0" marR="0" lvl="0" indent="0" algn="ctr" defTabSz="162539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50" name="TextBox 192">
            <a:extLst>
              <a:ext uri="{FF2B5EF4-FFF2-40B4-BE49-F238E27FC236}">
                <a16:creationId xmlns:a16="http://schemas.microsoft.com/office/drawing/2014/main" id="{0F6E6E5D-B0F8-EFEB-002F-AEABB5D45F40}"/>
              </a:ext>
            </a:extLst>
          </p:cNvPr>
          <p:cNvSpPr txBox="1"/>
          <p:nvPr/>
        </p:nvSpPr>
        <p:spPr>
          <a:xfrm>
            <a:off x="2798352" y="4757608"/>
            <a:ext cx="616276" cy="246221"/>
          </a:xfrm>
          <a:prstGeom prst="rect">
            <a:avLst/>
          </a:prstGeom>
          <a:noFill/>
        </p:spPr>
        <p:txBody>
          <a:bodyPr wrap="square" lIns="0" tIns="0" rIns="0" bIns="0" rtlCol="0" anchor="t">
            <a:spAutoFit/>
          </a:bodyPr>
          <a:lstStyle/>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a:ea typeface="+mn-ea"/>
                <a:cs typeface="Calibri"/>
              </a:rPr>
              <a:t>30Nov/</a:t>
            </a:r>
          </a:p>
          <a:p>
            <a:pPr marL="0" marR="0" lvl="0" indent="0" algn="ctr" defTabSz="162539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a:ea typeface="+mn-ea"/>
                <a:cs typeface="Calibri"/>
              </a:rPr>
              <a:t>CTA appr</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grpSp>
        <p:nvGrpSpPr>
          <p:cNvPr id="80" name="组合 206">
            <a:extLst>
              <a:ext uri="{FF2B5EF4-FFF2-40B4-BE49-F238E27FC236}">
                <a16:creationId xmlns:a16="http://schemas.microsoft.com/office/drawing/2014/main" id="{77037E16-E1E1-D550-8F6A-4DE7EFF20BED}"/>
              </a:ext>
            </a:extLst>
          </p:cNvPr>
          <p:cNvGrpSpPr/>
          <p:nvPr/>
        </p:nvGrpSpPr>
        <p:grpSpPr>
          <a:xfrm>
            <a:off x="10376439" y="5571600"/>
            <a:ext cx="1056642" cy="635156"/>
            <a:chOff x="9783504" y="5030128"/>
            <a:chExt cx="1056642" cy="635152"/>
          </a:xfrm>
        </p:grpSpPr>
        <p:sp>
          <p:nvSpPr>
            <p:cNvPr id="83" name="五角星 55">
              <a:extLst>
                <a:ext uri="{FF2B5EF4-FFF2-40B4-BE49-F238E27FC236}">
                  <a16:creationId xmlns:a16="http://schemas.microsoft.com/office/drawing/2014/main" id="{157B506A-1084-226B-EE2E-C1079225C188}"/>
                </a:ext>
              </a:extLst>
            </p:cNvPr>
            <p:cNvSpPr/>
            <p:nvPr/>
          </p:nvSpPr>
          <p:spPr bwMode="auto">
            <a:xfrm>
              <a:off x="10209835" y="5030128"/>
              <a:ext cx="203981" cy="179684"/>
            </a:xfrm>
            <a:prstGeom prst="star5">
              <a:avLst/>
            </a:prstGeom>
            <a:solidFill>
              <a:srgbClr val="003366"/>
            </a:solidFill>
            <a:ln w="9525" cap="flat" cmpd="sng" algn="ctr">
              <a:solidFill>
                <a:srgbClr val="003366"/>
              </a:solidFill>
              <a:prstDash val="solid"/>
              <a:round/>
              <a:headEnd type="none" w="med" len="med"/>
              <a:tailEnd type="none" w="med" len="med"/>
            </a:ln>
            <a:effectLst/>
          </p:spPr>
          <p:txBody>
            <a:bodyPr lIns="0" tIns="0" rIns="0" bIns="0" anchor="ct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zh-CN" altLang="en-US" sz="24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84" name="OTLSHAPE_M_39ea6ebc19a94c9fab6ef5006c31df58_Title">
              <a:extLst>
                <a:ext uri="{FF2B5EF4-FFF2-40B4-BE49-F238E27FC236}">
                  <a16:creationId xmlns:a16="http://schemas.microsoft.com/office/drawing/2014/main" id="{41A37908-B3E2-3FB7-4E62-F302E1B37D80}"/>
                </a:ext>
              </a:extLst>
            </p:cNvPr>
            <p:cNvSpPr txBox="1"/>
            <p:nvPr>
              <p:custDataLst>
                <p:tags r:id="rId16"/>
              </p:custDataLst>
            </p:nvPr>
          </p:nvSpPr>
          <p:spPr>
            <a:xfrm>
              <a:off x="9783504" y="5295949"/>
              <a:ext cx="1056642" cy="369331"/>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800" b="1">
                  <a:solidFill>
                    <a:srgbClr val="C00000"/>
                  </a:solidFill>
                  <a:latin typeface="Calibri" panose="020F0502020204030204" pitchFamily="34" charset="0"/>
                  <a:cs typeface="Calibri" panose="020F0502020204030204" pitchFamily="34" charset="0"/>
                </a:rPr>
                <a:t>Apr</a:t>
              </a:r>
              <a:r>
                <a:rPr kumimoji="0" lang="en-US" altLang="zh-CN" sz="800" b="1" i="0" u="none" strike="noStrike" kern="1200" cap="none" spc="0" normalizeH="0" baseline="0" noProof="0">
                  <a:ln>
                    <a:noFill/>
                  </a:ln>
                  <a:solidFill>
                    <a:srgbClr val="C00000"/>
                  </a:solidFill>
                  <a:effectLst/>
                  <a:uLnTx/>
                  <a:uFillTx/>
                  <a:latin typeface="Calibri" panose="020F0502020204030204" pitchFamily="34" charset="0"/>
                  <a:ea typeface="+mn-ea"/>
                  <a:cs typeface="Calibri" panose="020F0502020204030204" pitchFamily="34" charset="0"/>
                </a:rPr>
                <a:t>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C00000"/>
                  </a:solidFill>
                  <a:effectLst/>
                  <a:uLnTx/>
                  <a:uFillTx/>
                  <a:latin typeface="Calibri" panose="020F0502020204030204" pitchFamily="34" charset="0"/>
                  <a:ea typeface="+mn-ea"/>
                  <a:cs typeface="Calibri" panose="020F0502020204030204" pitchFamily="34" charset="0"/>
                </a:rPr>
                <a:t>CN NDA App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C00000"/>
                  </a:solidFill>
                  <a:effectLst/>
                  <a:uLnTx/>
                  <a:uFillTx/>
                  <a:latin typeface="Calibri" panose="020F0502020204030204" pitchFamily="34" charset="0"/>
                  <a:ea typeface="+mn-ea"/>
                  <a:cs typeface="Calibri" panose="020F0502020204030204" pitchFamily="34" charset="0"/>
                </a:rPr>
                <a:t>(best case)</a:t>
              </a:r>
            </a:p>
          </p:txBody>
        </p:sp>
      </p:grpSp>
      <p:sp>
        <p:nvSpPr>
          <p:cNvPr id="22" name="TextBox 21">
            <a:extLst>
              <a:ext uri="{FF2B5EF4-FFF2-40B4-BE49-F238E27FC236}">
                <a16:creationId xmlns:a16="http://schemas.microsoft.com/office/drawing/2014/main" id="{E19A7A96-F3B4-8752-904E-7DCDE0C949E4}"/>
              </a:ext>
            </a:extLst>
          </p:cNvPr>
          <p:cNvSpPr txBox="1"/>
          <p:nvPr/>
        </p:nvSpPr>
        <p:spPr>
          <a:xfrm>
            <a:off x="2673741" y="3556962"/>
            <a:ext cx="1828802"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6Feb/FSS</a:t>
            </a:r>
          </a:p>
        </p:txBody>
      </p:sp>
      <p:sp>
        <p:nvSpPr>
          <p:cNvPr id="248" name="TextBox 247">
            <a:extLst>
              <a:ext uri="{FF2B5EF4-FFF2-40B4-BE49-F238E27FC236}">
                <a16:creationId xmlns:a16="http://schemas.microsoft.com/office/drawing/2014/main" id="{5B1536FB-B6F6-2079-4C10-BE50087F353A}"/>
              </a:ext>
            </a:extLst>
          </p:cNvPr>
          <p:cNvSpPr txBox="1"/>
          <p:nvPr/>
        </p:nvSpPr>
        <p:spPr>
          <a:xfrm>
            <a:off x="2577236" y="4095373"/>
            <a:ext cx="1828802"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17Jan/FSS</a:t>
            </a:r>
          </a:p>
        </p:txBody>
      </p:sp>
      <p:sp>
        <p:nvSpPr>
          <p:cNvPr id="9" name="Title 1">
            <a:extLst>
              <a:ext uri="{FF2B5EF4-FFF2-40B4-BE49-F238E27FC236}">
                <a16:creationId xmlns:a16="http://schemas.microsoft.com/office/drawing/2014/main" id="{CF3E5102-DA24-3F5B-EAF8-45F1124BC955}"/>
              </a:ext>
            </a:extLst>
          </p:cNvPr>
          <p:cNvSpPr txBox="1">
            <a:spLocks/>
          </p:cNvSpPr>
          <p:nvPr/>
        </p:nvSpPr>
        <p:spPr>
          <a:xfrm>
            <a:off x="479426" y="477000"/>
            <a:ext cx="11233151" cy="720000"/>
          </a:xfrm>
          <a:prstGeom prst="rect">
            <a:avLst/>
          </a:prstGeom>
        </p:spPr>
        <p:txBody>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r>
              <a:rPr lang="en-US" altLang="zh-CN"/>
              <a:t>Survodutide/</a:t>
            </a:r>
            <a:r>
              <a:rPr lang="en-US" altLang="zh-CN">
                <a:solidFill>
                  <a:schemeClr val="tx2"/>
                </a:solidFill>
              </a:rPr>
              <a:t>Obesity</a:t>
            </a:r>
            <a:r>
              <a:rPr lang="en-US" altLang="zh-CN"/>
              <a:t> Development Plan</a:t>
            </a:r>
            <a:endParaRPr lang="zh-CN" altLang="en-US"/>
          </a:p>
        </p:txBody>
      </p:sp>
      <p:sp>
        <p:nvSpPr>
          <p:cNvPr id="253" name="Footer Placeholder 4">
            <a:extLst>
              <a:ext uri="{FF2B5EF4-FFF2-40B4-BE49-F238E27FC236}">
                <a16:creationId xmlns:a16="http://schemas.microsoft.com/office/drawing/2014/main" id="{C8809CC9-C86C-1BE7-BBA2-1EC9107E197F}"/>
              </a:ext>
            </a:extLst>
          </p:cNvPr>
          <p:cNvSpPr txBox="1">
            <a:spLocks/>
          </p:cNvSpPr>
          <p:nvPr/>
        </p:nvSpPr>
        <p:spPr>
          <a:xfrm>
            <a:off x="6357525" y="6508652"/>
            <a:ext cx="5040560" cy="288000"/>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spcAft>
                <a:spcPts val="300"/>
              </a:spcAft>
              <a:defRPr/>
            </a:pPr>
            <a:r>
              <a:rPr lang="en-US" altLang="zh-CN" sz="800">
                <a:solidFill>
                  <a:srgbClr val="08312A"/>
                </a:solidFill>
                <a:latin typeface="Boehringer Forward Text"/>
              </a:rPr>
              <a:t>TA PEC Portfolio Update|    ONLY FOR INTERNAL USE</a:t>
            </a:r>
          </a:p>
        </p:txBody>
      </p:sp>
      <p:sp>
        <p:nvSpPr>
          <p:cNvPr id="12" name="TextBox 253">
            <a:extLst>
              <a:ext uri="{FF2B5EF4-FFF2-40B4-BE49-F238E27FC236}">
                <a16:creationId xmlns:a16="http://schemas.microsoft.com/office/drawing/2014/main" id="{1E5C57D1-BEB4-A54E-8174-867D5B1BFD0F}"/>
              </a:ext>
            </a:extLst>
          </p:cNvPr>
          <p:cNvSpPr txBox="1"/>
          <p:nvPr/>
        </p:nvSpPr>
        <p:spPr>
          <a:xfrm>
            <a:off x="3275512" y="5279105"/>
            <a:ext cx="1376529" cy="185244"/>
          </a:xfrm>
          <a:prstGeom prst="rect">
            <a:avLst/>
          </a:prstGeom>
          <a:noFill/>
        </p:spPr>
        <p:txBody>
          <a:bodyPr wrap="square">
            <a:spAutoFit/>
          </a:bodyPr>
          <a:lstStyle/>
          <a:p>
            <a:pPr marL="0" marR="0" lvl="0" indent="0" algn="ctr" defTabSz="1625398" rtl="0" eaLnBrk="0" fontAlgn="base" latinLnBrk="0" hangingPunct="0">
              <a:lnSpc>
                <a:spcPct val="90000"/>
              </a:lnSpc>
              <a:spcBef>
                <a:spcPct val="0"/>
              </a:spcBef>
              <a:spcAft>
                <a:spcPct val="0"/>
              </a:spcAft>
              <a:buClrTx/>
              <a:buSzTx/>
              <a:buFontTx/>
              <a:buNone/>
              <a:tabLst/>
              <a:defRPr/>
            </a:pPr>
            <a:r>
              <a:rPr kumimoji="0" lang="en-US" altLang="zh-CN" sz="671"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CTA + EC +HGRAC + 1</a:t>
            </a:r>
            <a:r>
              <a:rPr kumimoji="0" lang="en-US" altLang="zh-CN" sz="671" b="1" i="0" u="none" strike="noStrike" kern="1200" cap="none" spc="0" normalizeH="0" baseline="30000" noProof="0">
                <a:ln>
                  <a:noFill/>
                </a:ln>
                <a:solidFill>
                  <a:srgbClr val="203864"/>
                </a:solidFill>
                <a:effectLst/>
                <a:uLnTx/>
                <a:uFillTx/>
                <a:latin typeface="Calibri" panose="020F0502020204030204" pitchFamily="34" charset="0"/>
                <a:ea typeface="+mn-ea"/>
                <a:cs typeface="Calibri" panose="020F0502020204030204" pitchFamily="34" charset="0"/>
              </a:rPr>
              <a:t>st</a:t>
            </a:r>
            <a:r>
              <a:rPr kumimoji="0" lang="en-US" altLang="zh-CN" sz="671"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 SIV (6M)</a:t>
            </a:r>
            <a:endParaRPr kumimoji="0" lang="zh-CN" altLang="en-US" sz="671"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0" name="TextBox 253">
            <a:extLst>
              <a:ext uri="{FF2B5EF4-FFF2-40B4-BE49-F238E27FC236}">
                <a16:creationId xmlns:a16="http://schemas.microsoft.com/office/drawing/2014/main" id="{8A18C9BE-B506-2661-DA67-27C092A3C43B}"/>
              </a:ext>
            </a:extLst>
          </p:cNvPr>
          <p:cNvSpPr txBox="1"/>
          <p:nvPr/>
        </p:nvSpPr>
        <p:spPr>
          <a:xfrm>
            <a:off x="4571065" y="5289477"/>
            <a:ext cx="399752" cy="185244"/>
          </a:xfrm>
          <a:prstGeom prst="rect">
            <a:avLst/>
          </a:prstGeom>
          <a:noFill/>
        </p:spPr>
        <p:txBody>
          <a:bodyPr wrap="square">
            <a:spAutoFit/>
          </a:bodyPr>
          <a:lstStyle/>
          <a:p>
            <a:pPr marL="0" marR="0" lvl="0" indent="0" algn="ctr" defTabSz="1625398" rtl="0" eaLnBrk="0" fontAlgn="base" latinLnBrk="0" hangingPunct="0">
              <a:lnSpc>
                <a:spcPct val="90000"/>
              </a:lnSpc>
              <a:spcBef>
                <a:spcPct val="0"/>
              </a:spcBef>
              <a:spcAft>
                <a:spcPct val="0"/>
              </a:spcAft>
              <a:buClrTx/>
              <a:buSzTx/>
              <a:buFontTx/>
              <a:buNone/>
              <a:tabLst/>
              <a:defRPr/>
            </a:pPr>
            <a:r>
              <a:rPr kumimoji="0" lang="en-US" altLang="zh-CN" sz="671"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N=30</a:t>
            </a:r>
            <a:endParaRPr kumimoji="0" lang="zh-CN" altLang="en-US" sz="671"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69" name="Star: 4 Points 143">
            <a:extLst>
              <a:ext uri="{FF2B5EF4-FFF2-40B4-BE49-F238E27FC236}">
                <a16:creationId xmlns:a16="http://schemas.microsoft.com/office/drawing/2014/main" id="{D0C73A3A-E4BC-2AB4-44EB-0873ECED36CC}"/>
              </a:ext>
            </a:extLst>
          </p:cNvPr>
          <p:cNvSpPr/>
          <p:nvPr/>
        </p:nvSpPr>
        <p:spPr bwMode="auto">
          <a:xfrm>
            <a:off x="4885037" y="5382904"/>
            <a:ext cx="245472" cy="19313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62560" tIns="81280" rIns="162560" bIns="81280" numCol="1" rtlCol="0" anchor="t" anchorCtr="0" compatLnSpc="1">
            <a:prstTxWarp prst="textNoShape">
              <a:avLst/>
            </a:prstTxWarp>
          </a:bodyPr>
          <a:lstStyle/>
          <a:p>
            <a:pPr marL="0" marR="0" lvl="0" indent="0" algn="ctr" defTabSz="1625358"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203864"/>
              </a:solidFill>
              <a:effectLst/>
              <a:uLnTx/>
              <a:uFillTx/>
              <a:latin typeface="Calibri" panose="020F0502020204030204" pitchFamily="34" charset="0"/>
              <a:ea typeface="等线" panose="02010600030101010101" pitchFamily="2" charset="-122"/>
              <a:cs typeface="Calibri" panose="020F0502020204030204" pitchFamily="34" charset="0"/>
            </a:endParaRPr>
          </a:p>
        </p:txBody>
      </p:sp>
      <p:grpSp>
        <p:nvGrpSpPr>
          <p:cNvPr id="64" name="组合 63">
            <a:extLst>
              <a:ext uri="{FF2B5EF4-FFF2-40B4-BE49-F238E27FC236}">
                <a16:creationId xmlns:a16="http://schemas.microsoft.com/office/drawing/2014/main" id="{ECB3354D-3306-0DB3-60D8-1FDF87D9B453}"/>
              </a:ext>
            </a:extLst>
          </p:cNvPr>
          <p:cNvGrpSpPr/>
          <p:nvPr/>
        </p:nvGrpSpPr>
        <p:grpSpPr>
          <a:xfrm>
            <a:off x="6760639" y="1879428"/>
            <a:ext cx="2086527" cy="4168000"/>
            <a:chOff x="2922216" y="1879428"/>
            <a:chExt cx="2086527" cy="4168000"/>
          </a:xfrm>
        </p:grpSpPr>
        <p:cxnSp>
          <p:nvCxnSpPr>
            <p:cNvPr id="146" name="直接连接符 145">
              <a:extLst>
                <a:ext uri="{FF2B5EF4-FFF2-40B4-BE49-F238E27FC236}">
                  <a16:creationId xmlns:a16="http://schemas.microsoft.com/office/drawing/2014/main" id="{3EB8C12A-4512-4719-9A12-FD05431B5098}"/>
                </a:ext>
              </a:extLst>
            </p:cNvPr>
            <p:cNvCxnSpPr>
              <a:cxnSpLocks/>
            </p:cNvCxnSpPr>
            <p:nvPr/>
          </p:nvCxnSpPr>
          <p:spPr>
            <a:xfrm>
              <a:off x="3927404" y="1879428"/>
              <a:ext cx="0" cy="4002711"/>
            </a:xfrm>
            <a:prstGeom prst="line">
              <a:avLst/>
            </a:prstGeom>
            <a:ln>
              <a:solidFill>
                <a:srgbClr val="C00000"/>
              </a:solidFill>
              <a:prstDash val="dash"/>
            </a:ln>
          </p:spPr>
          <p:style>
            <a:lnRef idx="1">
              <a:schemeClr val="accent4"/>
            </a:lnRef>
            <a:fillRef idx="0">
              <a:schemeClr val="accent4"/>
            </a:fillRef>
            <a:effectRef idx="0">
              <a:schemeClr val="accent4"/>
            </a:effectRef>
            <a:fontRef idx="minor">
              <a:schemeClr val="tx1"/>
            </a:fontRef>
          </p:style>
        </p:cxnSp>
        <p:sp>
          <p:nvSpPr>
            <p:cNvPr id="149" name="TextBox 56">
              <a:extLst>
                <a:ext uri="{FF2B5EF4-FFF2-40B4-BE49-F238E27FC236}">
                  <a16:creationId xmlns:a16="http://schemas.microsoft.com/office/drawing/2014/main" id="{C94FAC8B-A607-4A05-BBF2-C27AE74589D9}"/>
                </a:ext>
              </a:extLst>
            </p:cNvPr>
            <p:cNvSpPr txBox="1"/>
            <p:nvPr/>
          </p:nvSpPr>
          <p:spPr>
            <a:xfrm>
              <a:off x="2922216" y="5893540"/>
              <a:ext cx="2086527" cy="153888"/>
            </a:xfrm>
            <a:prstGeom prst="rect">
              <a:avLst/>
            </a:prstGeom>
            <a:noFill/>
          </p:spPr>
          <p:txBody>
            <a:bodyPr wrap="square" lIns="45720" tIns="0" rIns="45720" bIns="0" rtlCol="0">
              <a:sp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68567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FF0000"/>
                  </a:solidFill>
                  <a:effectLst/>
                  <a:uLnTx/>
                  <a:uFillTx/>
                  <a:latin typeface="Boehringer Forward Head"/>
                  <a:ea typeface="+mn-ea"/>
                  <a:cs typeface="Calibri" panose="020F0502020204030204" pitchFamily="34" charset="0"/>
                </a:rPr>
                <a:t>We are here</a:t>
              </a:r>
            </a:p>
          </p:txBody>
        </p:sp>
      </p:grpSp>
      <p:sp>
        <p:nvSpPr>
          <p:cNvPr id="16" name="TextBox 158">
            <a:extLst>
              <a:ext uri="{FF2B5EF4-FFF2-40B4-BE49-F238E27FC236}">
                <a16:creationId xmlns:a16="http://schemas.microsoft.com/office/drawing/2014/main" id="{77707B3B-BD01-FF53-1C8F-587E6D467569}"/>
              </a:ext>
            </a:extLst>
          </p:cNvPr>
          <p:cNvSpPr txBox="1"/>
          <p:nvPr/>
        </p:nvSpPr>
        <p:spPr>
          <a:xfrm>
            <a:off x="8036447" y="2212927"/>
            <a:ext cx="762687"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lang="en-US" altLang="zh-CN" sz="800" b="1">
                <a:solidFill>
                  <a:srgbClr val="203864"/>
                </a:solidFill>
                <a:latin typeface="Calibri" panose="020F0502020204030204" pitchFamily="34" charset="0"/>
                <a:cs typeface="Calibri" panose="020F0502020204030204" pitchFamily="34" charset="0"/>
              </a:rPr>
              <a:t>15</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 May2026</a:t>
            </a:r>
            <a:r>
              <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a:t>
            </a:r>
            <a:r>
              <a:rPr lang="en-US" altLang="zh-CN" sz="800" b="1">
                <a:solidFill>
                  <a:srgbClr val="203864"/>
                </a:solidFill>
                <a:latin typeface="Calibri" panose="020F0502020204030204" pitchFamily="34" charset="0"/>
                <a:cs typeface="Calibri" panose="020F0502020204030204" pitchFamily="34" charset="0"/>
              </a:rPr>
              <a:t>DBL</a:t>
            </a:r>
            <a:endParaRPr kumimoji="0" lang="en-US"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
        <p:nvSpPr>
          <p:cNvPr id="26" name="文本框 160">
            <a:extLst>
              <a:ext uri="{FF2B5EF4-FFF2-40B4-BE49-F238E27FC236}">
                <a16:creationId xmlns:a16="http://schemas.microsoft.com/office/drawing/2014/main" id="{43019BC2-E2F0-42BD-7213-E9044A5301DF}"/>
              </a:ext>
            </a:extLst>
          </p:cNvPr>
          <p:cNvSpPr txBox="1"/>
          <p:nvPr/>
        </p:nvSpPr>
        <p:spPr>
          <a:xfrm>
            <a:off x="9114158" y="2273181"/>
            <a:ext cx="3071123" cy="1191816"/>
          </a:xfrm>
          <a:prstGeom prst="roundRect">
            <a:avLst/>
          </a:prstGeom>
          <a:noFill/>
          <a:ln>
            <a:solidFill>
              <a:srgbClr val="076D7E"/>
            </a:solidFill>
            <a:prstDash val="lgDash"/>
          </a:ln>
        </p:spPr>
        <p:txBody>
          <a:bodyPr wrap="square" lIns="91440" tIns="45720" rIns="91440" bIns="45720" rtlCol="0" anchor="t">
            <a:spAutoFit/>
          </a:bodyPr>
          <a:lstStyle/>
          <a:p>
            <a:pPr marL="171450" indent="-171450">
              <a:buFont typeface="Arial" panose="020B0604020202020204" pitchFamily="34" charset="0"/>
              <a:buChar char="•"/>
            </a:pPr>
            <a:r>
              <a:rPr kumimoji="1" lang="en-US" altLang="zh-CN" sz="800" i="1"/>
              <a:t>SYNCHRONIZE-1 and –CN  TLR  global call on 29th Apr.</a:t>
            </a:r>
          </a:p>
          <a:p>
            <a:pPr marL="171450" indent="-171450">
              <a:buFont typeface="Arial" panose="020B0604020202020204" pitchFamily="34" charset="0"/>
              <a:buChar char="•"/>
            </a:pPr>
            <a:r>
              <a:rPr lang="en-US" altLang="zh-CN" sz="800" b="0" i="1" u="none" strike="noStrike">
                <a:solidFill>
                  <a:srgbClr val="000000"/>
                </a:solidFill>
                <a:effectLst/>
                <a:latin typeface="Boehringer Forward Text" panose="020B0504030403020204" pitchFamily="2" charset="0"/>
              </a:rPr>
              <a:t>Synchronize CVOT HKG1 and HKG3 were selected for site GCP inspection from Hong Kong Department of Health in Jun 2026.</a:t>
            </a:r>
            <a:endParaRPr kumimoji="1" lang="en-US" altLang="zh-CN" sz="800" i="1"/>
          </a:p>
          <a:p>
            <a:pPr marL="171450" indent="-171450">
              <a:buFont typeface="Arial" panose="020B0604020202020204" pitchFamily="34" charset="0"/>
              <a:buChar char="•"/>
            </a:pPr>
            <a:r>
              <a:rPr kumimoji="1" lang="en-US" altLang="zh-CN" sz="800" i="1"/>
              <a:t>US submission shift:, depend on HAI in Nov 2026</a:t>
            </a:r>
          </a:p>
          <a:p>
            <a:pPr marL="351450" indent="-171450" fontAlgn="base">
              <a:buFont typeface="Boehringer Forward Text" panose="020B0504030403020204" pitchFamily="34" charset="0"/>
              <a:buChar char="−"/>
            </a:pPr>
            <a:r>
              <a:rPr kumimoji="1" lang="en-US" altLang="zh-CN" sz="800" i="1"/>
              <a:t>Mar 2027 (FDA accepts incomplete stability package) , or ​</a:t>
            </a:r>
          </a:p>
          <a:p>
            <a:pPr marL="351450" indent="-171450" fontAlgn="base">
              <a:buFont typeface="Boehringer Forward Text" panose="020B0504030403020204" pitchFamily="34" charset="0"/>
              <a:buChar char="−"/>
            </a:pPr>
            <a:r>
              <a:rPr kumimoji="1" lang="en-US" altLang="zh-CN" sz="800" i="1"/>
              <a:t>Jun 2027 (FDA not accept incomplete package)</a:t>
            </a:r>
            <a:endParaRPr lang="en-US"/>
          </a:p>
        </p:txBody>
      </p:sp>
      <p:sp>
        <p:nvSpPr>
          <p:cNvPr id="237" name="文本框 160">
            <a:extLst>
              <a:ext uri="{FF2B5EF4-FFF2-40B4-BE49-F238E27FC236}">
                <a16:creationId xmlns:a16="http://schemas.microsoft.com/office/drawing/2014/main" id="{FF1BC18E-D37F-7F15-9BB1-037C3C8A3EDF}"/>
              </a:ext>
            </a:extLst>
          </p:cNvPr>
          <p:cNvSpPr txBox="1"/>
          <p:nvPr/>
        </p:nvSpPr>
        <p:spPr>
          <a:xfrm>
            <a:off x="9239835" y="4218484"/>
            <a:ext cx="2952165" cy="783193"/>
          </a:xfrm>
          <a:prstGeom prst="roundRect">
            <a:avLst/>
          </a:prstGeom>
          <a:noFill/>
          <a:ln>
            <a:solidFill>
              <a:srgbClr val="076D7E"/>
            </a:solidFill>
            <a:prstDash val="lgDash"/>
          </a:ln>
        </p:spPr>
        <p:txBody>
          <a:bodyPr wrap="square" lIns="91440" tIns="45720" rIns="91440" bIns="45720" rtlCol="0" anchor="t">
            <a:spAutoFit/>
          </a:bodyPr>
          <a:lstStyle/>
          <a:p>
            <a:pPr marL="171450" indent="-171450">
              <a:buFont typeface="Arial" panose="020B0604020202020204" pitchFamily="34" charset="0"/>
              <a:buChar char="•"/>
            </a:pPr>
            <a:r>
              <a:rPr kumimoji="1" lang="en-US" altLang="zh-CN" sz="800" i="1"/>
              <a:t>Local communication on TLR:​</a:t>
            </a:r>
          </a:p>
          <a:p>
            <a:pPr marL="351155" indent="-171450" fontAlgn="base">
              <a:buFont typeface="Boehringer Forward Text" panose="020B0504030403020204" pitchFamily="34" charset="0"/>
              <a:buChar char="−"/>
            </a:pPr>
            <a:r>
              <a:rPr kumimoji="1" lang="en-US" altLang="zh-CN" sz="800" i="1"/>
              <a:t>SYN-CN: Apr 30th​</a:t>
            </a:r>
          </a:p>
          <a:p>
            <a:pPr marL="351155" indent="-171450" fontAlgn="base">
              <a:buFont typeface="Boehringer Forward Text" panose="020B0504030403020204" pitchFamily="34" charset="0"/>
              <a:buChar char="−"/>
            </a:pPr>
            <a:r>
              <a:rPr kumimoji="1" lang="en-US" altLang="zh-CN" sz="800" i="1"/>
              <a:t>SYN-1: May 22nd  (CN outputs on May 15)</a:t>
            </a:r>
            <a:endParaRPr lang="en-US" altLang="zh-CN" sz="800" i="1"/>
          </a:p>
          <a:p>
            <a:pPr marL="171450" indent="-171450" fontAlgn="base">
              <a:buFont typeface="Arial" panose="020B0604020202020204" pitchFamily="34" charset="0"/>
              <a:buChar char="•"/>
            </a:pPr>
            <a:r>
              <a:rPr kumimoji="1" lang="en-US" sz="800" i="1"/>
              <a:t>QC sample testing: meeting with global brand team on Apr 21 (details see next page)</a:t>
            </a:r>
          </a:p>
        </p:txBody>
      </p:sp>
      <p:sp>
        <p:nvSpPr>
          <p:cNvPr id="246" name="TextBox 178">
            <a:extLst>
              <a:ext uri="{FF2B5EF4-FFF2-40B4-BE49-F238E27FC236}">
                <a16:creationId xmlns:a16="http://schemas.microsoft.com/office/drawing/2014/main" id="{5218D497-B91A-89A7-1F09-89D864F1E4D8}"/>
              </a:ext>
            </a:extLst>
          </p:cNvPr>
          <p:cNvSpPr txBox="1"/>
          <p:nvPr/>
        </p:nvSpPr>
        <p:spPr>
          <a:xfrm>
            <a:off x="8347991" y="4237908"/>
            <a:ext cx="1109740" cy="123111"/>
          </a:xfrm>
          <a:prstGeom prst="rect">
            <a:avLst/>
          </a:prstGeom>
          <a:noFill/>
        </p:spPr>
        <p:txBody>
          <a:bodyPr wrap="square" lIns="0" tIns="0" rIns="0" bIns="0" rtlCol="0">
            <a:spAutoFit/>
          </a:bodyPr>
          <a:lstStyle/>
          <a:p>
            <a:pPr marL="0" marR="0" lvl="0" indent="0" algn="ctr" defTabSz="1625438" rtl="0" eaLnBrk="1" fontAlgn="auto" latinLnBrk="0" hangingPunct="1">
              <a:lnSpc>
                <a:spcPct val="100000"/>
              </a:lnSpc>
              <a:spcBef>
                <a:spcPts val="0"/>
              </a:spcBef>
              <a:spcAft>
                <a:spcPts val="0"/>
              </a:spcAft>
              <a:buClrTx/>
              <a:buSzTx/>
              <a:buFontTx/>
              <a:buNone/>
              <a:tabLst/>
              <a:defRPr/>
            </a:pPr>
            <a:r>
              <a:rPr lang="en-US" altLang="zh-CN" sz="800" b="1">
                <a:solidFill>
                  <a:srgbClr val="203864"/>
                </a:solidFill>
                <a:latin typeface="Calibri" panose="020F0502020204030204" pitchFamily="34" charset="0"/>
                <a:cs typeface="Calibri" panose="020F0502020204030204" pitchFamily="34" charset="0"/>
              </a:rPr>
              <a:t>10 Aug </a:t>
            </a:r>
            <a:r>
              <a:rPr kumimoji="0" lang="en-US" altLang="zh-CN" sz="800" b="1"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rPr>
              <a:t>/DBL</a:t>
            </a:r>
          </a:p>
        </p:txBody>
      </p:sp>
      <p:sp>
        <p:nvSpPr>
          <p:cNvPr id="251" name="Star: 4 Points 143">
            <a:extLst>
              <a:ext uri="{FF2B5EF4-FFF2-40B4-BE49-F238E27FC236}">
                <a16:creationId xmlns:a16="http://schemas.microsoft.com/office/drawing/2014/main" id="{1FF8B866-07D2-E269-133A-EF2B66BB1402}"/>
              </a:ext>
            </a:extLst>
          </p:cNvPr>
          <p:cNvSpPr/>
          <p:nvPr/>
        </p:nvSpPr>
        <p:spPr bwMode="auto">
          <a:xfrm>
            <a:off x="8633711" y="4443858"/>
            <a:ext cx="198593" cy="19980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121920" tIns="60960" rIns="121920" bIns="60960" numCol="1" rtlCol="0" anchor="t" anchorCtr="0" compatLnSpc="1">
            <a:prstTxWarp prst="textNoShape">
              <a:avLst/>
            </a:prstTxWarp>
          </a:bodyPr>
          <a:lstStyle/>
          <a:p>
            <a:pPr marL="0" marR="0" lvl="0" indent="0" algn="ctr" defTabSz="1219078" rtl="0" eaLnBrk="0" fontAlgn="base" latinLnBrk="0" hangingPunct="0">
              <a:lnSpc>
                <a:spcPct val="100000"/>
              </a:lnSpc>
              <a:spcBef>
                <a:spcPct val="0"/>
              </a:spcBef>
              <a:spcAft>
                <a:spcPct val="0"/>
              </a:spcAft>
              <a:buClrTx/>
              <a:buSzTx/>
              <a:buFontTx/>
              <a:buNone/>
              <a:tabLst/>
              <a:defRPr/>
            </a:pPr>
            <a:endParaRPr kumimoji="0" lang="zh-CN" altLang="en-US" sz="800" b="0" i="0" u="none" strike="noStrike" kern="1200" cap="none" spc="0" normalizeH="0" baseline="0" noProof="0">
              <a:ln>
                <a:noFill/>
              </a:ln>
              <a:solidFill>
                <a:srgbClr val="203864"/>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109974524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01324779-0EE8-1660-F2B6-6BAE91FCE3A3}"/>
              </a:ext>
            </a:extLst>
          </p:cNvPr>
          <p:cNvSpPr>
            <a:spLocks noGrp="1"/>
          </p:cNvSpPr>
          <p:nvPr>
            <p:ph type="title"/>
          </p:nvPr>
        </p:nvSpPr>
        <p:spPr/>
        <p:txBody>
          <a:bodyPr/>
          <a:lstStyle/>
          <a:p>
            <a:r>
              <a:rPr lang="en-US" altLang="zh-CN"/>
              <a:t>QC sample request joint discussion (China and Global)</a:t>
            </a:r>
            <a:endParaRPr lang="zh-CN" altLang="en-US"/>
          </a:p>
        </p:txBody>
      </p:sp>
      <p:sp>
        <p:nvSpPr>
          <p:cNvPr id="3" name="页脚占位符 2">
            <a:extLst>
              <a:ext uri="{FF2B5EF4-FFF2-40B4-BE49-F238E27FC236}">
                <a16:creationId xmlns:a16="http://schemas.microsoft.com/office/drawing/2014/main" id="{87BA3AB5-8DBE-D077-E39B-E1030A54D0C5}"/>
              </a:ext>
            </a:extLst>
          </p:cNvPr>
          <p:cNvSpPr>
            <a:spLocks noGrp="1"/>
          </p:cNvSpPr>
          <p:nvPr>
            <p:ph type="ftr" sz="quarter" idx="16"/>
          </p:nvPr>
        </p:nvSpPr>
        <p:spPr/>
        <p:txBody>
          <a:bodyPr/>
          <a:lstStyle/>
          <a:p>
            <a:r>
              <a:rPr lang="en-US"/>
              <a:t>Presentation title    |    ONLY FOR INTERNAL USE</a:t>
            </a:r>
          </a:p>
        </p:txBody>
      </p:sp>
      <p:sp>
        <p:nvSpPr>
          <p:cNvPr id="4" name="灯片编号占位符 3">
            <a:extLst>
              <a:ext uri="{FF2B5EF4-FFF2-40B4-BE49-F238E27FC236}">
                <a16:creationId xmlns:a16="http://schemas.microsoft.com/office/drawing/2014/main" id="{043F4C04-6462-67B0-DBD8-09DB4584CC6E}"/>
              </a:ext>
            </a:extLst>
          </p:cNvPr>
          <p:cNvSpPr>
            <a:spLocks noGrp="1"/>
          </p:cNvSpPr>
          <p:nvPr>
            <p:ph type="sldNum" sz="quarter" idx="17"/>
          </p:nvPr>
        </p:nvSpPr>
        <p:spPr/>
        <p:txBody>
          <a:bodyPr/>
          <a:lstStyle/>
          <a:p>
            <a:fld id="{8FF9B0DE-3FEB-4AA0-B465-B80EF7C1333D}" type="slidenum">
              <a:rPr lang="en-US" smtClean="0"/>
              <a:pPr/>
              <a:t>13</a:t>
            </a:fld>
            <a:endParaRPr lang="en-US"/>
          </a:p>
        </p:txBody>
      </p:sp>
      <p:graphicFrame>
        <p:nvGraphicFramePr>
          <p:cNvPr id="7" name="表格 6">
            <a:extLst>
              <a:ext uri="{FF2B5EF4-FFF2-40B4-BE49-F238E27FC236}">
                <a16:creationId xmlns:a16="http://schemas.microsoft.com/office/drawing/2014/main" id="{EA76B01B-E4B8-050D-0B00-1F23DFEC7123}"/>
              </a:ext>
            </a:extLst>
          </p:cNvPr>
          <p:cNvGraphicFramePr>
            <a:graphicFrameLocks noGrp="1"/>
          </p:cNvGraphicFramePr>
          <p:nvPr>
            <p:extLst>
              <p:ext uri="{D42A27DB-BD31-4B8C-83A1-F6EECF244321}">
                <p14:modId xmlns:p14="http://schemas.microsoft.com/office/powerpoint/2010/main" val="2074887357"/>
              </p:ext>
            </p:extLst>
          </p:nvPr>
        </p:nvGraphicFramePr>
        <p:xfrm>
          <a:off x="376015" y="1678614"/>
          <a:ext cx="4862557" cy="4406845"/>
        </p:xfrm>
        <a:graphic>
          <a:graphicData uri="http://schemas.openxmlformats.org/drawingml/2006/table">
            <a:tbl>
              <a:tblPr firstRow="1" bandRow="1">
                <a:tableStyleId>{72833802-FEF1-4C79-8D5D-14CF1EAF98D9}</a:tableStyleId>
              </a:tblPr>
              <a:tblGrid>
                <a:gridCol w="4862557">
                  <a:extLst>
                    <a:ext uri="{9D8B030D-6E8A-4147-A177-3AD203B41FA5}">
                      <a16:colId xmlns:a16="http://schemas.microsoft.com/office/drawing/2014/main" val="2856440175"/>
                    </a:ext>
                  </a:extLst>
                </a:gridCol>
              </a:tblGrid>
              <a:tr h="715831">
                <a:tc>
                  <a:txBody>
                    <a:bodyPr/>
                    <a:lstStyle/>
                    <a:p>
                      <a:r>
                        <a:rPr lang="en-US" altLang="zh-CN"/>
                        <a:t>Sharing from China team</a:t>
                      </a:r>
                      <a:endParaRPr lang="zh-CN" altLang="en-US"/>
                    </a:p>
                  </a:txBody>
                  <a:tcPr/>
                </a:tc>
                <a:extLst>
                  <a:ext uri="{0D108BD9-81ED-4DB2-BD59-A6C34878D82A}">
                    <a16:rowId xmlns:a16="http://schemas.microsoft.com/office/drawing/2014/main" val="2786642506"/>
                  </a:ext>
                </a:extLst>
              </a:tr>
              <a:tr h="3691014">
                <a:tc>
                  <a:txBody>
                    <a:bodyPr/>
                    <a:lstStyle/>
                    <a:p>
                      <a:pPr marL="285750" indent="-285750">
                        <a:buFont typeface="Arial" panose="020B0604020202020204" pitchFamily="34" charset="0"/>
                        <a:buChar char="•"/>
                      </a:pPr>
                      <a:r>
                        <a:rPr lang="en-US" altLang="zh-CN" b="1"/>
                        <a:t>Scenarios for QC sample readiness </a:t>
                      </a:r>
                      <a:r>
                        <a:rPr lang="en-US" altLang="zh-CN"/>
                        <a:t>timelines aligned with different approval timelines.</a:t>
                      </a:r>
                    </a:p>
                    <a:p>
                      <a:pPr marL="285750" indent="-285750">
                        <a:buFont typeface="Arial" panose="020B0604020202020204" pitchFamily="34" charset="0"/>
                        <a:buChar char="•"/>
                      </a:pPr>
                      <a:endParaRPr lang="en-US" altLang="zh-CN"/>
                    </a:p>
                    <a:p>
                      <a:pPr marL="285750" indent="-285750">
                        <a:buFont typeface="Arial" panose="020B0604020202020204" pitchFamily="34" charset="0"/>
                        <a:buChar char="•"/>
                      </a:pPr>
                      <a:r>
                        <a:rPr lang="en-US" altLang="zh-CN" b="1"/>
                        <a:t>Further clarification for QC sample requirements and confirm that the batches of QC samples is not negotiable</a:t>
                      </a:r>
                      <a:r>
                        <a:rPr lang="en-US" altLang="zh-CN"/>
                        <a:t>, based on regulatory requirements and industry intelligence.</a:t>
                      </a:r>
                      <a:endParaRPr lang="zh-CN" altLang="en-US"/>
                    </a:p>
                  </a:txBody>
                  <a:tcPr/>
                </a:tc>
                <a:extLst>
                  <a:ext uri="{0D108BD9-81ED-4DB2-BD59-A6C34878D82A}">
                    <a16:rowId xmlns:a16="http://schemas.microsoft.com/office/drawing/2014/main" val="3602142769"/>
                  </a:ext>
                </a:extLst>
              </a:tr>
            </a:tbl>
          </a:graphicData>
        </a:graphic>
      </p:graphicFrame>
      <p:graphicFrame>
        <p:nvGraphicFramePr>
          <p:cNvPr id="8" name="表格 7">
            <a:extLst>
              <a:ext uri="{FF2B5EF4-FFF2-40B4-BE49-F238E27FC236}">
                <a16:creationId xmlns:a16="http://schemas.microsoft.com/office/drawing/2014/main" id="{97291DC3-298D-038A-0D02-9F27CA558353}"/>
              </a:ext>
            </a:extLst>
          </p:cNvPr>
          <p:cNvGraphicFramePr>
            <a:graphicFrameLocks noGrp="1"/>
          </p:cNvGraphicFramePr>
          <p:nvPr>
            <p:extLst>
              <p:ext uri="{D42A27DB-BD31-4B8C-83A1-F6EECF244321}">
                <p14:modId xmlns:p14="http://schemas.microsoft.com/office/powerpoint/2010/main" val="2822303744"/>
              </p:ext>
            </p:extLst>
          </p:nvPr>
        </p:nvGraphicFramePr>
        <p:xfrm>
          <a:off x="6219915" y="1693886"/>
          <a:ext cx="5368182" cy="4406845"/>
        </p:xfrm>
        <a:graphic>
          <a:graphicData uri="http://schemas.openxmlformats.org/drawingml/2006/table">
            <a:tbl>
              <a:tblPr firstRow="1" bandRow="1">
                <a:tableStyleId>{72833802-FEF1-4C79-8D5D-14CF1EAF98D9}</a:tableStyleId>
              </a:tblPr>
              <a:tblGrid>
                <a:gridCol w="5368182">
                  <a:extLst>
                    <a:ext uri="{9D8B030D-6E8A-4147-A177-3AD203B41FA5}">
                      <a16:colId xmlns:a16="http://schemas.microsoft.com/office/drawing/2014/main" val="2856440175"/>
                    </a:ext>
                  </a:extLst>
                </a:gridCol>
              </a:tblGrid>
              <a:tr h="707171">
                <a:tc>
                  <a:txBody>
                    <a:bodyPr/>
                    <a:lstStyle/>
                    <a:p>
                      <a:r>
                        <a:rPr lang="en-US" altLang="zh-CN"/>
                        <a:t>Follow up actions</a:t>
                      </a:r>
                    </a:p>
                    <a:p>
                      <a:endParaRPr lang="zh-CN" altLang="en-US"/>
                    </a:p>
                  </a:txBody>
                  <a:tcPr/>
                </a:tc>
                <a:extLst>
                  <a:ext uri="{0D108BD9-81ED-4DB2-BD59-A6C34878D82A}">
                    <a16:rowId xmlns:a16="http://schemas.microsoft.com/office/drawing/2014/main" val="2786642506"/>
                  </a:ext>
                </a:extLst>
              </a:tr>
              <a:tr h="3699674">
                <a:tc>
                  <a:txBody>
                    <a:bodyPr/>
                    <a:lstStyle/>
                    <a:p>
                      <a:pPr marL="285750" indent="-285750" algn="l" defTabSz="914400" rtl="0" eaLnBrk="1" latinLnBrk="0" hangingPunct="1">
                        <a:spcBef>
                          <a:spcPts val="600"/>
                        </a:spcBef>
                        <a:buFont typeface="Arial" panose="020B0604020202020204" pitchFamily="34" charset="0"/>
                        <a:buChar char="•"/>
                      </a:pPr>
                      <a:r>
                        <a:rPr lang="en-US" altLang="zh-CN" sz="1800" b="1" kern="1200">
                          <a:solidFill>
                            <a:schemeClr val="tx1"/>
                          </a:solidFill>
                          <a:latin typeface="+mn-lt"/>
                          <a:ea typeface="+mn-ea"/>
                          <a:cs typeface="+mn-cs"/>
                        </a:rPr>
                        <a:t>Evaluate the earliest available timing </a:t>
                      </a:r>
                      <a:r>
                        <a:rPr lang="en-US" altLang="zh-CN" sz="1800" b="0" kern="1200">
                          <a:solidFill>
                            <a:schemeClr val="tx1"/>
                          </a:solidFill>
                          <a:latin typeface="+mn-lt"/>
                          <a:ea typeface="+mn-ea"/>
                          <a:cs typeface="+mn-cs"/>
                        </a:rPr>
                        <a:t>from global team on the 28 batches samples – Global</a:t>
                      </a:r>
                    </a:p>
                    <a:p>
                      <a:pPr marL="285750" indent="-285750" algn="l" defTabSz="914400" rtl="0" eaLnBrk="1" latinLnBrk="0" hangingPunct="1">
                        <a:spcBef>
                          <a:spcPts val="600"/>
                        </a:spcBef>
                        <a:buFont typeface="Arial" panose="020B0604020202020204" pitchFamily="34" charset="0"/>
                        <a:buChar char="•"/>
                      </a:pPr>
                      <a:r>
                        <a:rPr lang="en-US" altLang="zh-CN" sz="1800" b="1" kern="1200">
                          <a:solidFill>
                            <a:schemeClr val="tx1"/>
                          </a:solidFill>
                          <a:latin typeface="+mn-lt"/>
                          <a:ea typeface="+mn-ea"/>
                          <a:cs typeface="+mn-cs"/>
                        </a:rPr>
                        <a:t>Provide the timeline of the PEN QC Sample </a:t>
                      </a:r>
                      <a:r>
                        <a:rPr lang="en-US" altLang="zh-CN" sz="1800" b="0" kern="1200">
                          <a:solidFill>
                            <a:schemeClr val="tx1"/>
                          </a:solidFill>
                          <a:latin typeface="+mn-lt"/>
                          <a:ea typeface="+mn-ea"/>
                          <a:cs typeface="+mn-cs"/>
                        </a:rPr>
                        <a:t>availabilities (28 batches for the 2 DS sites) – Global</a:t>
                      </a:r>
                    </a:p>
                    <a:p>
                      <a:pPr marL="285750" indent="-285750" algn="l" defTabSz="914400" rtl="0" eaLnBrk="1" latinLnBrk="0" hangingPunct="1">
                        <a:spcBef>
                          <a:spcPts val="600"/>
                        </a:spcBef>
                        <a:buFont typeface="Arial" panose="020B0604020202020204" pitchFamily="34" charset="0"/>
                        <a:buChar char="•"/>
                      </a:pPr>
                      <a:r>
                        <a:rPr lang="en-US" altLang="zh-CN" sz="1800" b="0" kern="1200">
                          <a:solidFill>
                            <a:schemeClr val="tx1"/>
                          </a:solidFill>
                          <a:latin typeface="+mn-lt"/>
                          <a:ea typeface="+mn-ea"/>
                          <a:cs typeface="+mn-cs"/>
                        </a:rPr>
                        <a:t>Provide the feasibility evaluation of </a:t>
                      </a:r>
                      <a:r>
                        <a:rPr lang="en-US" altLang="zh-CN" sz="1800" b="1" kern="1200">
                          <a:solidFill>
                            <a:schemeClr val="tx1"/>
                          </a:solidFill>
                          <a:latin typeface="+mn-lt"/>
                          <a:ea typeface="+mn-ea"/>
                          <a:cs typeface="+mn-cs"/>
                        </a:rPr>
                        <a:t>shifting to CWM to PEN submission </a:t>
                      </a:r>
                      <a:r>
                        <a:rPr lang="en-US" altLang="zh-CN" sz="1800" b="0" kern="1200">
                          <a:solidFill>
                            <a:schemeClr val="tx1"/>
                          </a:solidFill>
                          <a:latin typeface="+mn-lt"/>
                          <a:ea typeface="+mn-ea"/>
                          <a:cs typeface="+mn-cs"/>
                        </a:rPr>
                        <a:t>possibility – Global &amp; Local</a:t>
                      </a:r>
                    </a:p>
                    <a:p>
                      <a:pPr marL="285750" indent="-285750" algn="l" defTabSz="914400" rtl="0" eaLnBrk="1" latinLnBrk="0" hangingPunct="1">
                        <a:spcBef>
                          <a:spcPts val="600"/>
                        </a:spcBef>
                        <a:buFont typeface="Arial" panose="020B0604020202020204" pitchFamily="34" charset="0"/>
                        <a:buChar char="•"/>
                      </a:pPr>
                      <a:r>
                        <a:rPr lang="en-US" altLang="zh-CN" sz="1800" b="1" kern="1200">
                          <a:solidFill>
                            <a:schemeClr val="tx1"/>
                          </a:solidFill>
                          <a:latin typeface="+mn-lt"/>
                          <a:ea typeface="+mn-ea"/>
                          <a:cs typeface="+mn-cs"/>
                        </a:rPr>
                        <a:t>Formulate different scenarios for the CN launch</a:t>
                      </a:r>
                      <a:r>
                        <a:rPr lang="en-US" altLang="zh-CN" sz="1800" b="0" kern="1200">
                          <a:solidFill>
                            <a:schemeClr val="tx1"/>
                          </a:solidFill>
                          <a:latin typeface="+mn-lt"/>
                          <a:ea typeface="+mn-ea"/>
                          <a:cs typeface="+mn-cs"/>
                        </a:rPr>
                        <a:t> (CWM &amp; MASH timing, device format shelf life )– Global &amp; Local</a:t>
                      </a:r>
                    </a:p>
                  </a:txBody>
                  <a:tcPr/>
                </a:tc>
                <a:extLst>
                  <a:ext uri="{0D108BD9-81ED-4DB2-BD59-A6C34878D82A}">
                    <a16:rowId xmlns:a16="http://schemas.microsoft.com/office/drawing/2014/main" val="3602142769"/>
                  </a:ext>
                </a:extLst>
              </a:tr>
            </a:tbl>
          </a:graphicData>
        </a:graphic>
      </p:graphicFrame>
    </p:spTree>
    <p:extLst>
      <p:ext uri="{BB962C8B-B14F-4D97-AF65-F5344CB8AC3E}">
        <p14:creationId xmlns:p14="http://schemas.microsoft.com/office/powerpoint/2010/main" val="499915167"/>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D388EBBD-7A86-B1B5-349B-AA5439B439D8}"/>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F2C87DA4-AA4C-F3C6-7F88-AF7541198F66}"/>
              </a:ext>
            </a:extLst>
          </p:cNvPr>
          <p:cNvSpPr>
            <a:spLocks noGrp="1"/>
          </p:cNvSpPr>
          <p:nvPr>
            <p:ph type="title"/>
          </p:nvPr>
        </p:nvSpPr>
        <p:spPr>
          <a:xfrm>
            <a:off x="270995" y="261847"/>
            <a:ext cx="11571755" cy="720000"/>
          </a:xfrm>
        </p:spPr>
        <p:txBody>
          <a:bodyPr/>
          <a:lstStyle/>
          <a:p>
            <a:r>
              <a:rPr lang="en-US" altLang="zh-CN"/>
              <a:t>2. Regulatory scenarios with challenges for QC samples</a:t>
            </a:r>
            <a:endParaRPr lang="zh-CN" altLang="en-US" sz="2000" i="1">
              <a:solidFill>
                <a:schemeClr val="tx1"/>
              </a:solidFill>
            </a:endParaRPr>
          </a:p>
        </p:txBody>
      </p:sp>
      <p:sp>
        <p:nvSpPr>
          <p:cNvPr id="4" name="页脚占位符 3">
            <a:extLst>
              <a:ext uri="{FF2B5EF4-FFF2-40B4-BE49-F238E27FC236}">
                <a16:creationId xmlns:a16="http://schemas.microsoft.com/office/drawing/2014/main" id="{4F43319A-08C0-2B9B-8E0B-E78564E05AAC}"/>
              </a:ext>
            </a:extLst>
          </p:cNvPr>
          <p:cNvSpPr>
            <a:spLocks noGrp="1"/>
          </p:cNvSpPr>
          <p:nvPr>
            <p:ph type="ftr" sz="quarter" idx="10"/>
          </p:nvPr>
        </p:nvSpPr>
        <p:spPr>
          <a:xfrm>
            <a:off x="6384032" y="6392020"/>
            <a:ext cx="5040560" cy="288000"/>
          </a:xfrm>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5" name="灯片编号占位符 4">
            <a:extLst>
              <a:ext uri="{FF2B5EF4-FFF2-40B4-BE49-F238E27FC236}">
                <a16:creationId xmlns:a16="http://schemas.microsoft.com/office/drawing/2014/main" id="{42CE955B-2B3D-5B2C-9676-2B2C4582AD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6" name="表格 5">
            <a:extLst>
              <a:ext uri="{FF2B5EF4-FFF2-40B4-BE49-F238E27FC236}">
                <a16:creationId xmlns:a16="http://schemas.microsoft.com/office/drawing/2014/main" id="{6CC38A0E-18A7-BEC3-747D-C87709B5B3E7}"/>
              </a:ext>
            </a:extLst>
          </p:cNvPr>
          <p:cNvGraphicFramePr>
            <a:graphicFrameLocks noGrp="1"/>
          </p:cNvGraphicFramePr>
          <p:nvPr/>
        </p:nvGraphicFramePr>
        <p:xfrm>
          <a:off x="854318" y="860148"/>
          <a:ext cx="3970049" cy="536040"/>
        </p:xfrm>
        <a:graphic>
          <a:graphicData uri="http://schemas.openxmlformats.org/drawingml/2006/table">
            <a:tbl>
              <a:tblPr firstRow="1" bandCol="1">
                <a:tableStyleId>{5C22544A-7EE6-4342-B048-85BDC9FD1C3A}</a:tableStyleId>
              </a:tblPr>
              <a:tblGrid>
                <a:gridCol w="395568">
                  <a:extLst>
                    <a:ext uri="{9D8B030D-6E8A-4147-A177-3AD203B41FA5}">
                      <a16:colId xmlns:a16="http://schemas.microsoft.com/office/drawing/2014/main" val="3505857848"/>
                    </a:ext>
                  </a:extLst>
                </a:gridCol>
                <a:gridCol w="395568">
                  <a:extLst>
                    <a:ext uri="{9D8B030D-6E8A-4147-A177-3AD203B41FA5}">
                      <a16:colId xmlns:a16="http://schemas.microsoft.com/office/drawing/2014/main" val="3139519191"/>
                    </a:ext>
                  </a:extLst>
                </a:gridCol>
                <a:gridCol w="395568">
                  <a:extLst>
                    <a:ext uri="{9D8B030D-6E8A-4147-A177-3AD203B41FA5}">
                      <a16:colId xmlns:a16="http://schemas.microsoft.com/office/drawing/2014/main" val="1995392372"/>
                    </a:ext>
                  </a:extLst>
                </a:gridCol>
                <a:gridCol w="395568">
                  <a:extLst>
                    <a:ext uri="{9D8B030D-6E8A-4147-A177-3AD203B41FA5}">
                      <a16:colId xmlns:a16="http://schemas.microsoft.com/office/drawing/2014/main" val="3976004741"/>
                    </a:ext>
                  </a:extLst>
                </a:gridCol>
                <a:gridCol w="395568">
                  <a:extLst>
                    <a:ext uri="{9D8B030D-6E8A-4147-A177-3AD203B41FA5}">
                      <a16:colId xmlns:a16="http://schemas.microsoft.com/office/drawing/2014/main" val="3597444327"/>
                    </a:ext>
                  </a:extLst>
                </a:gridCol>
                <a:gridCol w="395568">
                  <a:extLst>
                    <a:ext uri="{9D8B030D-6E8A-4147-A177-3AD203B41FA5}">
                      <a16:colId xmlns:a16="http://schemas.microsoft.com/office/drawing/2014/main" val="2006747203"/>
                    </a:ext>
                  </a:extLst>
                </a:gridCol>
                <a:gridCol w="395568">
                  <a:extLst>
                    <a:ext uri="{9D8B030D-6E8A-4147-A177-3AD203B41FA5}">
                      <a16:colId xmlns:a16="http://schemas.microsoft.com/office/drawing/2014/main" val="212364648"/>
                    </a:ext>
                  </a:extLst>
                </a:gridCol>
                <a:gridCol w="395568">
                  <a:extLst>
                    <a:ext uri="{9D8B030D-6E8A-4147-A177-3AD203B41FA5}">
                      <a16:colId xmlns:a16="http://schemas.microsoft.com/office/drawing/2014/main" val="2992401846"/>
                    </a:ext>
                  </a:extLst>
                </a:gridCol>
                <a:gridCol w="395568">
                  <a:extLst>
                    <a:ext uri="{9D8B030D-6E8A-4147-A177-3AD203B41FA5}">
                      <a16:colId xmlns:a16="http://schemas.microsoft.com/office/drawing/2014/main" val="1443013478"/>
                    </a:ext>
                  </a:extLst>
                </a:gridCol>
                <a:gridCol w="409937">
                  <a:extLst>
                    <a:ext uri="{9D8B030D-6E8A-4147-A177-3AD203B41FA5}">
                      <a16:colId xmlns:a16="http://schemas.microsoft.com/office/drawing/2014/main" val="3108376551"/>
                    </a:ext>
                  </a:extLst>
                </a:gridCol>
              </a:tblGrid>
              <a:tr h="262534">
                <a:tc gridSpan="10">
                  <a:txBody>
                    <a:bodyPr/>
                    <a:lstStyle/>
                    <a:p>
                      <a:pPr algn="ctr"/>
                      <a:r>
                        <a:rPr kumimoji="0" lang="en-US" sz="1200" b="1" i="0" u="none" strike="noStrike" kern="1200" cap="none" spc="0" normalizeH="0" baseline="0" noProof="0">
                          <a:ln>
                            <a:noFill/>
                          </a:ln>
                          <a:solidFill>
                            <a:schemeClr val="bg1"/>
                          </a:solidFill>
                          <a:effectLst/>
                          <a:uLnTx/>
                          <a:uFillTx/>
                          <a:latin typeface="+mn-lt"/>
                          <a:ea typeface="+mn-ea"/>
                          <a:cs typeface="+mn-cs"/>
                        </a:rPr>
                        <a:t>2026</a:t>
                      </a:r>
                    </a:p>
                  </a:txBody>
                  <a:tcPr marL="144000" marR="144000" marT="54000" marB="54000" anchor="ctr">
                    <a:lnL w="9525"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lumOff val="10000"/>
                      </a:schemeClr>
                    </a:solidFill>
                  </a:tcPr>
                </a:tc>
                <a:tc hMerge="1">
                  <a:txBody>
                    <a:bodyPr/>
                    <a:lstStyle/>
                    <a:p>
                      <a:pPr algn="ctr"/>
                      <a:endParaRPr kumimoji="0" lang="en-US" sz="1200" b="1" i="0" u="none" strike="noStrike" kern="1200" cap="none" spc="0" normalizeH="0" baseline="0" noProof="0">
                        <a:ln>
                          <a:noFill/>
                        </a:ln>
                        <a:solidFill>
                          <a:schemeClr val="tx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0" lang="en-US" sz="1200" b="1" i="0" u="none" strike="noStrike" kern="1200" cap="none" spc="0" normalizeH="0" baseline="0" noProof="0">
                        <a:ln>
                          <a:noFill/>
                        </a:ln>
                        <a:solidFill>
                          <a:schemeClr val="tx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de-DE"/>
                    </a:p>
                  </a:txBody>
                  <a:tcPr>
                    <a:lnL w="9525" cap="flat" cmpd="sng" algn="ctr">
                      <a:solidFill>
                        <a:schemeClr val="tx1"/>
                      </a:solidFill>
                      <a:prstDash val="solid"/>
                      <a:round/>
                      <a:headEnd type="none" w="med" len="med"/>
                      <a:tailEnd type="none" w="med" len="med"/>
                    </a:lnL>
                  </a:tcPr>
                </a:tc>
                <a:tc hMerge="1">
                  <a:txBody>
                    <a:bodyPr/>
                    <a:lstStyle/>
                    <a:p>
                      <a:endParaRPr lang="de-DE"/>
                    </a:p>
                  </a:txBody>
                  <a:tcPr/>
                </a:tc>
                <a:tc hMerge="1">
                  <a:txBody>
                    <a:bodyPr/>
                    <a:lstStyle/>
                    <a:p>
                      <a:endParaRPr lang="de-DE"/>
                    </a:p>
                  </a:txBody>
                  <a:tcPr/>
                </a:tc>
                <a:tc hMerge="1">
                  <a:txBody>
                    <a:bodyPr/>
                    <a:lstStyle/>
                    <a:p>
                      <a:endParaRPr lang="de-DE"/>
                    </a:p>
                  </a:txBody>
                  <a:tcPr/>
                </a:tc>
                <a:tc hMerge="1">
                  <a:txBody>
                    <a:bodyPr/>
                    <a:lstStyle/>
                    <a:p>
                      <a:endParaRPr lang="de-DE"/>
                    </a:p>
                  </a:txBody>
                  <a:tcPr/>
                </a:tc>
                <a:tc hMerge="1">
                  <a:txBody>
                    <a:bodyPr/>
                    <a:lstStyle/>
                    <a:p>
                      <a:endParaRPr lang="de-DE"/>
                    </a:p>
                  </a:txBody>
                  <a:tcPr/>
                </a:tc>
                <a:extLst>
                  <a:ext uri="{0D108BD9-81ED-4DB2-BD59-A6C34878D82A}">
                    <a16:rowId xmlns:a16="http://schemas.microsoft.com/office/drawing/2014/main" val="3877560059"/>
                  </a:ext>
                </a:extLst>
              </a:tr>
              <a:tr h="2163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Mar</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Apr</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May</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Jun</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Jul</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Aug</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Sep</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Oct</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Nov</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Dec</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2980784"/>
                  </a:ext>
                </a:extLst>
              </a:tr>
            </a:tbl>
          </a:graphicData>
        </a:graphic>
      </p:graphicFrame>
      <p:cxnSp>
        <p:nvCxnSpPr>
          <p:cNvPr id="24" name="直接连接符 23">
            <a:extLst>
              <a:ext uri="{FF2B5EF4-FFF2-40B4-BE49-F238E27FC236}">
                <a16:creationId xmlns:a16="http://schemas.microsoft.com/office/drawing/2014/main" id="{C04B0692-FD82-601B-1076-644AC669DD48}"/>
              </a:ext>
            </a:extLst>
          </p:cNvPr>
          <p:cNvCxnSpPr>
            <a:cxnSpLocks/>
          </p:cNvCxnSpPr>
          <p:nvPr/>
        </p:nvCxnSpPr>
        <p:spPr bwMode="gray">
          <a:xfrm>
            <a:off x="44450" y="2864826"/>
            <a:ext cx="1209675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A487BA88-1AFB-8DD0-B2E8-03D8414CC1AF}"/>
              </a:ext>
            </a:extLst>
          </p:cNvPr>
          <p:cNvSpPr txBox="1"/>
          <p:nvPr/>
        </p:nvSpPr>
        <p:spPr bwMode="gray">
          <a:xfrm>
            <a:off x="714188" y="1510363"/>
            <a:ext cx="1101958" cy="276999"/>
          </a:xfrm>
          <a:prstGeom prst="rect">
            <a:avLst/>
          </a:prstGeom>
          <a:solidFill>
            <a:schemeClr val="accent6">
              <a:lumMod val="40000"/>
              <a:lumOff val="6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MAA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sub/approval</a:t>
            </a:r>
          </a:p>
        </p:txBody>
      </p:sp>
      <p:sp>
        <p:nvSpPr>
          <p:cNvPr id="126" name="文本框 125">
            <a:extLst>
              <a:ext uri="{FF2B5EF4-FFF2-40B4-BE49-F238E27FC236}">
                <a16:creationId xmlns:a16="http://schemas.microsoft.com/office/drawing/2014/main" id="{EC2BF793-2CAD-CB99-642E-F45A3C4AE0C9}"/>
              </a:ext>
            </a:extLst>
          </p:cNvPr>
          <p:cNvSpPr txBox="1"/>
          <p:nvPr/>
        </p:nvSpPr>
        <p:spPr bwMode="gray">
          <a:xfrm>
            <a:off x="5188284" y="1504108"/>
            <a:ext cx="5488194" cy="177677"/>
          </a:xfrm>
          <a:prstGeom prst="rect">
            <a:avLst/>
          </a:prstGeom>
          <a:solidFill>
            <a:schemeClr val="accent6">
              <a:lumMod val="40000"/>
              <a:lumOff val="60000"/>
            </a:schemeClr>
          </a:solid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MAA review</a:t>
            </a:r>
            <a:endParaRPr kumimoji="0" lang="zh-CN" altLang="en-US" sz="9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7" name="文本框 126">
            <a:extLst>
              <a:ext uri="{FF2B5EF4-FFF2-40B4-BE49-F238E27FC236}">
                <a16:creationId xmlns:a16="http://schemas.microsoft.com/office/drawing/2014/main" id="{DF2508A3-17B5-0137-8C85-8CBEF56B9DF2}"/>
              </a:ext>
            </a:extLst>
          </p:cNvPr>
          <p:cNvSpPr txBox="1"/>
          <p:nvPr/>
        </p:nvSpPr>
        <p:spPr bwMode="gray">
          <a:xfrm>
            <a:off x="5010274" y="1367512"/>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Sub.</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 name="文本框 2">
            <a:extLst>
              <a:ext uri="{FF2B5EF4-FFF2-40B4-BE49-F238E27FC236}">
                <a16:creationId xmlns:a16="http://schemas.microsoft.com/office/drawing/2014/main" id="{09F3417E-C61F-0B72-F99E-63866D0E1911}"/>
              </a:ext>
            </a:extLst>
          </p:cNvPr>
          <p:cNvSpPr txBox="1"/>
          <p:nvPr/>
        </p:nvSpPr>
        <p:spPr bwMode="gray">
          <a:xfrm>
            <a:off x="1852134" y="5978239"/>
            <a:ext cx="10090766"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*shelf-life months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18m shelf-life: If 18m stability data is available for submission by July 2028, 18m shelf-life is possible granted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Need negative with NIFDC lab case by case if remaining shelf-life of samples&lt;9months, as this introduces a risk of having no sample with sufficient shelf-life for re-testing if QC results deviate from specifications</a:t>
            </a:r>
            <a:endParaRPr kumimoji="0" lang="en-US" altLang="zh-CN" sz="800" b="0" i="0" u="none" strike="noStrike" kern="1200" cap="none" spc="0" normalizeH="0" baseline="0" noProof="0">
              <a:ln>
                <a:noFill/>
              </a:ln>
              <a:solidFill>
                <a:srgbClr val="C00000"/>
              </a:solidFill>
              <a:effectLst/>
              <a:uLnTx/>
              <a:uFillTx/>
              <a:latin typeface="Boehringer Forward Text"/>
              <a:ea typeface="+mn-ea"/>
              <a:cs typeface="+mn-cs"/>
            </a:endParaRPr>
          </a:p>
        </p:txBody>
      </p:sp>
      <p:graphicFrame>
        <p:nvGraphicFramePr>
          <p:cNvPr id="25" name="表格 24">
            <a:extLst>
              <a:ext uri="{FF2B5EF4-FFF2-40B4-BE49-F238E27FC236}">
                <a16:creationId xmlns:a16="http://schemas.microsoft.com/office/drawing/2014/main" id="{B44A0B0F-5224-06B8-3086-C49176A79840}"/>
              </a:ext>
            </a:extLst>
          </p:cNvPr>
          <p:cNvGraphicFramePr>
            <a:graphicFrameLocks noGrp="1"/>
          </p:cNvGraphicFramePr>
          <p:nvPr/>
        </p:nvGraphicFramePr>
        <p:xfrm>
          <a:off x="4824367" y="853963"/>
          <a:ext cx="3970049" cy="536040"/>
        </p:xfrm>
        <a:graphic>
          <a:graphicData uri="http://schemas.openxmlformats.org/drawingml/2006/table">
            <a:tbl>
              <a:tblPr firstRow="1" bandCol="1">
                <a:tableStyleId>{5C22544A-7EE6-4342-B048-85BDC9FD1C3A}</a:tableStyleId>
              </a:tblPr>
              <a:tblGrid>
                <a:gridCol w="395568">
                  <a:extLst>
                    <a:ext uri="{9D8B030D-6E8A-4147-A177-3AD203B41FA5}">
                      <a16:colId xmlns:a16="http://schemas.microsoft.com/office/drawing/2014/main" val="3505857848"/>
                    </a:ext>
                  </a:extLst>
                </a:gridCol>
                <a:gridCol w="395568">
                  <a:extLst>
                    <a:ext uri="{9D8B030D-6E8A-4147-A177-3AD203B41FA5}">
                      <a16:colId xmlns:a16="http://schemas.microsoft.com/office/drawing/2014/main" val="3139519191"/>
                    </a:ext>
                  </a:extLst>
                </a:gridCol>
                <a:gridCol w="395568">
                  <a:extLst>
                    <a:ext uri="{9D8B030D-6E8A-4147-A177-3AD203B41FA5}">
                      <a16:colId xmlns:a16="http://schemas.microsoft.com/office/drawing/2014/main" val="1995392372"/>
                    </a:ext>
                  </a:extLst>
                </a:gridCol>
                <a:gridCol w="395568">
                  <a:extLst>
                    <a:ext uri="{9D8B030D-6E8A-4147-A177-3AD203B41FA5}">
                      <a16:colId xmlns:a16="http://schemas.microsoft.com/office/drawing/2014/main" val="3976004741"/>
                    </a:ext>
                  </a:extLst>
                </a:gridCol>
                <a:gridCol w="395568">
                  <a:extLst>
                    <a:ext uri="{9D8B030D-6E8A-4147-A177-3AD203B41FA5}">
                      <a16:colId xmlns:a16="http://schemas.microsoft.com/office/drawing/2014/main" val="3597444327"/>
                    </a:ext>
                  </a:extLst>
                </a:gridCol>
                <a:gridCol w="395568">
                  <a:extLst>
                    <a:ext uri="{9D8B030D-6E8A-4147-A177-3AD203B41FA5}">
                      <a16:colId xmlns:a16="http://schemas.microsoft.com/office/drawing/2014/main" val="2006747203"/>
                    </a:ext>
                  </a:extLst>
                </a:gridCol>
                <a:gridCol w="395568">
                  <a:extLst>
                    <a:ext uri="{9D8B030D-6E8A-4147-A177-3AD203B41FA5}">
                      <a16:colId xmlns:a16="http://schemas.microsoft.com/office/drawing/2014/main" val="212364648"/>
                    </a:ext>
                  </a:extLst>
                </a:gridCol>
                <a:gridCol w="395568">
                  <a:extLst>
                    <a:ext uri="{9D8B030D-6E8A-4147-A177-3AD203B41FA5}">
                      <a16:colId xmlns:a16="http://schemas.microsoft.com/office/drawing/2014/main" val="2992401846"/>
                    </a:ext>
                  </a:extLst>
                </a:gridCol>
                <a:gridCol w="395568">
                  <a:extLst>
                    <a:ext uri="{9D8B030D-6E8A-4147-A177-3AD203B41FA5}">
                      <a16:colId xmlns:a16="http://schemas.microsoft.com/office/drawing/2014/main" val="1443013478"/>
                    </a:ext>
                  </a:extLst>
                </a:gridCol>
                <a:gridCol w="409937">
                  <a:extLst>
                    <a:ext uri="{9D8B030D-6E8A-4147-A177-3AD203B41FA5}">
                      <a16:colId xmlns:a16="http://schemas.microsoft.com/office/drawing/2014/main" val="3108376551"/>
                    </a:ext>
                  </a:extLst>
                </a:gridCol>
              </a:tblGrid>
              <a:tr h="262534">
                <a:tc gridSpan="10">
                  <a:txBody>
                    <a:bodyPr/>
                    <a:lstStyle/>
                    <a:p>
                      <a:pPr algn="ctr"/>
                      <a:r>
                        <a:rPr kumimoji="0" lang="en-US" sz="1200" b="1" i="0" u="none" strike="noStrike" kern="1200" cap="none" spc="0" normalizeH="0" baseline="0" noProof="0">
                          <a:ln>
                            <a:noFill/>
                          </a:ln>
                          <a:solidFill>
                            <a:schemeClr val="bg1"/>
                          </a:solidFill>
                          <a:effectLst/>
                          <a:uLnTx/>
                          <a:uFillTx/>
                          <a:latin typeface="+mn-lt"/>
                          <a:ea typeface="+mn-ea"/>
                          <a:cs typeface="+mn-cs"/>
                        </a:rPr>
                        <a:t>2027</a:t>
                      </a:r>
                    </a:p>
                  </a:txBody>
                  <a:tcPr marL="144000" marR="144000" marT="54000" marB="54000" anchor="ctr">
                    <a:lnL w="9525"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lumOff val="10000"/>
                      </a:schemeClr>
                    </a:solidFill>
                  </a:tcPr>
                </a:tc>
                <a:tc hMerge="1">
                  <a:txBody>
                    <a:bodyPr/>
                    <a:lstStyle/>
                    <a:p>
                      <a:pPr algn="ctr"/>
                      <a:endParaRPr kumimoji="0" lang="en-US" sz="1200" b="1" i="0" u="none" strike="noStrike" kern="1200" cap="none" spc="0" normalizeH="0" baseline="0" noProof="0">
                        <a:ln>
                          <a:noFill/>
                        </a:ln>
                        <a:solidFill>
                          <a:schemeClr val="tx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0" lang="en-US" sz="1200" b="1" i="0" u="none" strike="noStrike" kern="1200" cap="none" spc="0" normalizeH="0" baseline="0" noProof="0">
                        <a:ln>
                          <a:noFill/>
                        </a:ln>
                        <a:solidFill>
                          <a:schemeClr val="tx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de-DE"/>
                    </a:p>
                  </a:txBody>
                  <a:tcPr>
                    <a:lnL w="9525" cap="flat" cmpd="sng" algn="ctr">
                      <a:solidFill>
                        <a:schemeClr val="tx1"/>
                      </a:solidFill>
                      <a:prstDash val="solid"/>
                      <a:round/>
                      <a:headEnd type="none" w="med" len="med"/>
                      <a:tailEnd type="none" w="med" len="med"/>
                    </a:lnL>
                  </a:tcPr>
                </a:tc>
                <a:tc hMerge="1">
                  <a:txBody>
                    <a:bodyPr/>
                    <a:lstStyle/>
                    <a:p>
                      <a:endParaRPr lang="de-DE"/>
                    </a:p>
                  </a:txBody>
                  <a:tcPr/>
                </a:tc>
                <a:tc hMerge="1">
                  <a:txBody>
                    <a:bodyPr/>
                    <a:lstStyle/>
                    <a:p>
                      <a:endParaRPr lang="de-DE"/>
                    </a:p>
                  </a:txBody>
                  <a:tcPr/>
                </a:tc>
                <a:tc hMerge="1">
                  <a:txBody>
                    <a:bodyPr/>
                    <a:lstStyle/>
                    <a:p>
                      <a:endParaRPr lang="de-DE"/>
                    </a:p>
                  </a:txBody>
                  <a:tcPr/>
                </a:tc>
                <a:tc hMerge="1">
                  <a:txBody>
                    <a:bodyPr/>
                    <a:lstStyle/>
                    <a:p>
                      <a:endParaRPr lang="de-DE"/>
                    </a:p>
                  </a:txBody>
                  <a:tcPr/>
                </a:tc>
                <a:tc hMerge="1">
                  <a:txBody>
                    <a:bodyPr/>
                    <a:lstStyle/>
                    <a:p>
                      <a:endParaRPr lang="de-DE"/>
                    </a:p>
                  </a:txBody>
                  <a:tcPr/>
                </a:tc>
                <a:extLst>
                  <a:ext uri="{0D108BD9-81ED-4DB2-BD59-A6C34878D82A}">
                    <a16:rowId xmlns:a16="http://schemas.microsoft.com/office/drawing/2014/main" val="3877560059"/>
                  </a:ext>
                </a:extLst>
              </a:tr>
              <a:tr h="2163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Jan</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Feb</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Mar</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Apr</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May</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Jun</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Jul</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Aug</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Sep</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Oct</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2980784"/>
                  </a:ext>
                </a:extLst>
              </a:tr>
            </a:tbl>
          </a:graphicData>
        </a:graphic>
      </p:graphicFrame>
      <p:graphicFrame>
        <p:nvGraphicFramePr>
          <p:cNvPr id="27" name="表格 26">
            <a:extLst>
              <a:ext uri="{FF2B5EF4-FFF2-40B4-BE49-F238E27FC236}">
                <a16:creationId xmlns:a16="http://schemas.microsoft.com/office/drawing/2014/main" id="{C07B0211-0BDD-A895-EC18-BD07A60E1E2D}"/>
              </a:ext>
            </a:extLst>
          </p:cNvPr>
          <p:cNvGraphicFramePr>
            <a:graphicFrameLocks noGrp="1"/>
          </p:cNvGraphicFramePr>
          <p:nvPr/>
        </p:nvGraphicFramePr>
        <p:xfrm>
          <a:off x="8794417" y="853974"/>
          <a:ext cx="3198679" cy="536040"/>
        </p:xfrm>
        <a:graphic>
          <a:graphicData uri="http://schemas.openxmlformats.org/drawingml/2006/table">
            <a:tbl>
              <a:tblPr firstRow="1" bandCol="1">
                <a:tableStyleId>{5C22544A-7EE6-4342-B048-85BDC9FD1C3A}</a:tableStyleId>
              </a:tblPr>
              <a:tblGrid>
                <a:gridCol w="527383">
                  <a:extLst>
                    <a:ext uri="{9D8B030D-6E8A-4147-A177-3AD203B41FA5}">
                      <a16:colId xmlns:a16="http://schemas.microsoft.com/office/drawing/2014/main" val="3505857848"/>
                    </a:ext>
                  </a:extLst>
                </a:gridCol>
                <a:gridCol w="381000">
                  <a:extLst>
                    <a:ext uri="{9D8B030D-6E8A-4147-A177-3AD203B41FA5}">
                      <a16:colId xmlns:a16="http://schemas.microsoft.com/office/drawing/2014/main" val="3139519191"/>
                    </a:ext>
                  </a:extLst>
                </a:gridCol>
                <a:gridCol w="488950">
                  <a:extLst>
                    <a:ext uri="{9D8B030D-6E8A-4147-A177-3AD203B41FA5}">
                      <a16:colId xmlns:a16="http://schemas.microsoft.com/office/drawing/2014/main" val="1995392372"/>
                    </a:ext>
                  </a:extLst>
                </a:gridCol>
                <a:gridCol w="482600">
                  <a:extLst>
                    <a:ext uri="{9D8B030D-6E8A-4147-A177-3AD203B41FA5}">
                      <a16:colId xmlns:a16="http://schemas.microsoft.com/office/drawing/2014/main" val="3976004741"/>
                    </a:ext>
                  </a:extLst>
                </a:gridCol>
                <a:gridCol w="438150">
                  <a:extLst>
                    <a:ext uri="{9D8B030D-6E8A-4147-A177-3AD203B41FA5}">
                      <a16:colId xmlns:a16="http://schemas.microsoft.com/office/drawing/2014/main" val="3597444327"/>
                    </a:ext>
                  </a:extLst>
                </a:gridCol>
                <a:gridCol w="378393">
                  <a:extLst>
                    <a:ext uri="{9D8B030D-6E8A-4147-A177-3AD203B41FA5}">
                      <a16:colId xmlns:a16="http://schemas.microsoft.com/office/drawing/2014/main" val="2006747203"/>
                    </a:ext>
                  </a:extLst>
                </a:gridCol>
                <a:gridCol w="502203">
                  <a:extLst>
                    <a:ext uri="{9D8B030D-6E8A-4147-A177-3AD203B41FA5}">
                      <a16:colId xmlns:a16="http://schemas.microsoft.com/office/drawing/2014/main" val="212364648"/>
                    </a:ext>
                  </a:extLst>
                </a:gridCol>
              </a:tblGrid>
              <a:tr h="260013">
                <a:tc gridSpan="2">
                  <a:txBody>
                    <a:bodyPr/>
                    <a:lstStyle/>
                    <a:p>
                      <a:pPr algn="ctr"/>
                      <a:endParaRPr kumimoji="0" lang="en-US" sz="1200" b="1" i="0" u="none" strike="noStrike" kern="1200" cap="none" spc="0" normalizeH="0" baseline="0" noProof="0">
                        <a:ln>
                          <a:noFill/>
                        </a:ln>
                        <a:solidFill>
                          <a:schemeClr val="bg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lumOff val="10000"/>
                      </a:schemeClr>
                    </a:solidFill>
                  </a:tcPr>
                </a:tc>
                <a:tc hMerge="1">
                  <a:txBody>
                    <a:bodyPr/>
                    <a:lstStyle/>
                    <a:p>
                      <a:pPr algn="ctr"/>
                      <a:endParaRPr kumimoji="0" lang="en-US" sz="1200" b="1" i="0" u="none" strike="noStrike" kern="1200" cap="none" spc="0" normalizeH="0" baseline="0" noProof="0">
                        <a:ln>
                          <a:noFill/>
                        </a:ln>
                        <a:solidFill>
                          <a:schemeClr val="tx1"/>
                        </a:solidFill>
                        <a:effectLst/>
                        <a:uLnTx/>
                        <a:uFillTx/>
                        <a:latin typeface="+mn-lt"/>
                        <a:ea typeface="+mn-ea"/>
                        <a:cs typeface="+mn-cs"/>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a:ln>
                            <a:noFill/>
                          </a:ln>
                          <a:solidFill>
                            <a:schemeClr val="bg1"/>
                          </a:solidFill>
                          <a:effectLst/>
                          <a:uLnTx/>
                          <a:uFillTx/>
                          <a:latin typeface="+mn-lt"/>
                          <a:ea typeface="+mn-ea"/>
                          <a:cs typeface="+mn-cs"/>
                        </a:rPr>
                        <a:t>2028</a:t>
                      </a:r>
                    </a:p>
                  </a:txBody>
                  <a:tcPr marL="144000" marR="144000" marT="54000" marB="54000" anchor="ctr">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90000"/>
                        <a:lumOff val="10000"/>
                      </a:schemeClr>
                    </a:solidFill>
                  </a:tcPr>
                </a:tc>
                <a:tc hMerge="1">
                  <a:txBody>
                    <a:bodyPr/>
                    <a:lstStyle/>
                    <a:p>
                      <a:endParaRPr/>
                    </a:p>
                  </a:txBody>
                  <a:tcPr marL="144000" marR="144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de-DE"/>
                    </a:p>
                  </a:txBody>
                  <a:tcPr>
                    <a:lnL w="9525" cap="flat" cmpd="sng" algn="ctr">
                      <a:solidFill>
                        <a:schemeClr val="tx1"/>
                      </a:solidFill>
                      <a:prstDash val="solid"/>
                      <a:round/>
                      <a:headEnd type="none" w="med" len="med"/>
                      <a:tailEnd type="none" w="med" len="med"/>
                    </a:lnL>
                  </a:tcPr>
                </a:tc>
                <a:tc hMerge="1">
                  <a:txBody>
                    <a:bodyPr/>
                    <a:lstStyle/>
                    <a:p>
                      <a:endParaRPr lang="de-DE"/>
                    </a:p>
                  </a:txBody>
                  <a:tcPr/>
                </a:tc>
                <a:tc hMerge="1">
                  <a:txBody>
                    <a:bodyPr/>
                    <a:lstStyle/>
                    <a:p>
                      <a:endParaRPr lang="de-DE"/>
                    </a:p>
                  </a:txBody>
                  <a:tcPr>
                    <a:lnL w="9525"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877560059"/>
                  </a:ext>
                </a:extLst>
              </a:tr>
              <a:tr h="2040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Nov</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Dec</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Jan</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Mar</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May</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Jul</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2"/>
                          </a:solidFill>
                          <a:effectLst/>
                          <a:uLnTx/>
                          <a:uFillTx/>
                          <a:latin typeface="+mn-lt"/>
                          <a:ea typeface="+mn-ea"/>
                          <a:cs typeface="+mn-cs"/>
                        </a:rPr>
                        <a:t>Sep</a:t>
                      </a:r>
                    </a:p>
                  </a:txBody>
                  <a:tcPr marL="72000" marR="72000" marT="54000" marB="5400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2980784"/>
                  </a:ext>
                </a:extLst>
              </a:tr>
            </a:tbl>
          </a:graphicData>
        </a:graphic>
      </p:graphicFrame>
      <p:sp>
        <p:nvSpPr>
          <p:cNvPr id="29" name="文本框 28">
            <a:extLst>
              <a:ext uri="{FF2B5EF4-FFF2-40B4-BE49-F238E27FC236}">
                <a16:creationId xmlns:a16="http://schemas.microsoft.com/office/drawing/2014/main" id="{2D2E5F55-58BF-79C7-8A98-3BC0A02C95A5}"/>
              </a:ext>
            </a:extLst>
          </p:cNvPr>
          <p:cNvSpPr txBox="1"/>
          <p:nvPr/>
        </p:nvSpPr>
        <p:spPr bwMode="gray">
          <a:xfrm>
            <a:off x="4824241" y="1527640"/>
            <a:ext cx="627528"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Jan. 2027</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113" name="组合 112">
            <a:extLst>
              <a:ext uri="{FF2B5EF4-FFF2-40B4-BE49-F238E27FC236}">
                <a16:creationId xmlns:a16="http://schemas.microsoft.com/office/drawing/2014/main" id="{A9071D65-55D4-0086-E169-96E696C028B5}"/>
              </a:ext>
            </a:extLst>
          </p:cNvPr>
          <p:cNvGrpSpPr/>
          <p:nvPr/>
        </p:nvGrpSpPr>
        <p:grpSpPr>
          <a:xfrm>
            <a:off x="10238266" y="1364485"/>
            <a:ext cx="863467" cy="467423"/>
            <a:chOff x="10301951" y="1299614"/>
            <a:chExt cx="863467" cy="467423"/>
          </a:xfrm>
        </p:grpSpPr>
        <p:sp>
          <p:nvSpPr>
            <p:cNvPr id="28" name="文本框 27">
              <a:extLst>
                <a:ext uri="{FF2B5EF4-FFF2-40B4-BE49-F238E27FC236}">
                  <a16:creationId xmlns:a16="http://schemas.microsoft.com/office/drawing/2014/main" id="{85972867-D339-904D-6AAC-CC49F31444D0}"/>
                </a:ext>
              </a:extLst>
            </p:cNvPr>
            <p:cNvSpPr txBox="1"/>
            <p:nvPr/>
          </p:nvSpPr>
          <p:spPr bwMode="gray">
            <a:xfrm>
              <a:off x="10743859" y="1376052"/>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App.</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0" name="文本框 29">
              <a:extLst>
                <a:ext uri="{FF2B5EF4-FFF2-40B4-BE49-F238E27FC236}">
                  <a16:creationId xmlns:a16="http://schemas.microsoft.com/office/drawing/2014/main" id="{443625FA-E8E4-5D35-12A4-2F15EDF1C740}"/>
                </a:ext>
              </a:extLst>
            </p:cNvPr>
            <p:cNvSpPr txBox="1"/>
            <p:nvPr/>
          </p:nvSpPr>
          <p:spPr bwMode="gray">
            <a:xfrm>
              <a:off x="10301951" y="1520816"/>
              <a:ext cx="863467"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Apr. 2028- </a:t>
              </a: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12m*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(Best)</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110" name="图形 109" descr="标志 纯色填充">
              <a:extLst>
                <a:ext uri="{FF2B5EF4-FFF2-40B4-BE49-F238E27FC236}">
                  <a16:creationId xmlns:a16="http://schemas.microsoft.com/office/drawing/2014/main" id="{36424827-0FDB-37E2-35D8-E08E75E68B7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663839" y="1299614"/>
              <a:ext cx="266052" cy="266052"/>
            </a:xfrm>
            <a:prstGeom prst="rect">
              <a:avLst/>
            </a:prstGeom>
          </p:spPr>
        </p:pic>
      </p:grpSp>
      <p:grpSp>
        <p:nvGrpSpPr>
          <p:cNvPr id="115" name="组合 114">
            <a:extLst>
              <a:ext uri="{FF2B5EF4-FFF2-40B4-BE49-F238E27FC236}">
                <a16:creationId xmlns:a16="http://schemas.microsoft.com/office/drawing/2014/main" id="{F63CDEA3-5F45-CF5F-79F1-46B8D5D1BF76}"/>
              </a:ext>
            </a:extLst>
          </p:cNvPr>
          <p:cNvGrpSpPr/>
          <p:nvPr/>
        </p:nvGrpSpPr>
        <p:grpSpPr>
          <a:xfrm>
            <a:off x="11079434" y="1368085"/>
            <a:ext cx="863466" cy="511881"/>
            <a:chOff x="11171846" y="1317231"/>
            <a:chExt cx="863466" cy="511881"/>
          </a:xfrm>
        </p:grpSpPr>
        <p:grpSp>
          <p:nvGrpSpPr>
            <p:cNvPr id="112" name="组合 111">
              <a:extLst>
                <a:ext uri="{FF2B5EF4-FFF2-40B4-BE49-F238E27FC236}">
                  <a16:creationId xmlns:a16="http://schemas.microsoft.com/office/drawing/2014/main" id="{A504A6CD-EA5A-34A5-3DD9-A46A52D71A9B}"/>
                </a:ext>
              </a:extLst>
            </p:cNvPr>
            <p:cNvGrpSpPr/>
            <p:nvPr/>
          </p:nvGrpSpPr>
          <p:grpSpPr>
            <a:xfrm>
              <a:off x="11171846" y="1317231"/>
              <a:ext cx="863466" cy="511881"/>
              <a:chOff x="11171846" y="1317231"/>
              <a:chExt cx="863466" cy="511881"/>
            </a:xfrm>
          </p:grpSpPr>
          <p:sp>
            <p:nvSpPr>
              <p:cNvPr id="31" name="文本框 30">
                <a:extLst>
                  <a:ext uri="{FF2B5EF4-FFF2-40B4-BE49-F238E27FC236}">
                    <a16:creationId xmlns:a16="http://schemas.microsoft.com/office/drawing/2014/main" id="{81ED7010-0CD7-7D10-8B81-DEA8082A5721}"/>
                  </a:ext>
                </a:extLst>
              </p:cNvPr>
              <p:cNvSpPr txBox="1"/>
              <p:nvPr/>
            </p:nvSpPr>
            <p:spPr bwMode="gray">
              <a:xfrm>
                <a:off x="11171846" y="1582891"/>
                <a:ext cx="863466"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Jul. 2028- </a:t>
                </a: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12m*</a:t>
                </a:r>
                <a:r>
                  <a:rPr kumimoji="0" lang="zh-CN" altLang="en-US" sz="800" b="1"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Base</a:t>
                </a:r>
                <a:r>
                  <a:rPr kumimoji="0" lang="zh-CN" altLang="en-US" sz="800" b="1" i="0" u="none" strike="noStrike" kern="1200" cap="none" spc="0" normalizeH="0" baseline="0" noProof="0">
                    <a:ln>
                      <a:noFill/>
                    </a:ln>
                    <a:solidFill>
                      <a:prstClr val="black"/>
                    </a:solidFill>
                    <a:effectLst/>
                    <a:uLnTx/>
                    <a:uFillTx/>
                    <a:latin typeface="Boehringer Forward Text"/>
                    <a:ea typeface="+mn-ea"/>
                    <a:cs typeface="+mn-cs"/>
                  </a:rPr>
                  <a:t>）</a:t>
                </a:r>
              </a:p>
            </p:txBody>
          </p:sp>
          <p:pic>
            <p:nvPicPr>
              <p:cNvPr id="111" name="图形 110" descr="标志 纯色填充">
                <a:extLst>
                  <a:ext uri="{FF2B5EF4-FFF2-40B4-BE49-F238E27FC236}">
                    <a16:creationId xmlns:a16="http://schemas.microsoft.com/office/drawing/2014/main" id="{32D75D30-5351-18BD-66A1-2327A45F121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352584" y="1317231"/>
                <a:ext cx="266052" cy="266052"/>
              </a:xfrm>
              <a:prstGeom prst="rect">
                <a:avLst/>
              </a:prstGeom>
            </p:spPr>
          </p:pic>
        </p:grpSp>
        <p:sp>
          <p:nvSpPr>
            <p:cNvPr id="114" name="文本框 113">
              <a:extLst>
                <a:ext uri="{FF2B5EF4-FFF2-40B4-BE49-F238E27FC236}">
                  <a16:creationId xmlns:a16="http://schemas.microsoft.com/office/drawing/2014/main" id="{8A0E7646-2C8F-2C61-FF6D-AB58668B232E}"/>
                </a:ext>
              </a:extLst>
            </p:cNvPr>
            <p:cNvSpPr txBox="1"/>
            <p:nvPr/>
          </p:nvSpPr>
          <p:spPr bwMode="gray">
            <a:xfrm>
              <a:off x="11399161" y="1417897"/>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App.</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grpSp>
      <p:grpSp>
        <p:nvGrpSpPr>
          <p:cNvPr id="159" name="组合 158">
            <a:extLst>
              <a:ext uri="{FF2B5EF4-FFF2-40B4-BE49-F238E27FC236}">
                <a16:creationId xmlns:a16="http://schemas.microsoft.com/office/drawing/2014/main" id="{38900288-47A9-7B32-18C6-233C45E06BE6}"/>
              </a:ext>
            </a:extLst>
          </p:cNvPr>
          <p:cNvGrpSpPr/>
          <p:nvPr/>
        </p:nvGrpSpPr>
        <p:grpSpPr>
          <a:xfrm>
            <a:off x="-12829" y="4755509"/>
            <a:ext cx="12271840" cy="798814"/>
            <a:chOff x="-12829" y="4406265"/>
            <a:chExt cx="12271840" cy="798814"/>
          </a:xfrm>
        </p:grpSpPr>
        <p:grpSp>
          <p:nvGrpSpPr>
            <p:cNvPr id="141" name="组合 140">
              <a:extLst>
                <a:ext uri="{FF2B5EF4-FFF2-40B4-BE49-F238E27FC236}">
                  <a16:creationId xmlns:a16="http://schemas.microsoft.com/office/drawing/2014/main" id="{04282F6E-20B5-9644-0495-915D5F2C6CDE}"/>
                </a:ext>
              </a:extLst>
            </p:cNvPr>
            <p:cNvGrpSpPr/>
            <p:nvPr/>
          </p:nvGrpSpPr>
          <p:grpSpPr>
            <a:xfrm>
              <a:off x="-12829" y="4406265"/>
              <a:ext cx="9010812" cy="777133"/>
              <a:chOff x="72128" y="2862361"/>
              <a:chExt cx="9010812" cy="777133"/>
            </a:xfrm>
          </p:grpSpPr>
          <p:sp>
            <p:nvSpPr>
              <p:cNvPr id="142" name="文本框 141">
                <a:extLst>
                  <a:ext uri="{FF2B5EF4-FFF2-40B4-BE49-F238E27FC236}">
                    <a16:creationId xmlns:a16="http://schemas.microsoft.com/office/drawing/2014/main" id="{2F3E448B-EDDE-70B9-7EF3-CB7E9739EF31}"/>
                  </a:ext>
                </a:extLst>
              </p:cNvPr>
              <p:cNvSpPr txBox="1"/>
              <p:nvPr/>
            </p:nvSpPr>
            <p:spPr bwMode="gray">
              <a:xfrm>
                <a:off x="830201" y="3085496"/>
                <a:ext cx="1106397" cy="553998"/>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Commercial production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900" b="0" i="1" u="none" strike="noStrike" kern="1200" cap="none" spc="0" normalizeH="0" baseline="0" noProof="0">
                    <a:ln>
                      <a:noFill/>
                    </a:ln>
                    <a:solidFill>
                      <a:srgbClr val="C00000"/>
                    </a:solidFill>
                    <a:effectLst/>
                    <a:uLnTx/>
                    <a:uFillTx/>
                    <a:latin typeface="Boehringer Forward Text"/>
                    <a:ea typeface="+mn-ea"/>
                    <a:cs typeface="+mn-cs"/>
                  </a:rPr>
                  <a:t>No Acc. for part 2</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900" b="0" i="1" u="none" strike="noStrike" kern="1200" cap="none" spc="0" normalizeH="0" baseline="0" noProof="0">
                    <a:ln>
                      <a:noFill/>
                    </a:ln>
                    <a:solidFill>
                      <a:srgbClr val="C00000"/>
                    </a:solidFill>
                    <a:effectLst/>
                    <a:uLnTx/>
                    <a:uFillTx/>
                    <a:latin typeface="Boehringer Forward Text"/>
                    <a:ea typeface="+mn-ea"/>
                    <a:cs typeface="+mn-cs"/>
                  </a:rPr>
                  <a:t>New batches</a:t>
                </a:r>
                <a:endParaRPr kumimoji="0" lang="zh-CN" altLang="en-US" sz="900" b="0" i="1" u="none" strike="noStrike" kern="1200" cap="none" spc="0" normalizeH="0" baseline="0" noProof="0">
                  <a:ln>
                    <a:noFill/>
                  </a:ln>
                  <a:solidFill>
                    <a:srgbClr val="C00000"/>
                  </a:solidFill>
                  <a:effectLst/>
                  <a:uLnTx/>
                  <a:uFillTx/>
                  <a:latin typeface="Boehringer Forward Text"/>
                  <a:ea typeface="+mn-ea"/>
                  <a:cs typeface="+mn-cs"/>
                </a:endParaRPr>
              </a:p>
            </p:txBody>
          </p:sp>
          <p:grpSp>
            <p:nvGrpSpPr>
              <p:cNvPr id="143" name="组合 142">
                <a:extLst>
                  <a:ext uri="{FF2B5EF4-FFF2-40B4-BE49-F238E27FC236}">
                    <a16:creationId xmlns:a16="http://schemas.microsoft.com/office/drawing/2014/main" id="{9504C719-F521-6BD4-67E6-42A142D50D28}"/>
                  </a:ext>
                </a:extLst>
              </p:cNvPr>
              <p:cNvGrpSpPr/>
              <p:nvPr/>
            </p:nvGrpSpPr>
            <p:grpSpPr>
              <a:xfrm>
                <a:off x="5387833" y="2862361"/>
                <a:ext cx="3695107" cy="762678"/>
                <a:chOff x="4746483" y="2019124"/>
                <a:chExt cx="3695107" cy="762678"/>
              </a:xfrm>
            </p:grpSpPr>
            <p:sp>
              <p:nvSpPr>
                <p:cNvPr id="145" name="文本框 144">
                  <a:extLst>
                    <a:ext uri="{FF2B5EF4-FFF2-40B4-BE49-F238E27FC236}">
                      <a16:creationId xmlns:a16="http://schemas.microsoft.com/office/drawing/2014/main" id="{B523CB29-A2A2-E170-BC40-A8E49E0DC71C}"/>
                    </a:ext>
                  </a:extLst>
                </p:cNvPr>
                <p:cNvSpPr txBox="1"/>
                <p:nvPr/>
              </p:nvSpPr>
              <p:spPr bwMode="gray">
                <a:xfrm>
                  <a:off x="5203862" y="2397081"/>
                  <a:ext cx="2809005" cy="384721"/>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  15 batches+</a:t>
                  </a:r>
                  <a:r>
                    <a:rPr kumimoji="0" lang="en-US" altLang="zh-CN" sz="900" b="1" i="0" u="none" strike="noStrike" kern="1200" cap="none" spc="0" normalizeH="0" baseline="0" noProof="0">
                      <a:ln>
                        <a:noFill/>
                      </a:ln>
                      <a:solidFill>
                        <a:srgbClr val="0000FF"/>
                      </a:solidFill>
                      <a:effectLst/>
                      <a:uLnTx/>
                      <a:uFillTx/>
                      <a:latin typeface="Boehringer Forward Text"/>
                      <a:ea typeface="+mn-ea"/>
                      <a:cs typeface="+mn-cs"/>
                    </a:rPr>
                    <a:t>13 batches</a:t>
                  </a:r>
                </a:p>
                <a:p>
                  <a:pPr marL="171450" marR="0" lvl="0" indent="-1714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Total 21 batches</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10+</a:t>
                  </a:r>
                  <a:r>
                    <a:rPr kumimoji="0" lang="en-US" altLang="zh-CN" sz="800" b="0" i="0" u="none" strike="noStrike" kern="1200" cap="none" spc="0" normalizeH="0" baseline="0" noProof="0">
                      <a:ln>
                        <a:noFill/>
                      </a:ln>
                      <a:solidFill>
                        <a:srgbClr val="0000FF"/>
                      </a:solidFill>
                      <a:effectLst/>
                      <a:uLnTx/>
                      <a:uFillTx/>
                      <a:latin typeface="Boehringer Forward Text"/>
                      <a:ea typeface="+mn-ea"/>
                      <a:cs typeface="+mn-cs"/>
                    </a:rPr>
                    <a:t>New 11</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batches with Sweden DS; </a:t>
                  </a:r>
                </a:p>
                <a:p>
                  <a:pPr marL="171450" marR="0" lvl="0" indent="-1714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Total 7 batches</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5+</a:t>
                  </a:r>
                  <a:r>
                    <a:rPr kumimoji="0" lang="en-US" altLang="zh-CN" sz="800" b="0" i="0" u="none" strike="noStrike" kern="1200" cap="none" spc="0" normalizeH="0" baseline="0" noProof="0">
                      <a:ln>
                        <a:noFill/>
                      </a:ln>
                      <a:solidFill>
                        <a:srgbClr val="0000FF"/>
                      </a:solidFill>
                      <a:effectLst/>
                      <a:uLnTx/>
                      <a:uFillTx/>
                      <a:latin typeface="Boehringer Forward Text"/>
                      <a:ea typeface="+mn-ea"/>
                      <a:cs typeface="+mn-cs"/>
                    </a:rPr>
                    <a:t>New 2</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 batches with Belgium DS</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6" name="文本框 145">
                  <a:extLst>
                    <a:ext uri="{FF2B5EF4-FFF2-40B4-BE49-F238E27FC236}">
                      <a16:creationId xmlns:a16="http://schemas.microsoft.com/office/drawing/2014/main" id="{79352886-1527-13EA-2018-442AB1446CD2}"/>
                    </a:ext>
                  </a:extLst>
                </p:cNvPr>
                <p:cNvSpPr txBox="1"/>
                <p:nvPr/>
              </p:nvSpPr>
              <p:spPr bwMode="gray">
                <a:xfrm>
                  <a:off x="4746483" y="2158678"/>
                  <a:ext cx="976552" cy="157992"/>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Start manufacturing</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147" name="组合 146">
                  <a:extLst>
                    <a:ext uri="{FF2B5EF4-FFF2-40B4-BE49-F238E27FC236}">
                      <a16:creationId xmlns:a16="http://schemas.microsoft.com/office/drawing/2014/main" id="{4426744B-A75A-5706-F6AB-4FC344907E6E}"/>
                    </a:ext>
                  </a:extLst>
                </p:cNvPr>
                <p:cNvGrpSpPr/>
                <p:nvPr/>
              </p:nvGrpSpPr>
              <p:grpSpPr>
                <a:xfrm>
                  <a:off x="7476571" y="2019124"/>
                  <a:ext cx="965019" cy="370924"/>
                  <a:chOff x="8615783" y="1041263"/>
                  <a:chExt cx="965019" cy="370924"/>
                </a:xfrm>
              </p:grpSpPr>
              <p:sp>
                <p:nvSpPr>
                  <p:cNvPr id="149" name="文本框 148">
                    <a:extLst>
                      <a:ext uri="{FF2B5EF4-FFF2-40B4-BE49-F238E27FC236}">
                        <a16:creationId xmlns:a16="http://schemas.microsoft.com/office/drawing/2014/main" id="{6B97A442-B3B4-82F4-C3D9-0F791F533C71}"/>
                      </a:ext>
                    </a:extLst>
                  </p:cNvPr>
                  <p:cNvSpPr txBox="1"/>
                  <p:nvPr/>
                </p:nvSpPr>
                <p:spPr bwMode="gray">
                  <a:xfrm>
                    <a:off x="8615783" y="1041263"/>
                    <a:ext cx="96501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Ready for shipment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Sep/Oct. 2027</a:t>
                    </a:r>
                    <a:endParaRPr kumimoji="0" lang="zh-CN" altLang="en-US" sz="800" b="1" i="0" u="none" strike="noStrike" kern="1200" cap="none" spc="0" normalizeH="0" baseline="0" noProof="0">
                      <a:ln>
                        <a:noFill/>
                      </a:ln>
                      <a:solidFill>
                        <a:srgbClr val="0000FF"/>
                      </a:solidFill>
                      <a:effectLst/>
                      <a:uLnTx/>
                      <a:uFillTx/>
                      <a:latin typeface="Boehringer Forward Text"/>
                      <a:ea typeface="+mn-ea"/>
                      <a:cs typeface="+mn-cs"/>
                    </a:endParaRPr>
                  </a:p>
                </p:txBody>
              </p:sp>
              <p:sp>
                <p:nvSpPr>
                  <p:cNvPr id="150" name="流程图: 合并 149">
                    <a:extLst>
                      <a:ext uri="{FF2B5EF4-FFF2-40B4-BE49-F238E27FC236}">
                        <a16:creationId xmlns:a16="http://schemas.microsoft.com/office/drawing/2014/main" id="{0F439FA3-294B-0C5A-88B1-F05003BECF67}"/>
                      </a:ext>
                    </a:extLst>
                  </p:cNvPr>
                  <p:cNvSpPr/>
                  <p:nvPr/>
                </p:nvSpPr>
                <p:spPr bwMode="gray">
                  <a:xfrm>
                    <a:off x="9098292" y="1323246"/>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48" name="流程图: 合并 147">
                  <a:extLst>
                    <a:ext uri="{FF2B5EF4-FFF2-40B4-BE49-F238E27FC236}">
                      <a16:creationId xmlns:a16="http://schemas.microsoft.com/office/drawing/2014/main" id="{DB56E2C7-7550-957A-DAA8-0EBB3BA16089}"/>
                    </a:ext>
                  </a:extLst>
                </p:cNvPr>
                <p:cNvSpPr/>
                <p:nvPr/>
              </p:nvSpPr>
              <p:spPr bwMode="gray">
                <a:xfrm>
                  <a:off x="5180973" y="2310191"/>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44" name="文本框 143">
                <a:extLst>
                  <a:ext uri="{FF2B5EF4-FFF2-40B4-BE49-F238E27FC236}">
                    <a16:creationId xmlns:a16="http://schemas.microsoft.com/office/drawing/2014/main" id="{5B916A68-D37D-FFF6-4977-252BDB175E68}"/>
                  </a:ext>
                </a:extLst>
              </p:cNvPr>
              <p:cNvSpPr txBox="1"/>
              <p:nvPr/>
            </p:nvSpPr>
            <p:spPr bwMode="gray">
              <a:xfrm>
                <a:off x="72128" y="3234562"/>
                <a:ext cx="729991" cy="197426"/>
              </a:xfrm>
              <a:prstGeom prst="rect">
                <a:avLst/>
              </a:prstGeom>
              <a:solidFill>
                <a:srgbClr val="F5CDB9"/>
              </a:solid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prstClr val="black"/>
                    </a:solidFill>
                    <a:effectLst/>
                    <a:uLnTx/>
                    <a:uFillTx/>
                    <a:latin typeface="Boehringer Forward Text"/>
                    <a:ea typeface="+mn-ea"/>
                    <a:cs typeface="+mn-cs"/>
                  </a:rPr>
                  <a:t>Scenario-3</a:t>
                </a:r>
                <a:endParaRPr kumimoji="0" lang="zh-CN" altLang="en-US" sz="1000" b="1" i="0" u="none" strike="noStrike" kern="1200" cap="none" spc="0" normalizeH="0" baseline="0" noProof="0">
                  <a:ln>
                    <a:noFill/>
                  </a:ln>
                  <a:solidFill>
                    <a:prstClr val="black"/>
                  </a:solidFill>
                  <a:effectLst/>
                  <a:uLnTx/>
                  <a:uFillTx/>
                  <a:latin typeface="Boehringer Forward Text"/>
                  <a:ea typeface="+mn-ea"/>
                  <a:cs typeface="+mn-cs"/>
                </a:endParaRPr>
              </a:p>
            </p:txBody>
          </p:sp>
        </p:grpSp>
        <p:grpSp>
          <p:nvGrpSpPr>
            <p:cNvPr id="151" name="组合 150">
              <a:extLst>
                <a:ext uri="{FF2B5EF4-FFF2-40B4-BE49-F238E27FC236}">
                  <a16:creationId xmlns:a16="http://schemas.microsoft.com/office/drawing/2014/main" id="{6A70D8A8-A3B4-2005-3659-022F4D228514}"/>
                </a:ext>
              </a:extLst>
            </p:cNvPr>
            <p:cNvGrpSpPr/>
            <p:nvPr/>
          </p:nvGrpSpPr>
          <p:grpSpPr>
            <a:xfrm>
              <a:off x="11337143" y="4716801"/>
              <a:ext cx="921868" cy="488278"/>
              <a:chOff x="10241628" y="1285809"/>
              <a:chExt cx="921868" cy="488278"/>
            </a:xfrm>
          </p:grpSpPr>
          <p:sp>
            <p:nvSpPr>
              <p:cNvPr id="152" name="文本框 151">
                <a:extLst>
                  <a:ext uri="{FF2B5EF4-FFF2-40B4-BE49-F238E27FC236}">
                    <a16:creationId xmlns:a16="http://schemas.microsoft.com/office/drawing/2014/main" id="{04488729-1664-7548-E359-714909A8BF92}"/>
                  </a:ext>
                </a:extLst>
              </p:cNvPr>
              <p:cNvSpPr txBox="1"/>
              <p:nvPr/>
            </p:nvSpPr>
            <p:spPr bwMode="gray">
              <a:xfrm>
                <a:off x="10634407" y="1384925"/>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App.</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53" name="文本框 152">
                <a:extLst>
                  <a:ext uri="{FF2B5EF4-FFF2-40B4-BE49-F238E27FC236}">
                    <a16:creationId xmlns:a16="http://schemas.microsoft.com/office/drawing/2014/main" id="{6B114848-8E42-DFCB-0B98-6902DEE05019}"/>
                  </a:ext>
                </a:extLst>
              </p:cNvPr>
              <p:cNvSpPr txBox="1"/>
              <p:nvPr/>
            </p:nvSpPr>
            <p:spPr bwMode="gray">
              <a:xfrm>
                <a:off x="10241628" y="1527866"/>
                <a:ext cx="92186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Sep.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12~18m</a:t>
                </a:r>
                <a:r>
                  <a:rPr kumimoji="0" lang="en-US" altLang="zh-CN" sz="800" b="1" i="0" u="none" strike="noStrike" kern="1200" cap="none" spc="0" normalizeH="0" baseline="30000" noProof="0">
                    <a:ln>
                      <a:noFill/>
                    </a:ln>
                    <a:solidFill>
                      <a:srgbClr val="0000FF"/>
                    </a:solidFill>
                    <a:effectLst/>
                    <a:uLnTx/>
                    <a:uFillTx/>
                    <a:latin typeface="Boehringer Forward Text"/>
                    <a:ea typeface="+mn-ea"/>
                    <a:cs typeface="+mn-cs"/>
                  </a:rPr>
                  <a:t>@</a:t>
                </a: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154" name="图形 153" descr="标志 纯色填充">
                <a:extLst>
                  <a:ext uri="{FF2B5EF4-FFF2-40B4-BE49-F238E27FC236}">
                    <a16:creationId xmlns:a16="http://schemas.microsoft.com/office/drawing/2014/main" id="{359281B4-1489-B353-5B41-B25AF71F6E4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583035" y="1285809"/>
                <a:ext cx="266052" cy="266052"/>
              </a:xfrm>
              <a:prstGeom prst="rect">
                <a:avLst/>
              </a:prstGeom>
            </p:spPr>
          </p:pic>
        </p:grpSp>
      </p:grpSp>
      <p:cxnSp>
        <p:nvCxnSpPr>
          <p:cNvPr id="156" name="直接连接符 155">
            <a:extLst>
              <a:ext uri="{FF2B5EF4-FFF2-40B4-BE49-F238E27FC236}">
                <a16:creationId xmlns:a16="http://schemas.microsoft.com/office/drawing/2014/main" id="{C91057A4-0DC9-CB55-54EA-E5D2BAA87CB9}"/>
              </a:ext>
            </a:extLst>
          </p:cNvPr>
          <p:cNvCxnSpPr>
            <a:cxnSpLocks/>
          </p:cNvCxnSpPr>
          <p:nvPr/>
        </p:nvCxnSpPr>
        <p:spPr bwMode="gray">
          <a:xfrm>
            <a:off x="44450" y="5681485"/>
            <a:ext cx="1209675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173" name="组合 172">
            <a:extLst>
              <a:ext uri="{FF2B5EF4-FFF2-40B4-BE49-F238E27FC236}">
                <a16:creationId xmlns:a16="http://schemas.microsoft.com/office/drawing/2014/main" id="{136E93ED-8E58-A821-6AF7-762319C987D9}"/>
              </a:ext>
            </a:extLst>
          </p:cNvPr>
          <p:cNvGrpSpPr/>
          <p:nvPr/>
        </p:nvGrpSpPr>
        <p:grpSpPr>
          <a:xfrm>
            <a:off x="44450" y="1659092"/>
            <a:ext cx="8749966" cy="1099598"/>
            <a:chOff x="44450" y="1659092"/>
            <a:chExt cx="8749966" cy="1099598"/>
          </a:xfrm>
        </p:grpSpPr>
        <p:sp>
          <p:nvSpPr>
            <p:cNvPr id="133" name="流程图: 合并 132">
              <a:extLst>
                <a:ext uri="{FF2B5EF4-FFF2-40B4-BE49-F238E27FC236}">
                  <a16:creationId xmlns:a16="http://schemas.microsoft.com/office/drawing/2014/main" id="{5530DF0C-3353-CADE-1923-BAA13C52486B}"/>
                </a:ext>
              </a:extLst>
            </p:cNvPr>
            <p:cNvSpPr/>
            <p:nvPr/>
          </p:nvSpPr>
          <p:spPr bwMode="gray">
            <a:xfrm>
              <a:off x="2057326" y="1880353"/>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166" name="组合 165">
              <a:extLst>
                <a:ext uri="{FF2B5EF4-FFF2-40B4-BE49-F238E27FC236}">
                  <a16:creationId xmlns:a16="http://schemas.microsoft.com/office/drawing/2014/main" id="{1680CCE3-1F2A-92F0-DA32-9167CF3008F5}"/>
                </a:ext>
              </a:extLst>
            </p:cNvPr>
            <p:cNvGrpSpPr/>
            <p:nvPr/>
          </p:nvGrpSpPr>
          <p:grpSpPr>
            <a:xfrm>
              <a:off x="44450" y="1659092"/>
              <a:ext cx="8749966" cy="1099598"/>
              <a:chOff x="44450" y="1659092"/>
              <a:chExt cx="8749966" cy="1099598"/>
            </a:xfrm>
          </p:grpSpPr>
          <p:sp>
            <p:nvSpPr>
              <p:cNvPr id="8" name="文本框 7">
                <a:extLst>
                  <a:ext uri="{FF2B5EF4-FFF2-40B4-BE49-F238E27FC236}">
                    <a16:creationId xmlns:a16="http://schemas.microsoft.com/office/drawing/2014/main" id="{B19C77F7-9905-67BE-07E8-76CE84B424A7}"/>
                  </a:ext>
                </a:extLst>
              </p:cNvPr>
              <p:cNvSpPr txBox="1"/>
              <p:nvPr/>
            </p:nvSpPr>
            <p:spPr bwMode="gray">
              <a:xfrm>
                <a:off x="714188" y="1917686"/>
                <a:ext cx="1111053" cy="276999"/>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PPQ batch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1 </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samples)</a:t>
                </a:r>
                <a:endParaRPr kumimoji="0" lang="zh-CN" altLang="en-US" sz="9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 name="文本框 11">
                <a:extLst>
                  <a:ext uri="{FF2B5EF4-FFF2-40B4-BE49-F238E27FC236}">
                    <a16:creationId xmlns:a16="http://schemas.microsoft.com/office/drawing/2014/main" id="{DC22BFD9-0BF5-D6A9-B3AD-5B2C08160E77}"/>
                  </a:ext>
                </a:extLst>
              </p:cNvPr>
              <p:cNvSpPr txBox="1"/>
              <p:nvPr/>
            </p:nvSpPr>
            <p:spPr bwMode="gray">
              <a:xfrm>
                <a:off x="714187" y="2343192"/>
                <a:ext cx="1115422" cy="415498"/>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Commercial production–(</a:t>
                </a: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1" u="none" strike="noStrike" kern="1200" cap="none" spc="0" normalizeH="0" baseline="0" noProof="0">
                    <a:ln>
                      <a:noFill/>
                    </a:ln>
                    <a:solidFill>
                      <a:srgbClr val="C00000"/>
                    </a:solidFill>
                    <a:effectLst/>
                    <a:uLnTx/>
                    <a:uFillTx/>
                    <a:latin typeface="Boehringer Forward Text"/>
                    <a:ea typeface="+mn-ea"/>
                    <a:cs typeface="+mn-cs"/>
                  </a:rPr>
                  <a:t>Current plan</a:t>
                </a:r>
                <a:endParaRPr kumimoji="0" lang="zh-CN" altLang="en-US" sz="900" b="0" i="1" u="none" strike="noStrike" kern="1200" cap="none" spc="0" normalizeH="0" baseline="0" noProof="0">
                  <a:ln>
                    <a:noFill/>
                  </a:ln>
                  <a:solidFill>
                    <a:srgbClr val="C00000"/>
                  </a:solidFill>
                  <a:effectLst/>
                  <a:uLnTx/>
                  <a:uFillTx/>
                  <a:latin typeface="Boehringer Forward Text"/>
                  <a:ea typeface="+mn-ea"/>
                  <a:cs typeface="+mn-cs"/>
                </a:endParaRPr>
              </a:p>
            </p:txBody>
          </p:sp>
          <p:grpSp>
            <p:nvGrpSpPr>
              <p:cNvPr id="16" name="组合 15">
                <a:extLst>
                  <a:ext uri="{FF2B5EF4-FFF2-40B4-BE49-F238E27FC236}">
                    <a16:creationId xmlns:a16="http://schemas.microsoft.com/office/drawing/2014/main" id="{A78B5B1D-0146-57A7-E256-1FE9BE1461BB}"/>
                  </a:ext>
                </a:extLst>
              </p:cNvPr>
              <p:cNvGrpSpPr/>
              <p:nvPr/>
            </p:nvGrpSpPr>
            <p:grpSpPr>
              <a:xfrm>
                <a:off x="1845532" y="1659092"/>
                <a:ext cx="3499584" cy="573264"/>
                <a:chOff x="1302794" y="1320996"/>
                <a:chExt cx="3499584" cy="573264"/>
              </a:xfrm>
            </p:grpSpPr>
            <p:sp>
              <p:nvSpPr>
                <p:cNvPr id="9" name="文本框 8">
                  <a:extLst>
                    <a:ext uri="{FF2B5EF4-FFF2-40B4-BE49-F238E27FC236}">
                      <a16:creationId xmlns:a16="http://schemas.microsoft.com/office/drawing/2014/main" id="{AC166AA5-85FB-81EA-F7FF-0DE01A0A24A7}"/>
                    </a:ext>
                  </a:extLst>
                </p:cNvPr>
                <p:cNvSpPr txBox="1"/>
                <p:nvPr/>
              </p:nvSpPr>
              <p:spPr bwMode="gray">
                <a:xfrm>
                  <a:off x="1514588" y="1617261"/>
                  <a:ext cx="2832174" cy="276999"/>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Part-1: 13 batches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11 batches with Sweden DS; 2 batches with Belgium DS</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9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 name="文本框 9">
                  <a:extLst>
                    <a:ext uri="{FF2B5EF4-FFF2-40B4-BE49-F238E27FC236}">
                      <a16:creationId xmlns:a16="http://schemas.microsoft.com/office/drawing/2014/main" id="{42029DD7-D014-CF9F-F225-CFC60E6CBD5B}"/>
                    </a:ext>
                  </a:extLst>
                </p:cNvPr>
                <p:cNvSpPr txBox="1"/>
                <p:nvPr/>
              </p:nvSpPr>
              <p:spPr bwMode="gray">
                <a:xfrm>
                  <a:off x="1302794" y="1403913"/>
                  <a:ext cx="531159" cy="157992"/>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Start  mgt.</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14" name="组合 13">
                  <a:extLst>
                    <a:ext uri="{FF2B5EF4-FFF2-40B4-BE49-F238E27FC236}">
                      <a16:creationId xmlns:a16="http://schemas.microsoft.com/office/drawing/2014/main" id="{26E7F243-E8B4-D003-5D41-08B31DB42F82}"/>
                    </a:ext>
                  </a:extLst>
                </p:cNvPr>
                <p:cNvGrpSpPr/>
                <p:nvPr/>
              </p:nvGrpSpPr>
              <p:grpSpPr>
                <a:xfrm>
                  <a:off x="3837360" y="1320996"/>
                  <a:ext cx="965018" cy="316734"/>
                  <a:chOff x="4019306" y="1320997"/>
                  <a:chExt cx="965018" cy="316734"/>
                </a:xfrm>
              </p:grpSpPr>
              <p:sp>
                <p:nvSpPr>
                  <p:cNvPr id="11" name="文本框 10">
                    <a:extLst>
                      <a:ext uri="{FF2B5EF4-FFF2-40B4-BE49-F238E27FC236}">
                        <a16:creationId xmlns:a16="http://schemas.microsoft.com/office/drawing/2014/main" id="{64228528-07B1-F00C-AE46-6081037DDA2A}"/>
                      </a:ext>
                    </a:extLst>
                  </p:cNvPr>
                  <p:cNvSpPr txBox="1"/>
                  <p:nvPr/>
                </p:nvSpPr>
                <p:spPr bwMode="gray">
                  <a:xfrm>
                    <a:off x="4019306" y="1320997"/>
                    <a:ext cx="965018"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Ready for shipment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Jan 2027.</a:t>
                    </a:r>
                  </a:p>
                </p:txBody>
              </p:sp>
              <p:sp>
                <p:nvSpPr>
                  <p:cNvPr id="13" name="流程图: 合并 12">
                    <a:extLst>
                      <a:ext uri="{FF2B5EF4-FFF2-40B4-BE49-F238E27FC236}">
                        <a16:creationId xmlns:a16="http://schemas.microsoft.com/office/drawing/2014/main" id="{102DFC28-8CDB-6407-4CA2-E9B8238F63EC}"/>
                      </a:ext>
                    </a:extLst>
                  </p:cNvPr>
                  <p:cNvSpPr/>
                  <p:nvPr/>
                </p:nvSpPr>
                <p:spPr bwMode="gray">
                  <a:xfrm>
                    <a:off x="4501815" y="1548790"/>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grpSp>
          <p:grpSp>
            <p:nvGrpSpPr>
              <p:cNvPr id="97" name="组合 96">
                <a:extLst>
                  <a:ext uri="{FF2B5EF4-FFF2-40B4-BE49-F238E27FC236}">
                    <a16:creationId xmlns:a16="http://schemas.microsoft.com/office/drawing/2014/main" id="{E1BE95E8-ED06-AEB1-2F6A-55DB38AB44AD}"/>
                  </a:ext>
                </a:extLst>
              </p:cNvPr>
              <p:cNvGrpSpPr/>
              <p:nvPr/>
            </p:nvGrpSpPr>
            <p:grpSpPr>
              <a:xfrm>
                <a:off x="5413067" y="2107766"/>
                <a:ext cx="3381349" cy="548046"/>
                <a:chOff x="1899260" y="2161444"/>
                <a:chExt cx="3381349" cy="548046"/>
              </a:xfrm>
            </p:grpSpPr>
            <p:sp>
              <p:nvSpPr>
                <p:cNvPr id="18" name="文本框 17">
                  <a:extLst>
                    <a:ext uri="{FF2B5EF4-FFF2-40B4-BE49-F238E27FC236}">
                      <a16:creationId xmlns:a16="http://schemas.microsoft.com/office/drawing/2014/main" id="{2567BBC4-B25F-62DF-F8FB-5410F9BE1AB6}"/>
                    </a:ext>
                  </a:extLst>
                </p:cNvPr>
                <p:cNvSpPr txBox="1"/>
                <p:nvPr/>
              </p:nvSpPr>
              <p:spPr bwMode="gray">
                <a:xfrm>
                  <a:off x="2330450" y="2447880"/>
                  <a:ext cx="2724150" cy="261610"/>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 15 batches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(10 batches with Sweden DS; 5 batches with Belgium DS)</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9" name="文本框 18">
                  <a:extLst>
                    <a:ext uri="{FF2B5EF4-FFF2-40B4-BE49-F238E27FC236}">
                      <a16:creationId xmlns:a16="http://schemas.microsoft.com/office/drawing/2014/main" id="{96DC87A2-FEC7-FCD6-AF3A-9D1F4F2E6361}"/>
                    </a:ext>
                  </a:extLst>
                </p:cNvPr>
                <p:cNvSpPr txBox="1"/>
                <p:nvPr/>
              </p:nvSpPr>
              <p:spPr bwMode="gray">
                <a:xfrm>
                  <a:off x="1899260" y="2223456"/>
                  <a:ext cx="1264263" cy="157992"/>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Start  manufacturing</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20" name="组合 19">
                  <a:extLst>
                    <a:ext uri="{FF2B5EF4-FFF2-40B4-BE49-F238E27FC236}">
                      <a16:creationId xmlns:a16="http://schemas.microsoft.com/office/drawing/2014/main" id="{43A4C654-17FF-B02A-495B-B46FEA9D22E3}"/>
                    </a:ext>
                  </a:extLst>
                </p:cNvPr>
                <p:cNvGrpSpPr/>
                <p:nvPr/>
              </p:nvGrpSpPr>
              <p:grpSpPr>
                <a:xfrm>
                  <a:off x="4315590" y="2161444"/>
                  <a:ext cx="965019" cy="345010"/>
                  <a:chOff x="5454802" y="1183583"/>
                  <a:chExt cx="965019" cy="345010"/>
                </a:xfrm>
              </p:grpSpPr>
              <p:sp>
                <p:nvSpPr>
                  <p:cNvPr id="21" name="文本框 20">
                    <a:extLst>
                      <a:ext uri="{FF2B5EF4-FFF2-40B4-BE49-F238E27FC236}">
                        <a16:creationId xmlns:a16="http://schemas.microsoft.com/office/drawing/2014/main" id="{651F613F-5752-758D-D704-0DEF050739FA}"/>
                      </a:ext>
                    </a:extLst>
                  </p:cNvPr>
                  <p:cNvSpPr txBox="1"/>
                  <p:nvPr/>
                </p:nvSpPr>
                <p:spPr bwMode="gray">
                  <a:xfrm>
                    <a:off x="5454802" y="1183583"/>
                    <a:ext cx="96501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Ready for shipment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Sep/Oct. 2027</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2" name="流程图: 合并 21">
                    <a:extLst>
                      <a:ext uri="{FF2B5EF4-FFF2-40B4-BE49-F238E27FC236}">
                        <a16:creationId xmlns:a16="http://schemas.microsoft.com/office/drawing/2014/main" id="{A07E1899-35FD-D93D-83A0-DA6910E765B5}"/>
                      </a:ext>
                    </a:extLst>
                  </p:cNvPr>
                  <p:cNvSpPr/>
                  <p:nvPr/>
                </p:nvSpPr>
                <p:spPr bwMode="gray">
                  <a:xfrm>
                    <a:off x="6153579" y="1439652"/>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32" name="流程图: 合并 131">
                  <a:extLst>
                    <a:ext uri="{FF2B5EF4-FFF2-40B4-BE49-F238E27FC236}">
                      <a16:creationId xmlns:a16="http://schemas.microsoft.com/office/drawing/2014/main" id="{18F21F0B-CEDF-5F4F-8957-544BCCEBA1DF}"/>
                    </a:ext>
                  </a:extLst>
                </p:cNvPr>
                <p:cNvSpPr/>
                <p:nvPr/>
              </p:nvSpPr>
              <p:spPr bwMode="gray">
                <a:xfrm>
                  <a:off x="2334167" y="2369873"/>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57" name="文本框 156">
                <a:extLst>
                  <a:ext uri="{FF2B5EF4-FFF2-40B4-BE49-F238E27FC236}">
                    <a16:creationId xmlns:a16="http://schemas.microsoft.com/office/drawing/2014/main" id="{9D9C6A67-2DA0-E4F6-A384-E0A3D1E49A26}"/>
                  </a:ext>
                </a:extLst>
              </p:cNvPr>
              <p:cNvSpPr txBox="1"/>
              <p:nvPr/>
            </p:nvSpPr>
            <p:spPr bwMode="gray">
              <a:xfrm>
                <a:off x="44450" y="2115817"/>
                <a:ext cx="531158" cy="276999"/>
              </a:xfrm>
              <a:prstGeom prst="rect">
                <a:avLst/>
              </a:prstGeom>
              <a:solidFill>
                <a:srgbClr val="C5C3EE"/>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Scenario-0</a:t>
                </a:r>
                <a:endParaRPr kumimoji="0" lang="zh-CN" altLang="en-US" sz="9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58" name="左大括号 157">
                <a:extLst>
                  <a:ext uri="{FF2B5EF4-FFF2-40B4-BE49-F238E27FC236}">
                    <a16:creationId xmlns:a16="http://schemas.microsoft.com/office/drawing/2014/main" id="{58EFEF80-975A-FE83-65C6-707E0E9525D8}"/>
                  </a:ext>
                </a:extLst>
              </p:cNvPr>
              <p:cNvSpPr/>
              <p:nvPr/>
            </p:nvSpPr>
            <p:spPr bwMode="gray">
              <a:xfrm>
                <a:off x="575608" y="2056185"/>
                <a:ext cx="138579" cy="415390"/>
              </a:xfrm>
              <a:prstGeom prst="leftBrace">
                <a:avLst/>
              </a:prstGeom>
              <a:ln w="63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Boehringer Forward Text"/>
                  <a:ea typeface="+mn-ea"/>
                  <a:cs typeface="+mn-cs"/>
                </a:endParaRPr>
              </a:p>
            </p:txBody>
          </p:sp>
        </p:grpSp>
      </p:grpSp>
      <p:grpSp>
        <p:nvGrpSpPr>
          <p:cNvPr id="164" name="组合 163">
            <a:extLst>
              <a:ext uri="{FF2B5EF4-FFF2-40B4-BE49-F238E27FC236}">
                <a16:creationId xmlns:a16="http://schemas.microsoft.com/office/drawing/2014/main" id="{291E38FF-901E-1260-7224-CA801FB667EB}"/>
              </a:ext>
            </a:extLst>
          </p:cNvPr>
          <p:cNvGrpSpPr/>
          <p:nvPr/>
        </p:nvGrpSpPr>
        <p:grpSpPr>
          <a:xfrm>
            <a:off x="0" y="3029868"/>
            <a:ext cx="11101733" cy="725243"/>
            <a:chOff x="0" y="2926751"/>
            <a:chExt cx="11101733" cy="725243"/>
          </a:xfrm>
        </p:grpSpPr>
        <p:grpSp>
          <p:nvGrpSpPr>
            <p:cNvPr id="161" name="组合 160">
              <a:extLst>
                <a:ext uri="{FF2B5EF4-FFF2-40B4-BE49-F238E27FC236}">
                  <a16:creationId xmlns:a16="http://schemas.microsoft.com/office/drawing/2014/main" id="{4E43C7A2-EE8A-B512-6E24-48F316BDAD40}"/>
                </a:ext>
              </a:extLst>
            </p:cNvPr>
            <p:cNvGrpSpPr/>
            <p:nvPr/>
          </p:nvGrpSpPr>
          <p:grpSpPr>
            <a:xfrm>
              <a:off x="0" y="2926751"/>
              <a:ext cx="11101733" cy="725243"/>
              <a:chOff x="0" y="2926751"/>
              <a:chExt cx="11101733" cy="725243"/>
            </a:xfrm>
          </p:grpSpPr>
          <p:grpSp>
            <p:nvGrpSpPr>
              <p:cNvPr id="136" name="组合 135">
                <a:extLst>
                  <a:ext uri="{FF2B5EF4-FFF2-40B4-BE49-F238E27FC236}">
                    <a16:creationId xmlns:a16="http://schemas.microsoft.com/office/drawing/2014/main" id="{D9BD91A5-6D67-25D9-F5D1-54B49FEC99B8}"/>
                  </a:ext>
                </a:extLst>
              </p:cNvPr>
              <p:cNvGrpSpPr/>
              <p:nvPr/>
            </p:nvGrpSpPr>
            <p:grpSpPr>
              <a:xfrm>
                <a:off x="0" y="2926751"/>
                <a:ext cx="6045199" cy="725243"/>
                <a:chOff x="50800" y="2926751"/>
                <a:chExt cx="6045199" cy="725243"/>
              </a:xfrm>
            </p:grpSpPr>
            <p:sp>
              <p:nvSpPr>
                <p:cNvPr id="98" name="文本框 97">
                  <a:extLst>
                    <a:ext uri="{FF2B5EF4-FFF2-40B4-BE49-F238E27FC236}">
                      <a16:creationId xmlns:a16="http://schemas.microsoft.com/office/drawing/2014/main" id="{A5266C38-B91E-EAEF-67EC-55C988ACEEF3}"/>
                    </a:ext>
                  </a:extLst>
                </p:cNvPr>
                <p:cNvSpPr txBox="1"/>
                <p:nvPr/>
              </p:nvSpPr>
              <p:spPr bwMode="gray">
                <a:xfrm>
                  <a:off x="823714" y="3110264"/>
                  <a:ext cx="1079220" cy="415498"/>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Commercial production–(</a:t>
                  </a: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1" u="none" strike="noStrike" kern="1200" cap="none" spc="0" normalizeH="0" baseline="0" noProof="0">
                      <a:ln>
                        <a:noFill/>
                      </a:ln>
                      <a:solidFill>
                        <a:srgbClr val="C00000"/>
                      </a:solidFill>
                      <a:effectLst/>
                      <a:uLnTx/>
                      <a:uFillTx/>
                      <a:latin typeface="Boehringer Forward Text"/>
                      <a:ea typeface="+mn-ea"/>
                      <a:cs typeface="+mn-cs"/>
                    </a:rPr>
                    <a:t>Acc. 7m</a:t>
                  </a:r>
                  <a:endParaRPr kumimoji="0" lang="zh-CN" altLang="en-US" sz="900" b="0" i="1" u="none" strike="noStrike" kern="1200" cap="none" spc="0" normalizeH="0" baseline="0" noProof="0">
                    <a:ln>
                      <a:noFill/>
                    </a:ln>
                    <a:solidFill>
                      <a:srgbClr val="C00000"/>
                    </a:solidFill>
                    <a:effectLst/>
                    <a:uLnTx/>
                    <a:uFillTx/>
                    <a:latin typeface="Boehringer Forward Text"/>
                    <a:ea typeface="+mn-ea"/>
                    <a:cs typeface="+mn-cs"/>
                  </a:endParaRPr>
                </a:p>
              </p:txBody>
            </p:sp>
            <p:sp>
              <p:nvSpPr>
                <p:cNvPr id="100" name="文本框 99">
                  <a:extLst>
                    <a:ext uri="{FF2B5EF4-FFF2-40B4-BE49-F238E27FC236}">
                      <a16:creationId xmlns:a16="http://schemas.microsoft.com/office/drawing/2014/main" id="{D5E0C985-2E5C-0B96-721D-D0DB5E5A8655}"/>
                    </a:ext>
                  </a:extLst>
                </p:cNvPr>
                <p:cNvSpPr txBox="1"/>
                <p:nvPr/>
              </p:nvSpPr>
              <p:spPr bwMode="gray">
                <a:xfrm>
                  <a:off x="2948596" y="3226042"/>
                  <a:ext cx="2683917" cy="261610"/>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  15 batches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(10 batches with Sweden DS; 5 batches with Belgium DS)</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1" name="文本框 100">
                  <a:extLst>
                    <a:ext uri="{FF2B5EF4-FFF2-40B4-BE49-F238E27FC236}">
                      <a16:creationId xmlns:a16="http://schemas.microsoft.com/office/drawing/2014/main" id="{56E63098-8854-D4C1-76E0-61F8C5A62DB4}"/>
                    </a:ext>
                  </a:extLst>
                </p:cNvPr>
                <p:cNvSpPr txBox="1"/>
                <p:nvPr/>
              </p:nvSpPr>
              <p:spPr bwMode="gray">
                <a:xfrm>
                  <a:off x="2427492" y="3494002"/>
                  <a:ext cx="1208914" cy="157992"/>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Start  manufacturing</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4" name="文本框 103">
                  <a:extLst>
                    <a:ext uri="{FF2B5EF4-FFF2-40B4-BE49-F238E27FC236}">
                      <a16:creationId xmlns:a16="http://schemas.microsoft.com/office/drawing/2014/main" id="{7F20B047-E871-1584-B871-34CA9D830B94}"/>
                    </a:ext>
                  </a:extLst>
                </p:cNvPr>
                <p:cNvSpPr txBox="1"/>
                <p:nvPr/>
              </p:nvSpPr>
              <p:spPr bwMode="gray">
                <a:xfrm>
                  <a:off x="5130980" y="2926751"/>
                  <a:ext cx="96501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Ready for shipment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Feb. 2027</a:t>
                  </a:r>
                  <a:endParaRPr kumimoji="0" lang="zh-CN" altLang="en-US" sz="800" b="1" i="0" u="none" strike="noStrike" kern="1200" cap="none" spc="0" normalizeH="0" baseline="0" noProof="0">
                    <a:ln>
                      <a:noFill/>
                    </a:ln>
                    <a:solidFill>
                      <a:srgbClr val="0000FF"/>
                    </a:solidFill>
                    <a:effectLst/>
                    <a:uLnTx/>
                    <a:uFillTx/>
                    <a:latin typeface="Boehringer Forward Text"/>
                    <a:ea typeface="+mn-ea"/>
                    <a:cs typeface="+mn-cs"/>
                  </a:endParaRPr>
                </a:p>
              </p:txBody>
            </p:sp>
            <p:sp>
              <p:nvSpPr>
                <p:cNvPr id="105" name="流程图: 合并 104">
                  <a:extLst>
                    <a:ext uri="{FF2B5EF4-FFF2-40B4-BE49-F238E27FC236}">
                      <a16:creationId xmlns:a16="http://schemas.microsoft.com/office/drawing/2014/main" id="{5A8BCD15-972E-FF80-83C9-07DA59BAF346}"/>
                    </a:ext>
                  </a:extLst>
                </p:cNvPr>
                <p:cNvSpPr/>
                <p:nvPr/>
              </p:nvSpPr>
              <p:spPr bwMode="gray">
                <a:xfrm>
                  <a:off x="5586597" y="3169853"/>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3" name="流程图: 合并 102">
                  <a:extLst>
                    <a:ext uri="{FF2B5EF4-FFF2-40B4-BE49-F238E27FC236}">
                      <a16:creationId xmlns:a16="http://schemas.microsoft.com/office/drawing/2014/main" id="{3FF715D5-9C61-B118-0D35-59ED699986BC}"/>
                    </a:ext>
                  </a:extLst>
                </p:cNvPr>
                <p:cNvSpPr/>
                <p:nvPr/>
              </p:nvSpPr>
              <p:spPr bwMode="gray">
                <a:xfrm rot="10961084">
                  <a:off x="2925356" y="3465929"/>
                  <a:ext cx="69132" cy="76740"/>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7" name="文本框 106">
                  <a:extLst>
                    <a:ext uri="{FF2B5EF4-FFF2-40B4-BE49-F238E27FC236}">
                      <a16:creationId xmlns:a16="http://schemas.microsoft.com/office/drawing/2014/main" id="{975D493C-13E4-09FD-181B-40E7276020BA}"/>
                    </a:ext>
                  </a:extLst>
                </p:cNvPr>
                <p:cNvSpPr txBox="1"/>
                <p:nvPr/>
              </p:nvSpPr>
              <p:spPr bwMode="gray">
                <a:xfrm>
                  <a:off x="50800" y="3164972"/>
                  <a:ext cx="729991" cy="197426"/>
                </a:xfrm>
                <a:prstGeom prst="rect">
                  <a:avLst/>
                </a:prstGeom>
                <a:solidFill>
                  <a:srgbClr val="F5CDB9"/>
                </a:solid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prstClr val="black"/>
                      </a:solidFill>
                      <a:effectLst/>
                      <a:uLnTx/>
                      <a:uFillTx/>
                      <a:latin typeface="Boehringer Forward Text"/>
                      <a:ea typeface="+mn-ea"/>
                      <a:cs typeface="+mn-cs"/>
                    </a:rPr>
                    <a:t>Scenario-1</a:t>
                  </a:r>
                  <a:endParaRPr kumimoji="0" lang="zh-CN" altLang="en-US" sz="1000" b="1" i="0" u="none" strike="noStrike" kern="1200" cap="none" spc="0" normalizeH="0" baseline="0" noProof="0">
                    <a:ln>
                      <a:noFill/>
                    </a:ln>
                    <a:solidFill>
                      <a:prstClr val="black"/>
                    </a:solidFill>
                    <a:effectLst/>
                    <a:uLnTx/>
                    <a:uFillTx/>
                    <a:latin typeface="Boehringer Forward Text"/>
                    <a:ea typeface="+mn-ea"/>
                    <a:cs typeface="+mn-cs"/>
                  </a:endParaRPr>
                </a:p>
              </p:txBody>
            </p:sp>
          </p:grpSp>
          <p:grpSp>
            <p:nvGrpSpPr>
              <p:cNvPr id="116" name="组合 115">
                <a:extLst>
                  <a:ext uri="{FF2B5EF4-FFF2-40B4-BE49-F238E27FC236}">
                    <a16:creationId xmlns:a16="http://schemas.microsoft.com/office/drawing/2014/main" id="{0D30B798-8592-8B97-AD05-1E0097CB2F5E}"/>
                  </a:ext>
                </a:extLst>
              </p:cNvPr>
              <p:cNvGrpSpPr/>
              <p:nvPr/>
            </p:nvGrpSpPr>
            <p:grpSpPr>
              <a:xfrm>
                <a:off x="10338611" y="3023071"/>
                <a:ext cx="763122" cy="481228"/>
                <a:chOff x="10334500" y="1285809"/>
                <a:chExt cx="763122" cy="481228"/>
              </a:xfrm>
            </p:grpSpPr>
            <p:sp>
              <p:nvSpPr>
                <p:cNvPr id="117" name="文本框 116">
                  <a:extLst>
                    <a:ext uri="{FF2B5EF4-FFF2-40B4-BE49-F238E27FC236}">
                      <a16:creationId xmlns:a16="http://schemas.microsoft.com/office/drawing/2014/main" id="{AF2D2421-6755-4547-173D-1AC56B94A836}"/>
                    </a:ext>
                  </a:extLst>
                </p:cNvPr>
                <p:cNvSpPr txBox="1"/>
                <p:nvPr/>
              </p:nvSpPr>
              <p:spPr bwMode="gray">
                <a:xfrm>
                  <a:off x="10634407" y="1384925"/>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App.</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8" name="文本框 117">
                  <a:extLst>
                    <a:ext uri="{FF2B5EF4-FFF2-40B4-BE49-F238E27FC236}">
                      <a16:creationId xmlns:a16="http://schemas.microsoft.com/office/drawing/2014/main" id="{527147C1-01FF-8FDD-ABF6-1625D8132383}"/>
                    </a:ext>
                  </a:extLst>
                </p:cNvPr>
                <p:cNvSpPr txBox="1"/>
                <p:nvPr/>
              </p:nvSpPr>
              <p:spPr bwMode="gray">
                <a:xfrm>
                  <a:off x="10334500" y="1520816"/>
                  <a:ext cx="76312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Apr.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12m*</a:t>
                  </a: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119" name="图形 118" descr="标志 纯色填充">
                  <a:extLst>
                    <a:ext uri="{FF2B5EF4-FFF2-40B4-BE49-F238E27FC236}">
                      <a16:creationId xmlns:a16="http://schemas.microsoft.com/office/drawing/2014/main" id="{2C2DF501-195C-A078-581A-C1BC4A21191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583035" y="1285809"/>
                  <a:ext cx="266052" cy="266052"/>
                </a:xfrm>
                <a:prstGeom prst="rect">
                  <a:avLst/>
                </a:prstGeom>
              </p:spPr>
            </p:pic>
          </p:grpSp>
        </p:grpSp>
        <p:sp>
          <p:nvSpPr>
            <p:cNvPr id="162" name="文本框 161">
              <a:extLst>
                <a:ext uri="{FF2B5EF4-FFF2-40B4-BE49-F238E27FC236}">
                  <a16:creationId xmlns:a16="http://schemas.microsoft.com/office/drawing/2014/main" id="{5123D955-406D-0305-7B9D-C22E06CFF364}"/>
                </a:ext>
              </a:extLst>
            </p:cNvPr>
            <p:cNvSpPr txBox="1"/>
            <p:nvPr/>
          </p:nvSpPr>
          <p:spPr bwMode="gray">
            <a:xfrm>
              <a:off x="2024746" y="2946918"/>
              <a:ext cx="2832174" cy="276999"/>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Part-1: 13 batches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11 batches with Sweden DS; 2 batches with Belgium DS</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900" b="0" i="0" u="none" strike="noStrike" kern="1200" cap="none" spc="0" normalizeH="0" baseline="0" noProof="0">
                <a:ln>
                  <a:noFill/>
                </a:ln>
                <a:solidFill>
                  <a:prstClr val="black"/>
                </a:solidFill>
                <a:effectLst/>
                <a:uLnTx/>
                <a:uFillTx/>
                <a:latin typeface="Boehringer Forward Text"/>
                <a:ea typeface="+mn-ea"/>
                <a:cs typeface="+mn-cs"/>
              </a:endParaRPr>
            </a:p>
          </p:txBody>
        </p:sp>
      </p:grpSp>
      <p:grpSp>
        <p:nvGrpSpPr>
          <p:cNvPr id="165" name="组合 164">
            <a:extLst>
              <a:ext uri="{FF2B5EF4-FFF2-40B4-BE49-F238E27FC236}">
                <a16:creationId xmlns:a16="http://schemas.microsoft.com/office/drawing/2014/main" id="{40835453-612A-97F2-CE4C-683BEBDE3857}"/>
              </a:ext>
            </a:extLst>
          </p:cNvPr>
          <p:cNvGrpSpPr/>
          <p:nvPr/>
        </p:nvGrpSpPr>
        <p:grpSpPr>
          <a:xfrm>
            <a:off x="4501" y="3931910"/>
            <a:ext cx="11725421" cy="747392"/>
            <a:chOff x="-12829" y="3684522"/>
            <a:chExt cx="11725421" cy="747392"/>
          </a:xfrm>
        </p:grpSpPr>
        <p:grpSp>
          <p:nvGrpSpPr>
            <p:cNvPr id="160" name="组合 159">
              <a:extLst>
                <a:ext uri="{FF2B5EF4-FFF2-40B4-BE49-F238E27FC236}">
                  <a16:creationId xmlns:a16="http://schemas.microsoft.com/office/drawing/2014/main" id="{3BCB12C6-532B-039D-D930-BF696158D8B0}"/>
                </a:ext>
              </a:extLst>
            </p:cNvPr>
            <p:cNvGrpSpPr/>
            <p:nvPr/>
          </p:nvGrpSpPr>
          <p:grpSpPr>
            <a:xfrm>
              <a:off x="-12829" y="3684522"/>
              <a:ext cx="11725421" cy="747392"/>
              <a:chOff x="-12829" y="3684522"/>
              <a:chExt cx="11725421" cy="747392"/>
            </a:xfrm>
          </p:grpSpPr>
          <p:grpSp>
            <p:nvGrpSpPr>
              <p:cNvPr id="120" name="组合 119">
                <a:extLst>
                  <a:ext uri="{FF2B5EF4-FFF2-40B4-BE49-F238E27FC236}">
                    <a16:creationId xmlns:a16="http://schemas.microsoft.com/office/drawing/2014/main" id="{0C326E3D-251B-2B9C-3D93-D2D7832EDA65}"/>
                  </a:ext>
                </a:extLst>
              </p:cNvPr>
              <p:cNvGrpSpPr/>
              <p:nvPr/>
            </p:nvGrpSpPr>
            <p:grpSpPr>
              <a:xfrm>
                <a:off x="-12829" y="3684522"/>
                <a:ext cx="7547324" cy="747392"/>
                <a:chOff x="76144" y="2964985"/>
                <a:chExt cx="7547324" cy="747392"/>
              </a:xfrm>
            </p:grpSpPr>
            <p:sp>
              <p:nvSpPr>
                <p:cNvPr id="121" name="文本框 120">
                  <a:extLst>
                    <a:ext uri="{FF2B5EF4-FFF2-40B4-BE49-F238E27FC236}">
                      <a16:creationId xmlns:a16="http://schemas.microsoft.com/office/drawing/2014/main" id="{4FAD25D7-2734-A34E-56D0-E6BCC28B2420}"/>
                    </a:ext>
                  </a:extLst>
                </p:cNvPr>
                <p:cNvSpPr txBox="1"/>
                <p:nvPr/>
              </p:nvSpPr>
              <p:spPr bwMode="gray">
                <a:xfrm>
                  <a:off x="846917" y="3168989"/>
                  <a:ext cx="1093697" cy="415498"/>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Commercial production–(</a:t>
                  </a: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1" u="none" strike="noStrike" kern="1200" cap="none" spc="0" normalizeH="0" baseline="0" noProof="0">
                      <a:ln>
                        <a:noFill/>
                      </a:ln>
                      <a:solidFill>
                        <a:srgbClr val="C00000"/>
                      </a:solidFill>
                      <a:effectLst/>
                      <a:uLnTx/>
                      <a:uFillTx/>
                      <a:latin typeface="Boehringer Forward Text"/>
                      <a:ea typeface="+mn-ea"/>
                      <a:cs typeface="+mn-cs"/>
                    </a:rPr>
                    <a:t>Acc. 4m</a:t>
                  </a:r>
                  <a:endParaRPr kumimoji="0" lang="zh-CN" altLang="en-US" sz="900" b="0" i="1" u="none" strike="noStrike" kern="1200" cap="none" spc="0" normalizeH="0" baseline="0" noProof="0">
                    <a:ln>
                      <a:noFill/>
                    </a:ln>
                    <a:solidFill>
                      <a:srgbClr val="C00000"/>
                    </a:solidFill>
                    <a:effectLst/>
                    <a:uLnTx/>
                    <a:uFillTx/>
                    <a:latin typeface="Boehringer Forward Text"/>
                    <a:ea typeface="+mn-ea"/>
                    <a:cs typeface="+mn-cs"/>
                  </a:endParaRPr>
                </a:p>
              </p:txBody>
            </p:sp>
            <p:grpSp>
              <p:nvGrpSpPr>
                <p:cNvPr id="122" name="组合 121">
                  <a:extLst>
                    <a:ext uri="{FF2B5EF4-FFF2-40B4-BE49-F238E27FC236}">
                      <a16:creationId xmlns:a16="http://schemas.microsoft.com/office/drawing/2014/main" id="{9E0330FA-BC57-29EE-4DF3-CF76A0F9A3E9}"/>
                    </a:ext>
                  </a:extLst>
                </p:cNvPr>
                <p:cNvGrpSpPr/>
                <p:nvPr/>
              </p:nvGrpSpPr>
              <p:grpSpPr>
                <a:xfrm>
                  <a:off x="4193676" y="2964985"/>
                  <a:ext cx="3429792" cy="747392"/>
                  <a:chOff x="3552326" y="2121748"/>
                  <a:chExt cx="3429792" cy="747392"/>
                </a:xfrm>
              </p:grpSpPr>
              <p:sp>
                <p:nvSpPr>
                  <p:cNvPr id="128" name="文本框 127">
                    <a:extLst>
                      <a:ext uri="{FF2B5EF4-FFF2-40B4-BE49-F238E27FC236}">
                        <a16:creationId xmlns:a16="http://schemas.microsoft.com/office/drawing/2014/main" id="{46EA5A9E-E6B2-58EA-81FF-420CC88A3D1E}"/>
                      </a:ext>
                    </a:extLst>
                  </p:cNvPr>
                  <p:cNvSpPr txBox="1"/>
                  <p:nvPr/>
                </p:nvSpPr>
                <p:spPr bwMode="gray">
                  <a:xfrm>
                    <a:off x="3968750" y="2447880"/>
                    <a:ext cx="2683917" cy="261610"/>
                  </a:xfrm>
                  <a:prstGeom prst="rect">
                    <a:avLst/>
                  </a:prstGeom>
                  <a:solidFill>
                    <a:srgbClr val="F5CDB9"/>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 2:  15 batches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(10 batches with Sweden DS; 5 batches with Belgium DS)</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9" name="文本框 128">
                    <a:extLst>
                      <a:ext uri="{FF2B5EF4-FFF2-40B4-BE49-F238E27FC236}">
                        <a16:creationId xmlns:a16="http://schemas.microsoft.com/office/drawing/2014/main" id="{349D83BE-2E03-E344-17BE-E018DA446370}"/>
                      </a:ext>
                    </a:extLst>
                  </p:cNvPr>
                  <p:cNvSpPr txBox="1"/>
                  <p:nvPr/>
                </p:nvSpPr>
                <p:spPr bwMode="gray">
                  <a:xfrm>
                    <a:off x="3552326" y="2711148"/>
                    <a:ext cx="1143704" cy="157992"/>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Start manufacturing.</a:t>
                    </a:r>
                    <a:endParaRPr kumimoji="0" lang="zh-CN" altLang="en-US" sz="8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130" name="组合 129">
                    <a:extLst>
                      <a:ext uri="{FF2B5EF4-FFF2-40B4-BE49-F238E27FC236}">
                        <a16:creationId xmlns:a16="http://schemas.microsoft.com/office/drawing/2014/main" id="{74A9A1C5-0A56-A45D-8CFC-71626E6763C9}"/>
                      </a:ext>
                    </a:extLst>
                  </p:cNvPr>
                  <p:cNvGrpSpPr/>
                  <p:nvPr/>
                </p:nvGrpSpPr>
                <p:grpSpPr>
                  <a:xfrm>
                    <a:off x="6017099" y="2121748"/>
                    <a:ext cx="965019" cy="327250"/>
                    <a:chOff x="7156311" y="1143887"/>
                    <a:chExt cx="965019" cy="327250"/>
                  </a:xfrm>
                </p:grpSpPr>
                <p:sp>
                  <p:nvSpPr>
                    <p:cNvPr id="134" name="文本框 133">
                      <a:extLst>
                        <a:ext uri="{FF2B5EF4-FFF2-40B4-BE49-F238E27FC236}">
                          <a16:creationId xmlns:a16="http://schemas.microsoft.com/office/drawing/2014/main" id="{ACBA90F3-F0FA-FD5F-A154-9609301EA748}"/>
                        </a:ext>
                      </a:extLst>
                    </p:cNvPr>
                    <p:cNvSpPr txBox="1"/>
                    <p:nvPr/>
                  </p:nvSpPr>
                  <p:spPr bwMode="gray">
                    <a:xfrm>
                      <a:off x="7156311" y="1143887"/>
                      <a:ext cx="96501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Ready for shipment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June. 2027</a:t>
                      </a:r>
                      <a:endParaRPr kumimoji="0" lang="zh-CN" altLang="en-US" sz="800" b="1" i="0" u="none" strike="noStrike" kern="1200" cap="none" spc="0" normalizeH="0" baseline="0" noProof="0">
                        <a:ln>
                          <a:noFill/>
                        </a:ln>
                        <a:solidFill>
                          <a:srgbClr val="0000FF"/>
                        </a:solidFill>
                        <a:effectLst/>
                        <a:uLnTx/>
                        <a:uFillTx/>
                        <a:latin typeface="Boehringer Forward Text"/>
                        <a:ea typeface="+mn-ea"/>
                        <a:cs typeface="+mn-cs"/>
                      </a:endParaRPr>
                    </a:p>
                  </p:txBody>
                </p:sp>
                <p:sp>
                  <p:nvSpPr>
                    <p:cNvPr id="135" name="流程图: 合并 134">
                      <a:extLst>
                        <a:ext uri="{FF2B5EF4-FFF2-40B4-BE49-F238E27FC236}">
                          <a16:creationId xmlns:a16="http://schemas.microsoft.com/office/drawing/2014/main" id="{D88315DA-18A5-DEC2-4962-2B5BB2FB9DE5}"/>
                        </a:ext>
                      </a:extLst>
                    </p:cNvPr>
                    <p:cNvSpPr/>
                    <p:nvPr/>
                  </p:nvSpPr>
                  <p:spPr bwMode="gray">
                    <a:xfrm>
                      <a:off x="7745963" y="1382196"/>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31" name="流程图: 合并 130">
                    <a:extLst>
                      <a:ext uri="{FF2B5EF4-FFF2-40B4-BE49-F238E27FC236}">
                        <a16:creationId xmlns:a16="http://schemas.microsoft.com/office/drawing/2014/main" id="{FCDA6B13-62D7-3B65-8756-6BA26A03FCA3}"/>
                      </a:ext>
                    </a:extLst>
                  </p:cNvPr>
                  <p:cNvSpPr/>
                  <p:nvPr/>
                </p:nvSpPr>
                <p:spPr bwMode="gray">
                  <a:xfrm rot="10800000">
                    <a:off x="3932391" y="2665609"/>
                    <a:ext cx="53786" cy="88941"/>
                  </a:xfrm>
                  <a:prstGeom prst="flowChartMerg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123" name="文本框 122">
                  <a:extLst>
                    <a:ext uri="{FF2B5EF4-FFF2-40B4-BE49-F238E27FC236}">
                      <a16:creationId xmlns:a16="http://schemas.microsoft.com/office/drawing/2014/main" id="{FABDDF80-1ABB-61AA-BE12-92CAF7A5310D}"/>
                    </a:ext>
                  </a:extLst>
                </p:cNvPr>
                <p:cNvSpPr txBox="1"/>
                <p:nvPr/>
              </p:nvSpPr>
              <p:spPr bwMode="gray">
                <a:xfrm>
                  <a:off x="76144" y="3234001"/>
                  <a:ext cx="729991" cy="197426"/>
                </a:xfrm>
                <a:prstGeom prst="rect">
                  <a:avLst/>
                </a:prstGeom>
                <a:solidFill>
                  <a:srgbClr val="F5CDB9"/>
                </a:solid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prstClr val="black"/>
                      </a:solidFill>
                      <a:effectLst/>
                      <a:uLnTx/>
                      <a:uFillTx/>
                      <a:latin typeface="Boehringer Forward Text"/>
                      <a:ea typeface="+mn-ea"/>
                      <a:cs typeface="+mn-cs"/>
                    </a:rPr>
                    <a:t>Scenario-2</a:t>
                  </a:r>
                  <a:r>
                    <a:rPr kumimoji="0" lang="en-US" altLang="zh-CN" sz="800" b="1" i="0" u="none" strike="noStrike" kern="1200" cap="none" spc="0" normalizeH="0" baseline="30000" noProof="0">
                      <a:ln>
                        <a:noFill/>
                      </a:ln>
                      <a:solidFill>
                        <a:prstClr val="black"/>
                      </a:solidFill>
                      <a:effectLst/>
                      <a:uLnTx/>
                      <a:uFillTx/>
                      <a:latin typeface="Boehringer Forward Text"/>
                      <a:ea typeface="+mn-ea"/>
                      <a:cs typeface="+mn-cs"/>
                    </a:rPr>
                    <a:t>#</a:t>
                  </a:r>
                  <a:endParaRPr kumimoji="0" lang="zh-CN" altLang="en-US" sz="800" b="1" i="0" u="none" strike="noStrike" kern="1200" cap="none" spc="0" normalizeH="0" baseline="30000" noProof="0">
                    <a:ln>
                      <a:noFill/>
                    </a:ln>
                    <a:solidFill>
                      <a:prstClr val="black"/>
                    </a:solidFill>
                    <a:effectLst/>
                    <a:uLnTx/>
                    <a:uFillTx/>
                    <a:latin typeface="Boehringer Forward Text"/>
                    <a:ea typeface="+mn-ea"/>
                    <a:cs typeface="+mn-cs"/>
                  </a:endParaRPr>
                </a:p>
              </p:txBody>
            </p:sp>
          </p:grpSp>
          <p:grpSp>
            <p:nvGrpSpPr>
              <p:cNvPr id="137" name="组合 136">
                <a:extLst>
                  <a:ext uri="{FF2B5EF4-FFF2-40B4-BE49-F238E27FC236}">
                    <a16:creationId xmlns:a16="http://schemas.microsoft.com/office/drawing/2014/main" id="{AFD844C1-55A3-9BD8-2CE5-119E098276C0}"/>
                  </a:ext>
                </a:extLst>
              </p:cNvPr>
              <p:cNvGrpSpPr/>
              <p:nvPr/>
            </p:nvGrpSpPr>
            <p:grpSpPr>
              <a:xfrm>
                <a:off x="10949470" y="3822796"/>
                <a:ext cx="763122" cy="481228"/>
                <a:chOff x="10334500" y="1285809"/>
                <a:chExt cx="763122" cy="481228"/>
              </a:xfrm>
            </p:grpSpPr>
            <p:sp>
              <p:nvSpPr>
                <p:cNvPr id="138" name="文本框 137">
                  <a:extLst>
                    <a:ext uri="{FF2B5EF4-FFF2-40B4-BE49-F238E27FC236}">
                      <a16:creationId xmlns:a16="http://schemas.microsoft.com/office/drawing/2014/main" id="{7163DE81-D6CC-08A3-7E8E-9955BE600183}"/>
                    </a:ext>
                  </a:extLst>
                </p:cNvPr>
                <p:cNvSpPr txBox="1"/>
                <p:nvPr/>
              </p:nvSpPr>
              <p:spPr bwMode="gray">
                <a:xfrm>
                  <a:off x="10634407" y="1384925"/>
                  <a:ext cx="255463" cy="157992"/>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App.</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9" name="文本框 138">
                  <a:extLst>
                    <a:ext uri="{FF2B5EF4-FFF2-40B4-BE49-F238E27FC236}">
                      <a16:creationId xmlns:a16="http://schemas.microsoft.com/office/drawing/2014/main" id="{4DB62902-35DE-B043-980D-52B9095AEC7C}"/>
                    </a:ext>
                  </a:extLst>
                </p:cNvPr>
                <p:cNvSpPr txBox="1"/>
                <p:nvPr/>
              </p:nvSpPr>
              <p:spPr bwMode="gray">
                <a:xfrm>
                  <a:off x="10334500" y="1520816"/>
                  <a:ext cx="76312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Jul. 2028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1" i="0" u="none" strike="noStrike" kern="1200" cap="none" spc="0" normalizeH="0" baseline="0" noProof="0">
                      <a:ln>
                        <a:noFill/>
                      </a:ln>
                      <a:solidFill>
                        <a:srgbClr val="0000FF"/>
                      </a:solidFill>
                      <a:effectLst/>
                      <a:uLnTx/>
                      <a:uFillTx/>
                      <a:latin typeface="Boehringer Forward Text"/>
                      <a:ea typeface="+mn-ea"/>
                      <a:cs typeface="+mn-cs"/>
                    </a:rPr>
                    <a:t>12m*</a:t>
                  </a: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800" b="1"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140" name="图形 139" descr="标志 纯色填充">
                  <a:extLst>
                    <a:ext uri="{FF2B5EF4-FFF2-40B4-BE49-F238E27FC236}">
                      <a16:creationId xmlns:a16="http://schemas.microsoft.com/office/drawing/2014/main" id="{EE433A42-4D6A-AC3C-F7E4-7734AF1C755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0583035" y="1285809"/>
                  <a:ext cx="266052" cy="266052"/>
                </a:xfrm>
                <a:prstGeom prst="rect">
                  <a:avLst/>
                </a:prstGeom>
              </p:spPr>
            </p:pic>
          </p:grpSp>
        </p:grpSp>
        <p:sp>
          <p:nvSpPr>
            <p:cNvPr id="163" name="文本框 162">
              <a:extLst>
                <a:ext uri="{FF2B5EF4-FFF2-40B4-BE49-F238E27FC236}">
                  <a16:creationId xmlns:a16="http://schemas.microsoft.com/office/drawing/2014/main" id="{930391C2-3383-25B5-9649-6C45FE2597B1}"/>
                </a:ext>
              </a:extLst>
            </p:cNvPr>
            <p:cNvSpPr txBox="1"/>
            <p:nvPr/>
          </p:nvSpPr>
          <p:spPr bwMode="gray">
            <a:xfrm>
              <a:off x="2003831" y="3743572"/>
              <a:ext cx="2832174" cy="276999"/>
            </a:xfrm>
            <a:prstGeom prst="rect">
              <a:avLst/>
            </a:prstGeom>
            <a:solidFill>
              <a:schemeClr val="accent3"/>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Part-1: 13 batches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r>
                <a:rPr kumimoji="0" lang="en-US" altLang="zh-CN" sz="800" b="0" i="0" u="none" strike="noStrike" kern="1200" cap="none" spc="0" normalizeH="0" baseline="0" noProof="0">
                  <a:ln>
                    <a:noFill/>
                  </a:ln>
                  <a:solidFill>
                    <a:prstClr val="black"/>
                  </a:solidFill>
                  <a:effectLst/>
                  <a:uLnTx/>
                  <a:uFillTx/>
                  <a:latin typeface="Boehringer Forward Text"/>
                  <a:ea typeface="+mn-ea"/>
                  <a:cs typeface="+mn-cs"/>
                </a:rPr>
                <a:t>11 batches with Sweden DS; 2 batches with Belgium DS</a:t>
              </a:r>
              <a:r>
                <a:rPr kumimoji="0" lang="en-US" altLang="zh-CN" sz="900" b="0"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900" b="0" i="0" u="none" strike="noStrike" kern="1200" cap="none" spc="0" normalizeH="0" baseline="0" noProof="0">
                <a:ln>
                  <a:noFill/>
                </a:ln>
                <a:solidFill>
                  <a:prstClr val="black"/>
                </a:solidFill>
                <a:effectLst/>
                <a:uLnTx/>
                <a:uFillTx/>
                <a:latin typeface="Boehringer Forward Text"/>
                <a:ea typeface="+mn-ea"/>
                <a:cs typeface="+mn-cs"/>
              </a:endParaRPr>
            </a:p>
          </p:txBody>
        </p:sp>
      </p:grpSp>
      <p:grpSp>
        <p:nvGrpSpPr>
          <p:cNvPr id="172" name="组合 171">
            <a:extLst>
              <a:ext uri="{FF2B5EF4-FFF2-40B4-BE49-F238E27FC236}">
                <a16:creationId xmlns:a16="http://schemas.microsoft.com/office/drawing/2014/main" id="{FC82CDD3-EE70-25F8-480D-91DC7904471A}"/>
              </a:ext>
            </a:extLst>
          </p:cNvPr>
          <p:cNvGrpSpPr/>
          <p:nvPr/>
        </p:nvGrpSpPr>
        <p:grpSpPr>
          <a:xfrm>
            <a:off x="8831455" y="1979793"/>
            <a:ext cx="1554916" cy="307777"/>
            <a:chOff x="8831455" y="1979793"/>
            <a:chExt cx="1554916" cy="307777"/>
          </a:xfrm>
        </p:grpSpPr>
        <p:pic>
          <p:nvPicPr>
            <p:cNvPr id="168" name="图形 167" descr="关闭 纯色填充">
              <a:extLst>
                <a:ext uri="{FF2B5EF4-FFF2-40B4-BE49-F238E27FC236}">
                  <a16:creationId xmlns:a16="http://schemas.microsoft.com/office/drawing/2014/main" id="{1AE6CCA0-4095-BC60-16DE-9372C7BDAE5E}"/>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831455" y="1989623"/>
              <a:ext cx="252388" cy="252388"/>
            </a:xfrm>
            <a:prstGeom prst="rect">
              <a:avLst/>
            </a:prstGeom>
          </p:spPr>
        </p:pic>
        <p:sp>
          <p:nvSpPr>
            <p:cNvPr id="171" name="文本框 170">
              <a:extLst>
                <a:ext uri="{FF2B5EF4-FFF2-40B4-BE49-F238E27FC236}">
                  <a16:creationId xmlns:a16="http://schemas.microsoft.com/office/drawing/2014/main" id="{4E40328D-2A3F-1725-548D-1ABE13098F43}"/>
                </a:ext>
              </a:extLst>
            </p:cNvPr>
            <p:cNvSpPr txBox="1"/>
            <p:nvPr/>
          </p:nvSpPr>
          <p:spPr bwMode="gray">
            <a:xfrm>
              <a:off x="9083843" y="1979793"/>
              <a:ext cx="1302528"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C00000"/>
                  </a:solidFill>
                  <a:effectLst/>
                  <a:uLnTx/>
                  <a:uFillTx/>
                  <a:latin typeface="Boehringer Forward Text"/>
                  <a:ea typeface="+mn-ea"/>
                  <a:cs typeface="+mn-cs"/>
                </a:rPr>
                <a:t> QC impossible and no MAA approval</a:t>
              </a:r>
              <a:endParaRPr kumimoji="0" lang="zh-CN" altLang="en-US" sz="1000" b="1" i="0" u="none" strike="noStrike" kern="1200" cap="none" spc="0" normalizeH="0" baseline="0" noProof="0">
                <a:ln>
                  <a:noFill/>
                </a:ln>
                <a:solidFill>
                  <a:srgbClr val="C00000"/>
                </a:solidFill>
                <a:effectLst/>
                <a:uLnTx/>
                <a:uFillTx/>
                <a:latin typeface="Boehringer Forward Text"/>
                <a:ea typeface="+mn-ea"/>
                <a:cs typeface="+mn-cs"/>
              </a:endParaRPr>
            </a:p>
          </p:txBody>
        </p:sp>
      </p:grpSp>
    </p:spTree>
    <p:extLst>
      <p:ext uri="{BB962C8B-B14F-4D97-AF65-F5344CB8AC3E}">
        <p14:creationId xmlns:p14="http://schemas.microsoft.com/office/powerpoint/2010/main" val="835127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3"/>
                                        </p:tgtEl>
                                        <p:attrNameLst>
                                          <p:attrName>style.visibility</p:attrName>
                                        </p:attrNameLst>
                                      </p:cBhvr>
                                      <p:to>
                                        <p:strVal val="visible"/>
                                      </p:to>
                                    </p:set>
                                    <p:animEffect transition="in" filter="fade">
                                      <p:cBhvr>
                                        <p:cTn id="7" dur="500"/>
                                        <p:tgtEl>
                                          <p:spTgt spid="17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172"/>
                                        </p:tgtEl>
                                        <p:attrNameLst>
                                          <p:attrName>style.visibility</p:attrName>
                                        </p:attrNameLst>
                                      </p:cBhvr>
                                      <p:to>
                                        <p:strVal val="visible"/>
                                      </p:to>
                                    </p:set>
                                    <p:anim calcmode="lin" valueType="num">
                                      <p:cBhvr additive="base">
                                        <p:cTn id="12" dur="500" fill="hold"/>
                                        <p:tgtEl>
                                          <p:spTgt spid="172"/>
                                        </p:tgtEl>
                                        <p:attrNameLst>
                                          <p:attrName>ppt_x</p:attrName>
                                        </p:attrNameLst>
                                      </p:cBhvr>
                                      <p:tavLst>
                                        <p:tav tm="0">
                                          <p:val>
                                            <p:strVal val="#ppt_x"/>
                                          </p:val>
                                        </p:tav>
                                        <p:tav tm="100000">
                                          <p:val>
                                            <p:strVal val="#ppt_x"/>
                                          </p:val>
                                        </p:tav>
                                      </p:tavLst>
                                    </p:anim>
                                    <p:anim calcmode="lin" valueType="num">
                                      <p:cBhvr additive="base">
                                        <p:cTn id="13" dur="500" fill="hold"/>
                                        <p:tgtEl>
                                          <p:spTgt spid="172"/>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64"/>
                                        </p:tgtEl>
                                        <p:attrNameLst>
                                          <p:attrName>style.visibility</p:attrName>
                                        </p:attrNameLst>
                                      </p:cBhvr>
                                      <p:to>
                                        <p:strVal val="visible"/>
                                      </p:to>
                                    </p:set>
                                    <p:anim calcmode="lin" valueType="num">
                                      <p:cBhvr additive="base">
                                        <p:cTn id="18" dur="500" fill="hold"/>
                                        <p:tgtEl>
                                          <p:spTgt spid="164"/>
                                        </p:tgtEl>
                                        <p:attrNameLst>
                                          <p:attrName>ppt_x</p:attrName>
                                        </p:attrNameLst>
                                      </p:cBhvr>
                                      <p:tavLst>
                                        <p:tav tm="0">
                                          <p:val>
                                            <p:strVal val="#ppt_x"/>
                                          </p:val>
                                        </p:tav>
                                        <p:tav tm="100000">
                                          <p:val>
                                            <p:strVal val="#ppt_x"/>
                                          </p:val>
                                        </p:tav>
                                      </p:tavLst>
                                    </p:anim>
                                    <p:anim calcmode="lin" valueType="num">
                                      <p:cBhvr additive="base">
                                        <p:cTn id="19"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165"/>
                                        </p:tgtEl>
                                        <p:attrNameLst>
                                          <p:attrName>style.visibility</p:attrName>
                                        </p:attrNameLst>
                                      </p:cBhvr>
                                      <p:to>
                                        <p:strVal val="visible"/>
                                      </p:to>
                                    </p:set>
                                    <p:animEffect transition="in" filter="fade">
                                      <p:cBhvr>
                                        <p:cTn id="24" dur="1000"/>
                                        <p:tgtEl>
                                          <p:spTgt spid="165"/>
                                        </p:tgtEl>
                                      </p:cBhvr>
                                    </p:animEffect>
                                    <p:anim calcmode="lin" valueType="num">
                                      <p:cBhvr>
                                        <p:cTn id="25" dur="1000" fill="hold"/>
                                        <p:tgtEl>
                                          <p:spTgt spid="165"/>
                                        </p:tgtEl>
                                        <p:attrNameLst>
                                          <p:attrName>ppt_x</p:attrName>
                                        </p:attrNameLst>
                                      </p:cBhvr>
                                      <p:tavLst>
                                        <p:tav tm="0">
                                          <p:val>
                                            <p:strVal val="#ppt_x"/>
                                          </p:val>
                                        </p:tav>
                                        <p:tav tm="100000">
                                          <p:val>
                                            <p:strVal val="#ppt_x"/>
                                          </p:val>
                                        </p:tav>
                                      </p:tavLst>
                                    </p:anim>
                                    <p:anim calcmode="lin" valueType="num">
                                      <p:cBhvr>
                                        <p:cTn id="26" dur="1000" fill="hold"/>
                                        <p:tgtEl>
                                          <p:spTgt spid="165"/>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159"/>
                                        </p:tgtEl>
                                        <p:attrNameLst>
                                          <p:attrName>style.visibility</p:attrName>
                                        </p:attrNameLst>
                                      </p:cBhvr>
                                      <p:to>
                                        <p:strVal val="visible"/>
                                      </p:to>
                                    </p:set>
                                    <p:animEffect transition="in" filter="fade">
                                      <p:cBhvr>
                                        <p:cTn id="31" dur="1000"/>
                                        <p:tgtEl>
                                          <p:spTgt spid="159"/>
                                        </p:tgtEl>
                                      </p:cBhvr>
                                    </p:animEffect>
                                    <p:anim calcmode="lin" valueType="num">
                                      <p:cBhvr>
                                        <p:cTn id="32" dur="1000" fill="hold"/>
                                        <p:tgtEl>
                                          <p:spTgt spid="159"/>
                                        </p:tgtEl>
                                        <p:attrNameLst>
                                          <p:attrName>ppt_x</p:attrName>
                                        </p:attrNameLst>
                                      </p:cBhvr>
                                      <p:tavLst>
                                        <p:tav tm="0">
                                          <p:val>
                                            <p:strVal val="#ppt_x"/>
                                          </p:val>
                                        </p:tav>
                                        <p:tav tm="100000">
                                          <p:val>
                                            <p:strVal val="#ppt_x"/>
                                          </p:val>
                                        </p:tav>
                                      </p:tavLst>
                                    </p:anim>
                                    <p:anim calcmode="lin" valueType="num">
                                      <p:cBhvr>
                                        <p:cTn id="33" dur="1000" fill="hold"/>
                                        <p:tgtEl>
                                          <p:spTgt spid="1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6BC627DB-AD98-654E-A7E1-E095575F578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D1B9F9-1484-4440-97F6-9565FA1B371C}"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4" name="Titel 12">
            <a:extLst>
              <a:ext uri="{FF2B5EF4-FFF2-40B4-BE49-F238E27FC236}">
                <a16:creationId xmlns:a16="http://schemas.microsoft.com/office/drawing/2014/main" id="{49F383DF-8685-A2AB-031C-3F147C9230E6}"/>
              </a:ext>
            </a:extLst>
          </p:cNvPr>
          <p:cNvSpPr txBox="1">
            <a:spLocks/>
          </p:cNvSpPr>
          <p:nvPr/>
        </p:nvSpPr>
        <p:spPr bwMode="gray">
          <a:xfrm>
            <a:off x="335441" y="323164"/>
            <a:ext cx="11233151" cy="720000"/>
          </a:xfrm>
          <a:prstGeom prst="rect">
            <a:avLst/>
          </a:prstGeom>
        </p:spPr>
        <p:txBody>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500" b="1" i="0" u="none" strike="noStrike" kern="1200" cap="none" spc="0" normalizeH="0" baseline="0" noProof="0">
                <a:ln>
                  <a:noFill/>
                </a:ln>
                <a:solidFill>
                  <a:srgbClr val="08312A"/>
                </a:solidFill>
                <a:effectLst/>
                <a:uLnTx/>
                <a:uFillTx/>
                <a:latin typeface="Boehringer Forward Head"/>
                <a:ea typeface="+mj-ea"/>
                <a:cs typeface="+mj-cs"/>
              </a:rPr>
              <a:t>Requirements for samples of registration QC testing</a:t>
            </a:r>
            <a:br>
              <a:rPr kumimoji="0" lang="en-US" sz="2500" b="1" i="0" u="none" strike="noStrike" kern="1200" cap="none" spc="0" normalizeH="0" baseline="0" noProof="0">
                <a:ln>
                  <a:noFill/>
                </a:ln>
                <a:solidFill>
                  <a:srgbClr val="08312A"/>
                </a:solidFill>
                <a:effectLst/>
                <a:uLnTx/>
                <a:uFillTx/>
                <a:latin typeface="Boehringer Forward Head"/>
                <a:ea typeface="+mj-ea"/>
                <a:cs typeface="+mj-cs"/>
              </a:rPr>
            </a:br>
            <a:endParaRPr kumimoji="0" lang="en-US" sz="2500" b="1" i="0" u="none" strike="noStrike" kern="1200" cap="none" spc="0" normalizeH="0" baseline="0" noProof="0">
              <a:ln>
                <a:noFill/>
              </a:ln>
              <a:solidFill>
                <a:srgbClr val="08312A"/>
              </a:solidFill>
              <a:effectLst/>
              <a:uLnTx/>
              <a:uFillTx/>
              <a:latin typeface="Boehringer Forward Head"/>
              <a:ea typeface="+mj-ea"/>
              <a:cs typeface="+mj-cs"/>
            </a:endParaRPr>
          </a:p>
        </p:txBody>
      </p:sp>
      <p:sp>
        <p:nvSpPr>
          <p:cNvPr id="5" name="文本框 4">
            <a:extLst>
              <a:ext uri="{FF2B5EF4-FFF2-40B4-BE49-F238E27FC236}">
                <a16:creationId xmlns:a16="http://schemas.microsoft.com/office/drawing/2014/main" id="{0DAC991A-56CF-FA98-144D-48474899865A}"/>
              </a:ext>
            </a:extLst>
          </p:cNvPr>
          <p:cNvSpPr txBox="1"/>
          <p:nvPr/>
        </p:nvSpPr>
        <p:spPr bwMode="gray">
          <a:xfrm>
            <a:off x="427383" y="784988"/>
            <a:ext cx="11285209" cy="1771703"/>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Requirements for QC samples are unchanged up to now:  </a:t>
            </a:r>
          </a:p>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black"/>
                </a:solidFill>
                <a:effectLst/>
                <a:uLnTx/>
                <a:uFillTx/>
                <a:latin typeface="Boehringer Forward Text"/>
                <a:ea typeface="+mn-ea"/>
                <a:cs typeface="+mn-cs"/>
              </a:rPr>
              <a:t>“Samples are of multiple strengths, each of strength is required to</a:t>
            </a:r>
            <a:r>
              <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rPr>
              <a:t> </a:t>
            </a:r>
            <a:r>
              <a:rPr kumimoji="0" lang="en-US" altLang="zh-CN" sz="1600" b="0" i="0" u="none" strike="noStrike" kern="1200" cap="none" spc="0" normalizeH="0" baseline="0" noProof="0">
                <a:ln>
                  <a:noFill/>
                </a:ln>
                <a:solidFill>
                  <a:prstClr val="black"/>
                </a:solidFill>
                <a:effectLst/>
                <a:uLnTx/>
                <a:uFillTx/>
                <a:latin typeface="Boehringer Forward Text"/>
                <a:ea typeface="+mn-ea"/>
                <a:cs typeface="+mn-cs"/>
              </a:rPr>
              <a:t>provide</a:t>
            </a:r>
            <a:r>
              <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rPr>
              <a:t> </a:t>
            </a:r>
            <a:r>
              <a:rPr kumimoji="0" lang="en-US" altLang="zh-CN" sz="1600" b="0" i="0" u="none" strike="noStrike" kern="1200" cap="none" spc="0" normalizeH="0" baseline="0" noProof="0">
                <a:ln>
                  <a:noFill/>
                </a:ln>
                <a:solidFill>
                  <a:prstClr val="black"/>
                </a:solidFill>
                <a:effectLst/>
                <a:uLnTx/>
                <a:uFillTx/>
                <a:latin typeface="Boehringer Forward Text"/>
                <a:ea typeface="+mn-ea"/>
                <a:cs typeface="+mn-cs"/>
              </a:rPr>
              <a:t>3 batches as</a:t>
            </a:r>
            <a:r>
              <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rPr>
              <a:t> </a:t>
            </a:r>
            <a:r>
              <a:rPr kumimoji="0" lang="en-US" altLang="zh-CN" sz="1600" b="0" i="0" u="none" strike="noStrike" kern="1200" cap="none" spc="0" normalizeH="0" baseline="0" noProof="0">
                <a:ln>
                  <a:noFill/>
                </a:ln>
                <a:solidFill>
                  <a:prstClr val="black"/>
                </a:solidFill>
                <a:effectLst/>
                <a:uLnTx/>
                <a:uFillTx/>
                <a:latin typeface="Boehringer Forward Text"/>
                <a:ea typeface="+mn-ea"/>
                <a:cs typeface="+mn-cs"/>
              </a:rPr>
              <a:t>QC samples*” both for registration QC testing of MAA and post-approval CMC changes.</a:t>
            </a:r>
          </a:p>
          <a:p>
            <a:pPr marL="180000" marR="0" lvl="0" indent="-1800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altLang="zh-CN" sz="1600" b="1" i="0" u="none" strike="noStrike" kern="1200" cap="none" spc="0" normalizeH="0" baseline="0" noProof="0" err="1">
                <a:ln>
                  <a:noFill/>
                </a:ln>
                <a:solidFill>
                  <a:prstClr val="black"/>
                </a:solidFill>
                <a:effectLst/>
                <a:uLnTx/>
                <a:uFillTx/>
                <a:latin typeface="Boehringer Forward Text"/>
                <a:ea typeface="+mn-ea"/>
                <a:cs typeface="+mn-cs"/>
              </a:rPr>
              <a:t>Survodutide</a:t>
            </a: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 AI  project communication milestone for QC samples</a:t>
            </a:r>
          </a:p>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69" name="组合 68">
            <a:extLst>
              <a:ext uri="{FF2B5EF4-FFF2-40B4-BE49-F238E27FC236}">
                <a16:creationId xmlns:a16="http://schemas.microsoft.com/office/drawing/2014/main" id="{1C6BFAF6-8EA9-8230-B58E-4A6D67BC1BB7}"/>
              </a:ext>
            </a:extLst>
          </p:cNvPr>
          <p:cNvGrpSpPr/>
          <p:nvPr/>
        </p:nvGrpSpPr>
        <p:grpSpPr>
          <a:xfrm>
            <a:off x="644364" y="2452840"/>
            <a:ext cx="9288162" cy="647112"/>
            <a:chOff x="674182" y="1983985"/>
            <a:chExt cx="9288162" cy="647112"/>
          </a:xfrm>
        </p:grpSpPr>
        <p:sp>
          <p:nvSpPr>
            <p:cNvPr id="64" name="文本框 63">
              <a:extLst>
                <a:ext uri="{FF2B5EF4-FFF2-40B4-BE49-F238E27FC236}">
                  <a16:creationId xmlns:a16="http://schemas.microsoft.com/office/drawing/2014/main" id="{D470F3F5-0BDA-9D93-C58C-E843F688B2BC}"/>
                </a:ext>
              </a:extLst>
            </p:cNvPr>
            <p:cNvSpPr txBox="1"/>
            <p:nvPr/>
          </p:nvSpPr>
          <p:spPr bwMode="gray">
            <a:xfrm>
              <a:off x="674182" y="2196369"/>
              <a:ext cx="3110948"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Dec 2024</a:t>
              </a:r>
              <a:r>
                <a:rPr kumimoji="0" lang="en-US" altLang="zh-CN"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 China NDA kick-off had mentioned this QC sample risk</a:t>
              </a:r>
              <a:endParaRPr kumimoji="0" lang="zh-CN" altLang="en-US"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endParaRPr>
            </a:p>
          </p:txBody>
        </p:sp>
        <p:pic>
          <p:nvPicPr>
            <p:cNvPr id="66" name="图片 65">
              <a:extLst>
                <a:ext uri="{FF2B5EF4-FFF2-40B4-BE49-F238E27FC236}">
                  <a16:creationId xmlns:a16="http://schemas.microsoft.com/office/drawing/2014/main" id="{3DC2533E-42C9-FEA0-5ABE-7401C0970772}"/>
                </a:ext>
              </a:extLst>
            </p:cNvPr>
            <p:cNvPicPr>
              <a:picLocks noChangeAspect="1"/>
            </p:cNvPicPr>
            <p:nvPr/>
          </p:nvPicPr>
          <p:blipFill>
            <a:blip r:embed="rId2"/>
            <a:stretch>
              <a:fillRect/>
            </a:stretch>
          </p:blipFill>
          <p:spPr>
            <a:xfrm>
              <a:off x="4164496" y="2262778"/>
              <a:ext cx="5797848" cy="368319"/>
            </a:xfrm>
            <a:prstGeom prst="rect">
              <a:avLst/>
            </a:prstGeom>
          </p:spPr>
        </p:pic>
        <p:pic>
          <p:nvPicPr>
            <p:cNvPr id="68" name="图片 67">
              <a:extLst>
                <a:ext uri="{FF2B5EF4-FFF2-40B4-BE49-F238E27FC236}">
                  <a16:creationId xmlns:a16="http://schemas.microsoft.com/office/drawing/2014/main" id="{12E580C8-8CCB-0233-AC37-39DD9F393180}"/>
                </a:ext>
              </a:extLst>
            </p:cNvPr>
            <p:cNvPicPr>
              <a:picLocks noChangeAspect="1"/>
            </p:cNvPicPr>
            <p:nvPr/>
          </p:nvPicPr>
          <p:blipFill>
            <a:blip r:embed="rId3"/>
            <a:stretch>
              <a:fillRect/>
            </a:stretch>
          </p:blipFill>
          <p:spPr>
            <a:xfrm>
              <a:off x="5215336" y="1983985"/>
              <a:ext cx="4747008" cy="267876"/>
            </a:xfrm>
            <a:prstGeom prst="rect">
              <a:avLst/>
            </a:prstGeom>
          </p:spPr>
        </p:pic>
      </p:grpSp>
      <p:sp>
        <p:nvSpPr>
          <p:cNvPr id="70" name="文本框 69">
            <a:extLst>
              <a:ext uri="{FF2B5EF4-FFF2-40B4-BE49-F238E27FC236}">
                <a16:creationId xmlns:a16="http://schemas.microsoft.com/office/drawing/2014/main" id="{4E883863-C87B-4DB8-BA4D-AA90B689183E}"/>
              </a:ext>
            </a:extLst>
          </p:cNvPr>
          <p:cNvSpPr txBox="1"/>
          <p:nvPr/>
        </p:nvSpPr>
        <p:spPr bwMode="gray">
          <a:xfrm>
            <a:off x="644364" y="3360689"/>
            <a:ext cx="311094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Sep. 2025</a:t>
            </a:r>
            <a:r>
              <a:rPr kumimoji="0" lang="en-US" altLang="zh-CN"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 Sub HAI to CDE by LRA</a:t>
            </a:r>
            <a:endParaRPr kumimoji="0" lang="zh-CN" altLang="en-US"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endParaRPr>
          </a:p>
        </p:txBody>
      </p:sp>
      <p:grpSp>
        <p:nvGrpSpPr>
          <p:cNvPr id="73" name="组合 72">
            <a:extLst>
              <a:ext uri="{FF2B5EF4-FFF2-40B4-BE49-F238E27FC236}">
                <a16:creationId xmlns:a16="http://schemas.microsoft.com/office/drawing/2014/main" id="{A2CDE3CD-0A3D-3E35-35F2-0FB8C2FCA742}"/>
              </a:ext>
            </a:extLst>
          </p:cNvPr>
          <p:cNvGrpSpPr/>
          <p:nvPr/>
        </p:nvGrpSpPr>
        <p:grpSpPr>
          <a:xfrm>
            <a:off x="625870" y="3840711"/>
            <a:ext cx="10443049" cy="938719"/>
            <a:chOff x="674182" y="3942200"/>
            <a:chExt cx="10443049" cy="938719"/>
          </a:xfrm>
        </p:grpSpPr>
        <p:sp>
          <p:nvSpPr>
            <p:cNvPr id="71" name="文本框 70">
              <a:extLst>
                <a:ext uri="{FF2B5EF4-FFF2-40B4-BE49-F238E27FC236}">
                  <a16:creationId xmlns:a16="http://schemas.microsoft.com/office/drawing/2014/main" id="{0AD81DDF-C5B2-3E18-9A1E-3A24BAB9A160}"/>
                </a:ext>
              </a:extLst>
            </p:cNvPr>
            <p:cNvSpPr txBox="1"/>
            <p:nvPr/>
          </p:nvSpPr>
          <p:spPr bwMode="gray">
            <a:xfrm>
              <a:off x="674182" y="3942200"/>
              <a:ext cx="2635549"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Jan 28. 2026</a:t>
              </a:r>
              <a:r>
                <a:rPr kumimoji="0" lang="en-US" altLang="zh-CN"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rPr>
                <a:t>: CMC feedback received from CDE </a:t>
              </a:r>
              <a:endParaRPr kumimoji="0" lang="zh-CN" altLang="en-US" sz="1400" b="0" i="0" u="none" strike="noStrike" kern="1200" cap="none" spc="0" normalizeH="0" baseline="0" noProof="0">
                <a:ln>
                  <a:noFill/>
                </a:ln>
                <a:solidFill>
                  <a:prstClr val="black">
                    <a:lumMod val="95000"/>
                    <a:lumOff val="5000"/>
                  </a:prstClr>
                </a:solidFill>
                <a:effectLst/>
                <a:uLnTx/>
                <a:uFillTx/>
                <a:latin typeface="Boehringer Forward Text"/>
                <a:ea typeface="+mn-ea"/>
                <a:cs typeface="+mn-cs"/>
              </a:endParaRPr>
            </a:p>
          </p:txBody>
        </p:sp>
        <p:sp>
          <p:nvSpPr>
            <p:cNvPr id="72" name="文本框 71">
              <a:extLst>
                <a:ext uri="{FF2B5EF4-FFF2-40B4-BE49-F238E27FC236}">
                  <a16:creationId xmlns:a16="http://schemas.microsoft.com/office/drawing/2014/main" id="{59BD7B33-327F-4C70-ECC2-F2BE55D21E73}"/>
                </a:ext>
              </a:extLst>
            </p:cNvPr>
            <p:cNvSpPr txBox="1"/>
            <p:nvPr/>
          </p:nvSpPr>
          <p:spPr bwMode="gray">
            <a:xfrm>
              <a:off x="4060449" y="3942200"/>
              <a:ext cx="7056782" cy="938719"/>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China local team discuss feedback and aligned the interpretation, also send E-mail to GRA on Jan 28, 2026</a:t>
              </a:r>
            </a:p>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Now China team are waiting for global feedback, and it is expected to have further discussion with global CMC team for next mitigation or actions for this feedback.</a:t>
              </a:r>
              <a:endParaRPr kumimoji="0" lang="zh-CN" altLang="en-US" sz="14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74" name="文本框 73">
            <a:extLst>
              <a:ext uri="{FF2B5EF4-FFF2-40B4-BE49-F238E27FC236}">
                <a16:creationId xmlns:a16="http://schemas.microsoft.com/office/drawing/2014/main" id="{771A343C-DE53-5781-B11C-55237D4D6395}"/>
              </a:ext>
            </a:extLst>
          </p:cNvPr>
          <p:cNvSpPr txBox="1"/>
          <p:nvPr/>
        </p:nvSpPr>
        <p:spPr bwMode="gray">
          <a:xfrm>
            <a:off x="625870" y="5016198"/>
            <a:ext cx="3110948"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a:ln>
                  <a:noFill/>
                </a:ln>
                <a:solidFill>
                  <a:srgbClr val="0070C0"/>
                </a:solidFill>
                <a:effectLst/>
                <a:uLnTx/>
                <a:uFillTx/>
                <a:latin typeface="Boehringer Forward Text"/>
                <a:ea typeface="+mn-ea"/>
                <a:cs typeface="+mn-cs"/>
              </a:rPr>
              <a:t>Mar. 2026</a:t>
            </a:r>
            <a:r>
              <a:rPr kumimoji="0" lang="en-US" altLang="zh-CN" sz="1400" b="0" i="0" u="none" strike="noStrike" kern="1200" cap="none" spc="0" normalizeH="0" baseline="0" noProof="0">
                <a:ln>
                  <a:noFill/>
                </a:ln>
                <a:solidFill>
                  <a:srgbClr val="0070C0"/>
                </a:solidFill>
                <a:effectLst/>
                <a:uLnTx/>
                <a:uFillTx/>
                <a:latin typeface="Boehringer Forward Text"/>
                <a:ea typeface="+mn-ea"/>
                <a:cs typeface="+mn-cs"/>
              </a:rPr>
              <a:t>: Intelligence from Industry (RDPAC)</a:t>
            </a:r>
            <a:endParaRPr kumimoji="0" lang="zh-CN" altLang="en-US" sz="1400" b="0" i="1" u="none" strike="noStrike" kern="1200" cap="none" spc="0" normalizeH="0" baseline="0" noProof="0">
              <a:ln>
                <a:noFill/>
              </a:ln>
              <a:solidFill>
                <a:srgbClr val="0070C0"/>
              </a:solidFill>
              <a:effectLst/>
              <a:uLnTx/>
              <a:uFillTx/>
              <a:latin typeface="Boehringer Forward Text"/>
              <a:ea typeface="+mn-ea"/>
              <a:cs typeface="+mn-cs"/>
            </a:endParaRPr>
          </a:p>
        </p:txBody>
      </p:sp>
      <p:sp>
        <p:nvSpPr>
          <p:cNvPr id="6" name="文本框 5">
            <a:extLst>
              <a:ext uri="{FF2B5EF4-FFF2-40B4-BE49-F238E27FC236}">
                <a16:creationId xmlns:a16="http://schemas.microsoft.com/office/drawing/2014/main" id="{861F4B23-527F-64AB-6D21-35EEEF4855E5}"/>
              </a:ext>
            </a:extLst>
          </p:cNvPr>
          <p:cNvSpPr txBox="1"/>
          <p:nvPr/>
        </p:nvSpPr>
        <p:spPr bwMode="gray">
          <a:xfrm>
            <a:off x="4012137" y="3348780"/>
            <a:ext cx="7056782" cy="21544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Global team prepare questions with position supporting by data in BB</a:t>
            </a:r>
          </a:p>
        </p:txBody>
      </p:sp>
      <p:sp>
        <p:nvSpPr>
          <p:cNvPr id="7" name="文本框 6">
            <a:extLst>
              <a:ext uri="{FF2B5EF4-FFF2-40B4-BE49-F238E27FC236}">
                <a16:creationId xmlns:a16="http://schemas.microsoft.com/office/drawing/2014/main" id="{C462A53D-E377-BD34-EF32-60E324109F4D}"/>
              </a:ext>
            </a:extLst>
          </p:cNvPr>
          <p:cNvSpPr txBox="1"/>
          <p:nvPr/>
        </p:nvSpPr>
        <p:spPr bwMode="gray">
          <a:xfrm>
            <a:off x="3755312" y="5015730"/>
            <a:ext cx="8088345" cy="1231106"/>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Tirzepatide</a:t>
            </a: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 with 4 strengths (Lilly): provide 3 batches for each strength for QC testing</a:t>
            </a:r>
          </a:p>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Semaglutide</a:t>
            </a: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 with 5 strengths(</a:t>
            </a:r>
            <a:r>
              <a:rPr kumimoji="0" lang="en-US" altLang="zh-CN" sz="1400" b="0" i="0" u="none" strike="noStrike" kern="1200" cap="none" spc="0" normalizeH="0" baseline="0" noProof="0" err="1">
                <a:ln>
                  <a:noFill/>
                </a:ln>
                <a:solidFill>
                  <a:prstClr val="black"/>
                </a:solidFill>
                <a:effectLst/>
                <a:uLnTx/>
                <a:uFillTx/>
                <a:latin typeface="Boehringer Forward Text"/>
                <a:ea typeface="+mn-ea"/>
                <a:cs typeface="+mn-cs"/>
              </a:rPr>
              <a:t>Novonordisk</a:t>
            </a: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 Provide 3 baches for each strength  for QC testing</a:t>
            </a:r>
          </a:p>
          <a:p>
            <a:pPr marL="180000" marR="0" lvl="0" indent="-1800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General intelligence</a:t>
            </a: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 no real case heard to get batch reduction for QC samples except rare disease products or products defined as same formulation cross different strengths of drug product</a:t>
            </a:r>
            <a:endParaRPr kumimoji="0" lang="zh-CN" altLang="en-US" sz="140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35587634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BFE68FC-6C34-3552-F31F-52F0713E859C}"/>
            </a:ext>
          </a:extLst>
        </p:cNvPr>
        <p:cNvGrpSpPr/>
        <p:nvPr/>
      </p:nvGrpSpPr>
      <p:grpSpPr>
        <a:xfrm>
          <a:off x="0" y="0"/>
          <a:ext cx="0" cy="0"/>
          <a:chOff x="0" y="0"/>
          <a:chExt cx="0" cy="0"/>
        </a:xfrm>
      </p:grpSpPr>
      <p:sp>
        <p:nvSpPr>
          <p:cNvPr id="39" name="Shape 1021">
            <a:extLst>
              <a:ext uri="{FF2B5EF4-FFF2-40B4-BE49-F238E27FC236}">
                <a16:creationId xmlns:a16="http://schemas.microsoft.com/office/drawing/2014/main" id="{F8FD585C-F769-9F19-2194-91F6209FBEC4}"/>
              </a:ext>
            </a:extLst>
          </p:cNvPr>
          <p:cNvSpPr/>
          <p:nvPr/>
        </p:nvSpPr>
        <p:spPr>
          <a:xfrm>
            <a:off x="0" y="4784835"/>
            <a:ext cx="12192000" cy="1021772"/>
          </a:xfrm>
          <a:prstGeom prst="rect">
            <a:avLst/>
          </a:prstGeom>
          <a:solidFill>
            <a:srgbClr val="F2F2F2">
              <a:alpha val="89804"/>
            </a:srgbClr>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p>
            <a:pPr marL="144000" marR="0" lvl="1" indent="0" algn="l" defTabSz="457200" rtl="0" eaLnBrk="1" fontAlgn="auto" latinLnBrk="0" hangingPunct="1">
              <a:lnSpc>
                <a:spcPct val="90000"/>
              </a:lnSpc>
              <a:spcBef>
                <a:spcPts val="0"/>
              </a:spcBef>
              <a:spcAft>
                <a:spcPts val="0"/>
              </a:spcAft>
              <a:buClrTx/>
              <a:buSzTx/>
              <a:buFontTx/>
              <a:buNone/>
              <a:tabLst/>
              <a:defRPr sz="1800"/>
            </a:pPr>
            <a:endParaRPr kumimoji="0" sz="1400" b="1" i="0" u="none" strike="noStrike" kern="0" cap="none" spc="-41" normalizeH="0" baseline="0" noProof="0">
              <a:ln>
                <a:noFill/>
              </a:ln>
              <a:solidFill>
                <a:srgbClr val="FFFFFF"/>
              </a:solidFill>
              <a:effectLst/>
              <a:uLnTx/>
              <a:uFillTx/>
              <a:latin typeface="Boehringer Forward Text"/>
              <a:ea typeface="Rajdhani Semibold"/>
              <a:cs typeface="Raleway"/>
              <a:sym typeface="Rajdhani Semibold"/>
            </a:endParaRPr>
          </a:p>
        </p:txBody>
      </p:sp>
      <p:sp>
        <p:nvSpPr>
          <p:cNvPr id="2" name="标题 1">
            <a:extLst>
              <a:ext uri="{FF2B5EF4-FFF2-40B4-BE49-F238E27FC236}">
                <a16:creationId xmlns:a16="http://schemas.microsoft.com/office/drawing/2014/main" id="{555BDAD8-2234-C578-44A3-AA995C0FAF37}"/>
              </a:ext>
            </a:extLst>
          </p:cNvPr>
          <p:cNvSpPr>
            <a:spLocks noGrp="1"/>
          </p:cNvSpPr>
          <p:nvPr>
            <p:ph type="title"/>
          </p:nvPr>
        </p:nvSpPr>
        <p:spPr/>
        <p:txBody>
          <a:bodyPr/>
          <a:lstStyle/>
          <a:p>
            <a:r>
              <a:rPr lang="en-US" altLang="zh-CN"/>
              <a:t>China NDA submission pathway</a:t>
            </a:r>
            <a:endParaRPr lang="zh-CN" altLang="en-US"/>
          </a:p>
        </p:txBody>
      </p:sp>
      <p:sp>
        <p:nvSpPr>
          <p:cNvPr id="5" name="灯片编号占位符 4">
            <a:extLst>
              <a:ext uri="{FF2B5EF4-FFF2-40B4-BE49-F238E27FC236}">
                <a16:creationId xmlns:a16="http://schemas.microsoft.com/office/drawing/2014/main" id="{3072AB72-9BB2-DD48-E806-F0B7CB7F0F4C}"/>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US" sz="800" b="0" i="0" u="none" strike="noStrike" kern="1200" cap="none" spc="0" normalizeH="0" baseline="0" noProof="0" smtClean="0">
                <a:ln>
                  <a:noFill/>
                </a:ln>
                <a:solidFill>
                  <a:srgbClr val="08312A"/>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16</a:t>
            </a:fld>
            <a:endParaRPr kumimoji="0" lang="en-US" sz="800" b="0" i="0" u="none" strike="noStrike" kern="1200" cap="none" spc="0" normalizeH="0" baseline="0" noProof="0">
              <a:ln>
                <a:noFill/>
              </a:ln>
              <a:solidFill>
                <a:srgbClr val="08312A"/>
              </a:solidFill>
              <a:effectLst/>
              <a:uLnTx/>
              <a:uFillTx/>
              <a:latin typeface="Arial"/>
              <a:cs typeface="Arial"/>
              <a:sym typeface="Arial"/>
            </a:endParaRPr>
          </a:p>
        </p:txBody>
      </p:sp>
      <p:graphicFrame>
        <p:nvGraphicFramePr>
          <p:cNvPr id="4" name="表格 3">
            <a:extLst>
              <a:ext uri="{FF2B5EF4-FFF2-40B4-BE49-F238E27FC236}">
                <a16:creationId xmlns:a16="http://schemas.microsoft.com/office/drawing/2014/main" id="{D24A34D8-7ED2-CE7C-F0AA-2AF75ED3EE3D}"/>
              </a:ext>
            </a:extLst>
          </p:cNvPr>
          <p:cNvGraphicFramePr>
            <a:graphicFrameLocks noGrp="1"/>
          </p:cNvGraphicFramePr>
          <p:nvPr/>
        </p:nvGraphicFramePr>
        <p:xfrm>
          <a:off x="2421155" y="1183644"/>
          <a:ext cx="8716960" cy="502920"/>
        </p:xfrm>
        <a:graphic>
          <a:graphicData uri="http://schemas.openxmlformats.org/drawingml/2006/table">
            <a:tbl>
              <a:tblPr firstRow="1" bandRow="1">
                <a:tableStyleId>{2D5ABB26-0587-4C30-8999-92F81FD0307C}</a:tableStyleId>
              </a:tblPr>
              <a:tblGrid>
                <a:gridCol w="544810">
                  <a:extLst>
                    <a:ext uri="{9D8B030D-6E8A-4147-A177-3AD203B41FA5}">
                      <a16:colId xmlns:a16="http://schemas.microsoft.com/office/drawing/2014/main" val="966524283"/>
                    </a:ext>
                  </a:extLst>
                </a:gridCol>
                <a:gridCol w="544810">
                  <a:extLst>
                    <a:ext uri="{9D8B030D-6E8A-4147-A177-3AD203B41FA5}">
                      <a16:colId xmlns:a16="http://schemas.microsoft.com/office/drawing/2014/main" val="2914524192"/>
                    </a:ext>
                  </a:extLst>
                </a:gridCol>
                <a:gridCol w="544810">
                  <a:extLst>
                    <a:ext uri="{9D8B030D-6E8A-4147-A177-3AD203B41FA5}">
                      <a16:colId xmlns:a16="http://schemas.microsoft.com/office/drawing/2014/main" val="3223386724"/>
                    </a:ext>
                  </a:extLst>
                </a:gridCol>
                <a:gridCol w="544810">
                  <a:extLst>
                    <a:ext uri="{9D8B030D-6E8A-4147-A177-3AD203B41FA5}">
                      <a16:colId xmlns:a16="http://schemas.microsoft.com/office/drawing/2014/main" val="1619772037"/>
                    </a:ext>
                  </a:extLst>
                </a:gridCol>
                <a:gridCol w="544810">
                  <a:extLst>
                    <a:ext uri="{9D8B030D-6E8A-4147-A177-3AD203B41FA5}">
                      <a16:colId xmlns:a16="http://schemas.microsoft.com/office/drawing/2014/main" val="3726612082"/>
                    </a:ext>
                  </a:extLst>
                </a:gridCol>
                <a:gridCol w="544810">
                  <a:extLst>
                    <a:ext uri="{9D8B030D-6E8A-4147-A177-3AD203B41FA5}">
                      <a16:colId xmlns:a16="http://schemas.microsoft.com/office/drawing/2014/main" val="635786940"/>
                    </a:ext>
                  </a:extLst>
                </a:gridCol>
                <a:gridCol w="544810">
                  <a:extLst>
                    <a:ext uri="{9D8B030D-6E8A-4147-A177-3AD203B41FA5}">
                      <a16:colId xmlns:a16="http://schemas.microsoft.com/office/drawing/2014/main" val="1136048759"/>
                    </a:ext>
                  </a:extLst>
                </a:gridCol>
                <a:gridCol w="544810">
                  <a:extLst>
                    <a:ext uri="{9D8B030D-6E8A-4147-A177-3AD203B41FA5}">
                      <a16:colId xmlns:a16="http://schemas.microsoft.com/office/drawing/2014/main" val="1140003009"/>
                    </a:ext>
                  </a:extLst>
                </a:gridCol>
                <a:gridCol w="544810">
                  <a:extLst>
                    <a:ext uri="{9D8B030D-6E8A-4147-A177-3AD203B41FA5}">
                      <a16:colId xmlns:a16="http://schemas.microsoft.com/office/drawing/2014/main" val="939531463"/>
                    </a:ext>
                  </a:extLst>
                </a:gridCol>
                <a:gridCol w="544810">
                  <a:extLst>
                    <a:ext uri="{9D8B030D-6E8A-4147-A177-3AD203B41FA5}">
                      <a16:colId xmlns:a16="http://schemas.microsoft.com/office/drawing/2014/main" val="4228540021"/>
                    </a:ext>
                  </a:extLst>
                </a:gridCol>
                <a:gridCol w="544810">
                  <a:extLst>
                    <a:ext uri="{9D8B030D-6E8A-4147-A177-3AD203B41FA5}">
                      <a16:colId xmlns:a16="http://schemas.microsoft.com/office/drawing/2014/main" val="4155574205"/>
                    </a:ext>
                  </a:extLst>
                </a:gridCol>
                <a:gridCol w="544810">
                  <a:extLst>
                    <a:ext uri="{9D8B030D-6E8A-4147-A177-3AD203B41FA5}">
                      <a16:colId xmlns:a16="http://schemas.microsoft.com/office/drawing/2014/main" val="1900893941"/>
                    </a:ext>
                  </a:extLst>
                </a:gridCol>
                <a:gridCol w="544810">
                  <a:extLst>
                    <a:ext uri="{9D8B030D-6E8A-4147-A177-3AD203B41FA5}">
                      <a16:colId xmlns:a16="http://schemas.microsoft.com/office/drawing/2014/main" val="3396155579"/>
                    </a:ext>
                  </a:extLst>
                </a:gridCol>
                <a:gridCol w="544810">
                  <a:extLst>
                    <a:ext uri="{9D8B030D-6E8A-4147-A177-3AD203B41FA5}">
                      <a16:colId xmlns:a16="http://schemas.microsoft.com/office/drawing/2014/main" val="2951432415"/>
                    </a:ext>
                  </a:extLst>
                </a:gridCol>
                <a:gridCol w="544810">
                  <a:extLst>
                    <a:ext uri="{9D8B030D-6E8A-4147-A177-3AD203B41FA5}">
                      <a16:colId xmlns:a16="http://schemas.microsoft.com/office/drawing/2014/main" val="4247188353"/>
                    </a:ext>
                  </a:extLst>
                </a:gridCol>
                <a:gridCol w="544810">
                  <a:extLst>
                    <a:ext uri="{9D8B030D-6E8A-4147-A177-3AD203B41FA5}">
                      <a16:colId xmlns:a16="http://schemas.microsoft.com/office/drawing/2014/main" val="2660540714"/>
                    </a:ext>
                  </a:extLst>
                </a:gridCol>
              </a:tblGrid>
              <a:tr h="256699">
                <a:tc gridSpan="2">
                  <a:txBody>
                    <a:bodyPr/>
                    <a:lstStyle/>
                    <a:p>
                      <a:pPr algn="ctr"/>
                      <a:r>
                        <a:rPr lang="en-US" altLang="zh-CN" sz="1200" b="1" i="1">
                          <a:solidFill>
                            <a:schemeClr val="bg1"/>
                          </a:solidFill>
                        </a:rPr>
                        <a:t>2026</a:t>
                      </a: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hMerge="1">
                  <a:txBody>
                    <a:bodyPr/>
                    <a:lstStyle/>
                    <a:p>
                      <a:pPr algn="ct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gridSpan="4">
                  <a:txBody>
                    <a:bodyPr/>
                    <a:lstStyle/>
                    <a:p>
                      <a:pPr algn="ctr"/>
                      <a:r>
                        <a:rPr lang="en-US" altLang="zh-CN" sz="1200" b="1" i="1">
                          <a:solidFill>
                            <a:schemeClr val="bg1"/>
                          </a:solidFill>
                        </a:rPr>
                        <a:t>2027</a:t>
                      </a: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gridSpan="4">
                  <a:txBody>
                    <a:bodyPr/>
                    <a:lstStyle/>
                    <a:p>
                      <a:pPr algn="ctr"/>
                      <a:r>
                        <a:rPr lang="en-US" altLang="zh-CN" sz="1200" b="1" i="1">
                          <a:solidFill>
                            <a:schemeClr val="bg1"/>
                          </a:solidFill>
                        </a:rPr>
                        <a:t>2028</a:t>
                      </a: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gridSpan="4">
                  <a:txBody>
                    <a:bodyPr/>
                    <a:lstStyle/>
                    <a:p>
                      <a:pPr algn="ctr"/>
                      <a:r>
                        <a:rPr lang="en-US" altLang="zh-CN" sz="1200" b="1" i="1">
                          <a:solidFill>
                            <a:schemeClr val="bg1"/>
                          </a:solidFill>
                        </a:rPr>
                        <a:t>2029</a:t>
                      </a: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tc gridSpan="2">
                  <a:txBody>
                    <a:bodyPr/>
                    <a:lstStyle/>
                    <a:p>
                      <a:pPr algn="ctr"/>
                      <a:r>
                        <a:rPr lang="en-US" altLang="zh-CN" sz="1200" b="1" i="1">
                          <a:solidFill>
                            <a:schemeClr val="bg1"/>
                          </a:solidFill>
                        </a:rPr>
                        <a:t>2030</a:t>
                      </a:r>
                      <a:endParaRPr lang="zh-CN" altLang="en-US" sz="1200" b="1" i="1">
                        <a:solidFill>
                          <a:schemeClr val="bg1"/>
                        </a:solidFill>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solidFill>
                  </a:tcPr>
                </a:tc>
                <a:tc hMerge="1">
                  <a:txBody>
                    <a:bodyPr/>
                    <a:lstStyle/>
                    <a:p>
                      <a:endParaRPr lang="zh-CN" altLang="en-US" sz="120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67750494"/>
                  </a:ext>
                </a:extLst>
              </a:tr>
              <a:tr h="225712">
                <a:tc>
                  <a:txBody>
                    <a:bodyPr/>
                    <a:lstStyle/>
                    <a:p>
                      <a:pPr algn="ctr"/>
                      <a:r>
                        <a:rPr lang="en-US" altLang="zh-CN" sz="900" b="1">
                          <a:solidFill>
                            <a:schemeClr val="tx1"/>
                          </a:solidFill>
                        </a:rPr>
                        <a:t>Q3</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Q4</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Q1</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Q2</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Q3</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Q4</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Q1</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Q2</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Q3</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Q4</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Q1</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Q2</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Q3</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Q4</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Q1</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tc>
                  <a:txBody>
                    <a:bodyPr/>
                    <a:lstStyle/>
                    <a:p>
                      <a:pPr algn="ctr"/>
                      <a:r>
                        <a:rPr lang="en-US" altLang="zh-CN" sz="900" b="1">
                          <a:solidFill>
                            <a:schemeClr val="tx1"/>
                          </a:solidFill>
                        </a:rPr>
                        <a:t>Q2</a:t>
                      </a:r>
                      <a:endParaRPr lang="zh-CN" altLang="en-US" sz="900" b="1">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10000"/>
                        <a:lumOff val="90000"/>
                      </a:schemeClr>
                    </a:solidFill>
                  </a:tcPr>
                </a:tc>
                <a:extLst>
                  <a:ext uri="{0D108BD9-81ED-4DB2-BD59-A6C34878D82A}">
                    <a16:rowId xmlns:a16="http://schemas.microsoft.com/office/drawing/2014/main" val="2942117136"/>
                  </a:ext>
                </a:extLst>
              </a:tr>
            </a:tbl>
          </a:graphicData>
        </a:graphic>
      </p:graphicFrame>
      <p:cxnSp>
        <p:nvCxnSpPr>
          <p:cNvPr id="18" name="直接连接符 17">
            <a:extLst>
              <a:ext uri="{FF2B5EF4-FFF2-40B4-BE49-F238E27FC236}">
                <a16:creationId xmlns:a16="http://schemas.microsoft.com/office/drawing/2014/main" id="{C7F46B6D-5E71-7D15-F4FE-C9CF0B394420}"/>
              </a:ext>
            </a:extLst>
          </p:cNvPr>
          <p:cNvCxnSpPr>
            <a:cxnSpLocks/>
          </p:cNvCxnSpPr>
          <p:nvPr/>
        </p:nvCxnSpPr>
        <p:spPr bwMode="gray">
          <a:xfrm>
            <a:off x="3552358" y="2242333"/>
            <a:ext cx="2844000" cy="0"/>
          </a:xfrm>
          <a:prstGeom prst="line">
            <a:avLst/>
          </a:prstGeom>
          <a:ln w="28575"/>
        </p:spPr>
        <p:style>
          <a:lnRef idx="1">
            <a:schemeClr val="accent2"/>
          </a:lnRef>
          <a:fillRef idx="0">
            <a:schemeClr val="accent2"/>
          </a:fillRef>
          <a:effectRef idx="0">
            <a:schemeClr val="accent2"/>
          </a:effectRef>
          <a:fontRef idx="minor">
            <a:schemeClr val="tx1"/>
          </a:fontRef>
        </p:style>
      </p:cxnSp>
      <p:cxnSp>
        <p:nvCxnSpPr>
          <p:cNvPr id="21" name="直接连接符 20">
            <a:extLst>
              <a:ext uri="{FF2B5EF4-FFF2-40B4-BE49-F238E27FC236}">
                <a16:creationId xmlns:a16="http://schemas.microsoft.com/office/drawing/2014/main" id="{BAFBE955-553B-8C43-AC86-330F831BE107}"/>
              </a:ext>
            </a:extLst>
          </p:cNvPr>
          <p:cNvCxnSpPr>
            <a:cxnSpLocks/>
          </p:cNvCxnSpPr>
          <p:nvPr/>
        </p:nvCxnSpPr>
        <p:spPr bwMode="gray">
          <a:xfrm>
            <a:off x="6454562" y="2242333"/>
            <a:ext cx="2268000" cy="0"/>
          </a:xfrm>
          <a:prstGeom prst="line">
            <a:avLst/>
          </a:prstGeom>
          <a:ln w="28575">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16" name="椭圆 15">
            <a:extLst>
              <a:ext uri="{FF2B5EF4-FFF2-40B4-BE49-F238E27FC236}">
                <a16:creationId xmlns:a16="http://schemas.microsoft.com/office/drawing/2014/main" id="{8C62824B-C6F7-D3CF-1C8A-9EA7C4AA34F9}"/>
              </a:ext>
            </a:extLst>
          </p:cNvPr>
          <p:cNvSpPr/>
          <p:nvPr/>
        </p:nvSpPr>
        <p:spPr bwMode="gray">
          <a:xfrm>
            <a:off x="3498358" y="2188333"/>
            <a:ext cx="108000" cy="108000"/>
          </a:xfrm>
          <a:prstGeom prst="ellipse">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9" name="星形: 五角 18">
            <a:extLst>
              <a:ext uri="{FF2B5EF4-FFF2-40B4-BE49-F238E27FC236}">
                <a16:creationId xmlns:a16="http://schemas.microsoft.com/office/drawing/2014/main" id="{0119BB8B-1A03-D67A-3C90-940A2DDA90C5}"/>
              </a:ext>
            </a:extLst>
          </p:cNvPr>
          <p:cNvSpPr/>
          <p:nvPr/>
        </p:nvSpPr>
        <p:spPr bwMode="gray">
          <a:xfrm>
            <a:off x="6379611" y="2161606"/>
            <a:ext cx="149902" cy="161454"/>
          </a:xfrm>
          <a:prstGeom prst="star5">
            <a:avLst/>
          </a:prstGeom>
          <a:solidFill>
            <a:srgbClr val="FF0000"/>
          </a:solidFill>
          <a:ln w="635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0" name="星形: 五角 19">
            <a:extLst>
              <a:ext uri="{FF2B5EF4-FFF2-40B4-BE49-F238E27FC236}">
                <a16:creationId xmlns:a16="http://schemas.microsoft.com/office/drawing/2014/main" id="{C826FA0D-3C75-9603-9C39-A92A589FE0EB}"/>
              </a:ext>
            </a:extLst>
          </p:cNvPr>
          <p:cNvSpPr/>
          <p:nvPr/>
        </p:nvSpPr>
        <p:spPr bwMode="gray">
          <a:xfrm>
            <a:off x="8658840" y="2161606"/>
            <a:ext cx="149902" cy="161454"/>
          </a:xfrm>
          <a:prstGeom prst="star5">
            <a:avLst/>
          </a:prstGeom>
          <a:solidFill>
            <a:srgbClr val="FF0000"/>
          </a:solidFill>
          <a:ln w="635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2" name="文本框 21">
            <a:extLst>
              <a:ext uri="{FF2B5EF4-FFF2-40B4-BE49-F238E27FC236}">
                <a16:creationId xmlns:a16="http://schemas.microsoft.com/office/drawing/2014/main" id="{05B5EBD6-7C28-9534-1879-C79E58E03B51}"/>
              </a:ext>
            </a:extLst>
          </p:cNvPr>
          <p:cNvSpPr txBox="1"/>
          <p:nvPr/>
        </p:nvSpPr>
        <p:spPr bwMode="gray">
          <a:xfrm>
            <a:off x="3515152" y="2350333"/>
            <a:ext cx="946609" cy="32316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Sub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Jan 2027</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3" name="文本框 22">
            <a:extLst>
              <a:ext uri="{FF2B5EF4-FFF2-40B4-BE49-F238E27FC236}">
                <a16:creationId xmlns:a16="http://schemas.microsoft.com/office/drawing/2014/main" id="{4F58AD89-8486-DF38-A855-1B33C3546F95}"/>
              </a:ext>
            </a:extLst>
          </p:cNvPr>
          <p:cNvSpPr txBox="1"/>
          <p:nvPr/>
        </p:nvSpPr>
        <p:spPr bwMode="gray">
          <a:xfrm>
            <a:off x="5984386" y="2329186"/>
            <a:ext cx="946609" cy="48474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Obesity/AI Appr.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Apr – Jul 2028</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4" name="文本框 23">
            <a:extLst>
              <a:ext uri="{FF2B5EF4-FFF2-40B4-BE49-F238E27FC236}">
                <a16:creationId xmlns:a16="http://schemas.microsoft.com/office/drawing/2014/main" id="{0F404B8D-9BC7-E131-8A8C-06B0FCF70F92}"/>
              </a:ext>
            </a:extLst>
          </p:cNvPr>
          <p:cNvSpPr txBox="1"/>
          <p:nvPr/>
        </p:nvSpPr>
        <p:spPr bwMode="gray">
          <a:xfrm>
            <a:off x="8193585" y="2329186"/>
            <a:ext cx="1080411" cy="48474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Obesity/PEN Appr.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Apr – Jul 2029</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25" name="直接连接符 24">
            <a:extLst>
              <a:ext uri="{FF2B5EF4-FFF2-40B4-BE49-F238E27FC236}">
                <a16:creationId xmlns:a16="http://schemas.microsoft.com/office/drawing/2014/main" id="{B11E1890-5616-3149-9713-6964BD3FEA95}"/>
              </a:ext>
            </a:extLst>
          </p:cNvPr>
          <p:cNvCxnSpPr>
            <a:cxnSpLocks/>
          </p:cNvCxnSpPr>
          <p:nvPr/>
        </p:nvCxnSpPr>
        <p:spPr bwMode="gray">
          <a:xfrm>
            <a:off x="5503513" y="3132535"/>
            <a:ext cx="2052000" cy="0"/>
          </a:xfrm>
          <a:prstGeom prst="line">
            <a:avLst/>
          </a:prstGeom>
          <a:ln w="28575">
            <a:solidFill>
              <a:schemeClr val="accent4"/>
            </a:solidFill>
          </a:ln>
        </p:spPr>
        <p:style>
          <a:lnRef idx="1">
            <a:schemeClr val="accent2"/>
          </a:lnRef>
          <a:fillRef idx="0">
            <a:schemeClr val="accent2"/>
          </a:fillRef>
          <a:effectRef idx="0">
            <a:schemeClr val="accent2"/>
          </a:effectRef>
          <a:fontRef idx="minor">
            <a:schemeClr val="tx1"/>
          </a:fontRef>
        </p:style>
      </p:cxnSp>
      <p:sp>
        <p:nvSpPr>
          <p:cNvPr id="26" name="椭圆 25">
            <a:extLst>
              <a:ext uri="{FF2B5EF4-FFF2-40B4-BE49-F238E27FC236}">
                <a16:creationId xmlns:a16="http://schemas.microsoft.com/office/drawing/2014/main" id="{A8558E7D-2CE7-B3B2-82BC-03F8C14EC14A}"/>
              </a:ext>
            </a:extLst>
          </p:cNvPr>
          <p:cNvSpPr/>
          <p:nvPr/>
        </p:nvSpPr>
        <p:spPr bwMode="gray">
          <a:xfrm>
            <a:off x="5449513" y="3078535"/>
            <a:ext cx="108000" cy="108000"/>
          </a:xfrm>
          <a:prstGeom prst="ellipse">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7" name="文本框 26">
            <a:extLst>
              <a:ext uri="{FF2B5EF4-FFF2-40B4-BE49-F238E27FC236}">
                <a16:creationId xmlns:a16="http://schemas.microsoft.com/office/drawing/2014/main" id="{2AFC7478-F68C-3BD0-BE2D-834A38FD94CB}"/>
              </a:ext>
            </a:extLst>
          </p:cNvPr>
          <p:cNvSpPr txBox="1"/>
          <p:nvPr/>
        </p:nvSpPr>
        <p:spPr bwMode="gray">
          <a:xfrm>
            <a:off x="5488106" y="3256776"/>
            <a:ext cx="946609" cy="32316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Sub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Nov 2027</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8" name="星形: 五角 27">
            <a:extLst>
              <a:ext uri="{FF2B5EF4-FFF2-40B4-BE49-F238E27FC236}">
                <a16:creationId xmlns:a16="http://schemas.microsoft.com/office/drawing/2014/main" id="{94AC8384-5EF1-CFC4-78D2-20336D441552}"/>
              </a:ext>
            </a:extLst>
          </p:cNvPr>
          <p:cNvSpPr/>
          <p:nvPr/>
        </p:nvSpPr>
        <p:spPr bwMode="gray">
          <a:xfrm>
            <a:off x="7508129" y="3051808"/>
            <a:ext cx="149902" cy="161454"/>
          </a:xfrm>
          <a:prstGeom prst="star5">
            <a:avLst/>
          </a:prstGeom>
          <a:solidFill>
            <a:srgbClr val="FF0000"/>
          </a:solidFill>
          <a:ln w="635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9" name="文本框 28">
            <a:extLst>
              <a:ext uri="{FF2B5EF4-FFF2-40B4-BE49-F238E27FC236}">
                <a16:creationId xmlns:a16="http://schemas.microsoft.com/office/drawing/2014/main" id="{A2D1988E-3E83-328D-6292-38426951E022}"/>
              </a:ext>
            </a:extLst>
          </p:cNvPr>
          <p:cNvSpPr txBox="1"/>
          <p:nvPr/>
        </p:nvSpPr>
        <p:spPr bwMode="gray">
          <a:xfrm>
            <a:off x="6967388" y="3262682"/>
            <a:ext cx="1231384" cy="48474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MASH/PEN con. Appr.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Nov 2028</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grpSp>
        <p:nvGrpSpPr>
          <p:cNvPr id="43" name="组合 42">
            <a:extLst>
              <a:ext uri="{FF2B5EF4-FFF2-40B4-BE49-F238E27FC236}">
                <a16:creationId xmlns:a16="http://schemas.microsoft.com/office/drawing/2014/main" id="{C89F887D-A0A6-2E13-5A6D-4D12153B37F5}"/>
              </a:ext>
            </a:extLst>
          </p:cNvPr>
          <p:cNvGrpSpPr/>
          <p:nvPr/>
        </p:nvGrpSpPr>
        <p:grpSpPr>
          <a:xfrm>
            <a:off x="8098113" y="3939199"/>
            <a:ext cx="2715936" cy="686895"/>
            <a:chOff x="8145738" y="4316969"/>
            <a:chExt cx="2715936" cy="686895"/>
          </a:xfrm>
        </p:grpSpPr>
        <p:sp>
          <p:nvSpPr>
            <p:cNvPr id="30" name="等腰三角形 29">
              <a:extLst>
                <a:ext uri="{FF2B5EF4-FFF2-40B4-BE49-F238E27FC236}">
                  <a16:creationId xmlns:a16="http://schemas.microsoft.com/office/drawing/2014/main" id="{A08CEBB5-D0DB-4519-A63A-E25D80760BE1}"/>
                </a:ext>
              </a:extLst>
            </p:cNvPr>
            <p:cNvSpPr/>
            <p:nvPr/>
          </p:nvSpPr>
          <p:spPr bwMode="gray">
            <a:xfrm>
              <a:off x="8617430" y="4316969"/>
              <a:ext cx="144000" cy="144000"/>
            </a:xfrm>
            <a:prstGeom prst="triangle">
              <a:avLst/>
            </a:prstGeom>
            <a:solidFill>
              <a:schemeClr val="accent1"/>
            </a:solidFill>
            <a:ln w="635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1" name="文本框 30">
              <a:extLst>
                <a:ext uri="{FF2B5EF4-FFF2-40B4-BE49-F238E27FC236}">
                  <a16:creationId xmlns:a16="http://schemas.microsoft.com/office/drawing/2014/main" id="{3F2F2044-3690-8A95-B0EC-F0FBA0BE400B}"/>
                </a:ext>
              </a:extLst>
            </p:cNvPr>
            <p:cNvSpPr txBox="1"/>
            <p:nvPr/>
          </p:nvSpPr>
          <p:spPr bwMode="gray">
            <a:xfrm>
              <a:off x="8145738" y="4519116"/>
              <a:ext cx="1231384" cy="32316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NRDL cut-off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Apr. 2029*</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4" name="等腰三角形 33">
              <a:extLst>
                <a:ext uri="{FF2B5EF4-FFF2-40B4-BE49-F238E27FC236}">
                  <a16:creationId xmlns:a16="http://schemas.microsoft.com/office/drawing/2014/main" id="{F6CC5E2F-73B7-F184-350B-7CFBF5E2732E}"/>
                </a:ext>
              </a:extLst>
            </p:cNvPr>
            <p:cNvSpPr/>
            <p:nvPr/>
          </p:nvSpPr>
          <p:spPr bwMode="gray">
            <a:xfrm rot="5400000">
              <a:off x="10173982" y="4316969"/>
              <a:ext cx="144000" cy="144000"/>
            </a:xfrm>
            <a:prstGeom prst="triangle">
              <a:avLst/>
            </a:prstGeom>
            <a:solidFill>
              <a:schemeClr val="accent1"/>
            </a:solidFill>
            <a:ln w="6350">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5" name="文本框 34">
              <a:extLst>
                <a:ext uri="{FF2B5EF4-FFF2-40B4-BE49-F238E27FC236}">
                  <a16:creationId xmlns:a16="http://schemas.microsoft.com/office/drawing/2014/main" id="{80186152-B8F6-F472-4B8F-27D65C9036D4}"/>
                </a:ext>
              </a:extLst>
            </p:cNvPr>
            <p:cNvSpPr txBox="1"/>
            <p:nvPr/>
          </p:nvSpPr>
          <p:spPr bwMode="gray">
            <a:xfrm>
              <a:off x="9630290" y="4519116"/>
              <a:ext cx="1231384" cy="48474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NRDL implementation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Jan 2030</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36" name="文本框 35">
            <a:extLst>
              <a:ext uri="{FF2B5EF4-FFF2-40B4-BE49-F238E27FC236}">
                <a16:creationId xmlns:a16="http://schemas.microsoft.com/office/drawing/2014/main" id="{BAA4BAFE-E02C-03F7-2A9C-71806500902F}"/>
              </a:ext>
            </a:extLst>
          </p:cNvPr>
          <p:cNvSpPr txBox="1"/>
          <p:nvPr/>
        </p:nvSpPr>
        <p:spPr bwMode="gray">
          <a:xfrm>
            <a:off x="551700" y="4888017"/>
            <a:ext cx="11088600" cy="646331"/>
          </a:xfrm>
          <a:prstGeom prst="rect">
            <a:avLst/>
          </a:prstGeom>
          <a:noFill/>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To ensure timely NRDL submission in 2029,  it is recommended to get NDA approval by the end of April 2029*, </a:t>
            </a: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MASH approval should be secured by March 2029 (aligned with global brand team)</a:t>
            </a: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 Therefore, </a:t>
            </a:r>
            <a:r>
              <a:rPr kumimoji="0" lang="en-US" altLang="zh-CN" sz="1400" b="1" i="0" u="none" strike="noStrike" kern="1200" cap="none" spc="0" normalizeH="0" baseline="0" noProof="0">
                <a:ln>
                  <a:noFill/>
                </a:ln>
                <a:solidFill>
                  <a:srgbClr val="00E47C"/>
                </a:solidFill>
                <a:effectLst/>
                <a:uLnTx/>
                <a:uFillTx/>
                <a:latin typeface="Boehringer Forward Text"/>
                <a:ea typeface="+mn-ea"/>
                <a:cs typeface="+mn-cs"/>
              </a:rPr>
              <a:t>the full dossier must be ready by Jan/Feb 2028</a:t>
            </a: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a:t>
            </a:r>
            <a:endParaRPr kumimoji="0" lang="zh-CN" altLang="en-US" sz="14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 name="文本框 2">
            <a:extLst>
              <a:ext uri="{FF2B5EF4-FFF2-40B4-BE49-F238E27FC236}">
                <a16:creationId xmlns:a16="http://schemas.microsoft.com/office/drawing/2014/main" id="{4C6BA8CD-8886-ED3C-999C-CD28D90D8767}"/>
              </a:ext>
            </a:extLst>
          </p:cNvPr>
          <p:cNvSpPr txBox="1"/>
          <p:nvPr/>
        </p:nvSpPr>
        <p:spPr bwMode="gray">
          <a:xfrm>
            <a:off x="573744" y="2014146"/>
            <a:ext cx="2844000" cy="315920"/>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Current timeline:</a:t>
            </a:r>
            <a:endParaRPr kumimoji="0" lang="zh-CN" altLang="en-US" sz="16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 name="文本框 7">
            <a:extLst>
              <a:ext uri="{FF2B5EF4-FFF2-40B4-BE49-F238E27FC236}">
                <a16:creationId xmlns:a16="http://schemas.microsoft.com/office/drawing/2014/main" id="{2FC55534-1FDE-3E35-749C-39E68C63249D}"/>
              </a:ext>
            </a:extLst>
          </p:cNvPr>
          <p:cNvSpPr txBox="1"/>
          <p:nvPr/>
        </p:nvSpPr>
        <p:spPr bwMode="gray">
          <a:xfrm>
            <a:off x="3268843" y="2001603"/>
            <a:ext cx="94660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Obesity/AI </a:t>
            </a:r>
          </a:p>
        </p:txBody>
      </p:sp>
      <p:sp>
        <p:nvSpPr>
          <p:cNvPr id="9" name="矩形 8">
            <a:extLst>
              <a:ext uri="{FF2B5EF4-FFF2-40B4-BE49-F238E27FC236}">
                <a16:creationId xmlns:a16="http://schemas.microsoft.com/office/drawing/2014/main" id="{93295405-BF6F-DCF1-9F24-1E2C9E103CC5}"/>
              </a:ext>
            </a:extLst>
          </p:cNvPr>
          <p:cNvSpPr/>
          <p:nvPr/>
        </p:nvSpPr>
        <p:spPr bwMode="gray">
          <a:xfrm>
            <a:off x="3304844" y="2206333"/>
            <a:ext cx="72000" cy="72000"/>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12" name="直接连接符 11">
            <a:extLst>
              <a:ext uri="{FF2B5EF4-FFF2-40B4-BE49-F238E27FC236}">
                <a16:creationId xmlns:a16="http://schemas.microsoft.com/office/drawing/2014/main" id="{C5B3E1F0-F699-6A2A-251E-147D7005BD11}"/>
              </a:ext>
            </a:extLst>
          </p:cNvPr>
          <p:cNvCxnSpPr>
            <a:stCxn id="9" idx="3"/>
          </p:cNvCxnSpPr>
          <p:nvPr/>
        </p:nvCxnSpPr>
        <p:spPr bwMode="gray">
          <a:xfrm>
            <a:off x="3376844" y="2242333"/>
            <a:ext cx="117310" cy="0"/>
          </a:xfrm>
          <a:prstGeom prst="line">
            <a:avLst/>
          </a:prstGeom>
          <a:ln w="6350">
            <a:solidFill>
              <a:schemeClr val="tx2"/>
            </a:solidFill>
            <a:prstDash val="sysDash"/>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158AD40F-E388-CE6F-6476-289D3DC8FADD}"/>
              </a:ext>
            </a:extLst>
          </p:cNvPr>
          <p:cNvSpPr txBox="1"/>
          <p:nvPr/>
        </p:nvSpPr>
        <p:spPr bwMode="gray">
          <a:xfrm>
            <a:off x="2066925" y="2356204"/>
            <a:ext cx="1273919" cy="323165"/>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Full dossier ready</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Dec</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3" name="矩形 32">
            <a:extLst>
              <a:ext uri="{FF2B5EF4-FFF2-40B4-BE49-F238E27FC236}">
                <a16:creationId xmlns:a16="http://schemas.microsoft.com/office/drawing/2014/main" id="{D603CE57-BD51-C0D2-9FA6-2E82E14C330E}"/>
              </a:ext>
            </a:extLst>
          </p:cNvPr>
          <p:cNvSpPr/>
          <p:nvPr/>
        </p:nvSpPr>
        <p:spPr bwMode="gray">
          <a:xfrm>
            <a:off x="5260629" y="3099254"/>
            <a:ext cx="72000" cy="7200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20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37" name="直接连接符 36">
            <a:extLst>
              <a:ext uri="{FF2B5EF4-FFF2-40B4-BE49-F238E27FC236}">
                <a16:creationId xmlns:a16="http://schemas.microsoft.com/office/drawing/2014/main" id="{6BE4387A-8042-30C1-D6CB-AFEDB6F07583}"/>
              </a:ext>
            </a:extLst>
          </p:cNvPr>
          <p:cNvCxnSpPr>
            <a:cxnSpLocks/>
          </p:cNvCxnSpPr>
          <p:nvPr/>
        </p:nvCxnSpPr>
        <p:spPr bwMode="gray">
          <a:xfrm>
            <a:off x="5332629" y="3135254"/>
            <a:ext cx="117310" cy="0"/>
          </a:xfrm>
          <a:prstGeom prst="line">
            <a:avLst/>
          </a:prstGeom>
          <a:ln w="6350">
            <a:solidFill>
              <a:schemeClr val="accent4"/>
            </a:solidFill>
            <a:prstDash val="sysDash"/>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2D528403-C156-487E-D8C8-76DB1EFA0FDD}"/>
              </a:ext>
            </a:extLst>
          </p:cNvPr>
          <p:cNvSpPr txBox="1"/>
          <p:nvPr/>
        </p:nvSpPr>
        <p:spPr bwMode="gray">
          <a:xfrm>
            <a:off x="3962400" y="3263132"/>
            <a:ext cx="1332129" cy="323165"/>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Full dossier ready</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Oct</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1" name="文本框 40">
            <a:extLst>
              <a:ext uri="{FF2B5EF4-FFF2-40B4-BE49-F238E27FC236}">
                <a16:creationId xmlns:a16="http://schemas.microsoft.com/office/drawing/2014/main" id="{2C75C9DC-A8A8-2F7B-F3C4-FCD303F2472D}"/>
              </a:ext>
            </a:extLst>
          </p:cNvPr>
          <p:cNvSpPr txBox="1"/>
          <p:nvPr/>
        </p:nvSpPr>
        <p:spPr bwMode="gray">
          <a:xfrm>
            <a:off x="4974358" y="2922391"/>
            <a:ext cx="946609" cy="16158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MASH/PEN</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2" name="文本框 41">
            <a:extLst>
              <a:ext uri="{FF2B5EF4-FFF2-40B4-BE49-F238E27FC236}">
                <a16:creationId xmlns:a16="http://schemas.microsoft.com/office/drawing/2014/main" id="{DF53F570-3E3F-BFC2-ECFF-24C731962942}"/>
              </a:ext>
            </a:extLst>
          </p:cNvPr>
          <p:cNvSpPr txBox="1"/>
          <p:nvPr/>
        </p:nvSpPr>
        <p:spPr bwMode="gray">
          <a:xfrm>
            <a:off x="589304" y="4020812"/>
            <a:ext cx="2844000" cy="315920"/>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NRDL timeline:</a:t>
            </a:r>
            <a:endParaRPr kumimoji="0" lang="zh-CN" altLang="en-US" sz="16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4" name="文本框 43">
            <a:extLst>
              <a:ext uri="{FF2B5EF4-FFF2-40B4-BE49-F238E27FC236}">
                <a16:creationId xmlns:a16="http://schemas.microsoft.com/office/drawing/2014/main" id="{D170E33E-371F-9D21-8B65-F96FE76C3BE2}"/>
              </a:ext>
            </a:extLst>
          </p:cNvPr>
          <p:cNvSpPr txBox="1"/>
          <p:nvPr/>
        </p:nvSpPr>
        <p:spPr bwMode="gray">
          <a:xfrm>
            <a:off x="2068791" y="6401769"/>
            <a:ext cx="8878824" cy="197426"/>
          </a:xfrm>
          <a:prstGeom prst="rect">
            <a:avLst/>
          </a:prstGeom>
          <a:noFill/>
        </p:spPr>
        <p:txBody>
          <a:bodyPr wrap="square" lIns="0" tIns="0" rIns="0" bIns="0" rtlCol="0">
            <a:spAutoFit/>
          </a:bodyPr>
          <a:lstStyle/>
          <a:p>
            <a:pPr marL="171450" marR="0" lvl="0" indent="-17145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000" b="0" i="0" u="none" strike="noStrike" kern="1200" cap="none" spc="0" normalizeH="0" baseline="0" noProof="0">
                <a:ln>
                  <a:noFill/>
                </a:ln>
                <a:solidFill>
                  <a:prstClr val="black"/>
                </a:solidFill>
                <a:effectLst/>
                <a:uLnTx/>
                <a:uFillTx/>
                <a:latin typeface="Boehringer Forward Text"/>
                <a:ea typeface="+mn-ea"/>
                <a:cs typeface="+mn-cs"/>
              </a:rPr>
              <a:t>Based on 2025 NRDL adjustment policy, NDA approval cut-off date is end of June. Closely monitor NRDL adjustment policy in following years. </a:t>
            </a:r>
            <a:endParaRPr kumimoji="0" lang="zh-CN" altLang="en-US" sz="1000" b="0"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6" name="图片 5">
            <a:extLst>
              <a:ext uri="{FF2B5EF4-FFF2-40B4-BE49-F238E27FC236}">
                <a16:creationId xmlns:a16="http://schemas.microsoft.com/office/drawing/2014/main" id="{9E5AC3AB-C9EF-EA83-850E-F37B40F26609}"/>
              </a:ext>
            </a:extLst>
          </p:cNvPr>
          <p:cNvPicPr>
            <a:picLocks noChangeAspect="1"/>
          </p:cNvPicPr>
          <p:nvPr/>
        </p:nvPicPr>
        <p:blipFill rotWithShape="1">
          <a:blip r:embed="rId3"/>
          <a:srcRect l="31137" t="4897" r="28884" b="7515"/>
          <a:stretch/>
        </p:blipFill>
        <p:spPr>
          <a:xfrm>
            <a:off x="3058457" y="2006132"/>
            <a:ext cx="157304" cy="315921"/>
          </a:xfrm>
          <a:prstGeom prst="rect">
            <a:avLst/>
          </a:prstGeom>
        </p:spPr>
      </p:pic>
      <p:pic>
        <p:nvPicPr>
          <p:cNvPr id="7" name="图片 6">
            <a:extLst>
              <a:ext uri="{FF2B5EF4-FFF2-40B4-BE49-F238E27FC236}">
                <a16:creationId xmlns:a16="http://schemas.microsoft.com/office/drawing/2014/main" id="{594590AF-58C4-5011-5314-4610E71DC30A}"/>
              </a:ext>
            </a:extLst>
          </p:cNvPr>
          <p:cNvPicPr>
            <a:picLocks noChangeAspect="1"/>
          </p:cNvPicPr>
          <p:nvPr/>
        </p:nvPicPr>
        <p:blipFill>
          <a:blip r:embed="rId4"/>
          <a:stretch>
            <a:fillRect/>
          </a:stretch>
        </p:blipFill>
        <p:spPr>
          <a:xfrm>
            <a:off x="4956776" y="2933267"/>
            <a:ext cx="66276" cy="325723"/>
          </a:xfrm>
          <a:prstGeom prst="rect">
            <a:avLst/>
          </a:prstGeom>
        </p:spPr>
      </p:pic>
      <p:pic>
        <p:nvPicPr>
          <p:cNvPr id="10" name="图片 9">
            <a:extLst>
              <a:ext uri="{FF2B5EF4-FFF2-40B4-BE49-F238E27FC236}">
                <a16:creationId xmlns:a16="http://schemas.microsoft.com/office/drawing/2014/main" id="{299965D5-E85A-0F59-4CAB-C82993BE0DB0}"/>
              </a:ext>
            </a:extLst>
          </p:cNvPr>
          <p:cNvPicPr>
            <a:picLocks noChangeAspect="1"/>
          </p:cNvPicPr>
          <p:nvPr/>
        </p:nvPicPr>
        <p:blipFill>
          <a:blip r:embed="rId4"/>
          <a:stretch>
            <a:fillRect/>
          </a:stretch>
        </p:blipFill>
        <p:spPr>
          <a:xfrm>
            <a:off x="8224220" y="2303395"/>
            <a:ext cx="66276" cy="325723"/>
          </a:xfrm>
          <a:prstGeom prst="rect">
            <a:avLst/>
          </a:prstGeom>
        </p:spPr>
      </p:pic>
      <p:sp>
        <p:nvSpPr>
          <p:cNvPr id="11" name="文本框 10">
            <a:extLst>
              <a:ext uri="{FF2B5EF4-FFF2-40B4-BE49-F238E27FC236}">
                <a16:creationId xmlns:a16="http://schemas.microsoft.com/office/drawing/2014/main" id="{4BF2A13C-F5AF-521A-0C16-1D09BA31C998}"/>
              </a:ext>
            </a:extLst>
          </p:cNvPr>
          <p:cNvSpPr txBox="1"/>
          <p:nvPr/>
        </p:nvSpPr>
        <p:spPr bwMode="gray">
          <a:xfrm>
            <a:off x="8117385" y="3262682"/>
            <a:ext cx="1231384" cy="48474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1" i="0" u="none" strike="noStrike" kern="1200" cap="none" spc="0" normalizeH="0" baseline="0" noProof="0">
                <a:ln>
                  <a:noFill/>
                </a:ln>
                <a:solidFill>
                  <a:prstClr val="black"/>
                </a:solidFill>
                <a:effectLst/>
                <a:uLnTx/>
                <a:uFillTx/>
                <a:latin typeface="Boehringer Forward Text"/>
                <a:ea typeface="+mn-ea"/>
                <a:cs typeface="+mn-cs"/>
              </a:rPr>
              <a:t>Obesity +MASH/PEN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Apr-Jul 2029</a:t>
            </a:r>
            <a:endParaRPr kumimoji="0" lang="zh-CN" altLang="en-US"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 name="Star: 7 Points 25">
            <a:extLst>
              <a:ext uri="{FF2B5EF4-FFF2-40B4-BE49-F238E27FC236}">
                <a16:creationId xmlns:a16="http://schemas.microsoft.com/office/drawing/2014/main" id="{9BF15067-EFE6-EBF5-2E38-5D799AEBC242}"/>
              </a:ext>
            </a:extLst>
          </p:cNvPr>
          <p:cNvSpPr/>
          <p:nvPr/>
        </p:nvSpPr>
        <p:spPr bwMode="gray">
          <a:xfrm>
            <a:off x="8643077" y="3055062"/>
            <a:ext cx="180000" cy="180000"/>
          </a:xfrm>
          <a:prstGeom prst="star7">
            <a:avLst/>
          </a:prstGeom>
          <a:solidFill>
            <a:srgbClr val="C00000"/>
          </a:solidFill>
          <a:ln w="6350">
            <a:solidFill>
              <a:srgbClr val="C00000"/>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15" name="Straight Arrow Connector 1088">
            <a:extLst>
              <a:ext uri="{FF2B5EF4-FFF2-40B4-BE49-F238E27FC236}">
                <a16:creationId xmlns:a16="http://schemas.microsoft.com/office/drawing/2014/main" id="{2913F90F-8D9F-ED4C-9FC8-47269A7EC43B}"/>
              </a:ext>
            </a:extLst>
          </p:cNvPr>
          <p:cNvCxnSpPr>
            <a:cxnSpLocks/>
          </p:cNvCxnSpPr>
          <p:nvPr/>
        </p:nvCxnSpPr>
        <p:spPr bwMode="gray">
          <a:xfrm>
            <a:off x="8727512" y="2811254"/>
            <a:ext cx="0" cy="216000"/>
          </a:xfrm>
          <a:prstGeom prst="straightConnector1">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 name="对话气泡: 圆角矩形 44">
            <a:extLst>
              <a:ext uri="{FF2B5EF4-FFF2-40B4-BE49-F238E27FC236}">
                <a16:creationId xmlns:a16="http://schemas.microsoft.com/office/drawing/2014/main" id="{6F07BB63-6BF4-4EDD-AFA5-63B67471EB80}"/>
              </a:ext>
            </a:extLst>
          </p:cNvPr>
          <p:cNvSpPr/>
          <p:nvPr/>
        </p:nvSpPr>
        <p:spPr bwMode="gray">
          <a:xfrm>
            <a:off x="9656887" y="2142748"/>
            <a:ext cx="2253633" cy="1028506"/>
          </a:xfrm>
          <a:prstGeom prst="wedgeRoundRectCallout">
            <a:avLst>
              <a:gd name="adj1" fmla="val -76957"/>
              <a:gd name="adj2" fmla="val 46352"/>
              <a:gd name="adj3" fmla="val 16667"/>
            </a:avLst>
          </a:prstGeom>
          <a:solidFill>
            <a:schemeClr val="accent5">
              <a:lumMod val="40000"/>
              <a:lumOff val="60000"/>
            </a:schemeClr>
          </a:solidFill>
          <a:ln w="63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Boehringer Forward Text"/>
                <a:ea typeface="+mn-ea"/>
                <a:cs typeface="+mn-cs"/>
              </a:rPr>
              <a:t>Having </a:t>
            </a:r>
            <a:r>
              <a:rPr kumimoji="0" lang="en-US" altLang="zh-CN" sz="1200" b="1" i="0" u="none" strike="noStrike" kern="1200" cap="none" spc="0" normalizeH="0" baseline="0" noProof="0">
                <a:ln>
                  <a:noFill/>
                </a:ln>
                <a:solidFill>
                  <a:prstClr val="black"/>
                </a:solidFill>
                <a:effectLst/>
                <a:uLnTx/>
                <a:uFillTx/>
                <a:latin typeface="Boehringer Forward Text"/>
                <a:ea typeface="+mn-ea"/>
                <a:cs typeface="+mn-cs"/>
              </a:rPr>
              <a:t>2 indications </a:t>
            </a:r>
            <a:r>
              <a:rPr kumimoji="0" lang="en-US" altLang="zh-CN" sz="1200" b="0" i="0" u="none" strike="noStrike" kern="1200" cap="none" spc="0" normalizeH="0" baseline="0" noProof="0">
                <a:ln>
                  <a:noFill/>
                </a:ln>
                <a:solidFill>
                  <a:prstClr val="black"/>
                </a:solidFill>
                <a:effectLst/>
                <a:uLnTx/>
                <a:uFillTx/>
                <a:latin typeface="Boehringer Forward Text"/>
                <a:ea typeface="+mn-ea"/>
                <a:cs typeface="+mn-cs"/>
              </a:rPr>
              <a:t>(obesity &amp; MASH) in </a:t>
            </a:r>
            <a:r>
              <a:rPr kumimoji="0" lang="en-US" altLang="zh-CN" sz="1200" b="1" i="0" u="none" strike="noStrike" kern="1200" cap="none" spc="0" normalizeH="0" baseline="0" noProof="0">
                <a:ln>
                  <a:noFill/>
                </a:ln>
                <a:solidFill>
                  <a:prstClr val="black"/>
                </a:solidFill>
                <a:effectLst/>
                <a:uLnTx/>
                <a:uFillTx/>
                <a:latin typeface="Boehringer Forward Text"/>
                <a:ea typeface="+mn-ea"/>
                <a:cs typeface="+mn-cs"/>
              </a:rPr>
              <a:t>1 PEN </a:t>
            </a:r>
            <a:r>
              <a:rPr kumimoji="0" lang="en-US" altLang="zh-CN" sz="1200" b="0" i="0" u="none" strike="noStrike" kern="1200" cap="none" spc="0" normalizeH="0" baseline="0" noProof="0">
                <a:ln>
                  <a:noFill/>
                </a:ln>
                <a:solidFill>
                  <a:prstClr val="black"/>
                </a:solidFill>
                <a:effectLst/>
                <a:uLnTx/>
                <a:uFillTx/>
                <a:latin typeface="Boehringer Forward Text"/>
                <a:ea typeface="+mn-ea"/>
                <a:cs typeface="+mn-cs"/>
              </a:rPr>
              <a:t>with </a:t>
            </a:r>
            <a:r>
              <a:rPr kumimoji="0" lang="en-US" altLang="zh-CN" sz="1200" b="1" i="0" u="none" strike="noStrike" kern="1200" cap="none" spc="0" normalizeH="0" baseline="0" noProof="0">
                <a:ln>
                  <a:noFill/>
                </a:ln>
                <a:solidFill>
                  <a:prstClr val="black"/>
                </a:solidFill>
                <a:effectLst/>
                <a:uLnTx/>
                <a:uFillTx/>
                <a:latin typeface="Boehringer Forward Text"/>
                <a:ea typeface="+mn-ea"/>
                <a:cs typeface="+mn-cs"/>
              </a:rPr>
              <a:t>1 license </a:t>
            </a:r>
            <a:r>
              <a:rPr kumimoji="0" lang="en-US" altLang="zh-CN" sz="1200" b="0" i="0" u="none" strike="noStrike" kern="1200" cap="none" spc="0" normalizeH="0" baseline="0" noProof="0">
                <a:ln>
                  <a:noFill/>
                </a:ln>
                <a:solidFill>
                  <a:prstClr val="black"/>
                </a:solidFill>
                <a:effectLst/>
                <a:uLnTx/>
                <a:uFillTx/>
                <a:latin typeface="Boehringer Forward Text"/>
                <a:ea typeface="+mn-ea"/>
                <a:cs typeface="+mn-cs"/>
              </a:rPr>
              <a:t>in the market is the ultimate goal.</a:t>
            </a: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47" name="直接连接符 46">
            <a:extLst>
              <a:ext uri="{FF2B5EF4-FFF2-40B4-BE49-F238E27FC236}">
                <a16:creationId xmlns:a16="http://schemas.microsoft.com/office/drawing/2014/main" id="{5E87ED14-5242-02BE-20FC-7FDCD462C149}"/>
              </a:ext>
            </a:extLst>
          </p:cNvPr>
          <p:cNvCxnSpPr/>
          <p:nvPr/>
        </p:nvCxnSpPr>
        <p:spPr bwMode="gray">
          <a:xfrm>
            <a:off x="573744" y="3823630"/>
            <a:ext cx="11138831" cy="0"/>
          </a:xfrm>
          <a:prstGeom prst="line">
            <a:avLst/>
          </a:prstGeom>
          <a:ln>
            <a:solidFill>
              <a:schemeClr val="bg1">
                <a:lumMod val="85000"/>
              </a:schemeClr>
            </a:solidFill>
            <a:prstDash val="lgDash"/>
          </a:ln>
        </p:spPr>
        <p:style>
          <a:lnRef idx="1">
            <a:schemeClr val="accent6"/>
          </a:lnRef>
          <a:fillRef idx="0">
            <a:schemeClr val="accent6"/>
          </a:fillRef>
          <a:effectRef idx="0">
            <a:schemeClr val="accent6"/>
          </a:effectRef>
          <a:fontRef idx="minor">
            <a:schemeClr val="tx1"/>
          </a:fontRef>
        </p:style>
      </p:cxnSp>
    </p:spTree>
    <p:extLst>
      <p:ext uri="{BB962C8B-B14F-4D97-AF65-F5344CB8AC3E}">
        <p14:creationId xmlns:p14="http://schemas.microsoft.com/office/powerpoint/2010/main" val="4425066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C4FE8F-99DC-DDC5-B2BA-890487E4085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738908-CB23-5206-7B53-407E95124AC9}"/>
              </a:ext>
            </a:extLst>
          </p:cNvPr>
          <p:cNvSpPr>
            <a:spLocks noGrp="1"/>
          </p:cNvSpPr>
          <p:nvPr>
            <p:ph type="title"/>
          </p:nvPr>
        </p:nvSpPr>
        <p:spPr/>
        <p:txBody>
          <a:bodyPr/>
          <a:lstStyle/>
          <a:p>
            <a:r>
              <a:rPr lang="en-US" sz="2933"/>
              <a:t>Survodutide – China PI – indication proposal weight reduction</a:t>
            </a:r>
            <a:endParaRPr lang="en-US" sz="2933" b="0">
              <a:solidFill>
                <a:srgbClr val="000000"/>
              </a:solidFill>
            </a:endParaRPr>
          </a:p>
          <a:p>
            <a:endParaRPr lang="en-US" sz="2933">
              <a:solidFill>
                <a:srgbClr val="08312A"/>
              </a:solidFill>
            </a:endParaRPr>
          </a:p>
          <a:p>
            <a:endParaRPr lang="en-GB" sz="3200"/>
          </a:p>
        </p:txBody>
      </p:sp>
      <p:sp>
        <p:nvSpPr>
          <p:cNvPr id="5" name="Footer Placeholder 4">
            <a:extLst>
              <a:ext uri="{FF2B5EF4-FFF2-40B4-BE49-F238E27FC236}">
                <a16:creationId xmlns:a16="http://schemas.microsoft.com/office/drawing/2014/main" id="{BA2133F7-5547-BDEC-35FC-1DFB6C4A9DCC}"/>
              </a:ext>
            </a:extLst>
          </p:cNvPr>
          <p:cNvSpPr>
            <a:spLocks noGrp="1"/>
          </p:cNvSpPr>
          <p:nvPr>
            <p:ph type="ftr" sz="quarter" idx="19"/>
          </p:nvPr>
        </p:nvSpPr>
        <p:spPr>
          <a:xfrm>
            <a:off x="3959704" y="6246836"/>
            <a:ext cx="7392881" cy="288000"/>
          </a:xfrm>
        </p:spPr>
        <p:txBody>
          <a:bodyPr/>
          <a:lstStyle/>
          <a:p>
            <a:pPr marL="0" marR="0" lvl="0" indent="0" algn="r" defTabSz="914377"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BRC/ILC: Version 3.0, Effective Date: see Status Dates in VQD | BI-KMED-RA-TMP-0026     |    ONLY FOR INTERNAL USE</a:t>
            </a:r>
          </a:p>
        </p:txBody>
      </p:sp>
      <p:sp>
        <p:nvSpPr>
          <p:cNvPr id="6" name="Slide Number Placeholder 5">
            <a:extLst>
              <a:ext uri="{FF2B5EF4-FFF2-40B4-BE49-F238E27FC236}">
                <a16:creationId xmlns:a16="http://schemas.microsoft.com/office/drawing/2014/main" id="{FAAC617E-0B4B-345B-1645-7ADF1D009C98}"/>
              </a:ext>
            </a:extLst>
          </p:cNvPr>
          <p:cNvSpPr>
            <a:spLocks noGrp="1"/>
          </p:cNvSpPr>
          <p:nvPr>
            <p:ph type="sldNum" sz="quarter" idx="20"/>
          </p:nvPr>
        </p:nvSpPr>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a:ln>
                  <a:noFill/>
                </a:ln>
                <a:solidFill>
                  <a:srgbClr val="08312A"/>
                </a:solidFill>
                <a:effectLst/>
                <a:uLnTx/>
                <a:uFillTx/>
                <a:latin typeface="Boehringer Forward Text"/>
                <a:ea typeface="+mn-ea"/>
                <a:cs typeface="+mn-cs"/>
              </a:rPr>
              <a:pPr marL="0" marR="0" lvl="0" indent="0" algn="r" defTabSz="914377" rtl="0" eaLnBrk="1" fontAlgn="auto" latinLnBrk="0" hangingPunct="1">
                <a:lnSpc>
                  <a:spcPct val="100000"/>
                </a:lnSpc>
                <a:spcBef>
                  <a:spcPts val="0"/>
                </a:spcBef>
                <a:spcAft>
                  <a:spcPts val="0"/>
                </a:spcAft>
                <a:buClrTx/>
                <a:buSzTx/>
                <a:buFontTx/>
                <a:buNone/>
                <a:tabLst/>
                <a:defRPr/>
              </a:pPr>
              <a:t>17</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4" name="Inhaltsplatzhalter 3">
            <a:extLst>
              <a:ext uri="{FF2B5EF4-FFF2-40B4-BE49-F238E27FC236}">
                <a16:creationId xmlns:a16="http://schemas.microsoft.com/office/drawing/2014/main" id="{2B9FAC6E-568E-6EAF-EC2E-AEDB0B1709EF}"/>
              </a:ext>
            </a:extLst>
          </p:cNvPr>
          <p:cNvGraphicFramePr>
            <a:graphicFrameLocks noGrp="1"/>
          </p:cNvGraphicFramePr>
          <p:nvPr>
            <p:ph idx="1"/>
          </p:nvPr>
        </p:nvGraphicFramePr>
        <p:xfrm>
          <a:off x="479408" y="1071035"/>
          <a:ext cx="11233149" cy="5640054"/>
        </p:xfrm>
        <a:graphic>
          <a:graphicData uri="http://schemas.openxmlformats.org/drawingml/2006/table">
            <a:tbl>
              <a:tblPr firstRow="1" bandRow="1">
                <a:tableStyleId>{5C22544A-7EE6-4342-B048-85BDC9FD1C3A}</a:tableStyleId>
              </a:tblPr>
              <a:tblGrid>
                <a:gridCol w="11233149">
                  <a:extLst>
                    <a:ext uri="{9D8B030D-6E8A-4147-A177-3AD203B41FA5}">
                      <a16:colId xmlns:a16="http://schemas.microsoft.com/office/drawing/2014/main" val="3585119331"/>
                    </a:ext>
                  </a:extLst>
                </a:gridCol>
              </a:tblGrid>
              <a:tr h="455770">
                <a:tc>
                  <a:txBody>
                    <a:bodyPr/>
                    <a:lstStyle/>
                    <a:p>
                      <a:r>
                        <a:rPr lang="de-DE" sz="1900" err="1"/>
                        <a:t>Proposed</a:t>
                      </a:r>
                      <a:r>
                        <a:rPr lang="de-DE" sz="1900"/>
                        <a:t> </a:t>
                      </a:r>
                      <a:r>
                        <a:rPr lang="en-US" altLang="zh-CN" sz="1900"/>
                        <a:t>CN</a:t>
                      </a:r>
                      <a:r>
                        <a:rPr lang="de-DE" sz="1900"/>
                        <a:t> </a:t>
                      </a:r>
                      <a:r>
                        <a:rPr lang="de-DE" sz="1900" err="1"/>
                        <a:t>indication</a:t>
                      </a:r>
                      <a:r>
                        <a:rPr lang="de-DE" sz="1900"/>
                        <a:t> – </a:t>
                      </a:r>
                      <a:r>
                        <a:rPr lang="de-DE" sz="1900" err="1"/>
                        <a:t>weight</a:t>
                      </a:r>
                      <a:r>
                        <a:rPr lang="de-DE" sz="1900"/>
                        <a:t> </a:t>
                      </a:r>
                      <a:r>
                        <a:rPr lang="de-DE" sz="1900" err="1"/>
                        <a:t>reduction</a:t>
                      </a:r>
                    </a:p>
                  </a:txBody>
                  <a:tcPr marL="121920" marR="121920" marT="60960" marB="60960"/>
                </a:tc>
                <a:extLst>
                  <a:ext uri="{0D108BD9-81ED-4DB2-BD59-A6C34878D82A}">
                    <a16:rowId xmlns:a16="http://schemas.microsoft.com/office/drawing/2014/main" val="2015034281"/>
                  </a:ext>
                </a:extLst>
              </a:tr>
              <a:tr h="3273795">
                <a:tc>
                  <a:txBody>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1600" b="1" kern="1200">
                          <a:solidFill>
                            <a:schemeClr val="dk1"/>
                          </a:solidFill>
                          <a:effectLst/>
                          <a:latin typeface="+mn-lt"/>
                          <a:ea typeface="+mn-ea"/>
                          <a:cs typeface="+mn-cs"/>
                        </a:rPr>
                        <a:t>[Local Trade Name] is indicated in combination with a reduced-calorie diet and increased physical activity to reduce excess body weight and maintain weight reduction long term in adults </a:t>
                      </a:r>
                      <a:r>
                        <a:rPr lang="en-US" altLang="zh-CN" sz="1600" b="1" kern="1200">
                          <a:solidFill>
                            <a:schemeClr val="dk1"/>
                          </a:solidFill>
                          <a:effectLst/>
                          <a:latin typeface="+mn-lt"/>
                          <a:ea typeface="+mn-ea"/>
                          <a:cs typeface="+mn-cs"/>
                        </a:rPr>
                        <a:t>an initial body mass index (BMI) of </a:t>
                      </a:r>
                    </a:p>
                    <a:p>
                      <a:pPr marL="628650" marR="0" lvl="1" indent="-2857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de-DE" sz="1600" b="1"/>
                        <a:t>≥28 kg/m</a:t>
                      </a:r>
                      <a:r>
                        <a:rPr lang="de-DE" sz="1600" b="1" baseline="30000"/>
                        <a:t>2</a:t>
                      </a:r>
                      <a:r>
                        <a:rPr lang="de-DE" sz="1600" b="1"/>
                        <a:t> (obesity) or </a:t>
                      </a:r>
                    </a:p>
                    <a:p>
                      <a:pPr marL="628650" marR="0" lvl="1" indent="-2857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de-DE" sz="1600" b="1"/>
                        <a:t>≥24 kg/m</a:t>
                      </a:r>
                      <a:r>
                        <a:rPr lang="de-DE" sz="1600" b="1" baseline="30000"/>
                        <a:t>2</a:t>
                      </a:r>
                      <a:r>
                        <a:rPr lang="de-DE" sz="1600" b="1"/>
                        <a:t> (overweight) in the presence of at least one weight-related comorbid condition (e.g. hypertension, dyslipidaemia, type 2 diabetes mellitus, </a:t>
                      </a:r>
                      <a:r>
                        <a:rPr lang="de-DE" sz="1600" b="1">
                          <a:highlight>
                            <a:srgbClr val="FFFF00"/>
                          </a:highlight>
                        </a:rPr>
                        <a:t>MASLD</a:t>
                      </a:r>
                      <a:r>
                        <a:rPr lang="de-DE" sz="1600" b="1"/>
                        <a:t>, cardiovascular disease, obstructive sleep apnoea, etc.).</a:t>
                      </a:r>
                    </a:p>
                    <a:p>
                      <a:pPr marL="0" marR="0" lvl="1" indent="0" algn="l" defTabSz="6858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600" b="0" kern="1200">
                        <a:solidFill>
                          <a:schemeClr val="dk1"/>
                        </a:solidFill>
                        <a:effectLst/>
                        <a:latin typeface="+mn-lt"/>
                        <a:ea typeface="+mn-ea"/>
                        <a:cs typeface="+mn-cs"/>
                      </a:endParaRPr>
                    </a:p>
                    <a:p>
                      <a:pPr marL="0" marR="0" lvl="1" indent="0" algn="l" defTabSz="685800" rtl="0" eaLnBrk="1" fontAlgn="auto" latinLnBrk="0" hangingPunct="1">
                        <a:lnSpc>
                          <a:spcPct val="100000"/>
                        </a:lnSpc>
                        <a:spcBef>
                          <a:spcPts val="0"/>
                        </a:spcBef>
                        <a:spcAft>
                          <a:spcPts val="0"/>
                        </a:spcAft>
                        <a:buClrTx/>
                        <a:buSzTx/>
                        <a:buFont typeface="Arial" panose="020B0604020202020204" pitchFamily="34" charset="0"/>
                        <a:buNone/>
                        <a:tabLst/>
                        <a:defRPr/>
                      </a:pPr>
                      <a:r>
                        <a:rPr lang="zh-CN" altLang="en-US" sz="1600" b="0" kern="1200">
                          <a:solidFill>
                            <a:schemeClr val="dk1"/>
                          </a:solidFill>
                          <a:effectLst/>
                          <a:latin typeface="+mn-lt"/>
                          <a:ea typeface="+mn-ea"/>
                          <a:cs typeface="+mn-cs"/>
                        </a:rPr>
                        <a:t>本品适用于在控制饮食和增加运动的基础上对成人患者的长期体重管理，初始体重指数（</a:t>
                      </a:r>
                      <a:r>
                        <a:rPr lang="en-US" altLang="zh-CN" sz="1600" b="0" kern="1200">
                          <a:solidFill>
                            <a:schemeClr val="dk1"/>
                          </a:solidFill>
                          <a:effectLst/>
                          <a:latin typeface="+mn-lt"/>
                          <a:ea typeface="+mn-ea"/>
                          <a:cs typeface="+mn-cs"/>
                        </a:rPr>
                        <a:t>BMI</a:t>
                      </a:r>
                      <a:r>
                        <a:rPr lang="zh-CN" altLang="en-US" sz="1600" b="0" kern="1200">
                          <a:solidFill>
                            <a:schemeClr val="dk1"/>
                          </a:solidFill>
                          <a:effectLst/>
                          <a:latin typeface="+mn-lt"/>
                          <a:ea typeface="+mn-ea"/>
                          <a:cs typeface="+mn-cs"/>
                        </a:rPr>
                        <a:t>）符合以下条件：</a:t>
                      </a:r>
                    </a:p>
                    <a:p>
                      <a:pPr marL="576000" marR="0" lvl="1" indent="-2857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600" b="0"/>
                        <a:t>≥</a:t>
                      </a:r>
                      <a:r>
                        <a:rPr lang="en-US" altLang="zh-CN" sz="1600" b="0"/>
                        <a:t>28 kg/m²</a:t>
                      </a:r>
                      <a:r>
                        <a:rPr lang="zh-CN" altLang="en-US" sz="1600" b="0"/>
                        <a:t>（肥胖），或</a:t>
                      </a:r>
                      <a:endParaRPr lang="en-US" altLang="zh-CN" sz="1600" b="0"/>
                    </a:p>
                    <a:p>
                      <a:pPr marL="576000" marR="0" lvl="1" indent="-2857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zh-CN" altLang="en-US" sz="1600" b="0"/>
                        <a:t>≥</a:t>
                      </a:r>
                      <a:r>
                        <a:rPr lang="en-US" altLang="zh-CN" sz="1600" b="0"/>
                        <a:t>24 kg/m²</a:t>
                      </a:r>
                      <a:r>
                        <a:rPr lang="zh-CN" altLang="en-US" sz="1600" b="0"/>
                        <a:t>（超重）且伴有至少一种体重相关的合并症，如：高血压、血脂异常、</a:t>
                      </a:r>
                      <a:r>
                        <a:rPr lang="en-US" altLang="zh-CN" sz="1600" b="0"/>
                        <a:t>2 </a:t>
                      </a:r>
                      <a:r>
                        <a:rPr lang="zh-CN" altLang="en-US" sz="1600" b="0"/>
                        <a:t>型糖尿病、代谢相关脂肪性肝病</a:t>
                      </a:r>
                      <a:r>
                        <a:rPr lang="en-US" altLang="zh-CN" sz="1600" b="0"/>
                        <a:t>(MASLD)</a:t>
                      </a:r>
                      <a:r>
                        <a:rPr lang="zh-CN" altLang="en-US" sz="1600" b="0"/>
                        <a:t>、心血管疾病、阻塞性睡眠呼吸暂停等。</a:t>
                      </a:r>
                      <a:endParaRPr lang="de-DE" sz="1600" b="0"/>
                    </a:p>
                  </a:txBody>
                  <a:tcPr marL="121920" marR="121920" marT="60960" marB="60960"/>
                </a:tc>
                <a:extLst>
                  <a:ext uri="{0D108BD9-81ED-4DB2-BD59-A6C34878D82A}">
                    <a16:rowId xmlns:a16="http://schemas.microsoft.com/office/drawing/2014/main" val="1715715624"/>
                  </a:ext>
                </a:extLst>
              </a:tr>
              <a:tr h="1910489">
                <a:tc>
                  <a:txBody>
                    <a:bodyPr/>
                    <a:lstStyle/>
                    <a:p>
                      <a:r>
                        <a:rPr lang="en-US" sz="2400" b="1" noProof="0"/>
                        <a:t>Comments:</a:t>
                      </a:r>
                    </a:p>
                    <a:p>
                      <a:pPr marL="285750" indent="-285750">
                        <a:buClr>
                          <a:srgbClr val="000000"/>
                        </a:buClr>
                        <a:buFont typeface="Arial,Sans-Serif" panose="020B0604020202020204" pitchFamily="34" charset="0"/>
                        <a:buChar char="•"/>
                      </a:pPr>
                      <a:r>
                        <a:rPr lang="en-US" sz="1600" b="0" i="0" u="none" strike="noStrike" noProof="0">
                          <a:solidFill>
                            <a:srgbClr val="000000"/>
                          </a:solidFill>
                          <a:latin typeface="boehringer forward text"/>
                        </a:rPr>
                        <a:t>The BMI details and comorbid condition is used as target population in SYNCHRONIZE-CN, which follows the suggestion of </a:t>
                      </a:r>
                      <a:r>
                        <a:rPr lang="en-US" sz="1600" b="0" i="1" u="none" strike="noStrike" noProof="0">
                          <a:solidFill>
                            <a:srgbClr val="000000"/>
                          </a:solidFill>
                          <a:latin typeface="boehringer forward text"/>
                        </a:rPr>
                        <a:t>Technical Guidance on Clinical Trials of Weight Control Drugs, CDE, 2021;</a:t>
                      </a:r>
                      <a:endParaRPr lang="en-US" sz="1600" b="0" i="0" u="none" strike="noStrike" noProof="0">
                        <a:solidFill>
                          <a:srgbClr val="000000"/>
                        </a:solidFill>
                        <a:latin typeface="boehringer forward text"/>
                      </a:endParaRPr>
                    </a:p>
                    <a:p>
                      <a:pPr marL="285750" lvl="0" indent="-285750">
                        <a:buFont typeface="Arial" panose="020B0604020202020204" pitchFamily="34" charset="0"/>
                        <a:buChar char="•"/>
                      </a:pPr>
                      <a:r>
                        <a:rPr lang="en-US" sz="1600" b="0" i="0" u="none" strike="noStrike" noProof="0">
                          <a:solidFill>
                            <a:srgbClr val="000000"/>
                          </a:solidFill>
                          <a:latin typeface="boehringer forward text"/>
                        </a:rPr>
                        <a:t>The BMI details keep consistency with China local clinical recommendation and practice; </a:t>
                      </a:r>
                      <a:endParaRPr lang="en-US" sz="1600" noProof="0"/>
                    </a:p>
                    <a:p>
                      <a:pPr marL="285750" lvl="0" indent="-285750">
                        <a:buFont typeface="Arial" panose="020B0604020202020204" pitchFamily="34" charset="0"/>
                        <a:buChar char="•"/>
                      </a:pPr>
                      <a:r>
                        <a:rPr lang="en-US" sz="1600" noProof="0"/>
                        <a:t>The description is aligned with the current approved CWM indication claim in China.</a:t>
                      </a:r>
                      <a:endParaRPr lang="en-US" sz="2400"/>
                    </a:p>
                  </a:txBody>
                  <a:tcPr marL="121920" marR="121920" marT="60960" marB="60960"/>
                </a:tc>
                <a:extLst>
                  <a:ext uri="{0D108BD9-81ED-4DB2-BD59-A6C34878D82A}">
                    <a16:rowId xmlns:a16="http://schemas.microsoft.com/office/drawing/2014/main" val="2828253909"/>
                  </a:ext>
                </a:extLst>
              </a:tr>
            </a:tbl>
          </a:graphicData>
        </a:graphic>
      </p:graphicFrame>
    </p:spTree>
    <p:extLst>
      <p:ext uri="{BB962C8B-B14F-4D97-AF65-F5344CB8AC3E}">
        <p14:creationId xmlns:p14="http://schemas.microsoft.com/office/powerpoint/2010/main" val="321345747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B764D70-EF44-BE55-6C3B-64A21FB1DD93}"/>
              </a:ext>
            </a:extLst>
          </p:cNvPr>
          <p:cNvSpPr>
            <a:spLocks noGrp="1"/>
          </p:cNvSpPr>
          <p:nvPr>
            <p:ph type="title"/>
          </p:nvPr>
        </p:nvSpPr>
        <p:spPr>
          <a:xfrm>
            <a:off x="335441" y="151804"/>
            <a:ext cx="11233151" cy="720000"/>
          </a:xfrm>
        </p:spPr>
        <p:txBody>
          <a:bodyPr/>
          <a:lstStyle/>
          <a:p>
            <a:r>
              <a:rPr lang="en-US" altLang="zh-CN"/>
              <a:t>Comparison of the Chinese label</a:t>
            </a:r>
            <a:endParaRPr lang="zh-CN" altLang="en-US"/>
          </a:p>
        </p:txBody>
      </p:sp>
      <p:graphicFrame>
        <p:nvGraphicFramePr>
          <p:cNvPr id="7" name="内容占位符 6">
            <a:extLst>
              <a:ext uri="{FF2B5EF4-FFF2-40B4-BE49-F238E27FC236}">
                <a16:creationId xmlns:a16="http://schemas.microsoft.com/office/drawing/2014/main" id="{08AEBEFA-961E-8AD4-A751-471AC025870C}"/>
              </a:ext>
            </a:extLst>
          </p:cNvPr>
          <p:cNvGraphicFramePr>
            <a:graphicFrameLocks noGrp="1"/>
          </p:cNvGraphicFramePr>
          <p:nvPr>
            <p:ph idx="1"/>
          </p:nvPr>
        </p:nvGraphicFramePr>
        <p:xfrm>
          <a:off x="-10320" y="554794"/>
          <a:ext cx="11986418" cy="6314440"/>
        </p:xfrm>
        <a:graphic>
          <a:graphicData uri="http://schemas.openxmlformats.org/drawingml/2006/table">
            <a:tbl>
              <a:tblPr firstRow="1" bandRow="1">
                <a:tableStyleId>{5C22544A-7EE6-4342-B048-85BDC9FD1C3A}</a:tableStyleId>
              </a:tblPr>
              <a:tblGrid>
                <a:gridCol w="720929">
                  <a:extLst>
                    <a:ext uri="{9D8B030D-6E8A-4147-A177-3AD203B41FA5}">
                      <a16:colId xmlns:a16="http://schemas.microsoft.com/office/drawing/2014/main" val="1395206410"/>
                    </a:ext>
                  </a:extLst>
                </a:gridCol>
                <a:gridCol w="2796489">
                  <a:extLst>
                    <a:ext uri="{9D8B030D-6E8A-4147-A177-3AD203B41FA5}">
                      <a16:colId xmlns:a16="http://schemas.microsoft.com/office/drawing/2014/main" val="3939979083"/>
                    </a:ext>
                  </a:extLst>
                </a:gridCol>
                <a:gridCol w="3014564">
                  <a:extLst>
                    <a:ext uri="{9D8B030D-6E8A-4147-A177-3AD203B41FA5}">
                      <a16:colId xmlns:a16="http://schemas.microsoft.com/office/drawing/2014/main" val="2915309960"/>
                    </a:ext>
                  </a:extLst>
                </a:gridCol>
                <a:gridCol w="2732350">
                  <a:extLst>
                    <a:ext uri="{9D8B030D-6E8A-4147-A177-3AD203B41FA5}">
                      <a16:colId xmlns:a16="http://schemas.microsoft.com/office/drawing/2014/main" val="3753684237"/>
                    </a:ext>
                  </a:extLst>
                </a:gridCol>
                <a:gridCol w="2722086">
                  <a:extLst>
                    <a:ext uri="{9D8B030D-6E8A-4147-A177-3AD203B41FA5}">
                      <a16:colId xmlns:a16="http://schemas.microsoft.com/office/drawing/2014/main" val="3643229850"/>
                    </a:ext>
                  </a:extLst>
                </a:gridCol>
              </a:tblGrid>
              <a:tr h="370840">
                <a:tc>
                  <a:txBody>
                    <a:bodyPr/>
                    <a:lstStyle/>
                    <a:p>
                      <a:r>
                        <a:rPr lang="zh-CN" altLang="en-US" sz="1400"/>
                        <a:t>适应症</a:t>
                      </a:r>
                    </a:p>
                  </a:txBody>
                  <a:tcPr/>
                </a:tc>
                <a:tc>
                  <a:txBody>
                    <a:bodyPr/>
                    <a:lstStyle/>
                    <a:p>
                      <a:r>
                        <a:rPr lang="en-US" altLang="zh-CN" sz="1400" err="1"/>
                        <a:t>Survodutide</a:t>
                      </a:r>
                      <a:endParaRPr lang="zh-CN" altLang="en-US" sz="1400"/>
                    </a:p>
                  </a:txBody>
                  <a:tcPr>
                    <a:solidFill>
                      <a:schemeClr val="tx2">
                        <a:lumMod val="50000"/>
                      </a:schemeClr>
                    </a:solidFill>
                  </a:tcPr>
                </a:tc>
                <a:tc>
                  <a:txBody>
                    <a:bodyPr/>
                    <a:lstStyle/>
                    <a:p>
                      <a:r>
                        <a:rPr lang="zh-CN" altLang="en-US" sz="1400"/>
                        <a:t>司美格鲁肽（诺和盈）</a:t>
                      </a:r>
                    </a:p>
                  </a:txBody>
                  <a:tcPr/>
                </a:tc>
                <a:tc>
                  <a:txBody>
                    <a:bodyPr/>
                    <a:lstStyle/>
                    <a:p>
                      <a:r>
                        <a:rPr lang="zh-CN" altLang="en-US" sz="1400"/>
                        <a:t>替尔泊肽（穆峰达）</a:t>
                      </a:r>
                    </a:p>
                  </a:txBody>
                  <a:tcPr/>
                </a:tc>
                <a:tc>
                  <a:txBody>
                    <a:bodyPr/>
                    <a:lstStyle/>
                    <a:p>
                      <a:r>
                        <a:rPr lang="zh-CN" altLang="en-US" sz="1400"/>
                        <a:t>玛氏度肽（信尔美）</a:t>
                      </a:r>
                    </a:p>
                  </a:txBody>
                  <a:tcPr/>
                </a:tc>
                <a:extLst>
                  <a:ext uri="{0D108BD9-81ED-4DB2-BD59-A6C34878D82A}">
                    <a16:rowId xmlns:a16="http://schemas.microsoft.com/office/drawing/2014/main" val="641064492"/>
                  </a:ext>
                </a:extLst>
              </a:tr>
              <a:tr h="370840">
                <a:tc>
                  <a:txBody>
                    <a:bodyPr/>
                    <a:lstStyle/>
                    <a:p>
                      <a:pPr marL="0" marR="0" lvl="1" indent="0" algn="l" defTabSz="6858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zh-CN" altLang="en-US" sz="1400" b="0" i="0" u="none" strike="noStrike" kern="1200" cap="none" spc="0" normalizeH="0" baseline="0" noProof="0">
                          <a:ln>
                            <a:noFill/>
                          </a:ln>
                          <a:solidFill>
                            <a:prstClr val="black"/>
                          </a:solidFill>
                          <a:effectLst/>
                          <a:uLnTx/>
                          <a:uFillTx/>
                          <a:latin typeface="+mn-lt"/>
                          <a:ea typeface="+mn-ea"/>
                          <a:cs typeface="+mn-cs"/>
                        </a:rPr>
                        <a:t>中国</a:t>
                      </a:r>
                      <a:endParaRPr lang="zh-CN" altLang="en-US" sz="1400"/>
                    </a:p>
                  </a:txBody>
                  <a:tcPr/>
                </a:tc>
                <a:tc>
                  <a:txBody>
                    <a:bodyPr/>
                    <a:lstStyle/>
                    <a:p>
                      <a:r>
                        <a:rPr lang="zh-CN" altLang="en-US" sz="1400"/>
                        <a:t>本品适用于在控制饮食和增加运动的基础上对成人患者的长期体重管理，初始体重指数（</a:t>
                      </a:r>
                      <a:r>
                        <a:rPr lang="en-US" altLang="zh-CN" sz="1400"/>
                        <a:t>BMI</a:t>
                      </a:r>
                      <a:r>
                        <a:rPr lang="zh-CN" altLang="en-US" sz="1400"/>
                        <a:t>）符合以下条件：</a:t>
                      </a:r>
                    </a:p>
                    <a:p>
                      <a:pPr marL="285750" indent="-285750">
                        <a:buFont typeface="Arial" panose="020B0604020202020204" pitchFamily="34" charset="0"/>
                        <a:buChar char="•"/>
                      </a:pPr>
                      <a:r>
                        <a:rPr lang="zh-CN" altLang="en-US" sz="1400"/>
                        <a:t>≥</a:t>
                      </a:r>
                      <a:r>
                        <a:rPr lang="en-US" altLang="zh-CN" sz="1400"/>
                        <a:t>28 kg/m²</a:t>
                      </a:r>
                      <a:r>
                        <a:rPr lang="zh-CN" altLang="en-US" sz="1400"/>
                        <a:t>（肥胖），或</a:t>
                      </a:r>
                    </a:p>
                    <a:p>
                      <a:pPr marL="285750" indent="-285750">
                        <a:buFont typeface="Arial" panose="020B0604020202020204" pitchFamily="34" charset="0"/>
                        <a:buChar char="•"/>
                      </a:pPr>
                      <a:r>
                        <a:rPr lang="zh-CN" altLang="en-US" sz="1400"/>
                        <a:t>≥</a:t>
                      </a:r>
                      <a:r>
                        <a:rPr lang="en-US" altLang="zh-CN" sz="1400"/>
                        <a:t>24 kg/m²</a:t>
                      </a:r>
                      <a:r>
                        <a:rPr lang="zh-CN" altLang="en-US" sz="1400"/>
                        <a:t>（超重）且伴有至少一种体重相关的合并症，如：高血压、血脂异常、</a:t>
                      </a:r>
                      <a:r>
                        <a:rPr lang="en-US" altLang="zh-CN" sz="1400"/>
                        <a:t>2 </a:t>
                      </a:r>
                      <a:r>
                        <a:rPr lang="zh-CN" altLang="en-US" sz="1400"/>
                        <a:t>型糖尿病、代谢相关脂肪性肝病</a:t>
                      </a:r>
                      <a:r>
                        <a:rPr lang="en-US" altLang="zh-CN" sz="1400"/>
                        <a:t>(MASLD)</a:t>
                      </a:r>
                      <a:r>
                        <a:rPr lang="zh-CN" altLang="en-US" sz="1400"/>
                        <a:t>、心血管疾病、阻塞性睡眠呼吸暂停等。</a:t>
                      </a:r>
                    </a:p>
                  </a:txBody>
                  <a:tcPr>
                    <a:solidFill>
                      <a:schemeClr val="tx2">
                        <a:lumMod val="60000"/>
                        <a:lumOff val="40000"/>
                      </a:schemeClr>
                    </a:solidFill>
                  </a:tcPr>
                </a:tc>
                <a:tc>
                  <a:txBody>
                    <a:bodyPr/>
                    <a:lstStyle/>
                    <a:p>
                      <a:r>
                        <a:rPr lang="zh-CN" altLang="en-US" sz="1400" kern="1200">
                          <a:solidFill>
                            <a:schemeClr val="dk1"/>
                          </a:solidFill>
                          <a:latin typeface="+mn-lt"/>
                          <a:ea typeface="+mn-ea"/>
                          <a:cs typeface="+mn-cs"/>
                        </a:rPr>
                        <a:t>本品适用于在控制饮食和增加体力活动的基础上对成人患者的长期体重管理，初始体重指数（</a:t>
                      </a:r>
                      <a:r>
                        <a:rPr lang="en-US" altLang="zh-CN" sz="1400" kern="1200">
                          <a:solidFill>
                            <a:schemeClr val="dk1"/>
                          </a:solidFill>
                          <a:latin typeface="+mn-lt"/>
                          <a:ea typeface="+mn-ea"/>
                          <a:cs typeface="+mn-cs"/>
                        </a:rPr>
                        <a:t>BMI</a:t>
                      </a:r>
                      <a:r>
                        <a:rPr lang="zh-CN" altLang="en-US" sz="1400" kern="1200">
                          <a:solidFill>
                            <a:schemeClr val="dk1"/>
                          </a:solidFill>
                          <a:latin typeface="+mn-lt"/>
                          <a:ea typeface="+mn-ea"/>
                          <a:cs typeface="+mn-cs"/>
                        </a:rPr>
                        <a:t>）符合以下条件：</a:t>
                      </a:r>
                    </a:p>
                    <a:p>
                      <a:r>
                        <a:rPr lang="en-US" altLang="zh-CN" sz="1400" kern="1200">
                          <a:solidFill>
                            <a:schemeClr val="dk1"/>
                          </a:solidFill>
                          <a:latin typeface="+mn-lt"/>
                          <a:ea typeface="+mn-ea"/>
                          <a:cs typeface="+mn-cs"/>
                        </a:rPr>
                        <a:t>• ≥30kg/m</a:t>
                      </a:r>
                      <a:r>
                        <a:rPr lang="en-US" altLang="zh-CN" sz="1400" kern="1200" baseline="30000">
                          <a:solidFill>
                            <a:schemeClr val="dk1"/>
                          </a:solidFill>
                          <a:latin typeface="+mn-lt"/>
                          <a:ea typeface="+mn-ea"/>
                          <a:cs typeface="+mn-cs"/>
                        </a:rPr>
                        <a:t>2</a:t>
                      </a:r>
                      <a:r>
                        <a:rPr lang="zh-CN" altLang="en-US" sz="1400" kern="1200">
                          <a:solidFill>
                            <a:schemeClr val="dk1"/>
                          </a:solidFill>
                          <a:latin typeface="+mn-lt"/>
                          <a:ea typeface="+mn-ea"/>
                          <a:cs typeface="+mn-cs"/>
                        </a:rPr>
                        <a:t>（肥胖），或</a:t>
                      </a:r>
                    </a:p>
                    <a:p>
                      <a:r>
                        <a:rPr lang="en-US" altLang="zh-CN" sz="1400" kern="1200">
                          <a:solidFill>
                            <a:schemeClr val="dk1"/>
                          </a:solidFill>
                          <a:latin typeface="+mn-lt"/>
                          <a:ea typeface="+mn-ea"/>
                          <a:cs typeface="+mn-cs"/>
                        </a:rPr>
                        <a:t>• ≥27kg/m</a:t>
                      </a:r>
                      <a:r>
                        <a:rPr lang="en-US" altLang="zh-CN" sz="1400" kern="1200" baseline="30000">
                          <a:solidFill>
                            <a:schemeClr val="dk1"/>
                          </a:solidFill>
                          <a:latin typeface="+mn-lt"/>
                          <a:ea typeface="+mn-ea"/>
                          <a:cs typeface="+mn-cs"/>
                        </a:rPr>
                        <a:t>2</a:t>
                      </a:r>
                      <a:r>
                        <a:rPr lang="zh-CN" altLang="en-US" sz="1400" kern="1200">
                          <a:solidFill>
                            <a:schemeClr val="dk1"/>
                          </a:solidFill>
                          <a:latin typeface="+mn-lt"/>
                          <a:ea typeface="+mn-ea"/>
                          <a:cs typeface="+mn-cs"/>
                        </a:rPr>
                        <a:t>至</a:t>
                      </a:r>
                      <a:r>
                        <a:rPr lang="en-US" altLang="zh-CN" sz="1400" kern="1200">
                          <a:solidFill>
                            <a:schemeClr val="dk1"/>
                          </a:solidFill>
                          <a:latin typeface="+mn-lt"/>
                          <a:ea typeface="+mn-ea"/>
                          <a:cs typeface="+mn-cs"/>
                        </a:rPr>
                        <a:t>&lt;30kg/m</a:t>
                      </a:r>
                      <a:r>
                        <a:rPr lang="en-US" altLang="zh-CN" sz="1400" kern="1200" baseline="30000">
                          <a:solidFill>
                            <a:schemeClr val="dk1"/>
                          </a:solidFill>
                          <a:latin typeface="+mn-lt"/>
                          <a:ea typeface="+mn-ea"/>
                          <a:cs typeface="+mn-cs"/>
                        </a:rPr>
                        <a:t>2</a:t>
                      </a:r>
                      <a:r>
                        <a:rPr lang="zh-CN" altLang="en-US" sz="1400" kern="1200">
                          <a:solidFill>
                            <a:schemeClr val="dk1"/>
                          </a:solidFill>
                          <a:latin typeface="+mn-lt"/>
                          <a:ea typeface="+mn-ea"/>
                          <a:cs typeface="+mn-cs"/>
                        </a:rPr>
                        <a:t>（超重）且存在至少一种体重相关合并症，例如高血糖、高血压、血脂异常、阻塞性睡眠呼吸暂停或心血管疾病等。</a:t>
                      </a:r>
                    </a:p>
                  </a:txBody>
                  <a:tcPr/>
                </a:tc>
                <a:tc>
                  <a:txBody>
                    <a:bodyPr/>
                    <a:lstStyle/>
                    <a:p>
                      <a:r>
                        <a:rPr lang="zh-CN" altLang="en-US" sz="1400" b="1" u="sng"/>
                        <a:t>长期体重管理</a:t>
                      </a:r>
                      <a:endParaRPr lang="en-US" altLang="zh-CN" sz="1400" b="1" u="sng"/>
                    </a:p>
                    <a:p>
                      <a:r>
                        <a:rPr lang="zh-CN" altLang="en-US" sz="1400"/>
                        <a:t>本品适用于在控制饮食和增加运动基础上，用于初始体重指数（</a:t>
                      </a:r>
                      <a:r>
                        <a:rPr lang="en-US" altLang="zh-CN" sz="1400"/>
                        <a:t>BMI)</a:t>
                      </a:r>
                      <a:r>
                        <a:rPr lang="zh-CN" altLang="en-US" sz="1400"/>
                        <a:t>符合以下要求的成人的长期体重管理：</a:t>
                      </a:r>
                      <a:endParaRPr lang="en-US" altLang="zh-CN" sz="1400"/>
                    </a:p>
                    <a:p>
                      <a:pPr marL="285750" indent="-285750">
                        <a:buFont typeface="Arial" panose="020B0604020202020204" pitchFamily="34" charset="0"/>
                        <a:buChar char="•"/>
                      </a:pPr>
                      <a:r>
                        <a:rPr kumimoji="0" lang="en-US" altLang="zh-CN" sz="1400" b="0" i="0" u="none" strike="noStrike" kern="1200" cap="none" spc="0" normalizeH="0" baseline="0" noProof="0">
                          <a:ln>
                            <a:noFill/>
                          </a:ln>
                          <a:solidFill>
                            <a:prstClr val="black"/>
                          </a:solidFill>
                          <a:effectLst/>
                          <a:uLnTx/>
                          <a:uFillTx/>
                          <a:latin typeface="+mn-lt"/>
                          <a:ea typeface="+mn-ea"/>
                          <a:cs typeface="+mn-cs"/>
                        </a:rPr>
                        <a:t>≥ </a:t>
                      </a:r>
                      <a:r>
                        <a:rPr lang="en-US" altLang="zh-CN" sz="1400"/>
                        <a:t>28kg/m</a:t>
                      </a:r>
                      <a:r>
                        <a:rPr lang="en-US" altLang="zh-CN" sz="1400" baseline="30000"/>
                        <a:t>2</a:t>
                      </a:r>
                      <a:r>
                        <a:rPr lang="en-US" altLang="zh-CN" sz="1400"/>
                        <a:t>(</a:t>
                      </a:r>
                      <a:r>
                        <a:rPr lang="zh-CN" altLang="en-US" sz="1400"/>
                        <a:t>肥胖），或</a:t>
                      </a:r>
                      <a:endParaRPr lang="en-US" altLang="zh-CN" sz="1400"/>
                    </a:p>
                    <a:p>
                      <a:pPr marL="285750" indent="-285750">
                        <a:buFont typeface="Arial" panose="020B0604020202020204" pitchFamily="34" charset="0"/>
                        <a:buChar char="•"/>
                      </a:pPr>
                      <a:r>
                        <a:rPr kumimoji="0" lang="en-US" altLang="zh-CN" sz="1400" b="0" i="0" u="none" strike="noStrike" kern="1200" cap="none" spc="0" normalizeH="0" baseline="0" noProof="0">
                          <a:ln>
                            <a:noFill/>
                          </a:ln>
                          <a:solidFill>
                            <a:prstClr val="black"/>
                          </a:solidFill>
                          <a:effectLst/>
                          <a:uLnTx/>
                          <a:uFillTx/>
                          <a:latin typeface="+mn-lt"/>
                          <a:ea typeface="+mn-ea"/>
                          <a:cs typeface="+mn-cs"/>
                        </a:rPr>
                        <a:t>≥ </a:t>
                      </a:r>
                      <a:r>
                        <a:rPr lang="en-US" altLang="zh-CN" sz="1400"/>
                        <a:t>24kg/m</a:t>
                      </a:r>
                      <a:r>
                        <a:rPr lang="en-US" altLang="zh-CN" sz="1400" baseline="30000"/>
                        <a:t>2</a:t>
                      </a:r>
                      <a:r>
                        <a:rPr lang="en-US" altLang="zh-CN" sz="1400"/>
                        <a:t>(</a:t>
                      </a:r>
                      <a:r>
                        <a:rPr lang="zh-CN" altLang="en-US" sz="1400"/>
                        <a:t>超重）并伴有至少一种体重相关合并症（例如高血压、血脂异常、高血糖、阻塞性睡眠呼吸暂停、心血管疾病等）。</a:t>
                      </a:r>
                    </a:p>
                  </a:txBody>
                  <a:tcPr/>
                </a:tc>
                <a:tc>
                  <a:txBody>
                    <a:bodyPr/>
                    <a:lstStyle/>
                    <a:p>
                      <a:r>
                        <a:rPr lang="zh-CN" altLang="en-US" sz="1400"/>
                        <a:t>本品适用于在控制饮食和增加体力活动基础上对成人患者的长期体重控制，初始体重指数（</a:t>
                      </a:r>
                      <a:r>
                        <a:rPr lang="en-US" altLang="zh-CN" sz="1400"/>
                        <a:t>BMI</a:t>
                      </a:r>
                      <a:r>
                        <a:rPr lang="zh-CN" altLang="en-US" sz="1400"/>
                        <a:t>）为：</a:t>
                      </a:r>
                    </a:p>
                    <a:p>
                      <a:r>
                        <a:rPr lang="en-US" altLang="zh-CN" sz="1400"/>
                        <a:t>• BMI ≥ 28 kg/m</a:t>
                      </a:r>
                      <a:r>
                        <a:rPr lang="en-US" altLang="zh-CN" sz="1400" baseline="30000"/>
                        <a:t>2</a:t>
                      </a:r>
                      <a:r>
                        <a:rPr lang="zh-CN" altLang="en-US" sz="1400"/>
                        <a:t>（肥胖），或</a:t>
                      </a:r>
                    </a:p>
                    <a:p>
                      <a:r>
                        <a:rPr lang="en-US" altLang="zh-CN" sz="1400"/>
                        <a:t>• BMI ≥ 24 kg/m</a:t>
                      </a:r>
                      <a:r>
                        <a:rPr lang="en-US" altLang="zh-CN" sz="1400" baseline="30000"/>
                        <a:t>2</a:t>
                      </a:r>
                      <a:r>
                        <a:rPr lang="zh-CN" altLang="en-US" sz="1400"/>
                        <a:t>（超重），并伴有至少一种体重相关的合并症（例如高血糖、高血压、血脂异常、脂肪肝、阻塞性睡眠呼吸暂停综合征等）。</a:t>
                      </a:r>
                    </a:p>
                  </a:txBody>
                  <a:tcPr/>
                </a:tc>
                <a:extLst>
                  <a:ext uri="{0D108BD9-81ED-4DB2-BD59-A6C34878D82A}">
                    <a16:rowId xmlns:a16="http://schemas.microsoft.com/office/drawing/2014/main" val="2287040540"/>
                  </a:ext>
                </a:extLst>
              </a:tr>
              <a:tr h="370840">
                <a:tc>
                  <a:txBody>
                    <a:bodyPr/>
                    <a:lstStyle/>
                    <a:p>
                      <a:r>
                        <a:rPr lang="en-US" altLang="zh-CN" sz="1400"/>
                        <a:t>US</a:t>
                      </a:r>
                      <a:endParaRPr lang="zh-CN" altLang="en-US" sz="1400"/>
                    </a:p>
                  </a:txBody>
                  <a:tcPr/>
                </a:tc>
                <a:tc>
                  <a:txBody>
                    <a:bodyPr/>
                    <a:lstStyle/>
                    <a:p>
                      <a:r>
                        <a:rPr lang="en-US" altLang="zh-CN" sz="1400"/>
                        <a:t>[Local Trade Name] is indicated in combination with a reduced-calorie diet and increased physical activity to reduce excess body weight and maintain weight reduction long term in adults with obesity or adults with overweight in the presence of at least one weight-related comorbid condition.</a:t>
                      </a:r>
                    </a:p>
                    <a:p>
                      <a:endParaRPr lang="en-US" altLang="zh-CN" sz="1400"/>
                    </a:p>
                  </a:txBody>
                  <a:tcPr>
                    <a:solidFill>
                      <a:schemeClr val="tx2">
                        <a:lumMod val="60000"/>
                        <a:lumOff val="40000"/>
                      </a:schemeClr>
                    </a:solidFill>
                  </a:tcPr>
                </a:tc>
                <a:tc>
                  <a:txBody>
                    <a:bodyPr/>
                    <a:lstStyle/>
                    <a:p>
                      <a:r>
                        <a:rPr lang="en-US" altLang="zh-CN" sz="1400" kern="1200">
                          <a:solidFill>
                            <a:schemeClr val="dk1"/>
                          </a:solidFill>
                          <a:latin typeface="+mn-lt"/>
                          <a:ea typeface="+mn-ea"/>
                          <a:cs typeface="+mn-cs"/>
                        </a:rPr>
                        <a:t>WEGOVY injection is indicated in combination with a reduced calorie diet and increased physical activity:</a:t>
                      </a:r>
                    </a:p>
                    <a:p>
                      <a:pPr marL="285750" indent="-285750">
                        <a:buFont typeface="Arial" panose="020B0604020202020204" pitchFamily="34" charset="0"/>
                        <a:buChar char="•"/>
                      </a:pPr>
                      <a:r>
                        <a:rPr lang="en-US" altLang="zh-CN" sz="1400" kern="1200">
                          <a:solidFill>
                            <a:schemeClr val="dk1"/>
                          </a:solidFill>
                          <a:latin typeface="+mn-lt"/>
                          <a:ea typeface="+mn-ea"/>
                          <a:cs typeface="+mn-cs"/>
                        </a:rPr>
                        <a:t>To reduce excess body weight and maintain weight reduction long term in:</a:t>
                      </a:r>
                    </a:p>
                    <a:p>
                      <a:pPr marL="432000" indent="-285750">
                        <a:buFont typeface="Wingdings" panose="05000000000000000000" pitchFamily="2" charset="2"/>
                        <a:buChar char="p"/>
                      </a:pPr>
                      <a:r>
                        <a:rPr lang="en-US" altLang="zh-CN" sz="1400" kern="1200">
                          <a:solidFill>
                            <a:schemeClr val="dk1"/>
                          </a:solidFill>
                          <a:latin typeface="+mn-lt"/>
                          <a:ea typeface="+mn-ea"/>
                          <a:cs typeface="+mn-cs"/>
                        </a:rPr>
                        <a:t>Adults and pediatric patients aged 12 years and older with obesity.</a:t>
                      </a:r>
                    </a:p>
                    <a:p>
                      <a:pPr marL="432000" indent="-285750">
                        <a:buFont typeface="Wingdings" panose="05000000000000000000" pitchFamily="2" charset="2"/>
                        <a:buChar char="p"/>
                      </a:pPr>
                      <a:r>
                        <a:rPr lang="en-US" altLang="zh-CN" sz="1400" kern="1200">
                          <a:solidFill>
                            <a:schemeClr val="dk1"/>
                          </a:solidFill>
                          <a:latin typeface="+mn-lt"/>
                          <a:ea typeface="+mn-ea"/>
                          <a:cs typeface="+mn-cs"/>
                        </a:rPr>
                        <a:t>Adults with overweight in the presence of at least one weight-related combined condition.</a:t>
                      </a:r>
                      <a:endParaRPr lang="zh-CN" altLang="en-US" sz="1400" kern="1200">
                        <a:solidFill>
                          <a:schemeClr val="dk1"/>
                        </a:solidFill>
                        <a:latin typeface="+mn-lt"/>
                        <a:ea typeface="+mn-ea"/>
                        <a:cs typeface="+mn-cs"/>
                      </a:endParaRPr>
                    </a:p>
                  </a:txBody>
                  <a:tcPr/>
                </a:tc>
                <a:tc>
                  <a:txBody>
                    <a:bodyPr/>
                    <a:lstStyle/>
                    <a:p>
                      <a:pPr marL="0" indent="0">
                        <a:buFont typeface="Arial" panose="020B0604020202020204" pitchFamily="34" charset="0"/>
                        <a:buNone/>
                      </a:pPr>
                      <a:r>
                        <a:rPr lang="en-US" altLang="zh-CN" sz="1400"/>
                        <a:t>ZEPBOUND is a glucose-dependent insulinotropic polypeptide (GIP) receptor and glucagon-like peptide-1 (GLP-1) receptor agonist indicate in combination with a reduced-calorie diet and increased physical activity:</a:t>
                      </a:r>
                    </a:p>
                    <a:p>
                      <a:pPr marL="285750" indent="-285750">
                        <a:buFont typeface="Arial" panose="020B0604020202020204" pitchFamily="34" charset="0"/>
                        <a:buChar char="•"/>
                      </a:pPr>
                      <a:r>
                        <a:rPr lang="en-US" altLang="zh-CN" sz="1400"/>
                        <a:t>To reduce excess body weight and maintain weight reduction long term in adults with obesity or adults with overweight in the presence of at least one weight-related comorbid condition.</a:t>
                      </a:r>
                      <a:endParaRPr lang="zh-CN" altLang="en-US" sz="1400"/>
                    </a:p>
                  </a:txBody>
                  <a:tcPr/>
                </a:tc>
                <a:tc>
                  <a:txBody>
                    <a:bodyPr/>
                    <a:lstStyle/>
                    <a:p>
                      <a:endParaRPr lang="zh-CN" altLang="en-US" sz="1400"/>
                    </a:p>
                  </a:txBody>
                  <a:tcPr/>
                </a:tc>
                <a:extLst>
                  <a:ext uri="{0D108BD9-81ED-4DB2-BD59-A6C34878D82A}">
                    <a16:rowId xmlns:a16="http://schemas.microsoft.com/office/drawing/2014/main" val="2523244509"/>
                  </a:ext>
                </a:extLst>
              </a:tr>
            </a:tbl>
          </a:graphicData>
        </a:graphic>
      </p:graphicFrame>
      <p:sp>
        <p:nvSpPr>
          <p:cNvPr id="5" name="页脚占位符 4">
            <a:extLst>
              <a:ext uri="{FF2B5EF4-FFF2-40B4-BE49-F238E27FC236}">
                <a16:creationId xmlns:a16="http://schemas.microsoft.com/office/drawing/2014/main" id="{0AC9DE48-2173-B337-E05D-6ECEFE3A01C7}"/>
              </a:ext>
            </a:extLst>
          </p:cNvPr>
          <p:cNvSpPr>
            <a:spLocks noGrp="1"/>
          </p:cNvSpPr>
          <p:nvPr>
            <p:ph type="ftr" sz="quarter" idx="19"/>
          </p:nvPr>
        </p:nvSpPr>
        <p:spPr>
          <a:xfrm>
            <a:off x="6744071" y="6894150"/>
            <a:ext cx="5040560" cy="288000"/>
          </a:xfrm>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altLang="zh-CN" sz="800" b="0" i="0" u="none" strike="noStrike" kern="1200" cap="none" spc="0" normalizeH="0" baseline="0" noProof="0">
                <a:ln>
                  <a:noFill/>
                </a:ln>
                <a:solidFill>
                  <a:srgbClr val="08312A"/>
                </a:solidFill>
                <a:effectLst/>
                <a:uLnTx/>
                <a:uFillTx/>
                <a:latin typeface="Boehringer Forward Text"/>
                <a:ea typeface="+mn-ea"/>
                <a:cs typeface="+mn-cs"/>
              </a:rPr>
              <a:t>TA-CEC Presentation Template</a:t>
            </a:r>
            <a:r>
              <a:rPr kumimoji="0" lang="en-US" sz="800" b="0" i="0" u="none" strike="noStrike" kern="1200" cap="none" spc="0" normalizeH="0" baseline="0" noProof="0">
                <a:ln>
                  <a:noFill/>
                </a:ln>
                <a:solidFill>
                  <a:srgbClr val="08312A"/>
                </a:solidFill>
                <a:effectLst/>
                <a:uLnTx/>
                <a:uFillTx/>
                <a:latin typeface="Boehringer Forward Text"/>
                <a:ea typeface="+mn-ea"/>
                <a:cs typeface="+mn-cs"/>
              </a:rPr>
              <a:t>|    ONLY FOR INTERNAL USE</a:t>
            </a:r>
          </a:p>
        </p:txBody>
      </p:sp>
      <p:sp>
        <p:nvSpPr>
          <p:cNvPr id="6" name="灯片编号占位符 5">
            <a:extLst>
              <a:ext uri="{FF2B5EF4-FFF2-40B4-BE49-F238E27FC236}">
                <a16:creationId xmlns:a16="http://schemas.microsoft.com/office/drawing/2014/main" id="{60CC1F79-BC71-BD45-98E1-ABF5B4B30A90}"/>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Tree>
    <p:extLst>
      <p:ext uri="{BB962C8B-B14F-4D97-AF65-F5344CB8AC3E}">
        <p14:creationId xmlns:p14="http://schemas.microsoft.com/office/powerpoint/2010/main" val="118996289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6B79029-B511-6564-66A2-4A19F01D8929}"/>
              </a:ext>
            </a:extLst>
          </p:cNvPr>
          <p:cNvSpPr>
            <a:spLocks noGrp="1"/>
          </p:cNvSpPr>
          <p:nvPr>
            <p:ph type="title"/>
          </p:nvPr>
        </p:nvSpPr>
        <p:spPr/>
        <p:txBody>
          <a:bodyPr/>
          <a:lstStyle/>
          <a:p>
            <a:r>
              <a:rPr lang="en-US" altLang="zh-CN"/>
              <a:t>Rationales</a:t>
            </a:r>
            <a:r>
              <a:rPr lang="zh-CN" altLang="en-US"/>
              <a:t> </a:t>
            </a:r>
            <a:r>
              <a:rPr lang="en-US" altLang="zh-CN"/>
              <a:t>for</a:t>
            </a:r>
            <a:r>
              <a:rPr lang="zh-CN" altLang="en-US"/>
              <a:t> </a:t>
            </a:r>
            <a:r>
              <a:rPr lang="en-US" altLang="zh-CN"/>
              <a:t>proposing</a:t>
            </a:r>
            <a:r>
              <a:rPr lang="zh-CN" altLang="en-US"/>
              <a:t> </a:t>
            </a:r>
            <a:r>
              <a:rPr lang="en-US" altLang="zh-CN"/>
              <a:t>MASLD as comorbidity</a:t>
            </a:r>
            <a:endParaRPr lang="zh-CN" altLang="en-US"/>
          </a:p>
        </p:txBody>
      </p:sp>
      <p:graphicFrame>
        <p:nvGraphicFramePr>
          <p:cNvPr id="7" name="内容占位符 6">
            <a:extLst>
              <a:ext uri="{FF2B5EF4-FFF2-40B4-BE49-F238E27FC236}">
                <a16:creationId xmlns:a16="http://schemas.microsoft.com/office/drawing/2014/main" id="{72014F9F-D854-19E9-D2BB-857AC4C014CA}"/>
              </a:ext>
            </a:extLst>
          </p:cNvPr>
          <p:cNvGraphicFramePr>
            <a:graphicFrameLocks noGrp="1"/>
          </p:cNvGraphicFramePr>
          <p:nvPr>
            <p:ph idx="1"/>
            <p:extLst>
              <p:ext uri="{D42A27DB-BD31-4B8C-83A1-F6EECF244321}">
                <p14:modId xmlns:p14="http://schemas.microsoft.com/office/powerpoint/2010/main" val="3765750058"/>
              </p:ext>
            </p:extLst>
          </p:nvPr>
        </p:nvGraphicFramePr>
        <p:xfrm>
          <a:off x="623416" y="946380"/>
          <a:ext cx="10945167" cy="4846320"/>
        </p:xfrm>
        <a:graphic>
          <a:graphicData uri="http://schemas.openxmlformats.org/drawingml/2006/table">
            <a:tbl>
              <a:tblPr firstRow="1" bandRow="1">
                <a:tableStyleId>{5C22544A-7EE6-4342-B048-85BDC9FD1C3A}</a:tableStyleId>
              </a:tblPr>
              <a:tblGrid>
                <a:gridCol w="2622591">
                  <a:extLst>
                    <a:ext uri="{9D8B030D-6E8A-4147-A177-3AD203B41FA5}">
                      <a16:colId xmlns:a16="http://schemas.microsoft.com/office/drawing/2014/main" val="1527722982"/>
                    </a:ext>
                  </a:extLst>
                </a:gridCol>
                <a:gridCol w="8322576">
                  <a:extLst>
                    <a:ext uri="{9D8B030D-6E8A-4147-A177-3AD203B41FA5}">
                      <a16:colId xmlns:a16="http://schemas.microsoft.com/office/drawing/2014/main" val="931539357"/>
                    </a:ext>
                  </a:extLst>
                </a:gridCol>
              </a:tblGrid>
              <a:tr h="0">
                <a:tc>
                  <a:txBody>
                    <a:bodyPr/>
                    <a:lstStyle/>
                    <a:p>
                      <a:r>
                        <a:rPr lang="en-US" altLang="zh-CN" sz="1600"/>
                        <a:t>Rationales </a:t>
                      </a:r>
                      <a:endParaRPr lang="zh-CN" altLang="en-US" sz="1600"/>
                    </a:p>
                  </a:txBody>
                  <a:tcPr/>
                </a:tc>
                <a:tc>
                  <a:txBody>
                    <a:bodyPr/>
                    <a:lstStyle/>
                    <a:p>
                      <a:r>
                        <a:rPr lang="en-US" altLang="zh-CN" sz="1600"/>
                        <a:t>Details</a:t>
                      </a:r>
                      <a:endParaRPr lang="zh-CN" altLang="en-US" sz="1600"/>
                    </a:p>
                  </a:txBody>
                  <a:tcPr/>
                </a:tc>
                <a:extLst>
                  <a:ext uri="{0D108BD9-81ED-4DB2-BD59-A6C34878D82A}">
                    <a16:rowId xmlns:a16="http://schemas.microsoft.com/office/drawing/2014/main" val="126323822"/>
                  </a:ext>
                </a:extLst>
              </a:tr>
              <a:tr h="594360">
                <a:tc>
                  <a:txBody>
                    <a:bodyPr/>
                    <a:lstStyle/>
                    <a:p>
                      <a:r>
                        <a:rPr lang="en-US" altLang="zh-CN" sz="1600"/>
                        <a:t>MASLD patients in SYNCHRONIZE-CN trial</a:t>
                      </a:r>
                      <a:endParaRPr lang="zh-CN" altLang="en-US" sz="1600"/>
                    </a:p>
                  </a:txBody>
                  <a:tcPr/>
                </a:tc>
                <a:tc>
                  <a:txBody>
                    <a:bodyPr/>
                    <a:lstStyle/>
                    <a:p>
                      <a:r>
                        <a:rPr lang="en-US" altLang="zh-CN" sz="1600"/>
                        <a:t>Although MASH was listed in inclusion criteria , baseline data show 47/306 (15.4 %) patients with MASLD and 17/306 (5.6%) patients with MASH, indicating available data to support </a:t>
                      </a:r>
                      <a:endParaRPr lang="zh-CN" altLang="en-US" sz="1600"/>
                    </a:p>
                  </a:txBody>
                  <a:tcPr/>
                </a:tc>
                <a:extLst>
                  <a:ext uri="{0D108BD9-81ED-4DB2-BD59-A6C34878D82A}">
                    <a16:rowId xmlns:a16="http://schemas.microsoft.com/office/drawing/2014/main" val="2383665583"/>
                  </a:ext>
                </a:extLst>
              </a:tr>
              <a:tr h="594360">
                <a:tc>
                  <a:txBody>
                    <a:bodyPr/>
                    <a:lstStyle/>
                    <a:p>
                      <a:r>
                        <a:rPr lang="en-US" altLang="zh-CN" sz="1600"/>
                        <a:t>Support from SYNCHRONIZE-MASLD trial</a:t>
                      </a:r>
                      <a:endParaRPr lang="zh-CN" altLang="en-US" sz="1600"/>
                    </a:p>
                  </a:txBody>
                  <a:tcPr/>
                </a:tc>
                <a:tc>
                  <a:txBody>
                    <a:bodyPr/>
                    <a:lstStyle/>
                    <a:p>
                      <a:pPr marL="285750" indent="-285750">
                        <a:buFont typeface="Arial" panose="020B0604020202020204" pitchFamily="34" charset="0"/>
                        <a:buChar char="•"/>
                      </a:pPr>
                      <a:r>
                        <a:rPr lang="en-US" altLang="zh-CN" sz="1600"/>
                        <a:t>SYNCHRONIZE™-MASLD assessed the effect of </a:t>
                      </a:r>
                      <a:r>
                        <a:rPr lang="en-US" altLang="zh-CN" sz="1600" err="1"/>
                        <a:t>survodutide</a:t>
                      </a:r>
                      <a:r>
                        <a:rPr lang="en-US" altLang="zh-CN" sz="1600"/>
                        <a:t> in adults living with overweight/obesity and presumed or confirmed MASH.   </a:t>
                      </a:r>
                    </a:p>
                    <a:p>
                      <a:pPr marL="285750" indent="-285750">
                        <a:buFont typeface="Arial" panose="020B0604020202020204" pitchFamily="34" charset="0"/>
                        <a:buChar char="•"/>
                      </a:pPr>
                      <a:r>
                        <a:rPr lang="en-US" altLang="zh-CN" sz="1600"/>
                        <a:t>The adoption of MASLD terminology supports internal consistency across development, scientific communication and labeling strategy.</a:t>
                      </a:r>
                    </a:p>
                  </a:txBody>
                  <a:tcPr/>
                </a:tc>
                <a:extLst>
                  <a:ext uri="{0D108BD9-81ED-4DB2-BD59-A6C34878D82A}">
                    <a16:rowId xmlns:a16="http://schemas.microsoft.com/office/drawing/2014/main" val="382286286"/>
                  </a:ext>
                </a:extLst>
              </a:tr>
              <a:tr h="370840">
                <a:tc>
                  <a:txBody>
                    <a:bodyPr/>
                    <a:lstStyle/>
                    <a:p>
                      <a:r>
                        <a:rPr lang="en-US" altLang="zh-CN" sz="1600"/>
                        <a:t>Clinical &amp; Diagnostic Feasibility</a:t>
                      </a:r>
                      <a:endParaRPr lang="zh-CN" altLang="en-US" sz="1600"/>
                    </a:p>
                  </a:txBody>
                  <a:tcPr/>
                </a:tc>
                <a:tc>
                  <a:txBody>
                    <a:bodyPr/>
                    <a:lstStyle/>
                    <a:p>
                      <a:pPr marL="285750" indent="-285750">
                        <a:buFont typeface="Arial" panose="020B0604020202020204" pitchFamily="34" charset="0"/>
                        <a:buChar char="•"/>
                      </a:pPr>
                      <a:r>
                        <a:rPr lang="en-US" altLang="zh-CN" sz="1600"/>
                        <a:t>MASH diagnosis remains closely linked to liver biopsy, which is not feasible or scalable in routine obesity management in China.</a:t>
                      </a:r>
                    </a:p>
                    <a:p>
                      <a:pPr marL="285750" indent="-285750">
                        <a:buFont typeface="Arial" panose="020B0604020202020204" pitchFamily="34" charset="0"/>
                        <a:buChar char="•"/>
                      </a:pPr>
                      <a:r>
                        <a:rPr lang="en-US" altLang="zh-CN" sz="1600"/>
                        <a:t>Non‑invasive tests (NITs) are increasingly used in clinical practice and can reliably identify MASLD, but cannot confirm MASH.</a:t>
                      </a:r>
                    </a:p>
                    <a:p>
                      <a:pPr marL="285750" indent="-285750">
                        <a:buFont typeface="Arial" panose="020B0604020202020204" pitchFamily="34" charset="0"/>
                        <a:buChar char="•"/>
                      </a:pPr>
                      <a:r>
                        <a:rPr lang="en-US" altLang="zh-CN" sz="1600"/>
                        <a:t>Retaining MASH would create a disconnect between label language and real‑world diagnosability.</a:t>
                      </a:r>
                      <a:endParaRPr lang="zh-CN" altLang="en-US" sz="1600"/>
                    </a:p>
                  </a:txBody>
                  <a:tcPr/>
                </a:tc>
                <a:extLst>
                  <a:ext uri="{0D108BD9-81ED-4DB2-BD59-A6C34878D82A}">
                    <a16:rowId xmlns:a16="http://schemas.microsoft.com/office/drawing/2014/main" val="953645369"/>
                  </a:ext>
                </a:extLst>
              </a:tr>
              <a:tr h="886343">
                <a:tc>
                  <a:txBody>
                    <a:bodyPr/>
                    <a:lstStyle/>
                    <a:p>
                      <a:r>
                        <a:rPr lang="en-US" altLang="zh-CN" sz="1600"/>
                        <a:t>Clinical guideline and market context in China</a:t>
                      </a:r>
                      <a:endParaRPr lang="zh-CN" altLang="en-US" sz="1600"/>
                    </a:p>
                  </a:txBody>
                  <a:tcPr/>
                </a:tc>
                <a:tc>
                  <a:txBody>
                    <a:bodyPr/>
                    <a:lstStyle/>
                    <a:p>
                      <a:pPr marL="285750" indent="-285750">
                        <a:buFont typeface="Arial" panose="020B0604020202020204" pitchFamily="34" charset="0"/>
                        <a:buChar char="•"/>
                      </a:pPr>
                      <a:r>
                        <a:rPr lang="en-US" altLang="zh-CN" sz="1600"/>
                        <a:t>Chinese obesity and metabolic guidelines recognize obesity/overweight with fatty liver (MASLD) as a relevant comorbidity for the weight management indications.</a:t>
                      </a:r>
                    </a:p>
                    <a:p>
                      <a:pPr marL="285750" indent="-285750">
                        <a:buFont typeface="Arial" panose="020B0604020202020204" pitchFamily="34" charset="0"/>
                        <a:buChar char="•"/>
                      </a:pPr>
                      <a:r>
                        <a:rPr lang="en-US" altLang="zh-CN" sz="1600"/>
                        <a:t>Local competitor (</a:t>
                      </a:r>
                      <a:r>
                        <a:rPr lang="en-US" altLang="zh-CN" sz="1600" err="1"/>
                        <a:t>Mazdutide</a:t>
                      </a:r>
                      <a:r>
                        <a:rPr lang="en-US" altLang="zh-CN" sz="1600"/>
                        <a:t>)  has obtained obesity indications using fatty liver–based comorbidity language, aligned with its clinical trial population.</a:t>
                      </a:r>
                    </a:p>
                  </a:txBody>
                  <a:tcPr/>
                </a:tc>
                <a:extLst>
                  <a:ext uri="{0D108BD9-81ED-4DB2-BD59-A6C34878D82A}">
                    <a16:rowId xmlns:a16="http://schemas.microsoft.com/office/drawing/2014/main" val="960759922"/>
                  </a:ext>
                </a:extLst>
              </a:tr>
            </a:tbl>
          </a:graphicData>
        </a:graphic>
      </p:graphicFrame>
      <p:sp>
        <p:nvSpPr>
          <p:cNvPr id="6" name="灯片编号占位符 5">
            <a:extLst>
              <a:ext uri="{FF2B5EF4-FFF2-40B4-BE49-F238E27FC236}">
                <a16:creationId xmlns:a16="http://schemas.microsoft.com/office/drawing/2014/main" id="{64D39750-00AE-0C4B-54DF-8B6B6CEB6C8B}"/>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Tree>
    <p:extLst>
      <p:ext uri="{BB962C8B-B14F-4D97-AF65-F5344CB8AC3E}">
        <p14:creationId xmlns:p14="http://schemas.microsoft.com/office/powerpoint/2010/main" val="382840550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661CC81-B826-6B8E-BC85-A8492E261A1D}"/>
              </a:ext>
            </a:extLst>
          </p:cNvPr>
          <p:cNvSpPr>
            <a:spLocks noGrp="1"/>
          </p:cNvSpPr>
          <p:nvPr>
            <p:ph type="title"/>
          </p:nvPr>
        </p:nvSpPr>
        <p:spPr/>
        <p:txBody>
          <a:bodyPr/>
          <a:lstStyle/>
          <a:p>
            <a:r>
              <a:rPr lang="en-US" altLang="zh-CN"/>
              <a:t>CN Participant Discontinuation in SYNCHRONIZE trials </a:t>
            </a:r>
            <a:r>
              <a:rPr lang="en-US" altLang="zh-CN" sz="1400"/>
              <a:t>(Cut off Date for CN: </a:t>
            </a:r>
            <a:r>
              <a:rPr lang="en-US" altLang="zh-CN" sz="1400">
                <a:solidFill>
                  <a:srgbClr val="08312A"/>
                </a:solidFill>
              </a:rPr>
              <a:t>30-Jan-2026</a:t>
            </a:r>
            <a:r>
              <a:rPr lang="en-US" altLang="zh-CN" sz="1400"/>
              <a:t>)</a:t>
            </a:r>
            <a:endParaRPr lang="zh-CN" altLang="en-US"/>
          </a:p>
        </p:txBody>
      </p:sp>
      <p:sp>
        <p:nvSpPr>
          <p:cNvPr id="5" name="页脚占位符 4">
            <a:extLst>
              <a:ext uri="{FF2B5EF4-FFF2-40B4-BE49-F238E27FC236}">
                <a16:creationId xmlns:a16="http://schemas.microsoft.com/office/drawing/2014/main" id="{7F1AE908-3FD7-E43F-5930-E5AE08521583}"/>
              </a:ext>
            </a:extLst>
          </p:cNvPr>
          <p:cNvSpPr>
            <a:spLocks noGrp="1"/>
          </p:cNvSpPr>
          <p:nvPr>
            <p:ph type="ftr" sz="quarter" idx="19"/>
          </p:nvPr>
        </p:nvSpPr>
        <p:spPr/>
        <p:txBody>
          <a:bodyPr/>
          <a:lstStyle/>
          <a:p>
            <a:r>
              <a:rPr lang="en-US"/>
              <a:t>Presentation title    |    ONLY FOR INTERNAL USE</a:t>
            </a:r>
          </a:p>
        </p:txBody>
      </p:sp>
      <p:sp>
        <p:nvSpPr>
          <p:cNvPr id="6" name="灯片编号占位符 5">
            <a:extLst>
              <a:ext uri="{FF2B5EF4-FFF2-40B4-BE49-F238E27FC236}">
                <a16:creationId xmlns:a16="http://schemas.microsoft.com/office/drawing/2014/main" id="{269EAADA-5DA8-F0C9-0ECD-516FAA2AFC5A}"/>
              </a:ext>
            </a:extLst>
          </p:cNvPr>
          <p:cNvSpPr>
            <a:spLocks noGrp="1"/>
          </p:cNvSpPr>
          <p:nvPr>
            <p:ph type="sldNum" sz="quarter" idx="20"/>
          </p:nvPr>
        </p:nvSpPr>
        <p:spPr/>
        <p:txBody>
          <a:bodyPr/>
          <a:lstStyle/>
          <a:p>
            <a:fld id="{DF4E8F9F-5B1F-4F5B-BE49-3245D8C18D9F}" type="slidenum">
              <a:rPr lang="en-US" smtClean="0"/>
              <a:pPr/>
              <a:t>20</a:t>
            </a:fld>
            <a:endParaRPr lang="en-US"/>
          </a:p>
        </p:txBody>
      </p:sp>
      <p:graphicFrame>
        <p:nvGraphicFramePr>
          <p:cNvPr id="7" name="表格 6">
            <a:extLst>
              <a:ext uri="{FF2B5EF4-FFF2-40B4-BE49-F238E27FC236}">
                <a16:creationId xmlns:a16="http://schemas.microsoft.com/office/drawing/2014/main" id="{A6622616-FAE9-711B-10D6-C6A76079FC74}"/>
              </a:ext>
            </a:extLst>
          </p:cNvPr>
          <p:cNvGraphicFramePr>
            <a:graphicFrameLocks noGrp="1"/>
          </p:cNvGraphicFramePr>
          <p:nvPr/>
        </p:nvGraphicFramePr>
        <p:xfrm>
          <a:off x="1554235" y="1279513"/>
          <a:ext cx="9161725" cy="3552996"/>
        </p:xfrm>
        <a:graphic>
          <a:graphicData uri="http://schemas.openxmlformats.org/drawingml/2006/table">
            <a:tbl>
              <a:tblPr firstRow="1" bandRow="1">
                <a:tableStyleId>{2D5ABB26-0587-4C30-8999-92F81FD0307C}</a:tableStyleId>
              </a:tblPr>
              <a:tblGrid>
                <a:gridCol w="1821602">
                  <a:extLst>
                    <a:ext uri="{9D8B030D-6E8A-4147-A177-3AD203B41FA5}">
                      <a16:colId xmlns:a16="http://schemas.microsoft.com/office/drawing/2014/main" val="3171367129"/>
                    </a:ext>
                  </a:extLst>
                </a:gridCol>
                <a:gridCol w="835808">
                  <a:extLst>
                    <a:ext uri="{9D8B030D-6E8A-4147-A177-3AD203B41FA5}">
                      <a16:colId xmlns:a16="http://schemas.microsoft.com/office/drawing/2014/main" val="719880864"/>
                    </a:ext>
                  </a:extLst>
                </a:gridCol>
                <a:gridCol w="924927">
                  <a:extLst>
                    <a:ext uri="{9D8B030D-6E8A-4147-A177-3AD203B41FA5}">
                      <a16:colId xmlns:a16="http://schemas.microsoft.com/office/drawing/2014/main" val="2114553404"/>
                    </a:ext>
                  </a:extLst>
                </a:gridCol>
                <a:gridCol w="2553730">
                  <a:extLst>
                    <a:ext uri="{9D8B030D-6E8A-4147-A177-3AD203B41FA5}">
                      <a16:colId xmlns:a16="http://schemas.microsoft.com/office/drawing/2014/main" val="247528775"/>
                    </a:ext>
                  </a:extLst>
                </a:gridCol>
                <a:gridCol w="3025658">
                  <a:extLst>
                    <a:ext uri="{9D8B030D-6E8A-4147-A177-3AD203B41FA5}">
                      <a16:colId xmlns:a16="http://schemas.microsoft.com/office/drawing/2014/main" val="3137821058"/>
                    </a:ext>
                  </a:extLst>
                </a:gridCol>
              </a:tblGrid>
              <a:tr h="433548">
                <a:tc>
                  <a:txBody>
                    <a:bodyPr/>
                    <a:lstStyle/>
                    <a:p>
                      <a:pPr algn="ctr"/>
                      <a:endParaRPr lang="zh-CN" altLang="en-US" sz="1400" b="0"/>
                    </a:p>
                  </a:txBody>
                  <a:tcPr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sz="1400" b="1"/>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400" b="1"/>
                        <a:t>N</a:t>
                      </a:r>
                      <a:endParaRPr lang="zh-CN" altLang="en-US" sz="1400" b="1"/>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400" b="1"/>
                        <a:t>Discontinued prematurely</a:t>
                      </a:r>
                    </a:p>
                    <a:p>
                      <a:pPr algn="ctr"/>
                      <a:r>
                        <a:rPr lang="en-US" altLang="zh-CN" sz="1400" b="1"/>
                        <a:t>n (%)</a:t>
                      </a:r>
                      <a:endParaRPr lang="zh-CN" altLang="en-US" sz="1400" b="1"/>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60000"/>
                        <a:lumOff val="40000"/>
                      </a:schemeClr>
                    </a:solidFill>
                  </a:tcPr>
                </a:tc>
                <a:tc>
                  <a:txBody>
                    <a:bodyPr/>
                    <a:lstStyle/>
                    <a:p>
                      <a:pPr algn="ctr"/>
                      <a:r>
                        <a:rPr lang="en-US" altLang="zh-CN" sz="1400" b="1"/>
                        <a:t>PSD*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400" b="1"/>
                        <a:t>n (%)</a:t>
                      </a:r>
                      <a:endParaRPr lang="zh-CN" altLang="en-US" sz="1400" b="1"/>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872273302"/>
                  </a:ext>
                </a:extLst>
              </a:tr>
              <a:tr h="433548">
                <a:tc rowSpan="2">
                  <a:txBody>
                    <a:bodyPr/>
                    <a:lstStyle/>
                    <a:p>
                      <a:pPr algn="ctr"/>
                      <a:r>
                        <a:rPr lang="en-US" altLang="zh-CN" sz="1200" b="1"/>
                        <a:t>SYNCHRONIZE-1</a:t>
                      </a:r>
                      <a:endParaRPr lang="zh-CN" altLang="en-US" sz="1200" b="1"/>
                    </a:p>
                  </a:txBody>
                  <a:tcPr anchor="ct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Global</a:t>
                      </a:r>
                      <a:endParaRPr lang="zh-CN" altLang="en-US" sz="1200"/>
                    </a:p>
                  </a:txBody>
                  <a:tcPr anchor="ct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t>725</a:t>
                      </a:r>
                      <a:endParaRPr lang="zh-CN" altLang="en-US" sz="1200"/>
                    </a:p>
                  </a:txBody>
                  <a:tcPr anchor="ct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marL="107950" lvl="0" algn="ctr"/>
                      <a:r>
                        <a:rPr lang="en-US" altLang="zh-CN" sz="1200">
                          <a:solidFill>
                            <a:srgbClr val="FF0000"/>
                          </a:solidFill>
                        </a:rPr>
                        <a:t>261 (36.0%) </a:t>
                      </a:r>
                      <a:endParaRPr lang="zh-CN" altLang="en-US" sz="1200">
                        <a:solidFill>
                          <a:srgbClr val="FF0000"/>
                        </a:solidFill>
                      </a:endParaRPr>
                    </a:p>
                  </a:txBody>
                  <a:tcPr anchor="ct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solidFill>
                            <a:srgbClr val="FF0000"/>
                          </a:solidFill>
                        </a:rPr>
                        <a:t>87(12.0%)</a:t>
                      </a:r>
                      <a:endParaRPr lang="zh-CN" altLang="en-US" sz="1200" baseline="30000">
                        <a:solidFill>
                          <a:srgbClr val="FF0000"/>
                        </a:solidFill>
                        <a:latin typeface="BISansOpti"/>
                      </a:endParaRPr>
                    </a:p>
                  </a:txBody>
                  <a:tcPr anchor="ct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val="560243144"/>
                  </a:ext>
                </a:extLst>
              </a:tr>
              <a:tr h="433548">
                <a:tc vMerge="1">
                  <a:txBody>
                    <a:bodyPr/>
                    <a:lstStyle/>
                    <a:p>
                      <a:endParaRPr lang="zh-CN" altLang="en-US" sz="1100"/>
                    </a:p>
                  </a:txBody>
                  <a:tcPr/>
                </a:tc>
                <a:tc>
                  <a:txBody>
                    <a:bodyPr/>
                    <a:lstStyle/>
                    <a:p>
                      <a:pPr algn="ctr"/>
                      <a:r>
                        <a:rPr lang="en-US" altLang="zh-CN" sz="1200"/>
                        <a:t>China</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64</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marL="107950" lvl="0" algn="ctr"/>
                      <a:r>
                        <a:rPr lang="en-US" altLang="zh-CN" sz="1200">
                          <a:solidFill>
                            <a:schemeClr val="tx1"/>
                          </a:solidFill>
                        </a:rPr>
                        <a:t>14 (21.8%)</a:t>
                      </a:r>
                      <a:endParaRPr lang="zh-CN" altLang="en-US" sz="1200">
                        <a:solidFill>
                          <a:schemeClr val="tx1"/>
                        </a:solidFill>
                      </a:endParaRPr>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1 (1.56%)</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4088226792"/>
                  </a:ext>
                </a:extLst>
              </a:tr>
              <a:tr h="433548">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a:t>SYNCHRONIZE-2</a:t>
                      </a:r>
                      <a:endParaRPr lang="zh-CN" altLang="en-US" sz="1200" b="1"/>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Global</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t>752</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marL="107950" lvl="0" algn="ctr"/>
                      <a:r>
                        <a:rPr lang="en-US" altLang="zh-CN" sz="1200">
                          <a:solidFill>
                            <a:srgbClr val="FF0000"/>
                          </a:solidFill>
                        </a:rPr>
                        <a:t>250(33.2%)</a:t>
                      </a:r>
                      <a:endParaRPr lang="zh-CN" altLang="en-US" sz="1200">
                        <a:solidFill>
                          <a:srgbClr val="FF0000"/>
                        </a:solidFill>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t>60(6.65%)</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val="36997438"/>
                  </a:ext>
                </a:extLst>
              </a:tr>
              <a:tr h="433548">
                <a:tc vMerge="1">
                  <a:txBody>
                    <a:bodyPr/>
                    <a:lstStyle/>
                    <a:p>
                      <a:pPr algn="ctr"/>
                      <a:endParaRPr lang="zh-CN" altLang="en-US" sz="1100"/>
                    </a:p>
                  </a:txBody>
                  <a:tcPr anchor="ctr"/>
                </a:tc>
                <a:tc>
                  <a:txBody>
                    <a:bodyPr/>
                    <a:lstStyle/>
                    <a:p>
                      <a:pPr algn="ctr"/>
                      <a:r>
                        <a:rPr lang="en-US" altLang="zh-CN" sz="1200"/>
                        <a:t>China</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77</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marL="107950" lvl="0" algn="ctr"/>
                      <a:r>
                        <a:rPr lang="en-US" altLang="zh-CN" sz="1200" kern="1200">
                          <a:solidFill>
                            <a:schemeClr val="tx1"/>
                          </a:solidFill>
                          <a:latin typeface="+mn-lt"/>
                          <a:ea typeface="+mn-ea"/>
                          <a:cs typeface="+mn-cs"/>
                        </a:rPr>
                        <a:t>20 (26%)</a:t>
                      </a:r>
                      <a:endParaRPr lang="zh-CN" altLang="en-US" sz="1200" kern="1200">
                        <a:solidFill>
                          <a:schemeClr val="tx1"/>
                        </a:solidFill>
                        <a:latin typeface="+mn-lt"/>
                        <a:ea typeface="+mn-ea"/>
                        <a:cs typeface="+mn-cs"/>
                      </a:endParaRPr>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0</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4205714771"/>
                  </a:ext>
                </a:extLst>
              </a:tr>
              <a:tr h="433548">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a:t>SYNCHRONIZE-CVOT</a:t>
                      </a:r>
                      <a:endParaRPr lang="zh-CN" altLang="en-US" sz="1200" b="1"/>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Global</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t>5510</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marL="107950" lvl="0" algn="ctr"/>
                      <a:r>
                        <a:rPr lang="en-US" altLang="zh-CN" sz="1200">
                          <a:solidFill>
                            <a:srgbClr val="FF0000"/>
                          </a:solidFill>
                        </a:rPr>
                        <a:t>2137 (38.8%)</a:t>
                      </a:r>
                      <a:endParaRPr lang="zh-CN" altLang="en-US" sz="1200" baseline="30000">
                        <a:solidFill>
                          <a:srgbClr val="FF0000"/>
                        </a:solidFill>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tc>
                  <a:txBody>
                    <a:bodyPr/>
                    <a:lstStyle/>
                    <a:p>
                      <a:pPr algn="ctr"/>
                      <a:r>
                        <a:rPr lang="en-US" altLang="zh-CN" sz="1200">
                          <a:solidFill>
                            <a:srgbClr val="FF0000"/>
                          </a:solidFill>
                        </a:rPr>
                        <a:t>281 (5.1 %)</a:t>
                      </a:r>
                      <a:endParaRPr lang="zh-CN" altLang="en-US" sz="1200">
                        <a:solidFill>
                          <a:srgbClr val="FF0000"/>
                        </a:solidFill>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val="3510625222"/>
                  </a:ext>
                </a:extLst>
              </a:tr>
              <a:tr h="433548">
                <a:tc vMerge="1">
                  <a:txBody>
                    <a:bodyPr/>
                    <a:lstStyle/>
                    <a:p>
                      <a:pPr algn="ctr"/>
                      <a:endParaRPr lang="zh-CN" altLang="en-US" sz="1100"/>
                    </a:p>
                  </a:txBody>
                  <a:tcPr anchor="ctr"/>
                </a:tc>
                <a:tc>
                  <a:txBody>
                    <a:bodyPr/>
                    <a:lstStyle/>
                    <a:p>
                      <a:pPr algn="ctr"/>
                      <a:r>
                        <a:rPr lang="en-US" altLang="zh-CN" sz="1200"/>
                        <a:t>China</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174</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marL="107950" lvl="0" algn="ctr"/>
                      <a:r>
                        <a:rPr lang="en-US" altLang="zh-CN" sz="1200">
                          <a:solidFill>
                            <a:srgbClr val="FF0000"/>
                          </a:solidFill>
                        </a:rPr>
                        <a:t>57(32.8%)</a:t>
                      </a:r>
                      <a:endParaRPr lang="zh-CN" altLang="en-US" sz="1200">
                        <a:solidFill>
                          <a:srgbClr val="FF0000"/>
                        </a:solidFill>
                      </a:endParaRPr>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ctr"/>
                      <a:r>
                        <a:rPr lang="en-US" altLang="zh-CN" sz="1200"/>
                        <a:t>0</a:t>
                      </a:r>
                      <a:endParaRPr lang="zh-CN" altLang="en-US" sz="1200"/>
                    </a:p>
                  </a:txBody>
                  <a:tcPr anchor="ctr">
                    <a:lnT w="12700" cap="flat" cmpd="sng" algn="ctr">
                      <a:solidFill>
                        <a:schemeClr val="bg1">
                          <a:lumMod val="85000"/>
                        </a:schemeClr>
                      </a:solidFill>
                      <a:prstDash val="dot"/>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02617778"/>
                  </a:ext>
                </a:extLst>
              </a:tr>
              <a:tr h="4335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a:t>SYNCHRONIZE-CN</a:t>
                      </a:r>
                      <a:endParaRPr lang="zh-CN" altLang="en-US" sz="1200" b="1"/>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a:t>China</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a:t>306</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07950" lvl="0" algn="ctr"/>
                      <a:r>
                        <a:rPr lang="en-US" altLang="zh-CN" sz="1200"/>
                        <a:t>58 (18.9%)</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a:t>0 </a:t>
                      </a:r>
                      <a:endParaRPr lang="zh-CN" altLang="en-US" sz="1200"/>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8918750"/>
                  </a:ext>
                </a:extLst>
              </a:tr>
            </a:tbl>
          </a:graphicData>
        </a:graphic>
      </p:graphicFrame>
      <p:sp>
        <p:nvSpPr>
          <p:cNvPr id="8" name="文本框 7">
            <a:extLst>
              <a:ext uri="{FF2B5EF4-FFF2-40B4-BE49-F238E27FC236}">
                <a16:creationId xmlns:a16="http://schemas.microsoft.com/office/drawing/2014/main" id="{60657363-775E-D616-8C49-3499DCBA424E}"/>
              </a:ext>
            </a:extLst>
          </p:cNvPr>
          <p:cNvSpPr txBox="1"/>
          <p:nvPr/>
        </p:nvSpPr>
        <p:spPr bwMode="gray">
          <a:xfrm>
            <a:off x="1554235" y="4928521"/>
            <a:ext cx="5658272"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rPr>
              <a:t>* follow-up lost + ICF withdraw;</a:t>
            </a:r>
          </a:p>
        </p:txBody>
      </p:sp>
      <p:sp>
        <p:nvSpPr>
          <p:cNvPr id="3" name="文本框 2">
            <a:extLst>
              <a:ext uri="{FF2B5EF4-FFF2-40B4-BE49-F238E27FC236}">
                <a16:creationId xmlns:a16="http://schemas.microsoft.com/office/drawing/2014/main" id="{01EEDC1A-992F-DB58-7D12-B23BEF21B9AD}"/>
              </a:ext>
            </a:extLst>
          </p:cNvPr>
          <p:cNvSpPr txBox="1"/>
          <p:nvPr/>
        </p:nvSpPr>
        <p:spPr bwMode="gray">
          <a:xfrm>
            <a:off x="1817167" y="6246836"/>
            <a:ext cx="5658272"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rPr>
              <a:t>LFU=lost follow-up</a:t>
            </a:r>
          </a:p>
        </p:txBody>
      </p:sp>
      <p:sp>
        <p:nvSpPr>
          <p:cNvPr id="4" name="文本框 3">
            <a:extLst>
              <a:ext uri="{FF2B5EF4-FFF2-40B4-BE49-F238E27FC236}">
                <a16:creationId xmlns:a16="http://schemas.microsoft.com/office/drawing/2014/main" id="{74C6B384-604A-6D3B-A458-9D27C8DAFD2A}"/>
              </a:ext>
            </a:extLst>
          </p:cNvPr>
          <p:cNvSpPr txBox="1"/>
          <p:nvPr/>
        </p:nvSpPr>
        <p:spPr bwMode="gray">
          <a:xfrm>
            <a:off x="1178560" y="5318865"/>
            <a:ext cx="9666024" cy="578043"/>
          </a:xfrm>
          <a:prstGeom prst="rect">
            <a:avLst/>
          </a:prstGeom>
          <a:noFill/>
        </p:spPr>
        <p:txBody>
          <a:bodyPr wrap="square" lIns="0" tIns="0" rIns="0" bIns="0" rtlCol="0" anchor="t">
            <a:spAutoFit/>
          </a:bodyPr>
          <a:lstStyle/>
          <a:p>
            <a:pPr marL="179705" indent="-179705">
              <a:lnSpc>
                <a:spcPct val="140000"/>
              </a:lnSpc>
              <a:buFont typeface="Arial" panose="020B0604020202020204" pitchFamily="34" charset="0"/>
              <a:buChar char="•"/>
            </a:pPr>
            <a:r>
              <a:rPr lang="en-US" altLang="zh-CN" sz="1400"/>
              <a:t>SYNCHRONIZE-1 Chinese participants have completed LPLV on 9 Jan 2026, global LPLV will be in early Feb.</a:t>
            </a:r>
          </a:p>
          <a:p>
            <a:pPr marL="179705" indent="-179705" algn="l">
              <a:lnSpc>
                <a:spcPct val="140000"/>
              </a:lnSpc>
              <a:buFont typeface="Arial" panose="020B0604020202020204" pitchFamily="34" charset="0"/>
              <a:buChar char="•"/>
            </a:pPr>
            <a:r>
              <a:rPr lang="en-US" altLang="zh-CN" sz="1400"/>
              <a:t>SYNCHRONIZE-CN has completed LPLV on 28 Jan 2026.</a:t>
            </a:r>
          </a:p>
        </p:txBody>
      </p:sp>
    </p:spTree>
    <p:extLst>
      <p:ext uri="{BB962C8B-B14F-4D97-AF65-F5344CB8AC3E}">
        <p14:creationId xmlns:p14="http://schemas.microsoft.com/office/powerpoint/2010/main" val="367930185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81C0FD3-2E9D-7C54-49B6-E6FBE01F17E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9EC6727-54FA-92B6-6621-B72ECFA69535}"/>
              </a:ext>
            </a:extLst>
          </p:cNvPr>
          <p:cNvSpPr>
            <a:spLocks noGrp="1"/>
          </p:cNvSpPr>
          <p:nvPr>
            <p:ph type="title"/>
          </p:nvPr>
        </p:nvSpPr>
        <p:spPr>
          <a:xfrm>
            <a:off x="488143" y="474385"/>
            <a:ext cx="11233151" cy="720000"/>
          </a:xfrm>
        </p:spPr>
        <p:txBody>
          <a:bodyPr/>
          <a:lstStyle/>
          <a:p>
            <a:r>
              <a:rPr lang="en-US" altLang="zh-CN"/>
              <a:t>Projects/Studies with </a:t>
            </a:r>
            <a:r>
              <a:rPr lang="en-US" altLang="zh-CN">
                <a:solidFill>
                  <a:srgbClr val="FF0000"/>
                </a:solidFill>
              </a:rPr>
              <a:t>Red-Light –</a:t>
            </a:r>
            <a:r>
              <a:rPr lang="en-US" altLang="zh-CN">
                <a:solidFill>
                  <a:schemeClr val="tx2"/>
                </a:solidFill>
              </a:rPr>
              <a:t> </a:t>
            </a:r>
            <a:r>
              <a:rPr lang="en-US" altLang="zh-CN">
                <a:solidFill>
                  <a:srgbClr val="FF0000"/>
                </a:solidFill>
              </a:rPr>
              <a:t>Hong Kong  </a:t>
            </a:r>
            <a:endParaRPr lang="zh-CN" altLang="en-US">
              <a:solidFill>
                <a:srgbClr val="FF0000"/>
              </a:solidFill>
            </a:endParaRPr>
          </a:p>
        </p:txBody>
      </p:sp>
      <p:sp>
        <p:nvSpPr>
          <p:cNvPr id="6" name="Slide Number Placeholder 5">
            <a:extLst>
              <a:ext uri="{FF2B5EF4-FFF2-40B4-BE49-F238E27FC236}">
                <a16:creationId xmlns:a16="http://schemas.microsoft.com/office/drawing/2014/main" id="{644DAA69-229D-2CCB-C5CD-51D57F7DB8C0}"/>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12" name="矩形 7">
            <a:extLst>
              <a:ext uri="{FF2B5EF4-FFF2-40B4-BE49-F238E27FC236}">
                <a16:creationId xmlns:a16="http://schemas.microsoft.com/office/drawing/2014/main" id="{2305E921-6A85-9A25-C861-589CB59D1E4B}"/>
              </a:ext>
            </a:extLst>
          </p:cNvPr>
          <p:cNvSpPr/>
          <p:nvPr/>
        </p:nvSpPr>
        <p:spPr>
          <a:xfrm>
            <a:off x="3618568" y="3536422"/>
            <a:ext cx="7580414" cy="1291474"/>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Site engagement visit planned for HKG1 by monthly by MA.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Site engagement visit planned for HKG2 by monthly by MA. </a:t>
            </a:r>
            <a:endPar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zh-CN" altLang="en-US"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endParaRPr>
          </a:p>
        </p:txBody>
      </p:sp>
      <p:sp>
        <p:nvSpPr>
          <p:cNvPr id="16" name="矩形: 圆角 34">
            <a:extLst>
              <a:ext uri="{FF2B5EF4-FFF2-40B4-BE49-F238E27FC236}">
                <a16:creationId xmlns:a16="http://schemas.microsoft.com/office/drawing/2014/main" id="{2A77DE25-D89C-F2BE-575C-A6AC1F8502BC}"/>
              </a:ext>
            </a:extLst>
          </p:cNvPr>
          <p:cNvSpPr/>
          <p:nvPr>
            <p:custDataLst>
              <p:tags r:id="rId1"/>
            </p:custDataLst>
          </p:nvPr>
        </p:nvSpPr>
        <p:spPr>
          <a:xfrm>
            <a:off x="993018" y="3618854"/>
            <a:ext cx="2246265" cy="998818"/>
          </a:xfrm>
          <a:prstGeom prst="roundRect">
            <a:avLst>
              <a:gd name="adj" fmla="val 9693"/>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Site Engagement Plan</a:t>
            </a:r>
          </a:p>
        </p:txBody>
      </p:sp>
      <p:sp>
        <p:nvSpPr>
          <p:cNvPr id="15" name="矩形 11">
            <a:extLst>
              <a:ext uri="{FF2B5EF4-FFF2-40B4-BE49-F238E27FC236}">
                <a16:creationId xmlns:a16="http://schemas.microsoft.com/office/drawing/2014/main" id="{C72C0D44-DC82-9991-913D-ED6C4CD313AE}"/>
              </a:ext>
            </a:extLst>
          </p:cNvPr>
          <p:cNvSpPr/>
          <p:nvPr/>
        </p:nvSpPr>
        <p:spPr>
          <a:xfrm>
            <a:off x="3618568" y="4903373"/>
            <a:ext cx="7580414" cy="1188883"/>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HKG1 [Prof. Vincent Wong]: Leading the setting up of patient referral network in Hong Kong with HKG2 PI [Prof. Seto]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HKG2 [Prof. Seto]: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Agreed to prioritize our study by Jul 2026 -- all patients from seminar to our study.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Lunch meeting under arrangement for study refreshing.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endParaRPr>
          </a:p>
        </p:txBody>
      </p:sp>
      <p:sp>
        <p:nvSpPr>
          <p:cNvPr id="17" name="矩形: 圆角 35">
            <a:extLst>
              <a:ext uri="{FF2B5EF4-FFF2-40B4-BE49-F238E27FC236}">
                <a16:creationId xmlns:a16="http://schemas.microsoft.com/office/drawing/2014/main" id="{B4CC9885-8697-4EA9-439D-FB2A6D549CD7}"/>
              </a:ext>
            </a:extLst>
          </p:cNvPr>
          <p:cNvSpPr/>
          <p:nvPr>
            <p:custDataLst>
              <p:tags r:id="rId2"/>
            </p:custDataLst>
          </p:nvPr>
        </p:nvSpPr>
        <p:spPr>
          <a:xfrm>
            <a:off x="993018" y="4811778"/>
            <a:ext cx="2246265" cy="1188883"/>
          </a:xfrm>
          <a:prstGeom prst="roundRect">
            <a:avLst>
              <a:gd name="adj" fmla="val 11071"/>
            </a:avLst>
          </a:prstGeom>
          <a:solidFill>
            <a:srgbClr val="306534"/>
          </a:solidFill>
          <a:ln w="38100" cap="flat" cmpd="sng" algn="ctr">
            <a:noFill/>
            <a:prstDash val="solid"/>
            <a:miter lim="800000"/>
          </a:ln>
          <a:effectLst>
            <a:outerShdw blurRad="411480" dist="123444" dir="5400000" sx="108000" sy="108000" algn="ctr" rotWithShape="0">
              <a:srgbClr val="306534">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Other m</a:t>
            </a:r>
            <a:r>
              <a:rPr kumimoji="0" lang="en-US" altLang="zh-CN" sz="1600" b="0" i="0" u="none" strike="noStrike" kern="0" cap="none" spc="0" normalizeH="0" baseline="0" noProof="0" err="1">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itigation</a:t>
            </a: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 actions</a:t>
            </a:r>
          </a:p>
        </p:txBody>
      </p:sp>
      <p:sp>
        <p:nvSpPr>
          <p:cNvPr id="13" name="矩形 9">
            <a:extLst>
              <a:ext uri="{FF2B5EF4-FFF2-40B4-BE49-F238E27FC236}">
                <a16:creationId xmlns:a16="http://schemas.microsoft.com/office/drawing/2014/main" id="{2C1CBCD6-D59A-9BF1-90D2-F3F350156FA4}"/>
              </a:ext>
            </a:extLst>
          </p:cNvPr>
          <p:cNvSpPr/>
          <p:nvPr/>
        </p:nvSpPr>
        <p:spPr>
          <a:xfrm>
            <a:off x="3599518" y="2276901"/>
            <a:ext cx="7580414" cy="1152099"/>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HK has screened 24 </a:t>
            </a: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(+4 in Mar) [26 as planned for Apr 2026]</a:t>
            </a:r>
            <a:r>
              <a:rPr kumimoji="0" lang="en-US" altLang="zh-CN" sz="1300" b="0" i="0" u="none" strike="noStrike" kern="0" cap="none" spc="0" normalizeH="0" baseline="0" noProof="0">
                <a:ln>
                  <a:noFill/>
                </a:ln>
                <a:solidFill>
                  <a:prstClr val="black"/>
                </a:solidFill>
                <a:effectLst/>
                <a:uLnTx/>
                <a:uFillTx/>
                <a:latin typeface="Boehringer Forward Text"/>
                <a:ea typeface="OPPOSans M"/>
                <a:cs typeface="+mn-cs"/>
              </a:rPr>
              <a:t>, randomized </a:t>
            </a:r>
            <a:r>
              <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2 </a:t>
            </a:r>
            <a:r>
              <a:rPr kumimoji="0" lang="en-US" altLang="zh-CN" sz="1300" b="0" i="0" u="none" strike="noStrike" kern="0" cap="none" spc="0" normalizeH="0" baseline="0" noProof="0">
                <a:ln>
                  <a:noFill/>
                </a:ln>
                <a:solidFill>
                  <a:srgbClr val="F58A68"/>
                </a:solidFill>
                <a:effectLst/>
                <a:uLnTx/>
                <a:uFillTx/>
                <a:latin typeface="Boehringer Forward Text"/>
                <a:ea typeface="OPPOSans M"/>
                <a:cs typeface="+mn-cs"/>
              </a:rPr>
              <a:t>[4 as planned]</a:t>
            </a:r>
            <a:r>
              <a:rPr kumimoji="0" lang="en-US" altLang="zh-CN" sz="13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screen failed 16, in screening 6; </a:t>
            </a:r>
          </a:p>
        </p:txBody>
      </p:sp>
      <p:sp>
        <p:nvSpPr>
          <p:cNvPr id="18" name="矩形: 圆角 36">
            <a:extLst>
              <a:ext uri="{FF2B5EF4-FFF2-40B4-BE49-F238E27FC236}">
                <a16:creationId xmlns:a16="http://schemas.microsoft.com/office/drawing/2014/main" id="{A83C8073-6790-CBEC-50A4-0A917315E52A}"/>
              </a:ext>
            </a:extLst>
          </p:cNvPr>
          <p:cNvSpPr/>
          <p:nvPr>
            <p:custDataLst>
              <p:tags r:id="rId3"/>
            </p:custDataLst>
          </p:nvPr>
        </p:nvSpPr>
        <p:spPr>
          <a:xfrm>
            <a:off x="973968" y="2233549"/>
            <a:ext cx="2246265" cy="1207422"/>
          </a:xfrm>
          <a:prstGeom prst="roundRect">
            <a:avLst>
              <a:gd name="adj" fmla="val 6936"/>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Status update </a:t>
            </a:r>
          </a:p>
        </p:txBody>
      </p:sp>
      <p:sp>
        <p:nvSpPr>
          <p:cNvPr id="3" name="矩形 102">
            <a:extLst>
              <a:ext uri="{FF2B5EF4-FFF2-40B4-BE49-F238E27FC236}">
                <a16:creationId xmlns:a16="http://schemas.microsoft.com/office/drawing/2014/main" id="{69B087B9-7584-A818-769A-BEB3FE38BA21}"/>
              </a:ext>
            </a:extLst>
          </p:cNvPr>
          <p:cNvSpPr/>
          <p:nvPr/>
        </p:nvSpPr>
        <p:spPr>
          <a:xfrm>
            <a:off x="1229286"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0" name="矩形: 圆角 103">
            <a:extLst>
              <a:ext uri="{FF2B5EF4-FFF2-40B4-BE49-F238E27FC236}">
                <a16:creationId xmlns:a16="http://schemas.microsoft.com/office/drawing/2014/main" id="{A874BACF-EB0A-21B5-2ECD-D1C1BF663F67}"/>
              </a:ext>
            </a:extLst>
          </p:cNvPr>
          <p:cNvSpPr/>
          <p:nvPr/>
        </p:nvSpPr>
        <p:spPr>
          <a:xfrm>
            <a:off x="1286929"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Project/study</a:t>
            </a:r>
            <a:endParaRPr kumimoji="0" lang="zh-CN" altLang="en-US" sz="1600" b="0" i="0" u="none" strike="noStrike" kern="1200" cap="none" spc="0" normalizeH="0" baseline="0" noProof="0">
              <a:ln>
                <a:noFill/>
              </a:ln>
              <a:solidFill>
                <a:prstClr val="white"/>
              </a:solidFill>
              <a:effectLst/>
              <a:uLnTx/>
              <a:uFillTx/>
              <a:latin typeface="Boehringer Forward Text"/>
              <a:ea typeface="+mn-ea"/>
              <a:cs typeface="+mn-cs"/>
            </a:endParaRPr>
          </a:p>
        </p:txBody>
      </p:sp>
      <p:sp>
        <p:nvSpPr>
          <p:cNvPr id="11" name="文本框 109">
            <a:extLst>
              <a:ext uri="{FF2B5EF4-FFF2-40B4-BE49-F238E27FC236}">
                <a16:creationId xmlns:a16="http://schemas.microsoft.com/office/drawing/2014/main" id="{AB89A988-B638-DBE7-9D65-FEAD9278BD35}"/>
              </a:ext>
            </a:extLst>
          </p:cNvPr>
          <p:cNvSpPr txBox="1"/>
          <p:nvPr/>
        </p:nvSpPr>
        <p:spPr>
          <a:xfrm>
            <a:off x="1286929" y="1644074"/>
            <a:ext cx="4208996"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Survodutide,</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GCGR/GLP-1R dual agonist, </a:t>
            </a:r>
          </a:p>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in MASH/</a:t>
            </a:r>
            <a:r>
              <a:rPr kumimoji="0" lang="en-US" altLang="zh-CN" sz="1200" b="1"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1404-0044</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PhIII</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
        <p:nvSpPr>
          <p:cNvPr id="14" name="矩形 102">
            <a:extLst>
              <a:ext uri="{FF2B5EF4-FFF2-40B4-BE49-F238E27FC236}">
                <a16:creationId xmlns:a16="http://schemas.microsoft.com/office/drawing/2014/main" id="{8A6338DA-F0EA-A546-45BD-96DDAC1EA056}"/>
              </a:ext>
            </a:extLst>
          </p:cNvPr>
          <p:cNvSpPr/>
          <p:nvPr/>
        </p:nvSpPr>
        <p:spPr>
          <a:xfrm>
            <a:off x="6419353"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9" name="矩形: 圆角 103">
            <a:extLst>
              <a:ext uri="{FF2B5EF4-FFF2-40B4-BE49-F238E27FC236}">
                <a16:creationId xmlns:a16="http://schemas.microsoft.com/office/drawing/2014/main" id="{C9445B66-13A6-A990-23F6-78757E9117FB}"/>
              </a:ext>
            </a:extLst>
          </p:cNvPr>
          <p:cNvSpPr/>
          <p:nvPr/>
        </p:nvSpPr>
        <p:spPr>
          <a:xfrm>
            <a:off x="6476996"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Red-light starts from</a:t>
            </a:r>
          </a:p>
        </p:txBody>
      </p:sp>
      <p:sp>
        <p:nvSpPr>
          <p:cNvPr id="20" name="文本框 109">
            <a:extLst>
              <a:ext uri="{FF2B5EF4-FFF2-40B4-BE49-F238E27FC236}">
                <a16:creationId xmlns:a16="http://schemas.microsoft.com/office/drawing/2014/main" id="{95C24418-C7D4-F993-8AA3-1015E973C992}"/>
              </a:ext>
            </a:extLst>
          </p:cNvPr>
          <p:cNvSpPr txBox="1"/>
          <p:nvPr/>
        </p:nvSpPr>
        <p:spPr>
          <a:xfrm>
            <a:off x="6533272" y="1644074"/>
            <a:ext cx="4429442"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Aug 2025</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pic>
        <p:nvPicPr>
          <p:cNvPr id="4" name="Picture 2" descr="image">
            <a:extLst>
              <a:ext uri="{FF2B5EF4-FFF2-40B4-BE49-F238E27FC236}">
                <a16:creationId xmlns:a16="http://schemas.microsoft.com/office/drawing/2014/main" id="{1332392E-A3E2-5CEE-B80B-739693E0D60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408445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6">
            <a:extLst>
              <a:ext uri="{FF2B5EF4-FFF2-40B4-BE49-F238E27FC236}">
                <a16:creationId xmlns:a16="http://schemas.microsoft.com/office/drawing/2014/main" id="{5D4F8533-B702-44A6-805E-B7BA0411DFB1}"/>
              </a:ext>
            </a:extLst>
          </p:cNvPr>
          <p:cNvGraphicFramePr>
            <a:graphicFrameLocks/>
          </p:cNvGraphicFramePr>
          <p:nvPr/>
        </p:nvGraphicFramePr>
        <p:xfrm>
          <a:off x="0" y="536752"/>
          <a:ext cx="12192000" cy="4581527"/>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AF537E49-A5F6-B48B-9AE3-A1B5E5FC074E}"/>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EC832F38-536E-CAFB-0489-0476A4CEC83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843BA65B-2FE9-DE1F-8D7F-E2B7AE147B5F}"/>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D17A68D9-B367-80BC-B937-7B76C98B58C2}"/>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03496D23-3084-D663-4B61-D2B40F6C5E87}"/>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F35DB8E2-3297-1EAF-7B4E-8E678FAE16B7}"/>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1349757C-90D6-7E10-212C-8B1A44C30038}"/>
              </a:ext>
            </a:extLst>
          </p:cNvPr>
          <p:cNvSpPr>
            <a:spLocks noGrp="1"/>
          </p:cNvSpPr>
          <p:nvPr>
            <p:ph type="title"/>
          </p:nvPr>
        </p:nvSpPr>
        <p:spPr>
          <a:xfrm>
            <a:off x="-1" y="257617"/>
            <a:ext cx="12079706" cy="553999"/>
          </a:xfrm>
        </p:spPr>
        <p:txBody>
          <a:bodyPr wrap="square" anchor="t">
            <a:normAutofit/>
          </a:bodyPr>
          <a:lstStyle/>
          <a:p>
            <a:r>
              <a:rPr lang="en-US" altLang="zh-CN" sz="2400"/>
              <a:t>1404-0044 </a:t>
            </a:r>
            <a:r>
              <a:rPr lang="en-US" altLang="zh-CN" sz="2400" err="1"/>
              <a:t>Liverage</a:t>
            </a:r>
            <a:r>
              <a:rPr lang="en-US" altLang="zh-CN" sz="2400" baseline="30000" err="1"/>
              <a:t>TM</a:t>
            </a:r>
            <a:r>
              <a:rPr lang="en-US" altLang="zh-CN" sz="2400"/>
              <a:t> dated on 17Apr2026 </a:t>
            </a:r>
            <a:r>
              <a:rPr lang="en-US" altLang="zh-CN" sz="2400" i="1">
                <a:solidFill>
                  <a:srgbClr val="EE6541"/>
                </a:solidFill>
              </a:rPr>
              <a:t>(Global recruitment status)</a:t>
            </a:r>
            <a:endParaRPr lang="en-US" altLang="zh-CN" sz="2400" i="1">
              <a:solidFill>
                <a:srgbClr val="EE6541"/>
              </a:solidFill>
              <a:highlight>
                <a:srgbClr val="FFFF00"/>
              </a:highlight>
            </a:endParaRPr>
          </a:p>
        </p:txBody>
      </p:sp>
      <p:graphicFrame>
        <p:nvGraphicFramePr>
          <p:cNvPr id="24" name="表格 23">
            <a:extLst>
              <a:ext uri="{FF2B5EF4-FFF2-40B4-BE49-F238E27FC236}">
                <a16:creationId xmlns:a16="http://schemas.microsoft.com/office/drawing/2014/main" id="{4937587B-A3AC-98B5-C075-426DC76B4B35}"/>
              </a:ext>
            </a:extLst>
          </p:cNvPr>
          <p:cNvGraphicFramePr>
            <a:graphicFrameLocks noGrp="1"/>
          </p:cNvGraphicFramePr>
          <p:nvPr/>
        </p:nvGraphicFramePr>
        <p:xfrm>
          <a:off x="16244" y="5129954"/>
          <a:ext cx="12175755" cy="1728045"/>
        </p:xfrm>
        <a:graphic>
          <a:graphicData uri="http://schemas.openxmlformats.org/drawingml/2006/table">
            <a:tbl>
              <a:tblPr>
                <a:tableStyleId>{9D7B26C5-4107-4FEC-AEDC-1716B250A1EF}</a:tableStyleId>
              </a:tblPr>
              <a:tblGrid>
                <a:gridCol w="917419">
                  <a:extLst>
                    <a:ext uri="{9D8B030D-6E8A-4147-A177-3AD203B41FA5}">
                      <a16:colId xmlns:a16="http://schemas.microsoft.com/office/drawing/2014/main" val="3473625976"/>
                    </a:ext>
                  </a:extLst>
                </a:gridCol>
                <a:gridCol w="351823">
                  <a:extLst>
                    <a:ext uri="{9D8B030D-6E8A-4147-A177-3AD203B41FA5}">
                      <a16:colId xmlns:a16="http://schemas.microsoft.com/office/drawing/2014/main" val="1085168671"/>
                    </a:ext>
                  </a:extLst>
                </a:gridCol>
                <a:gridCol w="351823">
                  <a:extLst>
                    <a:ext uri="{9D8B030D-6E8A-4147-A177-3AD203B41FA5}">
                      <a16:colId xmlns:a16="http://schemas.microsoft.com/office/drawing/2014/main" val="173616610"/>
                    </a:ext>
                  </a:extLst>
                </a:gridCol>
                <a:gridCol w="351823">
                  <a:extLst>
                    <a:ext uri="{9D8B030D-6E8A-4147-A177-3AD203B41FA5}">
                      <a16:colId xmlns:a16="http://schemas.microsoft.com/office/drawing/2014/main" val="2511394184"/>
                    </a:ext>
                  </a:extLst>
                </a:gridCol>
                <a:gridCol w="351823">
                  <a:extLst>
                    <a:ext uri="{9D8B030D-6E8A-4147-A177-3AD203B41FA5}">
                      <a16:colId xmlns:a16="http://schemas.microsoft.com/office/drawing/2014/main" val="1006931387"/>
                    </a:ext>
                  </a:extLst>
                </a:gridCol>
                <a:gridCol w="351823">
                  <a:extLst>
                    <a:ext uri="{9D8B030D-6E8A-4147-A177-3AD203B41FA5}">
                      <a16:colId xmlns:a16="http://schemas.microsoft.com/office/drawing/2014/main" val="1580186530"/>
                    </a:ext>
                  </a:extLst>
                </a:gridCol>
                <a:gridCol w="351823">
                  <a:extLst>
                    <a:ext uri="{9D8B030D-6E8A-4147-A177-3AD203B41FA5}">
                      <a16:colId xmlns:a16="http://schemas.microsoft.com/office/drawing/2014/main" val="2077854728"/>
                    </a:ext>
                  </a:extLst>
                </a:gridCol>
                <a:gridCol w="351823">
                  <a:extLst>
                    <a:ext uri="{9D8B030D-6E8A-4147-A177-3AD203B41FA5}">
                      <a16:colId xmlns:a16="http://schemas.microsoft.com/office/drawing/2014/main" val="1923209731"/>
                    </a:ext>
                  </a:extLst>
                </a:gridCol>
                <a:gridCol w="351823">
                  <a:extLst>
                    <a:ext uri="{9D8B030D-6E8A-4147-A177-3AD203B41FA5}">
                      <a16:colId xmlns:a16="http://schemas.microsoft.com/office/drawing/2014/main" val="1904945596"/>
                    </a:ext>
                  </a:extLst>
                </a:gridCol>
                <a:gridCol w="351823">
                  <a:extLst>
                    <a:ext uri="{9D8B030D-6E8A-4147-A177-3AD203B41FA5}">
                      <a16:colId xmlns:a16="http://schemas.microsoft.com/office/drawing/2014/main" val="3832727492"/>
                    </a:ext>
                  </a:extLst>
                </a:gridCol>
                <a:gridCol w="351823">
                  <a:extLst>
                    <a:ext uri="{9D8B030D-6E8A-4147-A177-3AD203B41FA5}">
                      <a16:colId xmlns:a16="http://schemas.microsoft.com/office/drawing/2014/main" val="3120066975"/>
                    </a:ext>
                  </a:extLst>
                </a:gridCol>
                <a:gridCol w="351823">
                  <a:extLst>
                    <a:ext uri="{9D8B030D-6E8A-4147-A177-3AD203B41FA5}">
                      <a16:colId xmlns:a16="http://schemas.microsoft.com/office/drawing/2014/main" val="3924652231"/>
                    </a:ext>
                  </a:extLst>
                </a:gridCol>
                <a:gridCol w="351823">
                  <a:extLst>
                    <a:ext uri="{9D8B030D-6E8A-4147-A177-3AD203B41FA5}">
                      <a16:colId xmlns:a16="http://schemas.microsoft.com/office/drawing/2014/main" val="139508724"/>
                    </a:ext>
                  </a:extLst>
                </a:gridCol>
                <a:gridCol w="351823">
                  <a:extLst>
                    <a:ext uri="{9D8B030D-6E8A-4147-A177-3AD203B41FA5}">
                      <a16:colId xmlns:a16="http://schemas.microsoft.com/office/drawing/2014/main" val="1582784343"/>
                    </a:ext>
                  </a:extLst>
                </a:gridCol>
                <a:gridCol w="351823">
                  <a:extLst>
                    <a:ext uri="{9D8B030D-6E8A-4147-A177-3AD203B41FA5}">
                      <a16:colId xmlns:a16="http://schemas.microsoft.com/office/drawing/2014/main" val="4187133416"/>
                    </a:ext>
                  </a:extLst>
                </a:gridCol>
                <a:gridCol w="351823">
                  <a:extLst>
                    <a:ext uri="{9D8B030D-6E8A-4147-A177-3AD203B41FA5}">
                      <a16:colId xmlns:a16="http://schemas.microsoft.com/office/drawing/2014/main" val="3581936348"/>
                    </a:ext>
                  </a:extLst>
                </a:gridCol>
                <a:gridCol w="351823">
                  <a:extLst>
                    <a:ext uri="{9D8B030D-6E8A-4147-A177-3AD203B41FA5}">
                      <a16:colId xmlns:a16="http://schemas.microsoft.com/office/drawing/2014/main" val="2530529000"/>
                    </a:ext>
                  </a:extLst>
                </a:gridCol>
                <a:gridCol w="351823">
                  <a:extLst>
                    <a:ext uri="{9D8B030D-6E8A-4147-A177-3AD203B41FA5}">
                      <a16:colId xmlns:a16="http://schemas.microsoft.com/office/drawing/2014/main" val="3846253994"/>
                    </a:ext>
                  </a:extLst>
                </a:gridCol>
                <a:gridCol w="351823">
                  <a:extLst>
                    <a:ext uri="{9D8B030D-6E8A-4147-A177-3AD203B41FA5}">
                      <a16:colId xmlns:a16="http://schemas.microsoft.com/office/drawing/2014/main" val="420172467"/>
                    </a:ext>
                  </a:extLst>
                </a:gridCol>
                <a:gridCol w="351823">
                  <a:extLst>
                    <a:ext uri="{9D8B030D-6E8A-4147-A177-3AD203B41FA5}">
                      <a16:colId xmlns:a16="http://schemas.microsoft.com/office/drawing/2014/main" val="2349683200"/>
                    </a:ext>
                  </a:extLst>
                </a:gridCol>
                <a:gridCol w="351823">
                  <a:extLst>
                    <a:ext uri="{9D8B030D-6E8A-4147-A177-3AD203B41FA5}">
                      <a16:colId xmlns:a16="http://schemas.microsoft.com/office/drawing/2014/main" val="232587003"/>
                    </a:ext>
                  </a:extLst>
                </a:gridCol>
                <a:gridCol w="351823">
                  <a:extLst>
                    <a:ext uri="{9D8B030D-6E8A-4147-A177-3AD203B41FA5}">
                      <a16:colId xmlns:a16="http://schemas.microsoft.com/office/drawing/2014/main" val="3893228783"/>
                    </a:ext>
                  </a:extLst>
                </a:gridCol>
                <a:gridCol w="351823">
                  <a:extLst>
                    <a:ext uri="{9D8B030D-6E8A-4147-A177-3AD203B41FA5}">
                      <a16:colId xmlns:a16="http://schemas.microsoft.com/office/drawing/2014/main" val="1810682300"/>
                    </a:ext>
                  </a:extLst>
                </a:gridCol>
                <a:gridCol w="351823">
                  <a:extLst>
                    <a:ext uri="{9D8B030D-6E8A-4147-A177-3AD203B41FA5}">
                      <a16:colId xmlns:a16="http://schemas.microsoft.com/office/drawing/2014/main" val="3264639981"/>
                    </a:ext>
                  </a:extLst>
                </a:gridCol>
                <a:gridCol w="351823">
                  <a:extLst>
                    <a:ext uri="{9D8B030D-6E8A-4147-A177-3AD203B41FA5}">
                      <a16:colId xmlns:a16="http://schemas.microsoft.com/office/drawing/2014/main" val="3250103509"/>
                    </a:ext>
                  </a:extLst>
                </a:gridCol>
                <a:gridCol w="351823">
                  <a:extLst>
                    <a:ext uri="{9D8B030D-6E8A-4147-A177-3AD203B41FA5}">
                      <a16:colId xmlns:a16="http://schemas.microsoft.com/office/drawing/2014/main" val="3103740402"/>
                    </a:ext>
                  </a:extLst>
                </a:gridCol>
                <a:gridCol w="351823">
                  <a:extLst>
                    <a:ext uri="{9D8B030D-6E8A-4147-A177-3AD203B41FA5}">
                      <a16:colId xmlns:a16="http://schemas.microsoft.com/office/drawing/2014/main" val="1005031145"/>
                    </a:ext>
                  </a:extLst>
                </a:gridCol>
                <a:gridCol w="351823">
                  <a:extLst>
                    <a:ext uri="{9D8B030D-6E8A-4147-A177-3AD203B41FA5}">
                      <a16:colId xmlns:a16="http://schemas.microsoft.com/office/drawing/2014/main" val="3319657863"/>
                    </a:ext>
                  </a:extLst>
                </a:gridCol>
                <a:gridCol w="351823">
                  <a:extLst>
                    <a:ext uri="{9D8B030D-6E8A-4147-A177-3AD203B41FA5}">
                      <a16:colId xmlns:a16="http://schemas.microsoft.com/office/drawing/2014/main" val="3302328897"/>
                    </a:ext>
                  </a:extLst>
                </a:gridCol>
                <a:gridCol w="351823">
                  <a:extLst>
                    <a:ext uri="{9D8B030D-6E8A-4147-A177-3AD203B41FA5}">
                      <a16:colId xmlns:a16="http://schemas.microsoft.com/office/drawing/2014/main" val="2493887247"/>
                    </a:ext>
                  </a:extLst>
                </a:gridCol>
                <a:gridCol w="351823">
                  <a:extLst>
                    <a:ext uri="{9D8B030D-6E8A-4147-A177-3AD203B41FA5}">
                      <a16:colId xmlns:a16="http://schemas.microsoft.com/office/drawing/2014/main" val="2446705051"/>
                    </a:ext>
                  </a:extLst>
                </a:gridCol>
                <a:gridCol w="351823">
                  <a:extLst>
                    <a:ext uri="{9D8B030D-6E8A-4147-A177-3AD203B41FA5}">
                      <a16:colId xmlns:a16="http://schemas.microsoft.com/office/drawing/2014/main" val="763452771"/>
                    </a:ext>
                  </a:extLst>
                </a:gridCol>
                <a:gridCol w="351823">
                  <a:extLst>
                    <a:ext uri="{9D8B030D-6E8A-4147-A177-3AD203B41FA5}">
                      <a16:colId xmlns:a16="http://schemas.microsoft.com/office/drawing/2014/main" val="874251783"/>
                    </a:ext>
                  </a:extLst>
                </a:gridCol>
              </a:tblGrid>
              <a:tr h="329353">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cs typeface="Arial" panose="020B0604020202020204" pitchFamily="34" charset="0"/>
                        </a:rPr>
                        <a:t>2024-10</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cs typeface="Arial" panose="020B0604020202020204" pitchFamily="34" charset="0"/>
                        </a:rPr>
                        <a:t>2024-11</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2024-12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29353">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b"/>
                      <a:r>
                        <a:rPr lang="en-US" sz="1050" b="0" i="0" u="none" strike="noStrike">
                          <a:solidFill>
                            <a:srgbClr val="000000"/>
                          </a:solidFill>
                          <a:effectLst/>
                          <a:latin typeface="Arial" panose="020B0604020202020204"/>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97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246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482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779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1110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1491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1977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2417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3028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3271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3530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3788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4076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4302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4584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4853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5180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5666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6191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6696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7235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7752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8255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8795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9314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50" b="0" i="0" u="none" strike="noStrike">
                          <a:solidFill>
                            <a:srgbClr val="000000"/>
                          </a:solidFill>
                          <a:effectLst/>
                          <a:latin typeface="Arial" panose="020B0604020202020204"/>
                        </a:rPr>
                        <a:t>9762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900" b="0" i="0" u="none" strike="noStrike">
                          <a:solidFill>
                            <a:srgbClr val="000000"/>
                          </a:solidFill>
                          <a:effectLst/>
                          <a:latin typeface="Arial" panose="020B0604020202020204"/>
                        </a:rPr>
                        <a:t>10135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900" b="0" i="0" u="none" strike="noStrike">
                          <a:solidFill>
                            <a:srgbClr val="000000"/>
                          </a:solidFill>
                          <a:effectLst/>
                          <a:latin typeface="Arial" panose="020B0604020202020204"/>
                        </a:rPr>
                        <a:t>10165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900" b="0" i="0" u="none" strike="noStrike">
                          <a:solidFill>
                            <a:srgbClr val="000000"/>
                          </a:solidFill>
                          <a:effectLst/>
                          <a:latin typeface="Arial" panose="020B0604020202020204"/>
                        </a:rPr>
                        <a:t>10165</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69993">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33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42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266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534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808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1145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1986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2402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2800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3209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3629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4007 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4445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4887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5454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5782 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29353">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ctr"/>
                      <a:r>
                        <a:rPr lang="en-US" sz="1050" b="0" i="0" u="none" strike="noStrike">
                          <a:solidFill>
                            <a:srgbClr val="000000"/>
                          </a:solidFill>
                          <a:effectLst/>
                          <a:latin typeface="Arial" panose="020B0604020202020204"/>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31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77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232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290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347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463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520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580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639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700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811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925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1041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1152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1267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1382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1488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1603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1712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Arial" panose="020B0604020202020204"/>
                        </a:rPr>
                        <a:t>1800</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69993">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78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194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Arial" panose="020B0604020202020204" pitchFamily="34" charset="0"/>
                          <a:cs typeface="Arial" panose="020B0604020202020204" pitchFamily="34" charset="0"/>
                        </a:rPr>
                        <a:t>226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273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333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388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445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472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50" b="0" i="0" u="none" strike="noStrike">
                          <a:solidFill>
                            <a:srgbClr val="000000"/>
                          </a:solidFill>
                          <a:effectLst/>
                          <a:latin typeface="Calibri" panose="020F0502020204030204"/>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26" name="Rectangle 5">
            <a:extLst>
              <a:ext uri="{FF2B5EF4-FFF2-40B4-BE49-F238E27FC236}">
                <a16:creationId xmlns:a16="http://schemas.microsoft.com/office/drawing/2014/main" id="{23BE8A1C-2BB4-68DA-FA32-DD54578B0CD6}"/>
              </a:ext>
            </a:extLst>
          </p:cNvPr>
          <p:cNvSpPr/>
          <p:nvPr/>
        </p:nvSpPr>
        <p:spPr>
          <a:xfrm>
            <a:off x="5007033" y="1493793"/>
            <a:ext cx="2065637" cy="1113825"/>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5782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=472</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SF=4387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SFR=90.29%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In-screening = 923</a:t>
            </a:r>
          </a:p>
        </p:txBody>
      </p:sp>
      <p:grpSp>
        <p:nvGrpSpPr>
          <p:cNvPr id="4" name="组合 3">
            <a:extLst>
              <a:ext uri="{FF2B5EF4-FFF2-40B4-BE49-F238E27FC236}">
                <a16:creationId xmlns:a16="http://schemas.microsoft.com/office/drawing/2014/main" id="{C384DB68-4783-838C-6594-CCE659D358DE}"/>
              </a:ext>
            </a:extLst>
          </p:cNvPr>
          <p:cNvGrpSpPr/>
          <p:nvPr/>
        </p:nvGrpSpPr>
        <p:grpSpPr>
          <a:xfrm>
            <a:off x="7223051" y="3134889"/>
            <a:ext cx="2065638" cy="755975"/>
            <a:chOff x="7031664" y="3199904"/>
            <a:chExt cx="2065638" cy="755975"/>
          </a:xfrm>
        </p:grpSpPr>
        <p:sp>
          <p:nvSpPr>
            <p:cNvPr id="9" name="文本框 8">
              <a:extLst>
                <a:ext uri="{FF2B5EF4-FFF2-40B4-BE49-F238E27FC236}">
                  <a16:creationId xmlns:a16="http://schemas.microsoft.com/office/drawing/2014/main" id="{781ECE4F-ACF4-FD3F-384C-CCBA12F3BB9E}"/>
                </a:ext>
              </a:extLst>
            </p:cNvPr>
            <p:cNvSpPr txBox="1"/>
            <p:nvPr/>
          </p:nvSpPr>
          <p:spPr bwMode="gray">
            <a:xfrm>
              <a:off x="7031664" y="3199904"/>
              <a:ext cx="2065638" cy="307777"/>
            </a:xfrm>
            <a:prstGeom prst="rect">
              <a:avLst/>
            </a:prstGeom>
            <a:solidFill>
              <a:schemeClr val="bg1"/>
            </a:solidFill>
            <a:ln>
              <a:noFill/>
            </a:ln>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5D4495"/>
                  </a:solidFill>
                  <a:effectLst/>
                  <a:uLnTx/>
                  <a:uFillTx/>
                  <a:latin typeface="Boehringer Forward Text"/>
                  <a:ea typeface="Meiryo UI"/>
                  <a:cs typeface="+mn-cs"/>
                </a:rPr>
                <a:t>Total sample size for part 1 is 700, TCM sample size 12% of 700, ~84</a:t>
              </a:r>
            </a:p>
          </p:txBody>
        </p:sp>
        <p:cxnSp>
          <p:nvCxnSpPr>
            <p:cNvPr id="10" name="直接箭头连接符 9">
              <a:extLst>
                <a:ext uri="{FF2B5EF4-FFF2-40B4-BE49-F238E27FC236}">
                  <a16:creationId xmlns:a16="http://schemas.microsoft.com/office/drawing/2014/main" id="{FF17D8C1-C57C-D059-2192-BFA821E22595}"/>
                </a:ext>
              </a:extLst>
            </p:cNvPr>
            <p:cNvCxnSpPr>
              <a:cxnSpLocks/>
            </p:cNvCxnSpPr>
            <p:nvPr/>
          </p:nvCxnSpPr>
          <p:spPr bwMode="gray">
            <a:xfrm>
              <a:off x="8064483" y="3406458"/>
              <a:ext cx="0" cy="549421"/>
            </a:xfrm>
            <a:prstGeom prst="straightConnector1">
              <a:avLst/>
            </a:prstGeom>
            <a:ln w="12700">
              <a:solidFill>
                <a:srgbClr val="5D4495"/>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1887792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E8BEF-CCC1-5CAC-6A28-95B6755B8FD4}"/>
            </a:ext>
          </a:extLst>
        </p:cNvPr>
        <p:cNvGrpSpPr/>
        <p:nvPr/>
      </p:nvGrpSpPr>
      <p:grpSpPr>
        <a:xfrm>
          <a:off x="0" y="0"/>
          <a:ext cx="0" cy="0"/>
          <a:chOff x="0" y="0"/>
          <a:chExt cx="0" cy="0"/>
        </a:xfrm>
      </p:grpSpPr>
      <p:graphicFrame>
        <p:nvGraphicFramePr>
          <p:cNvPr id="2" name="Chart 6">
            <a:extLst>
              <a:ext uri="{FF2B5EF4-FFF2-40B4-BE49-F238E27FC236}">
                <a16:creationId xmlns:a16="http://schemas.microsoft.com/office/drawing/2014/main" id="{B89E442D-3B20-48FF-847B-35841938F25F}"/>
              </a:ext>
            </a:extLst>
          </p:cNvPr>
          <p:cNvGraphicFramePr>
            <a:graphicFrameLocks/>
          </p:cNvGraphicFramePr>
          <p:nvPr/>
        </p:nvGraphicFramePr>
        <p:xfrm>
          <a:off x="-1" y="578302"/>
          <a:ext cx="12192001" cy="4581527"/>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6BC956EA-5671-57C2-56C5-E174D8168B0E}"/>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96E84656-38D2-484F-437F-D97175DDF19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899DD731-317A-9433-1821-4E54B76683A9}"/>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A5B29BBB-4175-474E-0862-74E969209E6B}"/>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A59CA254-A73A-4F09-267D-34EF211ACEAC}"/>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88B60E4A-E9A3-B919-315F-E5913AFB8139}"/>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4DAF5B0E-3B92-E7BD-E23A-61898C2A62C2}"/>
              </a:ext>
            </a:extLst>
          </p:cNvPr>
          <p:cNvSpPr>
            <a:spLocks noGrp="1"/>
          </p:cNvSpPr>
          <p:nvPr>
            <p:ph type="title"/>
          </p:nvPr>
        </p:nvSpPr>
        <p:spPr>
          <a:xfrm>
            <a:off x="-1" y="257617"/>
            <a:ext cx="12079706" cy="553999"/>
          </a:xfrm>
        </p:spPr>
        <p:txBody>
          <a:bodyPr wrap="square" anchor="t">
            <a:normAutofit/>
          </a:bodyPr>
          <a:lstStyle/>
          <a:p>
            <a:r>
              <a:rPr lang="en-US" altLang="zh-CN" sz="2400"/>
              <a:t>1404-0044 </a:t>
            </a:r>
            <a:r>
              <a:rPr lang="en-US" altLang="zh-CN" sz="2400" err="1"/>
              <a:t>Liverage</a:t>
            </a:r>
            <a:r>
              <a:rPr lang="en-US" altLang="zh-CN" sz="2400" baseline="30000" err="1"/>
              <a:t>TM</a:t>
            </a:r>
            <a:r>
              <a:rPr lang="en-US" altLang="zh-CN" sz="2400"/>
              <a:t> dated on 17Apr2026 </a:t>
            </a:r>
            <a:r>
              <a:rPr lang="en-US" altLang="zh-CN" sz="2400" i="1">
                <a:solidFill>
                  <a:srgbClr val="EE6541"/>
                </a:solidFill>
              </a:rPr>
              <a:t>(China recruitment status)</a:t>
            </a:r>
            <a:endParaRPr lang="en-US" altLang="zh-CN" sz="2400" i="1">
              <a:solidFill>
                <a:srgbClr val="EE6541"/>
              </a:solidFill>
              <a:highlight>
                <a:srgbClr val="FFFF00"/>
              </a:highlight>
            </a:endParaRPr>
          </a:p>
        </p:txBody>
      </p:sp>
      <p:grpSp>
        <p:nvGrpSpPr>
          <p:cNvPr id="15" name="组合 14">
            <a:extLst>
              <a:ext uri="{FF2B5EF4-FFF2-40B4-BE49-F238E27FC236}">
                <a16:creationId xmlns:a16="http://schemas.microsoft.com/office/drawing/2014/main" id="{80BEB03D-355B-07BC-BD64-F4AC30D3EDED}"/>
              </a:ext>
            </a:extLst>
          </p:cNvPr>
          <p:cNvGrpSpPr/>
          <p:nvPr/>
        </p:nvGrpSpPr>
        <p:grpSpPr>
          <a:xfrm>
            <a:off x="6935971" y="3027752"/>
            <a:ext cx="2065638" cy="950669"/>
            <a:chOff x="7031664" y="3005210"/>
            <a:chExt cx="2065638" cy="950669"/>
          </a:xfrm>
        </p:grpSpPr>
        <p:sp>
          <p:nvSpPr>
            <p:cNvPr id="12" name="文本框 11">
              <a:extLst>
                <a:ext uri="{FF2B5EF4-FFF2-40B4-BE49-F238E27FC236}">
                  <a16:creationId xmlns:a16="http://schemas.microsoft.com/office/drawing/2014/main" id="{72622782-CCE8-8071-A817-9E5C7BAD2BCF}"/>
                </a:ext>
              </a:extLst>
            </p:cNvPr>
            <p:cNvSpPr txBox="1"/>
            <p:nvPr/>
          </p:nvSpPr>
          <p:spPr bwMode="gray">
            <a:xfrm>
              <a:off x="7031664" y="3005210"/>
              <a:ext cx="2065638" cy="307777"/>
            </a:xfrm>
            <a:prstGeom prst="rect">
              <a:avLst/>
            </a:prstGeom>
            <a:solidFill>
              <a:schemeClr val="bg1"/>
            </a:solidFill>
            <a:ln>
              <a:noFill/>
            </a:ln>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5D4495"/>
                  </a:solidFill>
                  <a:effectLst/>
                  <a:uLnTx/>
                  <a:uFillTx/>
                  <a:latin typeface="Boehringer Forward Text"/>
                  <a:ea typeface="Meiryo UI"/>
                  <a:cs typeface="+mn-cs"/>
                </a:rPr>
                <a:t>Total sample size for part 1 is 700, TCM sample size 12% of 700, ~84</a:t>
              </a:r>
            </a:p>
          </p:txBody>
        </p:sp>
        <p:cxnSp>
          <p:nvCxnSpPr>
            <p:cNvPr id="14" name="直接箭头连接符 13">
              <a:extLst>
                <a:ext uri="{FF2B5EF4-FFF2-40B4-BE49-F238E27FC236}">
                  <a16:creationId xmlns:a16="http://schemas.microsoft.com/office/drawing/2014/main" id="{83E34242-F57A-1938-989A-156E3E401151}"/>
                </a:ext>
              </a:extLst>
            </p:cNvPr>
            <p:cNvCxnSpPr>
              <a:cxnSpLocks/>
            </p:cNvCxnSpPr>
            <p:nvPr/>
          </p:nvCxnSpPr>
          <p:spPr bwMode="gray">
            <a:xfrm>
              <a:off x="8064483" y="3406458"/>
              <a:ext cx="0" cy="549421"/>
            </a:xfrm>
            <a:prstGeom prst="straightConnector1">
              <a:avLst/>
            </a:prstGeom>
            <a:ln w="12700">
              <a:solidFill>
                <a:srgbClr val="5D4495"/>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20" name="表格 19">
            <a:extLst>
              <a:ext uri="{FF2B5EF4-FFF2-40B4-BE49-F238E27FC236}">
                <a16:creationId xmlns:a16="http://schemas.microsoft.com/office/drawing/2014/main" id="{72CEB489-3E6C-B816-3C9B-830A424B38E9}"/>
              </a:ext>
            </a:extLst>
          </p:cNvPr>
          <p:cNvGraphicFramePr>
            <a:graphicFrameLocks noGrp="1"/>
          </p:cNvGraphicFramePr>
          <p:nvPr/>
        </p:nvGraphicFramePr>
        <p:xfrm>
          <a:off x="16244" y="5129954"/>
          <a:ext cx="12175765" cy="1728045"/>
        </p:xfrm>
        <a:graphic>
          <a:graphicData uri="http://schemas.openxmlformats.org/drawingml/2006/table">
            <a:tbl>
              <a:tblPr>
                <a:tableStyleId>{9D7B26C5-4107-4FEC-AEDC-1716B250A1EF}</a:tableStyleId>
              </a:tblPr>
              <a:tblGrid>
                <a:gridCol w="917419">
                  <a:extLst>
                    <a:ext uri="{9D8B030D-6E8A-4147-A177-3AD203B41FA5}">
                      <a16:colId xmlns:a16="http://schemas.microsoft.com/office/drawing/2014/main" val="3473625976"/>
                    </a:ext>
                  </a:extLst>
                </a:gridCol>
                <a:gridCol w="368586">
                  <a:extLst>
                    <a:ext uri="{9D8B030D-6E8A-4147-A177-3AD203B41FA5}">
                      <a16:colId xmlns:a16="http://schemas.microsoft.com/office/drawing/2014/main" val="4151403882"/>
                    </a:ext>
                  </a:extLst>
                </a:gridCol>
                <a:gridCol w="368586">
                  <a:extLst>
                    <a:ext uri="{9D8B030D-6E8A-4147-A177-3AD203B41FA5}">
                      <a16:colId xmlns:a16="http://schemas.microsoft.com/office/drawing/2014/main" val="1262633647"/>
                    </a:ext>
                  </a:extLst>
                </a:gridCol>
                <a:gridCol w="368586">
                  <a:extLst>
                    <a:ext uri="{9D8B030D-6E8A-4147-A177-3AD203B41FA5}">
                      <a16:colId xmlns:a16="http://schemas.microsoft.com/office/drawing/2014/main" val="2511394184"/>
                    </a:ext>
                  </a:extLst>
                </a:gridCol>
                <a:gridCol w="337872">
                  <a:extLst>
                    <a:ext uri="{9D8B030D-6E8A-4147-A177-3AD203B41FA5}">
                      <a16:colId xmlns:a16="http://schemas.microsoft.com/office/drawing/2014/main" val="1006931387"/>
                    </a:ext>
                  </a:extLst>
                </a:gridCol>
                <a:gridCol w="353230">
                  <a:extLst>
                    <a:ext uri="{9D8B030D-6E8A-4147-A177-3AD203B41FA5}">
                      <a16:colId xmlns:a16="http://schemas.microsoft.com/office/drawing/2014/main" val="1580186530"/>
                    </a:ext>
                  </a:extLst>
                </a:gridCol>
                <a:gridCol w="353230">
                  <a:extLst>
                    <a:ext uri="{9D8B030D-6E8A-4147-A177-3AD203B41FA5}">
                      <a16:colId xmlns:a16="http://schemas.microsoft.com/office/drawing/2014/main" val="2077854728"/>
                    </a:ext>
                  </a:extLst>
                </a:gridCol>
                <a:gridCol w="337872">
                  <a:extLst>
                    <a:ext uri="{9D8B030D-6E8A-4147-A177-3AD203B41FA5}">
                      <a16:colId xmlns:a16="http://schemas.microsoft.com/office/drawing/2014/main" val="1923209731"/>
                    </a:ext>
                  </a:extLst>
                </a:gridCol>
                <a:gridCol w="337872">
                  <a:extLst>
                    <a:ext uri="{9D8B030D-6E8A-4147-A177-3AD203B41FA5}">
                      <a16:colId xmlns:a16="http://schemas.microsoft.com/office/drawing/2014/main" val="1904945596"/>
                    </a:ext>
                  </a:extLst>
                </a:gridCol>
                <a:gridCol w="337872">
                  <a:extLst>
                    <a:ext uri="{9D8B030D-6E8A-4147-A177-3AD203B41FA5}">
                      <a16:colId xmlns:a16="http://schemas.microsoft.com/office/drawing/2014/main" val="3832727492"/>
                    </a:ext>
                  </a:extLst>
                </a:gridCol>
                <a:gridCol w="337872">
                  <a:extLst>
                    <a:ext uri="{9D8B030D-6E8A-4147-A177-3AD203B41FA5}">
                      <a16:colId xmlns:a16="http://schemas.microsoft.com/office/drawing/2014/main" val="3120066975"/>
                    </a:ext>
                  </a:extLst>
                </a:gridCol>
                <a:gridCol w="353229">
                  <a:extLst>
                    <a:ext uri="{9D8B030D-6E8A-4147-A177-3AD203B41FA5}">
                      <a16:colId xmlns:a16="http://schemas.microsoft.com/office/drawing/2014/main" val="3924652231"/>
                    </a:ext>
                  </a:extLst>
                </a:gridCol>
                <a:gridCol w="368586">
                  <a:extLst>
                    <a:ext uri="{9D8B030D-6E8A-4147-A177-3AD203B41FA5}">
                      <a16:colId xmlns:a16="http://schemas.microsoft.com/office/drawing/2014/main" val="139508724"/>
                    </a:ext>
                  </a:extLst>
                </a:gridCol>
                <a:gridCol w="400125">
                  <a:extLst>
                    <a:ext uri="{9D8B030D-6E8A-4147-A177-3AD203B41FA5}">
                      <a16:colId xmlns:a16="http://schemas.microsoft.com/office/drawing/2014/main" val="1582784343"/>
                    </a:ext>
                  </a:extLst>
                </a:gridCol>
                <a:gridCol w="337872">
                  <a:extLst>
                    <a:ext uri="{9D8B030D-6E8A-4147-A177-3AD203B41FA5}">
                      <a16:colId xmlns:a16="http://schemas.microsoft.com/office/drawing/2014/main" val="4187133416"/>
                    </a:ext>
                  </a:extLst>
                </a:gridCol>
                <a:gridCol w="368586">
                  <a:extLst>
                    <a:ext uri="{9D8B030D-6E8A-4147-A177-3AD203B41FA5}">
                      <a16:colId xmlns:a16="http://schemas.microsoft.com/office/drawing/2014/main" val="3581936348"/>
                    </a:ext>
                  </a:extLst>
                </a:gridCol>
                <a:gridCol w="337872">
                  <a:extLst>
                    <a:ext uri="{9D8B030D-6E8A-4147-A177-3AD203B41FA5}">
                      <a16:colId xmlns:a16="http://schemas.microsoft.com/office/drawing/2014/main" val="2530529000"/>
                    </a:ext>
                  </a:extLst>
                </a:gridCol>
                <a:gridCol w="353230">
                  <a:extLst>
                    <a:ext uri="{9D8B030D-6E8A-4147-A177-3AD203B41FA5}">
                      <a16:colId xmlns:a16="http://schemas.microsoft.com/office/drawing/2014/main" val="3846253994"/>
                    </a:ext>
                  </a:extLst>
                </a:gridCol>
                <a:gridCol w="368586">
                  <a:extLst>
                    <a:ext uri="{9D8B030D-6E8A-4147-A177-3AD203B41FA5}">
                      <a16:colId xmlns:a16="http://schemas.microsoft.com/office/drawing/2014/main" val="420172467"/>
                    </a:ext>
                  </a:extLst>
                </a:gridCol>
                <a:gridCol w="353230">
                  <a:extLst>
                    <a:ext uri="{9D8B030D-6E8A-4147-A177-3AD203B41FA5}">
                      <a16:colId xmlns:a16="http://schemas.microsoft.com/office/drawing/2014/main" val="2349683200"/>
                    </a:ext>
                  </a:extLst>
                </a:gridCol>
                <a:gridCol w="337872">
                  <a:extLst>
                    <a:ext uri="{9D8B030D-6E8A-4147-A177-3AD203B41FA5}">
                      <a16:colId xmlns:a16="http://schemas.microsoft.com/office/drawing/2014/main" val="232587003"/>
                    </a:ext>
                  </a:extLst>
                </a:gridCol>
                <a:gridCol w="353230">
                  <a:extLst>
                    <a:ext uri="{9D8B030D-6E8A-4147-A177-3AD203B41FA5}">
                      <a16:colId xmlns:a16="http://schemas.microsoft.com/office/drawing/2014/main" val="3893228783"/>
                    </a:ext>
                  </a:extLst>
                </a:gridCol>
                <a:gridCol w="368585">
                  <a:extLst>
                    <a:ext uri="{9D8B030D-6E8A-4147-A177-3AD203B41FA5}">
                      <a16:colId xmlns:a16="http://schemas.microsoft.com/office/drawing/2014/main" val="1810682300"/>
                    </a:ext>
                  </a:extLst>
                </a:gridCol>
                <a:gridCol w="337872">
                  <a:extLst>
                    <a:ext uri="{9D8B030D-6E8A-4147-A177-3AD203B41FA5}">
                      <a16:colId xmlns:a16="http://schemas.microsoft.com/office/drawing/2014/main" val="3264639981"/>
                    </a:ext>
                  </a:extLst>
                </a:gridCol>
                <a:gridCol w="368586">
                  <a:extLst>
                    <a:ext uri="{9D8B030D-6E8A-4147-A177-3AD203B41FA5}">
                      <a16:colId xmlns:a16="http://schemas.microsoft.com/office/drawing/2014/main" val="3250103509"/>
                    </a:ext>
                  </a:extLst>
                </a:gridCol>
                <a:gridCol w="353230">
                  <a:extLst>
                    <a:ext uri="{9D8B030D-6E8A-4147-A177-3AD203B41FA5}">
                      <a16:colId xmlns:a16="http://schemas.microsoft.com/office/drawing/2014/main" val="3103740402"/>
                    </a:ext>
                  </a:extLst>
                </a:gridCol>
                <a:gridCol w="368585">
                  <a:extLst>
                    <a:ext uri="{9D8B030D-6E8A-4147-A177-3AD203B41FA5}">
                      <a16:colId xmlns:a16="http://schemas.microsoft.com/office/drawing/2014/main" val="1005031145"/>
                    </a:ext>
                  </a:extLst>
                </a:gridCol>
                <a:gridCol w="337872">
                  <a:extLst>
                    <a:ext uri="{9D8B030D-6E8A-4147-A177-3AD203B41FA5}">
                      <a16:colId xmlns:a16="http://schemas.microsoft.com/office/drawing/2014/main" val="3319657863"/>
                    </a:ext>
                  </a:extLst>
                </a:gridCol>
                <a:gridCol w="337872">
                  <a:extLst>
                    <a:ext uri="{9D8B030D-6E8A-4147-A177-3AD203B41FA5}">
                      <a16:colId xmlns:a16="http://schemas.microsoft.com/office/drawing/2014/main" val="3302328897"/>
                    </a:ext>
                  </a:extLst>
                </a:gridCol>
                <a:gridCol w="345266">
                  <a:extLst>
                    <a:ext uri="{9D8B030D-6E8A-4147-A177-3AD203B41FA5}">
                      <a16:colId xmlns:a16="http://schemas.microsoft.com/office/drawing/2014/main" val="2493887247"/>
                    </a:ext>
                  </a:extLst>
                </a:gridCol>
                <a:gridCol w="335494">
                  <a:extLst>
                    <a:ext uri="{9D8B030D-6E8A-4147-A177-3AD203B41FA5}">
                      <a16:colId xmlns:a16="http://schemas.microsoft.com/office/drawing/2014/main" val="2446705051"/>
                    </a:ext>
                  </a:extLst>
                </a:gridCol>
                <a:gridCol w="335494">
                  <a:extLst>
                    <a:ext uri="{9D8B030D-6E8A-4147-A177-3AD203B41FA5}">
                      <a16:colId xmlns:a16="http://schemas.microsoft.com/office/drawing/2014/main" val="763452771"/>
                    </a:ext>
                  </a:extLst>
                </a:gridCol>
                <a:gridCol w="335494">
                  <a:extLst>
                    <a:ext uri="{9D8B030D-6E8A-4147-A177-3AD203B41FA5}">
                      <a16:colId xmlns:a16="http://schemas.microsoft.com/office/drawing/2014/main" val="874251783"/>
                    </a:ext>
                  </a:extLst>
                </a:gridCol>
              </a:tblGrid>
              <a:tr h="329353">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2024-10</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2024-11</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2024-12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29353">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endParaRPr kumimoji="0" lang="en-US" sz="1050" b="0" i="0" u="none" strike="noStrike" kern="1200" cap="none" spc="0" normalizeH="0" baseline="0" noProof="0">
                        <a:ln>
                          <a:noFill/>
                        </a:ln>
                        <a:solidFill>
                          <a:prstClr val="black"/>
                        </a:solidFill>
                        <a:effectLst/>
                        <a:uLnTx/>
                        <a:uFillTx/>
                        <a:latin typeface="Calibri" panose="020F0502020204030204"/>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60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81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186</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226</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273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319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366</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405</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452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492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538</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598</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658</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717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784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843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969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prstClr val="black"/>
                          </a:solidFill>
                          <a:effectLst/>
                          <a:uLnTx/>
                          <a:uFillTx/>
                          <a:latin typeface="Boehringer Forward Text"/>
                          <a:ea typeface="+mn-ea"/>
                          <a:cs typeface="+mn-cs"/>
                        </a:rPr>
                        <a:t>1029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prstClr val="black"/>
                          </a:solidFill>
                          <a:effectLst/>
                          <a:uLnTx/>
                          <a:uFillTx/>
                          <a:latin typeface="Boehringer Forward Text"/>
                          <a:ea typeface="+mn-ea"/>
                          <a:cs typeface="+mn-cs"/>
                        </a:rPr>
                        <a:t>1089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prstClr val="black"/>
                          </a:solidFill>
                          <a:effectLst/>
                          <a:uLnTx/>
                          <a:uFillTx/>
                          <a:latin typeface="Boehringer Forward Text"/>
                          <a:ea typeface="+mn-ea"/>
                          <a:cs typeface="+mn-cs"/>
                        </a:rPr>
                        <a:t>1136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prstClr val="black"/>
                          </a:solidFill>
                          <a:effectLst/>
                          <a:uLnTx/>
                          <a:uFillTx/>
                          <a:latin typeface="Boehringer Forward Text"/>
                          <a:ea typeface="+mn-ea"/>
                          <a:cs typeface="+mn-cs"/>
                        </a:rPr>
                        <a:t>1136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prstClr val="black"/>
                          </a:solidFill>
                          <a:effectLst/>
                          <a:uLnTx/>
                          <a:uFillTx/>
                          <a:latin typeface="Boehringer Forward Text"/>
                          <a:ea typeface="+mn-ea"/>
                          <a:cs typeface="+mn-cs"/>
                        </a:rPr>
                        <a:t>1136</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69993">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endParaRPr kumimoji="0" lang="en-US" sz="1050" b="0" i="0" u="none" strike="noStrike" kern="1200" cap="none" spc="0" normalizeH="0" baseline="0" noProof="0">
                        <a:ln>
                          <a:noFill/>
                        </a:ln>
                        <a:solidFill>
                          <a:prstClr val="black"/>
                        </a:solidFill>
                        <a:effectLst/>
                        <a:uLnTx/>
                        <a:uFillTx/>
                        <a:latin typeface="Calibri" panose="020F0502020204030204"/>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61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83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110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142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169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193 </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223 </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243 </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348</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 404</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29353">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endParaRPr kumimoji="0" lang="en-US" sz="1050" b="0" i="0" u="none" strike="noStrike" kern="1200" cap="none" spc="0" normalizeH="0" baseline="0" noProof="0">
                        <a:ln>
                          <a:noFill/>
                        </a:ln>
                        <a:solidFill>
                          <a:prstClr val="black"/>
                        </a:solidFill>
                        <a:effectLst/>
                        <a:uLnTx/>
                        <a:uFillTx/>
                        <a:latin typeface="Calibri" panose="020F0502020204030204"/>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24</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36</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50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57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64</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70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79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89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98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144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153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159</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69993">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endParaRPr kumimoji="0" lang="en-US" sz="1050" b="0" i="0" u="none" strike="noStrike" kern="1200" cap="none" spc="0" normalizeH="0" baseline="0" noProof="0">
                        <a:ln>
                          <a:noFill/>
                        </a:ln>
                        <a:solidFill>
                          <a:prstClr val="black"/>
                        </a:solidFill>
                        <a:effectLst/>
                        <a:uLnTx/>
                        <a:uFillTx/>
                        <a:latin typeface="Calibri" panose="020F0502020204030204"/>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0</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1</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2</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3</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4</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8</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 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 17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 17</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a:ln>
                            <a:noFill/>
                          </a:ln>
                          <a:solidFill>
                            <a:prstClr val="black"/>
                          </a:solidFill>
                          <a:effectLst/>
                          <a:uLnTx/>
                          <a:uFillTx/>
                          <a:latin typeface="Boehringer Forward Text"/>
                          <a:ea typeface="+mn-ea"/>
                          <a:cs typeface="+mn-cs"/>
                        </a:rPr>
                        <a:t> 19</a:t>
                      </a: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50" b="0" i="0" u="none" strike="noStrike" kern="1200" cap="none" spc="0" normalizeH="0" baseline="0">
                          <a:ln>
                            <a:noFill/>
                          </a:ln>
                          <a:solidFill>
                            <a:prstClr val="black"/>
                          </a:solidFill>
                          <a:effectLst/>
                          <a:uLnTx/>
                          <a:uFillTx/>
                          <a:latin typeface="Boehringer Forward Text"/>
                          <a:ea typeface="+mn-ea"/>
                          <a:cs typeface="+mn-cs"/>
                        </a:rPr>
                        <a:t>20</a:t>
                      </a: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a:ln>
                          <a:noFill/>
                        </a:ln>
                        <a:solidFill>
                          <a:prstClr val="black"/>
                        </a:solidFill>
                        <a:effectLst/>
                        <a:uLnTx/>
                        <a:uFillTx/>
                        <a:latin typeface="Boehringer Forward Text"/>
                        <a:ea typeface="+mn-ea"/>
                        <a:cs typeface="+mn-cs"/>
                      </a:endParaRPr>
                    </a:p>
                  </a:txBody>
                  <a:tcPr marL="3521" marR="3521" marT="3521"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4" name="Rectangle 5">
            <a:extLst>
              <a:ext uri="{FF2B5EF4-FFF2-40B4-BE49-F238E27FC236}">
                <a16:creationId xmlns:a16="http://schemas.microsoft.com/office/drawing/2014/main" id="{3886E247-DBFE-7E91-31E8-E71B2D7E63A4}"/>
              </a:ext>
            </a:extLst>
          </p:cNvPr>
          <p:cNvSpPr/>
          <p:nvPr/>
        </p:nvSpPr>
        <p:spPr>
          <a:xfrm>
            <a:off x="5007033" y="1698171"/>
            <a:ext cx="2229790" cy="1236109"/>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404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20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SF=248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SFR=92.54%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 screening: 136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Boehringer Forward Text"/>
                <a:ea typeface="Meiryo UI"/>
                <a:cs typeface="+mn-cs"/>
              </a:rPr>
              <a:t>ETD: 1</a:t>
            </a:r>
            <a:endParaRPr kumimoji="0" lang="en-US" sz="1200" b="0" i="0" u="none" strike="noStrike" kern="1200" cap="none" spc="0" normalizeH="0" baseline="0" noProof="0">
              <a:ln>
                <a:noFill/>
              </a:ln>
              <a:solidFill>
                <a:prstClr val="black"/>
              </a:solidFill>
              <a:effectLst/>
              <a:uLnTx/>
              <a:uFillTx/>
              <a:latin typeface="Boehringer Forward Text"/>
              <a:ea typeface="Meiryo UI"/>
              <a:cs typeface="+mn-cs"/>
            </a:endParaRPr>
          </a:p>
        </p:txBody>
      </p:sp>
    </p:spTree>
    <p:extLst>
      <p:ext uri="{BB962C8B-B14F-4D97-AF65-F5344CB8AC3E}">
        <p14:creationId xmlns:p14="http://schemas.microsoft.com/office/powerpoint/2010/main" val="88312789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6D4440-70CF-6EFF-16C3-4D4D48EDD5D7}"/>
            </a:ext>
          </a:extLst>
        </p:cNvPr>
        <p:cNvGrpSpPr/>
        <p:nvPr/>
      </p:nvGrpSpPr>
      <p:grpSpPr>
        <a:xfrm>
          <a:off x="0" y="0"/>
          <a:ext cx="0" cy="0"/>
          <a:chOff x="0" y="0"/>
          <a:chExt cx="0" cy="0"/>
        </a:xfrm>
      </p:grpSpPr>
      <p:graphicFrame>
        <p:nvGraphicFramePr>
          <p:cNvPr id="3" name="Chart 6">
            <a:extLst>
              <a:ext uri="{FF2B5EF4-FFF2-40B4-BE49-F238E27FC236}">
                <a16:creationId xmlns:a16="http://schemas.microsoft.com/office/drawing/2014/main" id="{F17CF6ED-16A9-4153-8025-907FF7B9A185}"/>
              </a:ext>
            </a:extLst>
          </p:cNvPr>
          <p:cNvGraphicFramePr>
            <a:graphicFrameLocks/>
          </p:cNvGraphicFramePr>
          <p:nvPr/>
        </p:nvGraphicFramePr>
        <p:xfrm>
          <a:off x="-2" y="627802"/>
          <a:ext cx="12192001" cy="4502152"/>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8E5C67BE-11FE-B246-C617-88EFC0176B4B}"/>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E13F9FE4-BCA6-EDDF-B68B-7B3AF5BFAE3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C31A5E5F-A46B-1EBD-BB56-C56785F92CB6}"/>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2F8D76F0-FC4D-67C4-79FA-4E195DD1CA09}"/>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E4B6BCF9-2CFF-E12F-1560-286A7C5C9D0E}"/>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ED0D805D-6C4C-D5FB-88A6-19D342011FAE}"/>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28DC6CA8-8CFB-449A-4A9E-236A3E5A624F}"/>
              </a:ext>
            </a:extLst>
          </p:cNvPr>
          <p:cNvSpPr>
            <a:spLocks noGrp="1"/>
          </p:cNvSpPr>
          <p:nvPr>
            <p:ph type="title"/>
          </p:nvPr>
        </p:nvSpPr>
        <p:spPr>
          <a:xfrm>
            <a:off x="-1" y="257617"/>
            <a:ext cx="12079706" cy="553999"/>
          </a:xfrm>
        </p:spPr>
        <p:txBody>
          <a:bodyPr wrap="square" anchor="t">
            <a:normAutofit/>
          </a:bodyPr>
          <a:lstStyle/>
          <a:p>
            <a:r>
              <a:rPr lang="en-US" altLang="zh-CN" sz="2400"/>
              <a:t>1404-0044 </a:t>
            </a:r>
            <a:r>
              <a:rPr lang="en-US" altLang="zh-CN" sz="2400" err="1"/>
              <a:t>Liverage</a:t>
            </a:r>
            <a:r>
              <a:rPr lang="en-US" altLang="zh-CN" sz="2400" baseline="30000" err="1"/>
              <a:t>TM</a:t>
            </a:r>
            <a:r>
              <a:rPr lang="en-US" altLang="zh-CN" sz="2400"/>
              <a:t> dated on 17Apr2026 </a:t>
            </a:r>
            <a:r>
              <a:rPr lang="en-US" altLang="zh-CN" sz="2400" i="1">
                <a:solidFill>
                  <a:srgbClr val="EE6541"/>
                </a:solidFill>
              </a:rPr>
              <a:t>(Taiwan recruitment status)</a:t>
            </a:r>
            <a:endParaRPr lang="en-US" altLang="zh-CN" sz="2400" i="1">
              <a:solidFill>
                <a:srgbClr val="EE6541"/>
              </a:solidFill>
              <a:highlight>
                <a:srgbClr val="FFFF00"/>
              </a:highlight>
            </a:endParaRPr>
          </a:p>
        </p:txBody>
      </p:sp>
      <p:graphicFrame>
        <p:nvGraphicFramePr>
          <p:cNvPr id="10" name="表格 9">
            <a:extLst>
              <a:ext uri="{FF2B5EF4-FFF2-40B4-BE49-F238E27FC236}">
                <a16:creationId xmlns:a16="http://schemas.microsoft.com/office/drawing/2014/main" id="{9202E624-85F9-8BA2-A9B3-E8BA64169AC3}"/>
              </a:ext>
            </a:extLst>
          </p:cNvPr>
          <p:cNvGraphicFramePr>
            <a:graphicFrameLocks noGrp="1"/>
          </p:cNvGraphicFramePr>
          <p:nvPr>
            <p:extLst>
              <p:ext uri="{D42A27DB-BD31-4B8C-83A1-F6EECF244321}">
                <p14:modId xmlns:p14="http://schemas.microsoft.com/office/powerpoint/2010/main" val="2539865350"/>
              </p:ext>
            </p:extLst>
          </p:nvPr>
        </p:nvGraphicFramePr>
        <p:xfrm>
          <a:off x="16244" y="5129954"/>
          <a:ext cx="12175765" cy="1728045"/>
        </p:xfrm>
        <a:graphic>
          <a:graphicData uri="http://schemas.openxmlformats.org/drawingml/2006/table">
            <a:tbl>
              <a:tblPr>
                <a:tableStyleId>{9D7B26C5-4107-4FEC-AEDC-1716B250A1EF}</a:tableStyleId>
              </a:tblPr>
              <a:tblGrid>
                <a:gridCol w="917419">
                  <a:extLst>
                    <a:ext uri="{9D8B030D-6E8A-4147-A177-3AD203B41FA5}">
                      <a16:colId xmlns:a16="http://schemas.microsoft.com/office/drawing/2014/main" val="3473625976"/>
                    </a:ext>
                  </a:extLst>
                </a:gridCol>
                <a:gridCol w="368586">
                  <a:extLst>
                    <a:ext uri="{9D8B030D-6E8A-4147-A177-3AD203B41FA5}">
                      <a16:colId xmlns:a16="http://schemas.microsoft.com/office/drawing/2014/main" val="2329660870"/>
                    </a:ext>
                  </a:extLst>
                </a:gridCol>
                <a:gridCol w="368586">
                  <a:extLst>
                    <a:ext uri="{9D8B030D-6E8A-4147-A177-3AD203B41FA5}">
                      <a16:colId xmlns:a16="http://schemas.microsoft.com/office/drawing/2014/main" val="388877830"/>
                    </a:ext>
                  </a:extLst>
                </a:gridCol>
                <a:gridCol w="368586">
                  <a:extLst>
                    <a:ext uri="{9D8B030D-6E8A-4147-A177-3AD203B41FA5}">
                      <a16:colId xmlns:a16="http://schemas.microsoft.com/office/drawing/2014/main" val="2511394184"/>
                    </a:ext>
                  </a:extLst>
                </a:gridCol>
                <a:gridCol w="337872">
                  <a:extLst>
                    <a:ext uri="{9D8B030D-6E8A-4147-A177-3AD203B41FA5}">
                      <a16:colId xmlns:a16="http://schemas.microsoft.com/office/drawing/2014/main" val="1006931387"/>
                    </a:ext>
                  </a:extLst>
                </a:gridCol>
                <a:gridCol w="353230">
                  <a:extLst>
                    <a:ext uri="{9D8B030D-6E8A-4147-A177-3AD203B41FA5}">
                      <a16:colId xmlns:a16="http://schemas.microsoft.com/office/drawing/2014/main" val="1580186530"/>
                    </a:ext>
                  </a:extLst>
                </a:gridCol>
                <a:gridCol w="353230">
                  <a:extLst>
                    <a:ext uri="{9D8B030D-6E8A-4147-A177-3AD203B41FA5}">
                      <a16:colId xmlns:a16="http://schemas.microsoft.com/office/drawing/2014/main" val="2077854728"/>
                    </a:ext>
                  </a:extLst>
                </a:gridCol>
                <a:gridCol w="337872">
                  <a:extLst>
                    <a:ext uri="{9D8B030D-6E8A-4147-A177-3AD203B41FA5}">
                      <a16:colId xmlns:a16="http://schemas.microsoft.com/office/drawing/2014/main" val="1923209731"/>
                    </a:ext>
                  </a:extLst>
                </a:gridCol>
                <a:gridCol w="337872">
                  <a:extLst>
                    <a:ext uri="{9D8B030D-6E8A-4147-A177-3AD203B41FA5}">
                      <a16:colId xmlns:a16="http://schemas.microsoft.com/office/drawing/2014/main" val="1904945596"/>
                    </a:ext>
                  </a:extLst>
                </a:gridCol>
                <a:gridCol w="337872">
                  <a:extLst>
                    <a:ext uri="{9D8B030D-6E8A-4147-A177-3AD203B41FA5}">
                      <a16:colId xmlns:a16="http://schemas.microsoft.com/office/drawing/2014/main" val="3832727492"/>
                    </a:ext>
                  </a:extLst>
                </a:gridCol>
                <a:gridCol w="337872">
                  <a:extLst>
                    <a:ext uri="{9D8B030D-6E8A-4147-A177-3AD203B41FA5}">
                      <a16:colId xmlns:a16="http://schemas.microsoft.com/office/drawing/2014/main" val="3120066975"/>
                    </a:ext>
                  </a:extLst>
                </a:gridCol>
                <a:gridCol w="353229">
                  <a:extLst>
                    <a:ext uri="{9D8B030D-6E8A-4147-A177-3AD203B41FA5}">
                      <a16:colId xmlns:a16="http://schemas.microsoft.com/office/drawing/2014/main" val="3924652231"/>
                    </a:ext>
                  </a:extLst>
                </a:gridCol>
                <a:gridCol w="368586">
                  <a:extLst>
                    <a:ext uri="{9D8B030D-6E8A-4147-A177-3AD203B41FA5}">
                      <a16:colId xmlns:a16="http://schemas.microsoft.com/office/drawing/2014/main" val="139508724"/>
                    </a:ext>
                  </a:extLst>
                </a:gridCol>
                <a:gridCol w="400125">
                  <a:extLst>
                    <a:ext uri="{9D8B030D-6E8A-4147-A177-3AD203B41FA5}">
                      <a16:colId xmlns:a16="http://schemas.microsoft.com/office/drawing/2014/main" val="1582784343"/>
                    </a:ext>
                  </a:extLst>
                </a:gridCol>
                <a:gridCol w="337872">
                  <a:extLst>
                    <a:ext uri="{9D8B030D-6E8A-4147-A177-3AD203B41FA5}">
                      <a16:colId xmlns:a16="http://schemas.microsoft.com/office/drawing/2014/main" val="4187133416"/>
                    </a:ext>
                  </a:extLst>
                </a:gridCol>
                <a:gridCol w="368586">
                  <a:extLst>
                    <a:ext uri="{9D8B030D-6E8A-4147-A177-3AD203B41FA5}">
                      <a16:colId xmlns:a16="http://schemas.microsoft.com/office/drawing/2014/main" val="3581936348"/>
                    </a:ext>
                  </a:extLst>
                </a:gridCol>
                <a:gridCol w="337872">
                  <a:extLst>
                    <a:ext uri="{9D8B030D-6E8A-4147-A177-3AD203B41FA5}">
                      <a16:colId xmlns:a16="http://schemas.microsoft.com/office/drawing/2014/main" val="2530529000"/>
                    </a:ext>
                  </a:extLst>
                </a:gridCol>
                <a:gridCol w="353230">
                  <a:extLst>
                    <a:ext uri="{9D8B030D-6E8A-4147-A177-3AD203B41FA5}">
                      <a16:colId xmlns:a16="http://schemas.microsoft.com/office/drawing/2014/main" val="3846253994"/>
                    </a:ext>
                  </a:extLst>
                </a:gridCol>
                <a:gridCol w="368586">
                  <a:extLst>
                    <a:ext uri="{9D8B030D-6E8A-4147-A177-3AD203B41FA5}">
                      <a16:colId xmlns:a16="http://schemas.microsoft.com/office/drawing/2014/main" val="420172467"/>
                    </a:ext>
                  </a:extLst>
                </a:gridCol>
                <a:gridCol w="353230">
                  <a:extLst>
                    <a:ext uri="{9D8B030D-6E8A-4147-A177-3AD203B41FA5}">
                      <a16:colId xmlns:a16="http://schemas.microsoft.com/office/drawing/2014/main" val="2349683200"/>
                    </a:ext>
                  </a:extLst>
                </a:gridCol>
                <a:gridCol w="337872">
                  <a:extLst>
                    <a:ext uri="{9D8B030D-6E8A-4147-A177-3AD203B41FA5}">
                      <a16:colId xmlns:a16="http://schemas.microsoft.com/office/drawing/2014/main" val="232587003"/>
                    </a:ext>
                  </a:extLst>
                </a:gridCol>
                <a:gridCol w="353230">
                  <a:extLst>
                    <a:ext uri="{9D8B030D-6E8A-4147-A177-3AD203B41FA5}">
                      <a16:colId xmlns:a16="http://schemas.microsoft.com/office/drawing/2014/main" val="3893228783"/>
                    </a:ext>
                  </a:extLst>
                </a:gridCol>
                <a:gridCol w="368585">
                  <a:extLst>
                    <a:ext uri="{9D8B030D-6E8A-4147-A177-3AD203B41FA5}">
                      <a16:colId xmlns:a16="http://schemas.microsoft.com/office/drawing/2014/main" val="1810682300"/>
                    </a:ext>
                  </a:extLst>
                </a:gridCol>
                <a:gridCol w="337872">
                  <a:extLst>
                    <a:ext uri="{9D8B030D-6E8A-4147-A177-3AD203B41FA5}">
                      <a16:colId xmlns:a16="http://schemas.microsoft.com/office/drawing/2014/main" val="3264639981"/>
                    </a:ext>
                  </a:extLst>
                </a:gridCol>
                <a:gridCol w="368586">
                  <a:extLst>
                    <a:ext uri="{9D8B030D-6E8A-4147-A177-3AD203B41FA5}">
                      <a16:colId xmlns:a16="http://schemas.microsoft.com/office/drawing/2014/main" val="3250103509"/>
                    </a:ext>
                  </a:extLst>
                </a:gridCol>
                <a:gridCol w="353230">
                  <a:extLst>
                    <a:ext uri="{9D8B030D-6E8A-4147-A177-3AD203B41FA5}">
                      <a16:colId xmlns:a16="http://schemas.microsoft.com/office/drawing/2014/main" val="3103740402"/>
                    </a:ext>
                  </a:extLst>
                </a:gridCol>
                <a:gridCol w="368585">
                  <a:extLst>
                    <a:ext uri="{9D8B030D-6E8A-4147-A177-3AD203B41FA5}">
                      <a16:colId xmlns:a16="http://schemas.microsoft.com/office/drawing/2014/main" val="1005031145"/>
                    </a:ext>
                  </a:extLst>
                </a:gridCol>
                <a:gridCol w="337872">
                  <a:extLst>
                    <a:ext uri="{9D8B030D-6E8A-4147-A177-3AD203B41FA5}">
                      <a16:colId xmlns:a16="http://schemas.microsoft.com/office/drawing/2014/main" val="3319657863"/>
                    </a:ext>
                  </a:extLst>
                </a:gridCol>
                <a:gridCol w="337872">
                  <a:extLst>
                    <a:ext uri="{9D8B030D-6E8A-4147-A177-3AD203B41FA5}">
                      <a16:colId xmlns:a16="http://schemas.microsoft.com/office/drawing/2014/main" val="3302328897"/>
                    </a:ext>
                  </a:extLst>
                </a:gridCol>
                <a:gridCol w="345266">
                  <a:extLst>
                    <a:ext uri="{9D8B030D-6E8A-4147-A177-3AD203B41FA5}">
                      <a16:colId xmlns:a16="http://schemas.microsoft.com/office/drawing/2014/main" val="2493887247"/>
                    </a:ext>
                  </a:extLst>
                </a:gridCol>
                <a:gridCol w="335494">
                  <a:extLst>
                    <a:ext uri="{9D8B030D-6E8A-4147-A177-3AD203B41FA5}">
                      <a16:colId xmlns:a16="http://schemas.microsoft.com/office/drawing/2014/main" val="2446705051"/>
                    </a:ext>
                  </a:extLst>
                </a:gridCol>
                <a:gridCol w="335494">
                  <a:extLst>
                    <a:ext uri="{9D8B030D-6E8A-4147-A177-3AD203B41FA5}">
                      <a16:colId xmlns:a16="http://schemas.microsoft.com/office/drawing/2014/main" val="763452771"/>
                    </a:ext>
                  </a:extLst>
                </a:gridCol>
                <a:gridCol w="335494">
                  <a:extLst>
                    <a:ext uri="{9D8B030D-6E8A-4147-A177-3AD203B41FA5}">
                      <a16:colId xmlns:a16="http://schemas.microsoft.com/office/drawing/2014/main" val="874251783"/>
                    </a:ext>
                  </a:extLst>
                </a:gridCol>
              </a:tblGrid>
              <a:tr h="329353">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2024-10</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2024-11</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2024-12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29353">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46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66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72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72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92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139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159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185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205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272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293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293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293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293</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69993">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78 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89 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93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97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101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29353">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38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41</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69993">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panose="02000500000000020000" pitchFamily="2" charset="0"/>
                        </a:rPr>
                        <a:t> 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50" b="0" i="0" u="none" strike="noStrike">
                          <a:solidFill>
                            <a:srgbClr val="000000"/>
                          </a:solidFill>
                          <a:effectLst/>
                          <a:latin typeface="Boehringer Forward Text"/>
                        </a:rPr>
                        <a:t>7 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endParaRPr lang="en-US" sz="1050" b="0" i="0" u="none" strike="noStrike">
                        <a:solidFill>
                          <a:srgbClr val="000000"/>
                        </a:solidFill>
                        <a:effectLst/>
                        <a:latin typeface="Boehringer Forward Text"/>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12" name="Rectangle 5">
            <a:extLst>
              <a:ext uri="{FF2B5EF4-FFF2-40B4-BE49-F238E27FC236}">
                <a16:creationId xmlns:a16="http://schemas.microsoft.com/office/drawing/2014/main" id="{5D8C217D-F470-1B4F-08A9-4CB512FAA473}"/>
              </a:ext>
            </a:extLst>
          </p:cNvPr>
          <p:cNvSpPr/>
          <p:nvPr/>
        </p:nvSpPr>
        <p:spPr>
          <a:xfrm>
            <a:off x="4942280" y="1715589"/>
            <a:ext cx="2065637" cy="1057311"/>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101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7</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SF=81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SFR=92.05%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In-screening = 13</a:t>
            </a:r>
          </a:p>
        </p:txBody>
      </p:sp>
    </p:spTree>
    <p:extLst>
      <p:ext uri="{BB962C8B-B14F-4D97-AF65-F5344CB8AC3E}">
        <p14:creationId xmlns:p14="http://schemas.microsoft.com/office/powerpoint/2010/main" val="30968933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6583BA-27A6-5A51-8331-014110834368}"/>
            </a:ext>
          </a:extLst>
        </p:cNvPr>
        <p:cNvGrpSpPr/>
        <p:nvPr/>
      </p:nvGrpSpPr>
      <p:grpSpPr>
        <a:xfrm>
          <a:off x="0" y="0"/>
          <a:ext cx="0" cy="0"/>
          <a:chOff x="0" y="0"/>
          <a:chExt cx="0" cy="0"/>
        </a:xfrm>
      </p:grpSpPr>
      <p:graphicFrame>
        <p:nvGraphicFramePr>
          <p:cNvPr id="3" name="Chart 6">
            <a:extLst>
              <a:ext uri="{FF2B5EF4-FFF2-40B4-BE49-F238E27FC236}">
                <a16:creationId xmlns:a16="http://schemas.microsoft.com/office/drawing/2014/main" id="{E20D4ED4-E6B7-4A90-A720-57E42E723987}"/>
              </a:ext>
            </a:extLst>
          </p:cNvPr>
          <p:cNvGraphicFramePr>
            <a:graphicFrameLocks/>
          </p:cNvGraphicFramePr>
          <p:nvPr/>
        </p:nvGraphicFramePr>
        <p:xfrm>
          <a:off x="-49949" y="606433"/>
          <a:ext cx="12241949" cy="4502152"/>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2EB06E25-6848-0778-1AFA-3404520077CA}"/>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AC01651A-6106-A3C9-3D85-C088A0B3E35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63D92A66-6884-5F91-3BF8-AE96DD9F2843}"/>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014BEDDB-5A42-0BD6-B583-D3E9AF6B4ACC}"/>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12B03F6E-0C43-0E5A-D516-4FC5C9A87D81}"/>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F2C88D17-4B8D-8EBB-8CCC-8410D77607B8}"/>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C535F1AF-029A-A7C7-9479-B2B1C3127BED}"/>
              </a:ext>
            </a:extLst>
          </p:cNvPr>
          <p:cNvSpPr>
            <a:spLocks noGrp="1"/>
          </p:cNvSpPr>
          <p:nvPr>
            <p:ph type="title"/>
          </p:nvPr>
        </p:nvSpPr>
        <p:spPr>
          <a:xfrm>
            <a:off x="-1" y="257617"/>
            <a:ext cx="12079706" cy="553999"/>
          </a:xfrm>
        </p:spPr>
        <p:txBody>
          <a:bodyPr wrap="square" anchor="t">
            <a:normAutofit/>
          </a:bodyPr>
          <a:lstStyle/>
          <a:p>
            <a:r>
              <a:rPr lang="en-US" altLang="zh-CN" sz="2400"/>
              <a:t>1404-0044 </a:t>
            </a:r>
            <a:r>
              <a:rPr lang="en-US" altLang="zh-CN" sz="2400" err="1"/>
              <a:t>Liverage</a:t>
            </a:r>
            <a:r>
              <a:rPr lang="en-US" altLang="zh-CN" sz="2400" baseline="30000" err="1"/>
              <a:t>TM</a:t>
            </a:r>
            <a:r>
              <a:rPr lang="en-US" altLang="zh-CN" sz="2400"/>
              <a:t> dated on 17Apr2026 </a:t>
            </a:r>
            <a:r>
              <a:rPr lang="en-US" altLang="zh-CN" sz="2400" i="1">
                <a:solidFill>
                  <a:srgbClr val="EE6541"/>
                </a:solidFill>
              </a:rPr>
              <a:t>(Hong Kong recruitment status)</a:t>
            </a:r>
            <a:endParaRPr lang="en-US" altLang="zh-CN" sz="2400" i="1">
              <a:solidFill>
                <a:srgbClr val="EE6541"/>
              </a:solidFill>
              <a:highlight>
                <a:srgbClr val="FFFF00"/>
              </a:highlight>
            </a:endParaRPr>
          </a:p>
        </p:txBody>
      </p:sp>
      <p:graphicFrame>
        <p:nvGraphicFramePr>
          <p:cNvPr id="10" name="表格 9">
            <a:extLst>
              <a:ext uri="{FF2B5EF4-FFF2-40B4-BE49-F238E27FC236}">
                <a16:creationId xmlns:a16="http://schemas.microsoft.com/office/drawing/2014/main" id="{40E7FB33-EF7F-C954-AE90-72CB77ECDF13}"/>
              </a:ext>
            </a:extLst>
          </p:cNvPr>
          <p:cNvGraphicFramePr>
            <a:graphicFrameLocks noGrp="1"/>
          </p:cNvGraphicFramePr>
          <p:nvPr/>
        </p:nvGraphicFramePr>
        <p:xfrm>
          <a:off x="16244" y="5129954"/>
          <a:ext cx="12175765" cy="1728045"/>
        </p:xfrm>
        <a:graphic>
          <a:graphicData uri="http://schemas.openxmlformats.org/drawingml/2006/table">
            <a:tbl>
              <a:tblPr>
                <a:tableStyleId>{9D7B26C5-4107-4FEC-AEDC-1716B250A1EF}</a:tableStyleId>
              </a:tblPr>
              <a:tblGrid>
                <a:gridCol w="917419">
                  <a:extLst>
                    <a:ext uri="{9D8B030D-6E8A-4147-A177-3AD203B41FA5}">
                      <a16:colId xmlns:a16="http://schemas.microsoft.com/office/drawing/2014/main" val="3473625976"/>
                    </a:ext>
                  </a:extLst>
                </a:gridCol>
                <a:gridCol w="368586">
                  <a:extLst>
                    <a:ext uri="{9D8B030D-6E8A-4147-A177-3AD203B41FA5}">
                      <a16:colId xmlns:a16="http://schemas.microsoft.com/office/drawing/2014/main" val="1017459746"/>
                    </a:ext>
                  </a:extLst>
                </a:gridCol>
                <a:gridCol w="368586">
                  <a:extLst>
                    <a:ext uri="{9D8B030D-6E8A-4147-A177-3AD203B41FA5}">
                      <a16:colId xmlns:a16="http://schemas.microsoft.com/office/drawing/2014/main" val="242397487"/>
                    </a:ext>
                  </a:extLst>
                </a:gridCol>
                <a:gridCol w="368586">
                  <a:extLst>
                    <a:ext uri="{9D8B030D-6E8A-4147-A177-3AD203B41FA5}">
                      <a16:colId xmlns:a16="http://schemas.microsoft.com/office/drawing/2014/main" val="2511394184"/>
                    </a:ext>
                  </a:extLst>
                </a:gridCol>
                <a:gridCol w="337872">
                  <a:extLst>
                    <a:ext uri="{9D8B030D-6E8A-4147-A177-3AD203B41FA5}">
                      <a16:colId xmlns:a16="http://schemas.microsoft.com/office/drawing/2014/main" val="1006931387"/>
                    </a:ext>
                  </a:extLst>
                </a:gridCol>
                <a:gridCol w="353230">
                  <a:extLst>
                    <a:ext uri="{9D8B030D-6E8A-4147-A177-3AD203B41FA5}">
                      <a16:colId xmlns:a16="http://schemas.microsoft.com/office/drawing/2014/main" val="1580186530"/>
                    </a:ext>
                  </a:extLst>
                </a:gridCol>
                <a:gridCol w="353230">
                  <a:extLst>
                    <a:ext uri="{9D8B030D-6E8A-4147-A177-3AD203B41FA5}">
                      <a16:colId xmlns:a16="http://schemas.microsoft.com/office/drawing/2014/main" val="2077854728"/>
                    </a:ext>
                  </a:extLst>
                </a:gridCol>
                <a:gridCol w="337872">
                  <a:extLst>
                    <a:ext uri="{9D8B030D-6E8A-4147-A177-3AD203B41FA5}">
                      <a16:colId xmlns:a16="http://schemas.microsoft.com/office/drawing/2014/main" val="1923209731"/>
                    </a:ext>
                  </a:extLst>
                </a:gridCol>
                <a:gridCol w="337872">
                  <a:extLst>
                    <a:ext uri="{9D8B030D-6E8A-4147-A177-3AD203B41FA5}">
                      <a16:colId xmlns:a16="http://schemas.microsoft.com/office/drawing/2014/main" val="1904945596"/>
                    </a:ext>
                  </a:extLst>
                </a:gridCol>
                <a:gridCol w="337872">
                  <a:extLst>
                    <a:ext uri="{9D8B030D-6E8A-4147-A177-3AD203B41FA5}">
                      <a16:colId xmlns:a16="http://schemas.microsoft.com/office/drawing/2014/main" val="3832727492"/>
                    </a:ext>
                  </a:extLst>
                </a:gridCol>
                <a:gridCol w="337872">
                  <a:extLst>
                    <a:ext uri="{9D8B030D-6E8A-4147-A177-3AD203B41FA5}">
                      <a16:colId xmlns:a16="http://schemas.microsoft.com/office/drawing/2014/main" val="3120066975"/>
                    </a:ext>
                  </a:extLst>
                </a:gridCol>
                <a:gridCol w="353229">
                  <a:extLst>
                    <a:ext uri="{9D8B030D-6E8A-4147-A177-3AD203B41FA5}">
                      <a16:colId xmlns:a16="http://schemas.microsoft.com/office/drawing/2014/main" val="3924652231"/>
                    </a:ext>
                  </a:extLst>
                </a:gridCol>
                <a:gridCol w="368586">
                  <a:extLst>
                    <a:ext uri="{9D8B030D-6E8A-4147-A177-3AD203B41FA5}">
                      <a16:colId xmlns:a16="http://schemas.microsoft.com/office/drawing/2014/main" val="139508724"/>
                    </a:ext>
                  </a:extLst>
                </a:gridCol>
                <a:gridCol w="400125">
                  <a:extLst>
                    <a:ext uri="{9D8B030D-6E8A-4147-A177-3AD203B41FA5}">
                      <a16:colId xmlns:a16="http://schemas.microsoft.com/office/drawing/2014/main" val="1582784343"/>
                    </a:ext>
                  </a:extLst>
                </a:gridCol>
                <a:gridCol w="337872">
                  <a:extLst>
                    <a:ext uri="{9D8B030D-6E8A-4147-A177-3AD203B41FA5}">
                      <a16:colId xmlns:a16="http://schemas.microsoft.com/office/drawing/2014/main" val="4187133416"/>
                    </a:ext>
                  </a:extLst>
                </a:gridCol>
                <a:gridCol w="368586">
                  <a:extLst>
                    <a:ext uri="{9D8B030D-6E8A-4147-A177-3AD203B41FA5}">
                      <a16:colId xmlns:a16="http://schemas.microsoft.com/office/drawing/2014/main" val="3581936348"/>
                    </a:ext>
                  </a:extLst>
                </a:gridCol>
                <a:gridCol w="337872">
                  <a:extLst>
                    <a:ext uri="{9D8B030D-6E8A-4147-A177-3AD203B41FA5}">
                      <a16:colId xmlns:a16="http://schemas.microsoft.com/office/drawing/2014/main" val="2530529000"/>
                    </a:ext>
                  </a:extLst>
                </a:gridCol>
                <a:gridCol w="353230">
                  <a:extLst>
                    <a:ext uri="{9D8B030D-6E8A-4147-A177-3AD203B41FA5}">
                      <a16:colId xmlns:a16="http://schemas.microsoft.com/office/drawing/2014/main" val="3846253994"/>
                    </a:ext>
                  </a:extLst>
                </a:gridCol>
                <a:gridCol w="368586">
                  <a:extLst>
                    <a:ext uri="{9D8B030D-6E8A-4147-A177-3AD203B41FA5}">
                      <a16:colId xmlns:a16="http://schemas.microsoft.com/office/drawing/2014/main" val="420172467"/>
                    </a:ext>
                  </a:extLst>
                </a:gridCol>
                <a:gridCol w="353230">
                  <a:extLst>
                    <a:ext uri="{9D8B030D-6E8A-4147-A177-3AD203B41FA5}">
                      <a16:colId xmlns:a16="http://schemas.microsoft.com/office/drawing/2014/main" val="2349683200"/>
                    </a:ext>
                  </a:extLst>
                </a:gridCol>
                <a:gridCol w="337872">
                  <a:extLst>
                    <a:ext uri="{9D8B030D-6E8A-4147-A177-3AD203B41FA5}">
                      <a16:colId xmlns:a16="http://schemas.microsoft.com/office/drawing/2014/main" val="232587003"/>
                    </a:ext>
                  </a:extLst>
                </a:gridCol>
                <a:gridCol w="353230">
                  <a:extLst>
                    <a:ext uri="{9D8B030D-6E8A-4147-A177-3AD203B41FA5}">
                      <a16:colId xmlns:a16="http://schemas.microsoft.com/office/drawing/2014/main" val="3893228783"/>
                    </a:ext>
                  </a:extLst>
                </a:gridCol>
                <a:gridCol w="368585">
                  <a:extLst>
                    <a:ext uri="{9D8B030D-6E8A-4147-A177-3AD203B41FA5}">
                      <a16:colId xmlns:a16="http://schemas.microsoft.com/office/drawing/2014/main" val="1810682300"/>
                    </a:ext>
                  </a:extLst>
                </a:gridCol>
                <a:gridCol w="337872">
                  <a:extLst>
                    <a:ext uri="{9D8B030D-6E8A-4147-A177-3AD203B41FA5}">
                      <a16:colId xmlns:a16="http://schemas.microsoft.com/office/drawing/2014/main" val="3264639981"/>
                    </a:ext>
                  </a:extLst>
                </a:gridCol>
                <a:gridCol w="368586">
                  <a:extLst>
                    <a:ext uri="{9D8B030D-6E8A-4147-A177-3AD203B41FA5}">
                      <a16:colId xmlns:a16="http://schemas.microsoft.com/office/drawing/2014/main" val="3250103509"/>
                    </a:ext>
                  </a:extLst>
                </a:gridCol>
                <a:gridCol w="353230">
                  <a:extLst>
                    <a:ext uri="{9D8B030D-6E8A-4147-A177-3AD203B41FA5}">
                      <a16:colId xmlns:a16="http://schemas.microsoft.com/office/drawing/2014/main" val="3103740402"/>
                    </a:ext>
                  </a:extLst>
                </a:gridCol>
                <a:gridCol w="368585">
                  <a:extLst>
                    <a:ext uri="{9D8B030D-6E8A-4147-A177-3AD203B41FA5}">
                      <a16:colId xmlns:a16="http://schemas.microsoft.com/office/drawing/2014/main" val="1005031145"/>
                    </a:ext>
                  </a:extLst>
                </a:gridCol>
                <a:gridCol w="337872">
                  <a:extLst>
                    <a:ext uri="{9D8B030D-6E8A-4147-A177-3AD203B41FA5}">
                      <a16:colId xmlns:a16="http://schemas.microsoft.com/office/drawing/2014/main" val="3319657863"/>
                    </a:ext>
                  </a:extLst>
                </a:gridCol>
                <a:gridCol w="337872">
                  <a:extLst>
                    <a:ext uri="{9D8B030D-6E8A-4147-A177-3AD203B41FA5}">
                      <a16:colId xmlns:a16="http://schemas.microsoft.com/office/drawing/2014/main" val="3302328897"/>
                    </a:ext>
                  </a:extLst>
                </a:gridCol>
                <a:gridCol w="345266">
                  <a:extLst>
                    <a:ext uri="{9D8B030D-6E8A-4147-A177-3AD203B41FA5}">
                      <a16:colId xmlns:a16="http://schemas.microsoft.com/office/drawing/2014/main" val="2493887247"/>
                    </a:ext>
                  </a:extLst>
                </a:gridCol>
                <a:gridCol w="335494">
                  <a:extLst>
                    <a:ext uri="{9D8B030D-6E8A-4147-A177-3AD203B41FA5}">
                      <a16:colId xmlns:a16="http://schemas.microsoft.com/office/drawing/2014/main" val="2446705051"/>
                    </a:ext>
                  </a:extLst>
                </a:gridCol>
                <a:gridCol w="335494">
                  <a:extLst>
                    <a:ext uri="{9D8B030D-6E8A-4147-A177-3AD203B41FA5}">
                      <a16:colId xmlns:a16="http://schemas.microsoft.com/office/drawing/2014/main" val="763452771"/>
                    </a:ext>
                  </a:extLst>
                </a:gridCol>
                <a:gridCol w="335494">
                  <a:extLst>
                    <a:ext uri="{9D8B030D-6E8A-4147-A177-3AD203B41FA5}">
                      <a16:colId xmlns:a16="http://schemas.microsoft.com/office/drawing/2014/main" val="874251783"/>
                    </a:ext>
                  </a:extLst>
                </a:gridCol>
              </a:tblGrid>
              <a:tr h="329353">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2024-10</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i="0" u="none" strike="noStrike">
                          <a:solidFill>
                            <a:schemeClr val="tx1"/>
                          </a:solidFill>
                          <a:effectLst/>
                          <a:latin typeface="+mn-lt"/>
                        </a:rPr>
                        <a:t>2024-11</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2024-12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2025-12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2026-06</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2026-07</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2026-08</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2026-09</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2026-10</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2026-12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2027-01</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2027-02</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2027-03</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2027-04</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50" b="1" u="none" strike="noStrike">
                          <a:solidFill>
                            <a:schemeClr val="tx1"/>
                          </a:solidFill>
                          <a:effectLst/>
                        </a:rPr>
                        <a:t>2027-05</a:t>
                      </a:r>
                      <a:endParaRPr lang="en-US" sz="105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29353">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33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70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84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142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150</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69993">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r>
                        <a:rPr lang="en-US" sz="1050" b="0" i="0" u="none" strike="noStrike">
                          <a:solidFill>
                            <a:srgbClr val="000000"/>
                          </a:solidFill>
                          <a:effectLst/>
                          <a:latin typeface="+mn-lt"/>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16 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24 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24 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29353">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t"/>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050" b="0" i="0" u="none" strike="noStrike">
                          <a:solidFill>
                            <a:srgbClr val="000000"/>
                          </a:solidFill>
                          <a:effectLst/>
                          <a:latin typeface="+mn-lt"/>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21</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69993">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ctr"/>
                      <a:r>
                        <a:rPr lang="en-US" sz="1050" b="0" i="0" u="none" strike="noStrike">
                          <a:solidFill>
                            <a:srgbClr val="000000"/>
                          </a:solidFill>
                          <a:effectLst/>
                          <a:latin typeface="+mn-lt"/>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2 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ctr" latinLnBrk="0" hangingPunct="1"/>
                      <a:r>
                        <a:rPr lang="en-US" sz="1050" b="0" i="0" u="none" strike="noStrike" kern="1200">
                          <a:solidFill>
                            <a:srgbClr val="000000"/>
                          </a:solidFill>
                          <a:effectLst/>
                          <a:latin typeface="+mn-lt"/>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5" name="Rectangle 5">
            <a:extLst>
              <a:ext uri="{FF2B5EF4-FFF2-40B4-BE49-F238E27FC236}">
                <a16:creationId xmlns:a16="http://schemas.microsoft.com/office/drawing/2014/main" id="{5A33E994-8342-7838-1309-57D1761925D5}"/>
              </a:ext>
            </a:extLst>
          </p:cNvPr>
          <p:cNvSpPr/>
          <p:nvPr/>
        </p:nvSpPr>
        <p:spPr>
          <a:xfrm>
            <a:off x="5007033" y="2021064"/>
            <a:ext cx="2065637" cy="1053062"/>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24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2</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SF=16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SFR=88.89%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 screening= 6</a:t>
            </a:r>
          </a:p>
        </p:txBody>
      </p:sp>
    </p:spTree>
    <p:extLst>
      <p:ext uri="{BB962C8B-B14F-4D97-AF65-F5344CB8AC3E}">
        <p14:creationId xmlns:p14="http://schemas.microsoft.com/office/powerpoint/2010/main" val="313575649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AB5405-4015-2941-021D-78700DCD1FD3}"/>
              </a:ext>
            </a:extLst>
          </p:cNvPr>
          <p:cNvSpPr>
            <a:spLocks noGrp="1"/>
          </p:cNvSpPr>
          <p:nvPr>
            <p:ph type="title"/>
          </p:nvPr>
        </p:nvSpPr>
        <p:spPr>
          <a:xfrm>
            <a:off x="488143" y="474385"/>
            <a:ext cx="11233151" cy="720000"/>
          </a:xfrm>
        </p:spPr>
        <p:txBody>
          <a:bodyPr/>
          <a:lstStyle/>
          <a:p>
            <a:r>
              <a:rPr lang="en-US" altLang="zh-CN"/>
              <a:t>Projects/Studies with </a:t>
            </a:r>
            <a:r>
              <a:rPr lang="en-US" altLang="zh-CN">
                <a:solidFill>
                  <a:srgbClr val="FF0000"/>
                </a:solidFill>
              </a:rPr>
              <a:t>Red-Light – China Mainland</a:t>
            </a:r>
            <a:r>
              <a:rPr lang="en-US" altLang="zh-CN"/>
              <a:t>  </a:t>
            </a:r>
            <a:endParaRPr lang="zh-CN" altLang="en-US"/>
          </a:p>
        </p:txBody>
      </p:sp>
      <p:sp>
        <p:nvSpPr>
          <p:cNvPr id="6" name="Slide Number Placeholder 5">
            <a:extLst>
              <a:ext uri="{FF2B5EF4-FFF2-40B4-BE49-F238E27FC236}">
                <a16:creationId xmlns:a16="http://schemas.microsoft.com/office/drawing/2014/main" id="{BE74B4C9-4081-7539-6AE9-E7401DD65A1E}"/>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                                                                                                                                                                                                                                                                                                                                                                                                                                                                                                                                                                                                                                                                                                                                                                                                                                                                                                                                                                                                                                                                                                                                                                                                                                                                                                                                                                                                                                                                                                                                                                                                                                                                                                                                                                                                                                                                                                                                                                                                                                                                                                                                                                                                                                                                                                                                                                                                                                                                                                                                                                                                                                                                                                                                                                                                                                                                                                                                                                                                                                                                                                                                                                                                                                                                                                                                                                                                                                                                                                                                                                                                                                                                                                                                                                                                                                                                                                                                                                                                                                                                                                                                                                                                                                                                                                                                                                                                                                                                                                                                                                                                                                                                                                                                                                                                                                                                                                                                                                                                                                                                                                                                                                                                                                                                                                                                                                                                                                                                                                                                                                                                                                                                                                                                                                                                                                                                                                                                                                                                                                                                                                                                                                                                                                                                                                                                                                                                                                                                                                                                                                                                                                                                                                                                                                                                                                                                                                                                                                                                                                                                                                                                                                                                                                                                                                                                                                                                                                                                                                                                                                                                                                                                                                                                                                                                                                                                                                                                                                                                                                                                                                                                                                                                                                                                                                                                                                                                                                                                                                                                                                                                                                                                                                                                                                                                                                                                                                                                                                                                                                                                                                                                                                                                                                                                                                                                                                                                                                                                                                                                                                                                                                                                                                                                                                                                                                                                                                                                                                                                                                                                                                                                                                                                                                                                                                                                                                                                                                                                                                                                                                                                                                                                                                                                                                                                                                                                                                                                                                                                                                                                                                                                                                                                                                                                                                                                                                                                                                                                                                                                                                                                                                                                                                                                                                                                                                                                                                                                                                                                                                                                                                                                                                                                                                                                                                                                                                                                                                                                                                                                                                                                                                                                                                                                                                                                                                                                                                                                                                                                                                                                                                                                                                                                                                                                                                                                                                                                                                                                                                                                                                                                                                                                                                                                                                                                                                                                                                                                                                                                                                                                                                                                                                                                                                                                                                                                                                                                                                                                                                                                                                                                                                                                                                                                                                                                                                                                                                                                                                                                                                                                                                                                                                                                                                                                                                                                                                                                                                                                                                                                                                                                                                                                                                                                                                                                                                                                                                                                                                                                                                                                                                                                                                                                                                                                                                                                                                                                                                                                                                                                                                                                                                                                                                                                                                                                                                                                                                                                                                                                                                                                                                                                                                                                                                                                                                                                                                                                                                                                                                                                      </a:t>
            </a:r>
          </a:p>
        </p:txBody>
      </p:sp>
      <p:pic>
        <p:nvPicPr>
          <p:cNvPr id="1026" name="Picture 2" descr="image">
            <a:extLst>
              <a:ext uri="{FF2B5EF4-FFF2-40B4-BE49-F238E27FC236}">
                <a16:creationId xmlns:a16="http://schemas.microsoft.com/office/drawing/2014/main" id="{59860DA5-FCBD-CDCE-0496-EFFFCB08427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
        <p:nvSpPr>
          <p:cNvPr id="12" name="矩形 7">
            <a:extLst>
              <a:ext uri="{FF2B5EF4-FFF2-40B4-BE49-F238E27FC236}">
                <a16:creationId xmlns:a16="http://schemas.microsoft.com/office/drawing/2014/main" id="{027D7AB7-20F6-E2DF-8328-ABF7D062E888}"/>
              </a:ext>
            </a:extLst>
          </p:cNvPr>
          <p:cNvSpPr/>
          <p:nvPr/>
        </p:nvSpPr>
        <p:spPr>
          <a:xfrm>
            <a:off x="3599518" y="3485503"/>
            <a:ext cx="8479705" cy="115027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Totally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202</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site engagement visits completed by BI China team.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Global Leadership team for site engagement visit on 13 Apr 2026 for NCIs.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Invited global leadership team for online Monthly NCI Calls for opening remarks.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solidFill>
                <a:effectLst/>
                <a:uLnTx/>
                <a:uFillTx/>
                <a:latin typeface="Boehringer Forward Text"/>
                <a:ea typeface="OPPOSans M"/>
                <a:cs typeface="+mn-cs"/>
              </a:rPr>
              <a:t>Enrolment target for Part-1 for high/medium enrolment capability sites were discussed and aligned with local MA team in Mid Jan 2026.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Until now, 80% screening and 100% enrollment came from these high performing sites (33 / 57 sites). </a:t>
            </a:r>
          </a:p>
        </p:txBody>
      </p:sp>
      <p:sp>
        <p:nvSpPr>
          <p:cNvPr id="16" name="矩形: 圆角 34">
            <a:extLst>
              <a:ext uri="{FF2B5EF4-FFF2-40B4-BE49-F238E27FC236}">
                <a16:creationId xmlns:a16="http://schemas.microsoft.com/office/drawing/2014/main" id="{6C0A9BF4-4055-DBA3-B961-1CC5316CD780}"/>
              </a:ext>
            </a:extLst>
          </p:cNvPr>
          <p:cNvSpPr/>
          <p:nvPr>
            <p:custDataLst>
              <p:tags r:id="rId1"/>
            </p:custDataLst>
          </p:nvPr>
        </p:nvSpPr>
        <p:spPr>
          <a:xfrm>
            <a:off x="993018" y="3528886"/>
            <a:ext cx="2246265" cy="1177691"/>
          </a:xfrm>
          <a:prstGeom prst="roundRect">
            <a:avLst>
              <a:gd name="adj" fmla="val 9693"/>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Site Engagement Plan</a:t>
            </a:r>
          </a:p>
        </p:txBody>
      </p:sp>
      <p:sp>
        <p:nvSpPr>
          <p:cNvPr id="15" name="矩形 11">
            <a:extLst>
              <a:ext uri="{FF2B5EF4-FFF2-40B4-BE49-F238E27FC236}">
                <a16:creationId xmlns:a16="http://schemas.microsoft.com/office/drawing/2014/main" id="{328ED791-3F17-8D6D-923B-4BE67F637A05}"/>
              </a:ext>
            </a:extLst>
          </p:cNvPr>
          <p:cNvSpPr/>
          <p:nvPr/>
        </p:nvSpPr>
        <p:spPr>
          <a:xfrm>
            <a:off x="3599518" y="4694105"/>
            <a:ext cx="8479705" cy="2151309"/>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a:t>
            </a:r>
            <a:r>
              <a:rPr kumimoji="0" lang="en-US" altLang="zh-CN" sz="1200" b="0" i="0" u="none" strike="noStrike" kern="0" cap="none" spc="0" normalizeH="0" baseline="30000" noProof="0">
                <a:ln>
                  <a:noFill/>
                </a:ln>
                <a:solidFill>
                  <a:srgbClr val="F58A68"/>
                </a:solidFill>
                <a:effectLst/>
                <a:uLnTx/>
                <a:uFillTx/>
                <a:latin typeface="Boehringer Forward Text"/>
                <a:ea typeface="OPPOSans M"/>
                <a:cs typeface="+mn-cs"/>
              </a:rPr>
              <a:t>st</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 region to implement 1 year free drug supply in late Jan 2026 for both of the studies.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BI-PXL LT Meeting, BI-PXL-SMO LT Meeting, BI-Recruitment Vendor LT Meeting hold in Mar-Apr 2026 for resource and performance issues.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4 new sites selected and 3 about to be initiated by Jul 2026 to have contribution for part-1.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solidFill>
                <a:effectLst/>
                <a:uLnTx/>
                <a:uFillTx/>
                <a:latin typeface="Boehringer Forward Text"/>
                <a:ea typeface="+mn-ea"/>
                <a:cs typeface="+mn-cs"/>
              </a:rPr>
              <a:t>PXL is under investigation with sites for collaboration with </a:t>
            </a:r>
            <a:r>
              <a:rPr kumimoji="0" lang="en-US" altLang="zh-CN" sz="1200" b="0" i="0" u="none" strike="noStrike" kern="0" cap="none" spc="0" normalizeH="0" baseline="0" noProof="0" err="1">
                <a:ln>
                  <a:noFill/>
                </a:ln>
                <a:solidFill>
                  <a:prstClr val="black"/>
                </a:solidFill>
                <a:effectLst/>
                <a:uLnTx/>
                <a:uFillTx/>
                <a:latin typeface="Boehringer Forward Text"/>
                <a:ea typeface="+mn-ea"/>
                <a:cs typeface="+mn-cs"/>
              </a:rPr>
              <a:t>医院体检中心</a:t>
            </a:r>
            <a:r>
              <a:rPr kumimoji="0" lang="en-US" altLang="zh-CN" sz="1200" b="0" i="0" u="none" strike="noStrike" kern="0" cap="none" spc="0" normalizeH="0" baseline="0" noProof="0">
                <a:ln>
                  <a:noFill/>
                </a:ln>
                <a:solidFill>
                  <a:prstClr val="black"/>
                </a:solidFill>
                <a:effectLst/>
                <a:uLnTx/>
                <a:uFillTx/>
                <a:latin typeface="Boehringer Forward Text"/>
                <a:ea typeface="+mn-ea"/>
                <a:cs typeface="+mn-cs"/>
              </a:rPr>
              <a:t>/</a:t>
            </a:r>
            <a:r>
              <a:rPr kumimoji="0" lang="en-US" altLang="zh-CN" sz="1200" b="0" i="0" u="none" strike="noStrike" kern="0" cap="none" spc="0" normalizeH="0" baseline="0" noProof="0" err="1">
                <a:ln>
                  <a:noFill/>
                </a:ln>
                <a:solidFill>
                  <a:prstClr val="black"/>
                </a:solidFill>
                <a:effectLst/>
                <a:uLnTx/>
                <a:uFillTx/>
                <a:latin typeface="Boehringer Forward Text"/>
                <a:ea typeface="+mn-ea"/>
                <a:cs typeface="+mn-cs"/>
              </a:rPr>
              <a:t>机构</a:t>
            </a:r>
            <a:r>
              <a:rPr kumimoji="0" lang="en-US" altLang="zh-CN" sz="1200" b="0" i="0" u="none" strike="noStrike" kern="0" cap="none" spc="0" normalizeH="0" baseline="0" noProof="0">
                <a:ln>
                  <a:noFill/>
                </a:ln>
                <a:solidFill>
                  <a:prstClr val="black"/>
                </a:solidFill>
                <a:effectLst/>
                <a:uLnTx/>
                <a:uFillTx/>
                <a:latin typeface="Boehringer Forward Text"/>
                <a:ea typeface="+mn-ea"/>
                <a:cs typeface="+mn-cs"/>
              </a:rPr>
              <a:t> &amp; </a:t>
            </a:r>
            <a:r>
              <a:rPr kumimoji="0" lang="en-US" altLang="zh-CN" sz="1200" b="0" i="0" u="none" strike="noStrike" kern="0" cap="none" spc="0" normalizeH="0" baseline="0" noProof="0" err="1">
                <a:ln>
                  <a:noFill/>
                </a:ln>
                <a:solidFill>
                  <a:prstClr val="black"/>
                </a:solidFill>
                <a:effectLst/>
                <a:uLnTx/>
                <a:uFillTx/>
                <a:latin typeface="Boehringer Forward Text"/>
                <a:ea typeface="+mn-ea"/>
                <a:cs typeface="+mn-cs"/>
              </a:rPr>
              <a:t>社区医院</a:t>
            </a:r>
            <a:r>
              <a:rPr kumimoji="0" lang="en-US" altLang="zh-CN" sz="1200" b="0" i="0" u="none" strike="noStrike" kern="0" cap="none" spc="0" normalizeH="0" baseline="0" noProof="0">
                <a:ln>
                  <a:noFill/>
                </a:ln>
                <a:solidFill>
                  <a:prstClr val="black"/>
                </a:solidFill>
                <a:effectLst/>
                <a:uLnTx/>
                <a:uFillTx/>
                <a:latin typeface="Boehringer Forward Text"/>
                <a:ea typeface="+mn-ea"/>
                <a:cs typeface="+mn-cs"/>
              </a:rPr>
              <a:t>/</a:t>
            </a:r>
            <a:r>
              <a:rPr kumimoji="0" lang="en-US" altLang="zh-CN" sz="1200" b="0" i="0" u="none" strike="noStrike" kern="0" cap="none" spc="0" normalizeH="0" baseline="0" noProof="0" err="1">
                <a:ln>
                  <a:noFill/>
                </a:ln>
                <a:solidFill>
                  <a:prstClr val="black"/>
                </a:solidFill>
                <a:effectLst/>
                <a:uLnTx/>
                <a:uFillTx/>
                <a:latin typeface="Boehringer Forward Text"/>
                <a:ea typeface="+mn-ea"/>
                <a:cs typeface="+mn-cs"/>
              </a:rPr>
              <a:t>下级医院</a:t>
            </a:r>
            <a:r>
              <a:rPr kumimoji="0" lang="en-US" altLang="zh-CN" sz="1200" b="0" i="0" u="none" strike="noStrike" kern="0" cap="none" spc="0" normalizeH="0" baseline="0" noProof="0">
                <a:ln>
                  <a:noFill/>
                </a:ln>
                <a:solidFill>
                  <a:prstClr val="black"/>
                </a:solidFill>
                <a:effectLst/>
                <a:uLnTx/>
                <a:uFillTx/>
                <a:latin typeface="Boehringer Forward Text"/>
                <a:ea typeface="+mn-ea"/>
                <a:cs typeface="+mn-cs"/>
              </a:rPr>
              <a:t> for patient referral.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Hospital Health Check-Up Centers: 51 out of 56 sites have health check-up centers, with 35 actively collaborating for patient referrals.​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Community Hospitals or Free Medical Consultations: 18 out of 56 sites conduct community screening activities.​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Low translational rate: To date, two patients have been referred from either community screening or health check centers, and neither passed the screening. </a:t>
            </a:r>
          </a:p>
        </p:txBody>
      </p:sp>
      <p:sp>
        <p:nvSpPr>
          <p:cNvPr id="17" name="矩形: 圆角 35">
            <a:extLst>
              <a:ext uri="{FF2B5EF4-FFF2-40B4-BE49-F238E27FC236}">
                <a16:creationId xmlns:a16="http://schemas.microsoft.com/office/drawing/2014/main" id="{3E8F549D-CE23-3EA5-CE54-984DC07CEDA5}"/>
              </a:ext>
            </a:extLst>
          </p:cNvPr>
          <p:cNvSpPr/>
          <p:nvPr>
            <p:custDataLst>
              <p:tags r:id="rId2"/>
            </p:custDataLst>
          </p:nvPr>
        </p:nvSpPr>
        <p:spPr>
          <a:xfrm>
            <a:off x="993018" y="4751142"/>
            <a:ext cx="2246265" cy="1986758"/>
          </a:xfrm>
          <a:prstGeom prst="roundRect">
            <a:avLst>
              <a:gd name="adj" fmla="val 11071"/>
            </a:avLst>
          </a:prstGeom>
          <a:solidFill>
            <a:srgbClr val="306534"/>
          </a:solidFill>
          <a:ln w="38100" cap="flat" cmpd="sng" algn="ctr">
            <a:noFill/>
            <a:prstDash val="solid"/>
            <a:miter lim="800000"/>
          </a:ln>
          <a:effectLst>
            <a:outerShdw blurRad="411480" dist="123444" dir="5400000" sx="108000" sy="108000" algn="ctr" rotWithShape="0">
              <a:srgbClr val="306534">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Other Mitigation Actions</a:t>
            </a:r>
          </a:p>
        </p:txBody>
      </p:sp>
      <p:sp>
        <p:nvSpPr>
          <p:cNvPr id="13" name="矩形 9">
            <a:extLst>
              <a:ext uri="{FF2B5EF4-FFF2-40B4-BE49-F238E27FC236}">
                <a16:creationId xmlns:a16="http://schemas.microsoft.com/office/drawing/2014/main" id="{0DF94B6A-0F62-2D65-942D-617005CBFE50}"/>
              </a:ext>
            </a:extLst>
          </p:cNvPr>
          <p:cNvSpPr/>
          <p:nvPr/>
        </p:nvSpPr>
        <p:spPr>
          <a:xfrm>
            <a:off x="3599518" y="2276901"/>
            <a:ext cx="8479705" cy="115027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Enrolment period of</a:t>
            </a:r>
            <a:r>
              <a:rPr kumimoji="0" lang="zh-CN" altLang="en-US"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part</a:t>
            </a:r>
            <a:r>
              <a:rPr kumimoji="0" lang="zh-CN" altLang="en-US"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one is announced to extend to Jul 2026 in late Oct 2025.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Recruitment is behind the plan for LIVERAGE</a:t>
            </a:r>
            <a:r>
              <a:rPr kumimoji="0" lang="en-US" altLang="zh-CN" sz="1200" b="0" i="0" u="none" strike="noStrike" kern="0" cap="none" spc="0" normalizeH="0" baseline="30000" noProof="0">
                <a:ln>
                  <a:noFill/>
                </a:ln>
                <a:solidFill>
                  <a:prstClr val="black">
                    <a:lumMod val="75000"/>
                    <a:lumOff val="25000"/>
                  </a:prstClr>
                </a:solidFill>
                <a:effectLst/>
                <a:uLnTx/>
                <a:uFillTx/>
                <a:latin typeface="Boehringer Forward Text"/>
                <a:ea typeface="OPPOSans M"/>
                <a:cs typeface="+mn-cs"/>
              </a:rPr>
              <a:t>TM</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in China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CN has screened 380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(+105 in Mar, +32 in Apr),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randomized 20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(+2 in Mar, +1 in Apr) [50 as planned for Apr]</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screen failed 229, in screening 131 for </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Liverage</a:t>
            </a:r>
            <a:endPar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Main challenges for China </a:t>
            </a:r>
            <a:r>
              <a:rPr kumimoji="0" lang="en-US" altLang="zh-CN" sz="1200" b="0" i="0" u="none" strike="noStrike" kern="0" cap="none" spc="0" normalizeH="0" baseline="0" noProof="0">
                <a:ln>
                  <a:noFill/>
                </a:ln>
                <a:solidFill>
                  <a:prstClr val="black"/>
                </a:solidFill>
                <a:effectLst/>
                <a:uLnTx/>
                <a:uFillTx/>
                <a:latin typeface="Boehringer Forward Text"/>
                <a:ea typeface="OPPOSans M"/>
                <a:cs typeface="+mn-cs"/>
              </a:rPr>
              <a:t>including intensive competition, high SF rate, site performance low (no scr. &gt;5 weeks since activation)</a:t>
            </a:r>
          </a:p>
        </p:txBody>
      </p:sp>
      <p:sp>
        <p:nvSpPr>
          <p:cNvPr id="18" name="矩形: 圆角 36">
            <a:extLst>
              <a:ext uri="{FF2B5EF4-FFF2-40B4-BE49-F238E27FC236}">
                <a16:creationId xmlns:a16="http://schemas.microsoft.com/office/drawing/2014/main" id="{F9D380F5-6B9B-0591-C944-58CAFCCEB254}"/>
              </a:ext>
            </a:extLst>
          </p:cNvPr>
          <p:cNvSpPr/>
          <p:nvPr>
            <p:custDataLst>
              <p:tags r:id="rId3"/>
            </p:custDataLst>
          </p:nvPr>
        </p:nvSpPr>
        <p:spPr>
          <a:xfrm>
            <a:off x="973968" y="2276899"/>
            <a:ext cx="2246265" cy="1207423"/>
          </a:xfrm>
          <a:prstGeom prst="roundRect">
            <a:avLst>
              <a:gd name="adj" fmla="val 6936"/>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Status Update</a:t>
            </a:r>
          </a:p>
        </p:txBody>
      </p:sp>
      <p:sp>
        <p:nvSpPr>
          <p:cNvPr id="3" name="矩形 102">
            <a:extLst>
              <a:ext uri="{FF2B5EF4-FFF2-40B4-BE49-F238E27FC236}">
                <a16:creationId xmlns:a16="http://schemas.microsoft.com/office/drawing/2014/main" id="{C8931848-2275-D674-4FBC-C564DDA38916}"/>
              </a:ext>
            </a:extLst>
          </p:cNvPr>
          <p:cNvSpPr/>
          <p:nvPr/>
        </p:nvSpPr>
        <p:spPr>
          <a:xfrm>
            <a:off x="1229286"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0" name="矩形: 圆角 103">
            <a:extLst>
              <a:ext uri="{FF2B5EF4-FFF2-40B4-BE49-F238E27FC236}">
                <a16:creationId xmlns:a16="http://schemas.microsoft.com/office/drawing/2014/main" id="{1CB8C90B-A1E4-4DA9-2B27-FAFA99BCD3FC}"/>
              </a:ext>
            </a:extLst>
          </p:cNvPr>
          <p:cNvSpPr/>
          <p:nvPr/>
        </p:nvSpPr>
        <p:spPr>
          <a:xfrm>
            <a:off x="1286929"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Project/study</a:t>
            </a:r>
            <a:endParaRPr kumimoji="0" lang="zh-CN" altLang="en-US" sz="1600" b="0" i="0" u="none" strike="noStrike" kern="1200" cap="none" spc="0" normalizeH="0" baseline="0" noProof="0">
              <a:ln>
                <a:noFill/>
              </a:ln>
              <a:solidFill>
                <a:prstClr val="white"/>
              </a:solidFill>
              <a:effectLst/>
              <a:uLnTx/>
              <a:uFillTx/>
              <a:latin typeface="Boehringer Forward Text"/>
              <a:ea typeface="+mn-ea"/>
              <a:cs typeface="+mn-cs"/>
            </a:endParaRPr>
          </a:p>
        </p:txBody>
      </p:sp>
      <p:sp>
        <p:nvSpPr>
          <p:cNvPr id="11" name="文本框 109">
            <a:extLst>
              <a:ext uri="{FF2B5EF4-FFF2-40B4-BE49-F238E27FC236}">
                <a16:creationId xmlns:a16="http://schemas.microsoft.com/office/drawing/2014/main" id="{D722E934-DAC3-D47D-42D8-3A49C6A19A7E}"/>
              </a:ext>
            </a:extLst>
          </p:cNvPr>
          <p:cNvSpPr txBox="1"/>
          <p:nvPr/>
        </p:nvSpPr>
        <p:spPr>
          <a:xfrm>
            <a:off x="1286929" y="1644073"/>
            <a:ext cx="4208996" cy="507351"/>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Survodutide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GCGR/GLP-1R dual agonist, </a:t>
            </a:r>
          </a:p>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in MASH/</a:t>
            </a:r>
            <a:r>
              <a:rPr kumimoji="0" lang="en-US" altLang="zh-CN" sz="1200" b="1"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1404-0044</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
        <p:nvSpPr>
          <p:cNvPr id="14" name="矩形 102">
            <a:extLst>
              <a:ext uri="{FF2B5EF4-FFF2-40B4-BE49-F238E27FC236}">
                <a16:creationId xmlns:a16="http://schemas.microsoft.com/office/drawing/2014/main" id="{BAD27706-B911-D753-D4C0-8CD8587AF68F}"/>
              </a:ext>
            </a:extLst>
          </p:cNvPr>
          <p:cNvSpPr/>
          <p:nvPr/>
        </p:nvSpPr>
        <p:spPr>
          <a:xfrm>
            <a:off x="7067817" y="1315869"/>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9" name="矩形: 圆角 103">
            <a:extLst>
              <a:ext uri="{FF2B5EF4-FFF2-40B4-BE49-F238E27FC236}">
                <a16:creationId xmlns:a16="http://schemas.microsoft.com/office/drawing/2014/main" id="{5F8AA33A-844E-D981-1AB7-8F83F78EBDF1}"/>
              </a:ext>
            </a:extLst>
          </p:cNvPr>
          <p:cNvSpPr/>
          <p:nvPr/>
        </p:nvSpPr>
        <p:spPr>
          <a:xfrm>
            <a:off x="7337473" y="1246190"/>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Red-light starts from</a:t>
            </a:r>
          </a:p>
        </p:txBody>
      </p:sp>
      <p:sp>
        <p:nvSpPr>
          <p:cNvPr id="20" name="文本框 109">
            <a:extLst>
              <a:ext uri="{FF2B5EF4-FFF2-40B4-BE49-F238E27FC236}">
                <a16:creationId xmlns:a16="http://schemas.microsoft.com/office/drawing/2014/main" id="{BA5F58C7-6F63-125D-EAAA-335706B4BB92}"/>
              </a:ext>
            </a:extLst>
          </p:cNvPr>
          <p:cNvSpPr txBox="1"/>
          <p:nvPr/>
        </p:nvSpPr>
        <p:spPr>
          <a:xfrm>
            <a:off x="7393749" y="1657963"/>
            <a:ext cx="4429442"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Aug 2025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Liverage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Tree>
    <p:extLst>
      <p:ext uri="{BB962C8B-B14F-4D97-AF65-F5344CB8AC3E}">
        <p14:creationId xmlns:p14="http://schemas.microsoft.com/office/powerpoint/2010/main" val="473557417"/>
      </p:ext>
    </p:extLst>
  </p:cSld>
  <p:clrMapOvr>
    <a:masterClrMapping/>
  </p:clrMapOvr>
  <p:extLst>
    <p:ext uri="{6950BFC3-D8DA-4A85-94F7-54DA5524770B}">
      <p188:commentRel xmlns:p188="http://schemas.microsoft.com/office/powerpoint/2018/8/main" r:id="rId6"/>
    </p:ext>
  </p:extLst>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AB5405-4015-2941-021D-78700DCD1FD3}"/>
              </a:ext>
            </a:extLst>
          </p:cNvPr>
          <p:cNvSpPr>
            <a:spLocks noGrp="1"/>
          </p:cNvSpPr>
          <p:nvPr>
            <p:ph type="title"/>
          </p:nvPr>
        </p:nvSpPr>
        <p:spPr>
          <a:xfrm>
            <a:off x="488143" y="474385"/>
            <a:ext cx="11233151" cy="720000"/>
          </a:xfrm>
        </p:spPr>
        <p:txBody>
          <a:bodyPr/>
          <a:lstStyle/>
          <a:p>
            <a:r>
              <a:rPr lang="en-US" altLang="zh-CN"/>
              <a:t>Projects/Studies with </a:t>
            </a:r>
            <a:r>
              <a:rPr lang="en-US" altLang="zh-CN">
                <a:solidFill>
                  <a:srgbClr val="FF0000"/>
                </a:solidFill>
              </a:rPr>
              <a:t>Red-Light - Taiwan</a:t>
            </a:r>
            <a:r>
              <a:rPr lang="en-US" altLang="zh-CN"/>
              <a:t>  </a:t>
            </a:r>
            <a:endParaRPr lang="zh-CN" altLang="en-US"/>
          </a:p>
        </p:txBody>
      </p:sp>
      <p:sp>
        <p:nvSpPr>
          <p:cNvPr id="6" name="Slide Number Placeholder 5">
            <a:extLst>
              <a:ext uri="{FF2B5EF4-FFF2-40B4-BE49-F238E27FC236}">
                <a16:creationId xmlns:a16="http://schemas.microsoft.com/office/drawing/2014/main" id="{BE74B4C9-4081-7539-6AE9-E7401DD65A1E}"/>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pic>
        <p:nvPicPr>
          <p:cNvPr id="1026" name="Picture 2" descr="image">
            <a:extLst>
              <a:ext uri="{FF2B5EF4-FFF2-40B4-BE49-F238E27FC236}">
                <a16:creationId xmlns:a16="http://schemas.microsoft.com/office/drawing/2014/main" id="{59860DA5-FCBD-CDCE-0496-EFFFCB08427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
        <p:nvSpPr>
          <p:cNvPr id="12" name="矩形 7">
            <a:extLst>
              <a:ext uri="{FF2B5EF4-FFF2-40B4-BE49-F238E27FC236}">
                <a16:creationId xmlns:a16="http://schemas.microsoft.com/office/drawing/2014/main" id="{027D7AB7-20F6-E2DF-8328-ABF7D062E888}"/>
              </a:ext>
            </a:extLst>
          </p:cNvPr>
          <p:cNvSpPr/>
          <p:nvPr/>
        </p:nvSpPr>
        <p:spPr>
          <a:xfrm>
            <a:off x="3618568" y="3687862"/>
            <a:ext cx="7992586" cy="901388"/>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Recruitment is behind the plan in LIVERAGE</a:t>
            </a:r>
            <a:r>
              <a:rPr kumimoji="0" lang="en-US" altLang="zh-CN" sz="1200" b="0" i="0" u="none" strike="noStrike" kern="0" cap="none" spc="0" normalizeH="0" baseline="30000" noProof="0">
                <a:ln>
                  <a:noFill/>
                </a:ln>
                <a:solidFill>
                  <a:prstClr val="black">
                    <a:lumMod val="75000"/>
                    <a:lumOff val="25000"/>
                  </a:prstClr>
                </a:solidFill>
                <a:effectLst/>
                <a:uLnTx/>
                <a:uFillTx/>
                <a:latin typeface="Boehringer Forward Text"/>
                <a:ea typeface="OPPOSans M"/>
                <a:cs typeface="+mn-cs"/>
              </a:rPr>
              <a:t>TM</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for both global and Taiwan;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Main challenges in Taiwan including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high SF rate (Biopsy result failed)</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half sites not proactive enough with low performance</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(screen 0-1 patient per month</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 some (TWN7, 9, 11) sites with insufficient patient pool, 1 site (TWN4) seems decrease interest with competitive studies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etc.</a:t>
            </a:r>
          </a:p>
        </p:txBody>
      </p:sp>
      <p:sp>
        <p:nvSpPr>
          <p:cNvPr id="16" name="矩形: 圆角 34">
            <a:extLst>
              <a:ext uri="{FF2B5EF4-FFF2-40B4-BE49-F238E27FC236}">
                <a16:creationId xmlns:a16="http://schemas.microsoft.com/office/drawing/2014/main" id="{6C0A9BF4-4055-DBA3-B961-1CC5316CD780}"/>
              </a:ext>
            </a:extLst>
          </p:cNvPr>
          <p:cNvSpPr/>
          <p:nvPr>
            <p:custDataLst>
              <p:tags r:id="rId1"/>
            </p:custDataLst>
          </p:nvPr>
        </p:nvSpPr>
        <p:spPr>
          <a:xfrm>
            <a:off x="993018" y="3618854"/>
            <a:ext cx="2246265" cy="998818"/>
          </a:xfrm>
          <a:prstGeom prst="roundRect">
            <a:avLst>
              <a:gd name="adj" fmla="val 9693"/>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Key issues</a:t>
            </a:r>
          </a:p>
        </p:txBody>
      </p:sp>
      <p:sp>
        <p:nvSpPr>
          <p:cNvPr id="15" name="矩形 11">
            <a:extLst>
              <a:ext uri="{FF2B5EF4-FFF2-40B4-BE49-F238E27FC236}">
                <a16:creationId xmlns:a16="http://schemas.microsoft.com/office/drawing/2014/main" id="{328ED791-3F17-8D6D-923B-4BE67F637A05}"/>
              </a:ext>
            </a:extLst>
          </p:cNvPr>
          <p:cNvSpPr/>
          <p:nvPr/>
        </p:nvSpPr>
        <p:spPr>
          <a:xfrm>
            <a:off x="3618567" y="5046453"/>
            <a:ext cx="7992587" cy="1509614"/>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404040"/>
                </a:solidFill>
                <a:effectLst/>
                <a:uLnTx/>
                <a:uFillTx/>
                <a:latin typeface="Boehringer Forward Text"/>
                <a:ea typeface="+mn-ea"/>
                <a:cs typeface="+mn-cs"/>
              </a:rPr>
              <a:t>2</a:t>
            </a:r>
            <a:r>
              <a:rPr kumimoji="0" lang="en-US" altLang="zh-CN" sz="1200" b="0" i="0" u="none" strike="noStrike" kern="0" cap="none" spc="0" normalizeH="0" baseline="30000" noProof="0">
                <a:ln>
                  <a:noFill/>
                </a:ln>
                <a:solidFill>
                  <a:srgbClr val="404040"/>
                </a:solidFill>
                <a:effectLst/>
                <a:uLnTx/>
                <a:uFillTx/>
                <a:latin typeface="Boehringer Forward Text"/>
                <a:ea typeface="+mn-ea"/>
                <a:cs typeface="+mn-cs"/>
              </a:rPr>
              <a:t>nd</a:t>
            </a:r>
            <a:r>
              <a:rPr kumimoji="0" lang="en-US" altLang="zh-CN" sz="1200" b="0" i="0" u="none" strike="noStrike" kern="0" cap="none" spc="0" normalizeH="0" baseline="0" noProof="0">
                <a:ln>
                  <a:noFill/>
                </a:ln>
                <a:solidFill>
                  <a:srgbClr val="404040"/>
                </a:solidFill>
                <a:effectLst/>
                <a:uLnTx/>
                <a:uFillTx/>
                <a:latin typeface="Boehringer Forward Text"/>
                <a:ea typeface="+mn-ea"/>
                <a:cs typeface="+mn-cs"/>
              </a:rPr>
              <a:t> round site interactions have been completed in Feb/Mar 2026. </a:t>
            </a: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3</a:t>
            </a:r>
            <a:r>
              <a:rPr kumimoji="0" lang="en-US" altLang="zh-CN" sz="1200" b="0" i="0" u="none" strike="noStrike" kern="0" cap="none" spc="0" normalizeH="0" baseline="30000" noProof="0">
                <a:ln>
                  <a:noFill/>
                </a:ln>
                <a:solidFill>
                  <a:srgbClr val="F58A68"/>
                </a:solidFill>
                <a:effectLst/>
                <a:uLnTx/>
                <a:uFillTx/>
                <a:latin typeface="Boehringer Forward Text"/>
                <a:ea typeface="+mn-ea"/>
                <a:cs typeface="+mn-cs"/>
              </a:rPr>
              <a:t>rd</a:t>
            </a: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 round communications for target sites in May 2026 is planned.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Have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 additional site</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(TWN12)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selected and now under start-up activities, expected the earliest SIV in May 2026.</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Pharmacy storage issue of TWN5 is resolved, SIV is planned on 22May2026, CRA now cooperate with site for identifying potential patients.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CRA </a:t>
            </a:r>
            <a:r>
              <a:rPr kumimoji="0" lang="en-US" altLang="zh-CN" sz="1200" b="0" i="0" u="none" strike="noStrike" kern="0" cap="none" spc="0" normalizeH="0" baseline="0" noProof="0">
                <a:ln>
                  <a:noFill/>
                </a:ln>
                <a:solidFill>
                  <a:srgbClr val="404040"/>
                </a:solidFill>
                <a:effectLst/>
                <a:uLnTx/>
                <a:uFillTx/>
                <a:latin typeface="Boehringer Forward Text"/>
                <a:ea typeface="OPPOSans M"/>
                <a:cs typeface="+mn-cs"/>
              </a:rPr>
              <a:t>contact site at least 1 time per week, sites were requested to provide the screening plan in next 2 months for following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up.</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2 sites are starting using referral materials, and study information/materials posted in public area or shared to district hospital.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Local investigator meeting hold on 14 Mar 2026 successfully.</a:t>
            </a:r>
          </a:p>
        </p:txBody>
      </p:sp>
      <p:sp>
        <p:nvSpPr>
          <p:cNvPr id="17" name="矩形: 圆角 35">
            <a:extLst>
              <a:ext uri="{FF2B5EF4-FFF2-40B4-BE49-F238E27FC236}">
                <a16:creationId xmlns:a16="http://schemas.microsoft.com/office/drawing/2014/main" id="{3E8F549D-CE23-3EA5-CE54-984DC07CEDA5}"/>
              </a:ext>
            </a:extLst>
          </p:cNvPr>
          <p:cNvSpPr/>
          <p:nvPr>
            <p:custDataLst>
              <p:tags r:id="rId2"/>
            </p:custDataLst>
          </p:nvPr>
        </p:nvSpPr>
        <p:spPr>
          <a:xfrm>
            <a:off x="993018" y="4811778"/>
            <a:ext cx="2246265" cy="1188883"/>
          </a:xfrm>
          <a:prstGeom prst="roundRect">
            <a:avLst>
              <a:gd name="adj" fmla="val 11071"/>
            </a:avLst>
          </a:prstGeom>
          <a:solidFill>
            <a:srgbClr val="306534"/>
          </a:solidFill>
          <a:ln w="38100" cap="flat" cmpd="sng" algn="ctr">
            <a:noFill/>
            <a:prstDash val="solid"/>
            <a:miter lim="800000"/>
          </a:ln>
          <a:effectLst>
            <a:outerShdw blurRad="411480" dist="123444" dir="5400000" sx="108000" sy="108000" algn="ctr" rotWithShape="0">
              <a:srgbClr val="306534">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Mitigation actions</a:t>
            </a:r>
          </a:p>
        </p:txBody>
      </p:sp>
      <p:sp>
        <p:nvSpPr>
          <p:cNvPr id="13" name="矩形 9">
            <a:extLst>
              <a:ext uri="{FF2B5EF4-FFF2-40B4-BE49-F238E27FC236}">
                <a16:creationId xmlns:a16="http://schemas.microsoft.com/office/drawing/2014/main" id="{0DF94B6A-0F62-2D65-942D-617005CBFE50}"/>
              </a:ext>
            </a:extLst>
          </p:cNvPr>
          <p:cNvSpPr/>
          <p:nvPr/>
        </p:nvSpPr>
        <p:spPr>
          <a:xfrm>
            <a:off x="3599518" y="2216519"/>
            <a:ext cx="8011636" cy="120742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2026, TW has screened 100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(+7 in Mar/Apr 2026),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randomized 7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(+3 in Mar, +1 in Apr) [6 as planned for Apr2026]</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screen failed 80, in screening 13;</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Total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11</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site engagement visits completed by BI Taiwan team in early Dec 2025. About ~50% sites lack of enthusiasm in screening but overall screening activities are increased after booster visits.​ second-round booster visits have been completed in Feb/Mar 2026.</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Sites intend to identify more accurate patients, focusing population with higher </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Fibroscan</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or Fib scores.</a:t>
            </a:r>
          </a:p>
        </p:txBody>
      </p:sp>
      <p:sp>
        <p:nvSpPr>
          <p:cNvPr id="18" name="矩形: 圆角 36">
            <a:extLst>
              <a:ext uri="{FF2B5EF4-FFF2-40B4-BE49-F238E27FC236}">
                <a16:creationId xmlns:a16="http://schemas.microsoft.com/office/drawing/2014/main" id="{F9D380F5-6B9B-0591-C944-58CAFCCEB254}"/>
              </a:ext>
            </a:extLst>
          </p:cNvPr>
          <p:cNvSpPr/>
          <p:nvPr>
            <p:custDataLst>
              <p:tags r:id="rId3"/>
            </p:custDataLst>
          </p:nvPr>
        </p:nvSpPr>
        <p:spPr>
          <a:xfrm>
            <a:off x="973968" y="2233549"/>
            <a:ext cx="2246265" cy="1207422"/>
          </a:xfrm>
          <a:prstGeom prst="roundRect">
            <a:avLst>
              <a:gd name="adj" fmla="val 6936"/>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Status update </a:t>
            </a:r>
          </a:p>
        </p:txBody>
      </p:sp>
      <p:sp>
        <p:nvSpPr>
          <p:cNvPr id="3" name="矩形 102">
            <a:extLst>
              <a:ext uri="{FF2B5EF4-FFF2-40B4-BE49-F238E27FC236}">
                <a16:creationId xmlns:a16="http://schemas.microsoft.com/office/drawing/2014/main" id="{C8931848-2275-D674-4FBC-C564DDA38916}"/>
              </a:ext>
            </a:extLst>
          </p:cNvPr>
          <p:cNvSpPr/>
          <p:nvPr/>
        </p:nvSpPr>
        <p:spPr>
          <a:xfrm>
            <a:off x="1229286"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0" name="矩形: 圆角 103">
            <a:extLst>
              <a:ext uri="{FF2B5EF4-FFF2-40B4-BE49-F238E27FC236}">
                <a16:creationId xmlns:a16="http://schemas.microsoft.com/office/drawing/2014/main" id="{1CB8C90B-A1E4-4DA9-2B27-FAFA99BCD3FC}"/>
              </a:ext>
            </a:extLst>
          </p:cNvPr>
          <p:cNvSpPr/>
          <p:nvPr/>
        </p:nvSpPr>
        <p:spPr>
          <a:xfrm>
            <a:off x="1286929"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Project/study</a:t>
            </a:r>
            <a:endParaRPr kumimoji="0" lang="zh-CN" altLang="en-US" sz="1600" b="0" i="0" u="none" strike="noStrike" kern="1200" cap="none" spc="0" normalizeH="0" baseline="0" noProof="0">
              <a:ln>
                <a:noFill/>
              </a:ln>
              <a:solidFill>
                <a:prstClr val="white"/>
              </a:solidFill>
              <a:effectLst/>
              <a:uLnTx/>
              <a:uFillTx/>
              <a:latin typeface="Boehringer Forward Text"/>
              <a:ea typeface="+mn-ea"/>
              <a:cs typeface="+mn-cs"/>
            </a:endParaRPr>
          </a:p>
        </p:txBody>
      </p:sp>
      <p:sp>
        <p:nvSpPr>
          <p:cNvPr id="11" name="文本框 109">
            <a:extLst>
              <a:ext uri="{FF2B5EF4-FFF2-40B4-BE49-F238E27FC236}">
                <a16:creationId xmlns:a16="http://schemas.microsoft.com/office/drawing/2014/main" id="{D722E934-DAC3-D47D-42D8-3A49C6A19A7E}"/>
              </a:ext>
            </a:extLst>
          </p:cNvPr>
          <p:cNvSpPr txBox="1"/>
          <p:nvPr/>
        </p:nvSpPr>
        <p:spPr>
          <a:xfrm>
            <a:off x="1286929" y="1644074"/>
            <a:ext cx="4208996" cy="454944"/>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Survodutide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GCGR/GLP-1R dual agonist, </a:t>
            </a:r>
          </a:p>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in MASH/</a:t>
            </a:r>
            <a:r>
              <a:rPr kumimoji="0" lang="en-US" altLang="zh-CN" sz="1200" b="1"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1404-0044</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PhIII</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
        <p:nvSpPr>
          <p:cNvPr id="14" name="矩形 102">
            <a:extLst>
              <a:ext uri="{FF2B5EF4-FFF2-40B4-BE49-F238E27FC236}">
                <a16:creationId xmlns:a16="http://schemas.microsoft.com/office/drawing/2014/main" id="{BAD27706-B911-D753-D4C0-8CD8587AF68F}"/>
              </a:ext>
            </a:extLst>
          </p:cNvPr>
          <p:cNvSpPr/>
          <p:nvPr/>
        </p:nvSpPr>
        <p:spPr>
          <a:xfrm>
            <a:off x="6419353"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9" name="矩形: 圆角 103">
            <a:extLst>
              <a:ext uri="{FF2B5EF4-FFF2-40B4-BE49-F238E27FC236}">
                <a16:creationId xmlns:a16="http://schemas.microsoft.com/office/drawing/2014/main" id="{5F8AA33A-844E-D981-1AB7-8F83F78EBDF1}"/>
              </a:ext>
            </a:extLst>
          </p:cNvPr>
          <p:cNvSpPr/>
          <p:nvPr/>
        </p:nvSpPr>
        <p:spPr>
          <a:xfrm>
            <a:off x="6476996"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Red-light starts from</a:t>
            </a:r>
          </a:p>
        </p:txBody>
      </p:sp>
      <p:sp>
        <p:nvSpPr>
          <p:cNvPr id="20" name="文本框 109">
            <a:extLst>
              <a:ext uri="{FF2B5EF4-FFF2-40B4-BE49-F238E27FC236}">
                <a16:creationId xmlns:a16="http://schemas.microsoft.com/office/drawing/2014/main" id="{BA5F58C7-6F63-125D-EAAA-335706B4BB92}"/>
              </a:ext>
            </a:extLst>
          </p:cNvPr>
          <p:cNvSpPr txBox="1"/>
          <p:nvPr/>
        </p:nvSpPr>
        <p:spPr>
          <a:xfrm>
            <a:off x="6533272" y="1644074"/>
            <a:ext cx="4429442"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Aug 2025</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Tree>
    <p:extLst>
      <p:ext uri="{BB962C8B-B14F-4D97-AF65-F5344CB8AC3E}">
        <p14:creationId xmlns:p14="http://schemas.microsoft.com/office/powerpoint/2010/main" val="408552733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386E01-1BFD-B86C-14CC-A270C6702AC0}"/>
            </a:ext>
          </a:extLst>
        </p:cNvPr>
        <p:cNvGrpSpPr/>
        <p:nvPr/>
      </p:nvGrpSpPr>
      <p:grpSpPr>
        <a:xfrm>
          <a:off x="0" y="0"/>
          <a:ext cx="0" cy="0"/>
          <a:chOff x="0" y="0"/>
          <a:chExt cx="0" cy="0"/>
        </a:xfrm>
      </p:grpSpPr>
      <p:graphicFrame>
        <p:nvGraphicFramePr>
          <p:cNvPr id="4" name="Chart 6">
            <a:extLst>
              <a:ext uri="{FF2B5EF4-FFF2-40B4-BE49-F238E27FC236}">
                <a16:creationId xmlns:a16="http://schemas.microsoft.com/office/drawing/2014/main" id="{E5D73020-947A-494B-8AF9-0ED43BC5CE96}"/>
              </a:ext>
            </a:extLst>
          </p:cNvPr>
          <p:cNvGraphicFramePr>
            <a:graphicFrameLocks/>
          </p:cNvGraphicFramePr>
          <p:nvPr/>
        </p:nvGraphicFramePr>
        <p:xfrm>
          <a:off x="-2" y="563223"/>
          <a:ext cx="12192001" cy="4502152"/>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81C42DF7-179B-E8C0-6B8C-30729F1226D5}"/>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4E355C83-5B42-AA43-14AB-61ED57B4843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1EEDCCB3-801A-289D-CA48-CBE405BD7D0E}"/>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7B514010-1558-3890-0B7D-5F9E8EA48BF9}"/>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7730AEB2-F2BB-2E9B-79E4-262A5D946CDC}"/>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2DBA64A7-A5F1-5D8A-25A8-B5796B8A58A9}"/>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0701ABE6-E1F7-2934-067C-AA1F57847453}"/>
              </a:ext>
            </a:extLst>
          </p:cNvPr>
          <p:cNvSpPr>
            <a:spLocks noGrp="1"/>
          </p:cNvSpPr>
          <p:nvPr>
            <p:ph type="title"/>
          </p:nvPr>
        </p:nvSpPr>
        <p:spPr>
          <a:xfrm>
            <a:off x="-1" y="257617"/>
            <a:ext cx="12079706" cy="553999"/>
          </a:xfrm>
        </p:spPr>
        <p:txBody>
          <a:bodyPr wrap="square" anchor="t">
            <a:normAutofit/>
          </a:bodyPr>
          <a:lstStyle/>
          <a:p>
            <a:r>
              <a:rPr lang="en-US" altLang="zh-CN" sz="2400"/>
              <a:t>1404-0064 </a:t>
            </a:r>
            <a:r>
              <a:rPr lang="en-US" altLang="zh-CN" sz="2400" err="1"/>
              <a:t>Liverage</a:t>
            </a:r>
            <a:r>
              <a:rPr lang="en-US" altLang="zh-CN" sz="2400" baseline="30000" err="1"/>
              <a:t>TM</a:t>
            </a:r>
            <a:r>
              <a:rPr lang="en-US" altLang="zh-CN" sz="2400"/>
              <a:t> - Cirrhosis dated on 17Apr2026 </a:t>
            </a:r>
            <a:r>
              <a:rPr lang="en-US" altLang="zh-CN" sz="2400" i="1">
                <a:solidFill>
                  <a:srgbClr val="EE6541"/>
                </a:solidFill>
              </a:rPr>
              <a:t>(Global recruitment status)</a:t>
            </a:r>
            <a:endParaRPr lang="en-US" altLang="zh-CN" sz="2400" i="1">
              <a:solidFill>
                <a:srgbClr val="EE6541"/>
              </a:solidFill>
              <a:highlight>
                <a:srgbClr val="FFFF00"/>
              </a:highlight>
            </a:endParaRPr>
          </a:p>
        </p:txBody>
      </p:sp>
      <p:graphicFrame>
        <p:nvGraphicFramePr>
          <p:cNvPr id="2" name="表格 1">
            <a:extLst>
              <a:ext uri="{FF2B5EF4-FFF2-40B4-BE49-F238E27FC236}">
                <a16:creationId xmlns:a16="http://schemas.microsoft.com/office/drawing/2014/main" id="{9A6000F7-CAF2-6993-6B82-66B0D1B5CA69}"/>
              </a:ext>
            </a:extLst>
          </p:cNvPr>
          <p:cNvGraphicFramePr>
            <a:graphicFrameLocks noGrp="1"/>
          </p:cNvGraphicFramePr>
          <p:nvPr/>
        </p:nvGraphicFramePr>
        <p:xfrm>
          <a:off x="16242" y="5065375"/>
          <a:ext cx="12175763" cy="1680138"/>
        </p:xfrm>
        <a:graphic>
          <a:graphicData uri="http://schemas.openxmlformats.org/drawingml/2006/table">
            <a:tbl>
              <a:tblPr>
                <a:tableStyleId>{9D7B26C5-4107-4FEC-AEDC-1716B250A1EF}</a:tableStyleId>
              </a:tblPr>
              <a:tblGrid>
                <a:gridCol w="719237">
                  <a:extLst>
                    <a:ext uri="{9D8B030D-6E8A-4147-A177-3AD203B41FA5}">
                      <a16:colId xmlns:a16="http://schemas.microsoft.com/office/drawing/2014/main" val="3473625976"/>
                    </a:ext>
                  </a:extLst>
                </a:gridCol>
                <a:gridCol w="288963">
                  <a:extLst>
                    <a:ext uri="{9D8B030D-6E8A-4147-A177-3AD203B41FA5}">
                      <a16:colId xmlns:a16="http://schemas.microsoft.com/office/drawing/2014/main" val="2524136493"/>
                    </a:ext>
                  </a:extLst>
                </a:gridCol>
                <a:gridCol w="288963">
                  <a:extLst>
                    <a:ext uri="{9D8B030D-6E8A-4147-A177-3AD203B41FA5}">
                      <a16:colId xmlns:a16="http://schemas.microsoft.com/office/drawing/2014/main" val="780305122"/>
                    </a:ext>
                  </a:extLst>
                </a:gridCol>
                <a:gridCol w="288963">
                  <a:extLst>
                    <a:ext uri="{9D8B030D-6E8A-4147-A177-3AD203B41FA5}">
                      <a16:colId xmlns:a16="http://schemas.microsoft.com/office/drawing/2014/main" val="2511394184"/>
                    </a:ext>
                  </a:extLst>
                </a:gridCol>
                <a:gridCol w="264885">
                  <a:extLst>
                    <a:ext uri="{9D8B030D-6E8A-4147-A177-3AD203B41FA5}">
                      <a16:colId xmlns:a16="http://schemas.microsoft.com/office/drawing/2014/main" val="1006931387"/>
                    </a:ext>
                  </a:extLst>
                </a:gridCol>
                <a:gridCol w="276925">
                  <a:extLst>
                    <a:ext uri="{9D8B030D-6E8A-4147-A177-3AD203B41FA5}">
                      <a16:colId xmlns:a16="http://schemas.microsoft.com/office/drawing/2014/main" val="1580186530"/>
                    </a:ext>
                  </a:extLst>
                </a:gridCol>
                <a:gridCol w="276925">
                  <a:extLst>
                    <a:ext uri="{9D8B030D-6E8A-4147-A177-3AD203B41FA5}">
                      <a16:colId xmlns:a16="http://schemas.microsoft.com/office/drawing/2014/main" val="2077854728"/>
                    </a:ext>
                  </a:extLst>
                </a:gridCol>
                <a:gridCol w="264885">
                  <a:extLst>
                    <a:ext uri="{9D8B030D-6E8A-4147-A177-3AD203B41FA5}">
                      <a16:colId xmlns:a16="http://schemas.microsoft.com/office/drawing/2014/main" val="1923209731"/>
                    </a:ext>
                  </a:extLst>
                </a:gridCol>
                <a:gridCol w="264885">
                  <a:extLst>
                    <a:ext uri="{9D8B030D-6E8A-4147-A177-3AD203B41FA5}">
                      <a16:colId xmlns:a16="http://schemas.microsoft.com/office/drawing/2014/main" val="1904945596"/>
                    </a:ext>
                  </a:extLst>
                </a:gridCol>
                <a:gridCol w="264885">
                  <a:extLst>
                    <a:ext uri="{9D8B030D-6E8A-4147-A177-3AD203B41FA5}">
                      <a16:colId xmlns:a16="http://schemas.microsoft.com/office/drawing/2014/main" val="3832727492"/>
                    </a:ext>
                  </a:extLst>
                </a:gridCol>
                <a:gridCol w="264885">
                  <a:extLst>
                    <a:ext uri="{9D8B030D-6E8A-4147-A177-3AD203B41FA5}">
                      <a16:colId xmlns:a16="http://schemas.microsoft.com/office/drawing/2014/main" val="3120066975"/>
                    </a:ext>
                  </a:extLst>
                </a:gridCol>
                <a:gridCol w="276924">
                  <a:extLst>
                    <a:ext uri="{9D8B030D-6E8A-4147-A177-3AD203B41FA5}">
                      <a16:colId xmlns:a16="http://schemas.microsoft.com/office/drawing/2014/main" val="3924652231"/>
                    </a:ext>
                  </a:extLst>
                </a:gridCol>
                <a:gridCol w="288963">
                  <a:extLst>
                    <a:ext uri="{9D8B030D-6E8A-4147-A177-3AD203B41FA5}">
                      <a16:colId xmlns:a16="http://schemas.microsoft.com/office/drawing/2014/main" val="139508724"/>
                    </a:ext>
                  </a:extLst>
                </a:gridCol>
                <a:gridCol w="313690">
                  <a:extLst>
                    <a:ext uri="{9D8B030D-6E8A-4147-A177-3AD203B41FA5}">
                      <a16:colId xmlns:a16="http://schemas.microsoft.com/office/drawing/2014/main" val="1582784343"/>
                    </a:ext>
                  </a:extLst>
                </a:gridCol>
                <a:gridCol w="264885">
                  <a:extLst>
                    <a:ext uri="{9D8B030D-6E8A-4147-A177-3AD203B41FA5}">
                      <a16:colId xmlns:a16="http://schemas.microsoft.com/office/drawing/2014/main" val="4187133416"/>
                    </a:ext>
                  </a:extLst>
                </a:gridCol>
                <a:gridCol w="288963">
                  <a:extLst>
                    <a:ext uri="{9D8B030D-6E8A-4147-A177-3AD203B41FA5}">
                      <a16:colId xmlns:a16="http://schemas.microsoft.com/office/drawing/2014/main" val="3581936348"/>
                    </a:ext>
                  </a:extLst>
                </a:gridCol>
                <a:gridCol w="316300">
                  <a:extLst>
                    <a:ext uri="{9D8B030D-6E8A-4147-A177-3AD203B41FA5}">
                      <a16:colId xmlns:a16="http://schemas.microsoft.com/office/drawing/2014/main" val="2530529000"/>
                    </a:ext>
                  </a:extLst>
                </a:gridCol>
                <a:gridCol w="300637">
                  <a:extLst>
                    <a:ext uri="{9D8B030D-6E8A-4147-A177-3AD203B41FA5}">
                      <a16:colId xmlns:a16="http://schemas.microsoft.com/office/drawing/2014/main" val="3846253994"/>
                    </a:ext>
                  </a:extLst>
                </a:gridCol>
                <a:gridCol w="266440">
                  <a:extLst>
                    <a:ext uri="{9D8B030D-6E8A-4147-A177-3AD203B41FA5}">
                      <a16:colId xmlns:a16="http://schemas.microsoft.com/office/drawing/2014/main" val="420172467"/>
                    </a:ext>
                  </a:extLst>
                </a:gridCol>
                <a:gridCol w="266440">
                  <a:extLst>
                    <a:ext uri="{9D8B030D-6E8A-4147-A177-3AD203B41FA5}">
                      <a16:colId xmlns:a16="http://schemas.microsoft.com/office/drawing/2014/main" val="2349683200"/>
                    </a:ext>
                  </a:extLst>
                </a:gridCol>
                <a:gridCol w="266440">
                  <a:extLst>
                    <a:ext uri="{9D8B030D-6E8A-4147-A177-3AD203B41FA5}">
                      <a16:colId xmlns:a16="http://schemas.microsoft.com/office/drawing/2014/main" val="232587003"/>
                    </a:ext>
                  </a:extLst>
                </a:gridCol>
                <a:gridCol w="266440">
                  <a:extLst>
                    <a:ext uri="{9D8B030D-6E8A-4147-A177-3AD203B41FA5}">
                      <a16:colId xmlns:a16="http://schemas.microsoft.com/office/drawing/2014/main" val="3893228783"/>
                    </a:ext>
                  </a:extLst>
                </a:gridCol>
                <a:gridCol w="266440">
                  <a:extLst>
                    <a:ext uri="{9D8B030D-6E8A-4147-A177-3AD203B41FA5}">
                      <a16:colId xmlns:a16="http://schemas.microsoft.com/office/drawing/2014/main" val="1810682300"/>
                    </a:ext>
                  </a:extLst>
                </a:gridCol>
                <a:gridCol w="266440">
                  <a:extLst>
                    <a:ext uri="{9D8B030D-6E8A-4147-A177-3AD203B41FA5}">
                      <a16:colId xmlns:a16="http://schemas.microsoft.com/office/drawing/2014/main" val="3264639981"/>
                    </a:ext>
                  </a:extLst>
                </a:gridCol>
                <a:gridCol w="266440">
                  <a:extLst>
                    <a:ext uri="{9D8B030D-6E8A-4147-A177-3AD203B41FA5}">
                      <a16:colId xmlns:a16="http://schemas.microsoft.com/office/drawing/2014/main" val="3250103509"/>
                    </a:ext>
                  </a:extLst>
                </a:gridCol>
                <a:gridCol w="266440">
                  <a:extLst>
                    <a:ext uri="{9D8B030D-6E8A-4147-A177-3AD203B41FA5}">
                      <a16:colId xmlns:a16="http://schemas.microsoft.com/office/drawing/2014/main" val="3103740402"/>
                    </a:ext>
                  </a:extLst>
                </a:gridCol>
                <a:gridCol w="266440">
                  <a:extLst>
                    <a:ext uri="{9D8B030D-6E8A-4147-A177-3AD203B41FA5}">
                      <a16:colId xmlns:a16="http://schemas.microsoft.com/office/drawing/2014/main" val="1005031145"/>
                    </a:ext>
                  </a:extLst>
                </a:gridCol>
                <a:gridCol w="266440">
                  <a:extLst>
                    <a:ext uri="{9D8B030D-6E8A-4147-A177-3AD203B41FA5}">
                      <a16:colId xmlns:a16="http://schemas.microsoft.com/office/drawing/2014/main" val="3319657863"/>
                    </a:ext>
                  </a:extLst>
                </a:gridCol>
                <a:gridCol w="266440">
                  <a:extLst>
                    <a:ext uri="{9D8B030D-6E8A-4147-A177-3AD203B41FA5}">
                      <a16:colId xmlns:a16="http://schemas.microsoft.com/office/drawing/2014/main" val="3302328897"/>
                    </a:ext>
                  </a:extLst>
                </a:gridCol>
                <a:gridCol w="266440">
                  <a:extLst>
                    <a:ext uri="{9D8B030D-6E8A-4147-A177-3AD203B41FA5}">
                      <a16:colId xmlns:a16="http://schemas.microsoft.com/office/drawing/2014/main" val="2493887247"/>
                    </a:ext>
                  </a:extLst>
                </a:gridCol>
                <a:gridCol w="266440">
                  <a:extLst>
                    <a:ext uri="{9D8B030D-6E8A-4147-A177-3AD203B41FA5}">
                      <a16:colId xmlns:a16="http://schemas.microsoft.com/office/drawing/2014/main" val="2446705051"/>
                    </a:ext>
                  </a:extLst>
                </a:gridCol>
                <a:gridCol w="266440">
                  <a:extLst>
                    <a:ext uri="{9D8B030D-6E8A-4147-A177-3AD203B41FA5}">
                      <a16:colId xmlns:a16="http://schemas.microsoft.com/office/drawing/2014/main" val="763452771"/>
                    </a:ext>
                  </a:extLst>
                </a:gridCol>
                <a:gridCol w="266440">
                  <a:extLst>
                    <a:ext uri="{9D8B030D-6E8A-4147-A177-3AD203B41FA5}">
                      <a16:colId xmlns:a16="http://schemas.microsoft.com/office/drawing/2014/main" val="874251783"/>
                    </a:ext>
                  </a:extLst>
                </a:gridCol>
                <a:gridCol w="266440">
                  <a:extLst>
                    <a:ext uri="{9D8B030D-6E8A-4147-A177-3AD203B41FA5}">
                      <a16:colId xmlns:a16="http://schemas.microsoft.com/office/drawing/2014/main" val="601673283"/>
                    </a:ext>
                  </a:extLst>
                </a:gridCol>
                <a:gridCol w="266440">
                  <a:extLst>
                    <a:ext uri="{9D8B030D-6E8A-4147-A177-3AD203B41FA5}">
                      <a16:colId xmlns:a16="http://schemas.microsoft.com/office/drawing/2014/main" val="558238983"/>
                    </a:ext>
                  </a:extLst>
                </a:gridCol>
                <a:gridCol w="266440">
                  <a:extLst>
                    <a:ext uri="{9D8B030D-6E8A-4147-A177-3AD203B41FA5}">
                      <a16:colId xmlns:a16="http://schemas.microsoft.com/office/drawing/2014/main" val="1794672980"/>
                    </a:ext>
                  </a:extLst>
                </a:gridCol>
                <a:gridCol w="266440">
                  <a:extLst>
                    <a:ext uri="{9D8B030D-6E8A-4147-A177-3AD203B41FA5}">
                      <a16:colId xmlns:a16="http://schemas.microsoft.com/office/drawing/2014/main" val="1816974244"/>
                    </a:ext>
                  </a:extLst>
                </a:gridCol>
                <a:gridCol w="266440">
                  <a:extLst>
                    <a:ext uri="{9D8B030D-6E8A-4147-A177-3AD203B41FA5}">
                      <a16:colId xmlns:a16="http://schemas.microsoft.com/office/drawing/2014/main" val="2485238409"/>
                    </a:ext>
                  </a:extLst>
                </a:gridCol>
                <a:gridCol w="266440">
                  <a:extLst>
                    <a:ext uri="{9D8B030D-6E8A-4147-A177-3AD203B41FA5}">
                      <a16:colId xmlns:a16="http://schemas.microsoft.com/office/drawing/2014/main" val="3643818927"/>
                    </a:ext>
                  </a:extLst>
                </a:gridCol>
                <a:gridCol w="266440">
                  <a:extLst>
                    <a:ext uri="{9D8B030D-6E8A-4147-A177-3AD203B41FA5}">
                      <a16:colId xmlns:a16="http://schemas.microsoft.com/office/drawing/2014/main" val="1050924715"/>
                    </a:ext>
                  </a:extLst>
                </a:gridCol>
                <a:gridCol w="266440">
                  <a:extLst>
                    <a:ext uri="{9D8B030D-6E8A-4147-A177-3AD203B41FA5}">
                      <a16:colId xmlns:a16="http://schemas.microsoft.com/office/drawing/2014/main" val="540047455"/>
                    </a:ext>
                  </a:extLst>
                </a:gridCol>
                <a:gridCol w="266440">
                  <a:extLst>
                    <a:ext uri="{9D8B030D-6E8A-4147-A177-3AD203B41FA5}">
                      <a16:colId xmlns:a16="http://schemas.microsoft.com/office/drawing/2014/main" val="2120881547"/>
                    </a:ext>
                  </a:extLst>
                </a:gridCol>
                <a:gridCol w="266440">
                  <a:extLst>
                    <a:ext uri="{9D8B030D-6E8A-4147-A177-3AD203B41FA5}">
                      <a16:colId xmlns:a16="http://schemas.microsoft.com/office/drawing/2014/main" val="411473761"/>
                    </a:ext>
                  </a:extLst>
                </a:gridCol>
              </a:tblGrid>
              <a:tr h="320239">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700" b="1" i="0" u="none" strike="noStrike">
                          <a:solidFill>
                            <a:schemeClr val="tx1"/>
                          </a:solidFill>
                          <a:effectLst/>
                          <a:latin typeface="+mn-lt"/>
                        </a:rPr>
                        <a:t>2024-10</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i="0" u="none" strike="noStrike">
                          <a:solidFill>
                            <a:schemeClr val="tx1"/>
                          </a:solidFill>
                          <a:effectLst/>
                          <a:latin typeface="+mn-lt"/>
                        </a:rPr>
                        <a:t>2024-11</a:t>
                      </a: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2024-12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2025-01</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2025-03</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2025-04</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2025-05</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2025-06</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2025-07</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2025-08</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2025-09</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2025-10</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2025-11</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2025-12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2026-01</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2026-03</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2026-04</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2026-05</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2026-06</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2026-07</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2026-08</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2026-09</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2026-10</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2026-11</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2026-12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2027-01</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2027-02</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2027-03</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2027-04</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a:solidFill>
                            <a:schemeClr val="tx1"/>
                          </a:solidFill>
                          <a:effectLst/>
                        </a:rPr>
                        <a:t>2027-05</a:t>
                      </a:r>
                      <a:endParaRPr lang="en-US" sz="700" b="1" i="0" u="none" strike="noStrike">
                        <a:solidFill>
                          <a:schemeClr val="tx1"/>
                        </a:solidFill>
                        <a:effectLst/>
                        <a:latin typeface="Calibri" panose="020F0502020204030204"/>
                      </a:endParaRPr>
                    </a:p>
                  </a:txBody>
                  <a:tcPr marL="3521" marR="3521" marT="352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2027-12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2028-01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2028-02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700" b="1" u="none" strike="noStrike" kern="1200">
                          <a:solidFill>
                            <a:schemeClr val="tx1"/>
                          </a:solidFill>
                          <a:effectLst/>
                          <a:latin typeface="+mn-lt"/>
                          <a:ea typeface="+mn-ea"/>
                          <a:cs typeface="+mn-cs"/>
                        </a:rPr>
                        <a:t>2028-03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259181">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82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398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496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598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714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830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940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1066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1184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1298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1428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1556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1676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1794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1916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2050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2174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2294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2406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2540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2652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2782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2906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3030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3156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3180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259181">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265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447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591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740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899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1077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1252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1380 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kern="1200">
                          <a:solidFill>
                            <a:srgbClr val="000000"/>
                          </a:solidFill>
                          <a:effectLst/>
                          <a:latin typeface="Arial" panose="020B0604020202020204" pitchFamily="34" charset="0"/>
                          <a:ea typeface="+mn-ea"/>
                          <a:cs typeface="+mn-cs"/>
                        </a:rPr>
                        <a:t>1529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b" latinLnBrk="0" hangingPunct="1"/>
                      <a:r>
                        <a:rPr lang="en-US" sz="800" b="0" i="0" u="none" strike="noStrike" kern="1200">
                          <a:solidFill>
                            <a:srgbClr val="000000"/>
                          </a:solidFill>
                          <a:effectLst/>
                          <a:latin typeface="Arial" panose="020B0604020202020204" pitchFamily="34" charset="0"/>
                          <a:ea typeface="+mn-ea"/>
                          <a:cs typeface="+mn-cs"/>
                        </a:rPr>
                        <a:t> 1694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r>
                        <a:rPr lang="en-US" sz="800" b="0" i="0" u="none" strike="noStrike">
                          <a:solidFill>
                            <a:srgbClr val="000000"/>
                          </a:solidFill>
                          <a:effectLst/>
                          <a:latin typeface="Calibri" panose="020F0502020204030204" pitchFamily="34" charset="0"/>
                        </a:rPr>
                        <a:t>1883</a:t>
                      </a:r>
                      <a:endParaRPr lang="en-US" sz="1000" b="0" i="0" u="none" strike="noStrike">
                        <a:solidFill>
                          <a:srgbClr val="000000"/>
                        </a:solidFill>
                        <a:effectLst/>
                        <a:latin typeface="Calibri" panose="020F050202020403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1955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87080">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71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156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259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kern="1200">
                          <a:solidFill>
                            <a:srgbClr val="000000"/>
                          </a:solidFill>
                          <a:effectLst/>
                          <a:latin typeface="Arial" panose="020B0604020202020204" pitchFamily="34" charset="0"/>
                          <a:ea typeface="+mn-ea"/>
                          <a:cs typeface="+mn-cs"/>
                        </a:rPr>
                        <a:t>310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400" rtl="0" eaLnBrk="1" fontAlgn="b" latinLnBrk="0" hangingPunct="1"/>
                      <a:r>
                        <a:rPr lang="en-US" sz="800" b="0" i="0" u="none" strike="noStrike" kern="1200">
                          <a:solidFill>
                            <a:srgbClr val="000000"/>
                          </a:solidFill>
                          <a:effectLst/>
                          <a:latin typeface="Arial" panose="020B0604020202020204" pitchFamily="34" charset="0"/>
                          <a:ea typeface="+mn-ea"/>
                          <a:cs typeface="+mn-cs"/>
                        </a:rPr>
                        <a:t>364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424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478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541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605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660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723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787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848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968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1036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1090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1155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1212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1282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1340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1402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1463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1525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1587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1590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1638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1691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1740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
                      <a:r>
                        <a:rPr lang="en-US" sz="800" b="0" i="0" u="none" strike="noStrike">
                          <a:solidFill>
                            <a:srgbClr val="000000"/>
                          </a:solidFill>
                          <a:effectLst/>
                          <a:latin typeface="Arial" panose="020B0604020202020204" pitchFamily="34" charset="0"/>
                        </a:rPr>
                        <a:t>1793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259181">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57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106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148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281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322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800" b="0" i="0" u="none" strike="noStrike" kern="1200">
                          <a:solidFill>
                            <a:srgbClr val="000000"/>
                          </a:solidFill>
                          <a:effectLst/>
                          <a:latin typeface="Arial" panose="020B0604020202020204" pitchFamily="34" charset="0"/>
                          <a:ea typeface="+mn-ea"/>
                          <a:cs typeface="+mn-cs"/>
                        </a:rPr>
                        <a:t> 389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800" b="0" i="0" u="none" strike="noStrike" kern="1200">
                          <a:solidFill>
                            <a:srgbClr val="000000"/>
                          </a:solidFill>
                          <a:effectLst/>
                          <a:latin typeface="Arial" panose="020B0604020202020204" pitchFamily="34" charset="0"/>
                          <a:ea typeface="+mn-ea"/>
                          <a:cs typeface="+mn-cs"/>
                        </a:rPr>
                        <a:t> 454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b" latinLnBrk="0" hangingPunct="1"/>
                      <a:r>
                        <a:rPr lang="en-US" sz="800" b="0" i="0" u="none" strike="noStrike" kern="1200">
                          <a:solidFill>
                            <a:srgbClr val="000000"/>
                          </a:solidFill>
                          <a:effectLst/>
                          <a:latin typeface="Arial" panose="020B0604020202020204" pitchFamily="34" charset="0"/>
                          <a:ea typeface="+mn-ea"/>
                          <a:cs typeface="+mn-cs"/>
                        </a:rPr>
                        <a:t> 532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610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651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b"/>
                      <a:r>
                        <a:rPr lang="en-US" sz="10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9" name="Rectangle 5">
            <a:extLst>
              <a:ext uri="{FF2B5EF4-FFF2-40B4-BE49-F238E27FC236}">
                <a16:creationId xmlns:a16="http://schemas.microsoft.com/office/drawing/2014/main" id="{6156D4FD-4FE4-1F67-8BEB-417504119AC0}"/>
              </a:ext>
            </a:extLst>
          </p:cNvPr>
          <p:cNvSpPr/>
          <p:nvPr/>
        </p:nvSpPr>
        <p:spPr>
          <a:xfrm>
            <a:off x="5279205" y="1089304"/>
            <a:ext cx="2065637" cy="1087896"/>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1955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651</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 1001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 60.59%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a:t>
            </a:r>
            <a:r>
              <a:rPr kumimoji="0" lang="zh-CN" altLang="en-US" sz="1200" b="0" i="0" u="none" strike="noStrike" kern="1200" cap="none" spc="0" normalizeH="0" baseline="0" noProof="0">
                <a:ln>
                  <a:noFill/>
                </a:ln>
                <a:solidFill>
                  <a:prstClr val="black"/>
                </a:solidFill>
                <a:effectLst/>
                <a:uLnTx/>
                <a:uFillTx/>
                <a:latin typeface="Boehringer Forward Text"/>
                <a:ea typeface="Meiryo UI"/>
                <a:cs typeface="+mn-cs"/>
              </a:rPr>
              <a:t> </a:t>
            </a:r>
            <a:r>
              <a:rPr kumimoji="0" lang="en-US" altLang="zh-CN" sz="1200" b="0" i="0" u="none" strike="noStrike" kern="1200" cap="none" spc="0" normalizeH="0" baseline="0" noProof="0">
                <a:ln>
                  <a:noFill/>
                </a:ln>
                <a:solidFill>
                  <a:prstClr val="black"/>
                </a:solidFill>
                <a:effectLst/>
                <a:uLnTx/>
                <a:uFillTx/>
                <a:latin typeface="Boehringer Forward Text"/>
                <a:ea typeface="Meiryo UI"/>
                <a:cs typeface="+mn-cs"/>
              </a:rPr>
              <a:t>screening = 343</a:t>
            </a:r>
          </a:p>
        </p:txBody>
      </p:sp>
    </p:spTree>
    <p:extLst>
      <p:ext uri="{BB962C8B-B14F-4D97-AF65-F5344CB8AC3E}">
        <p14:creationId xmlns:p14="http://schemas.microsoft.com/office/powerpoint/2010/main" val="7104907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6C162-47D3-55B8-8B77-FE7C9004FA9D}"/>
            </a:ext>
          </a:extLst>
        </p:cNvPr>
        <p:cNvGrpSpPr/>
        <p:nvPr/>
      </p:nvGrpSpPr>
      <p:grpSpPr>
        <a:xfrm>
          <a:off x="0" y="0"/>
          <a:ext cx="0" cy="0"/>
          <a:chOff x="0" y="0"/>
          <a:chExt cx="0" cy="0"/>
        </a:xfrm>
      </p:grpSpPr>
      <p:graphicFrame>
        <p:nvGraphicFramePr>
          <p:cNvPr id="4" name="Chart 6">
            <a:extLst>
              <a:ext uri="{FF2B5EF4-FFF2-40B4-BE49-F238E27FC236}">
                <a16:creationId xmlns:a16="http://schemas.microsoft.com/office/drawing/2014/main" id="{69EA3CAB-3704-4279-81F7-EB3A9DCAA867}"/>
              </a:ext>
            </a:extLst>
          </p:cNvPr>
          <p:cNvGraphicFramePr>
            <a:graphicFrameLocks/>
          </p:cNvGraphicFramePr>
          <p:nvPr/>
        </p:nvGraphicFramePr>
        <p:xfrm>
          <a:off x="-1" y="589535"/>
          <a:ext cx="12175755" cy="4540419"/>
        </p:xfrm>
        <a:graphic>
          <a:graphicData uri="http://schemas.openxmlformats.org/drawingml/2006/chart">
            <c:chart xmlns:c="http://schemas.openxmlformats.org/drawingml/2006/chart" xmlns:r="http://schemas.openxmlformats.org/officeDocument/2006/relationships" r:id="rId3"/>
          </a:graphicData>
        </a:graphic>
      </p:graphicFrame>
      <p:sp>
        <p:nvSpPr>
          <p:cNvPr id="23" name="标题 2">
            <a:extLst>
              <a:ext uri="{FF2B5EF4-FFF2-40B4-BE49-F238E27FC236}">
                <a16:creationId xmlns:a16="http://schemas.microsoft.com/office/drawing/2014/main" id="{E7DAFF89-726E-8923-332E-FFB0B0035943}"/>
              </a:ext>
            </a:extLst>
          </p:cNvPr>
          <p:cNvSpPr>
            <a:spLocks noGrp="1"/>
          </p:cNvSpPr>
          <p:nvPr>
            <p:ph type="title"/>
          </p:nvPr>
        </p:nvSpPr>
        <p:spPr>
          <a:xfrm>
            <a:off x="-1" y="257617"/>
            <a:ext cx="12079706" cy="553999"/>
          </a:xfrm>
        </p:spPr>
        <p:txBody>
          <a:bodyPr wrap="square" anchor="t">
            <a:normAutofit/>
          </a:bodyPr>
          <a:lstStyle/>
          <a:p>
            <a:r>
              <a:rPr lang="en-US" altLang="zh-CN" sz="2400"/>
              <a:t>1404-0064 </a:t>
            </a:r>
            <a:r>
              <a:rPr lang="en-US" altLang="zh-CN" sz="2400" err="1"/>
              <a:t>Liverage</a:t>
            </a:r>
            <a:r>
              <a:rPr lang="en-US" altLang="zh-CN" sz="2400" baseline="30000" err="1"/>
              <a:t>TM</a:t>
            </a:r>
            <a:r>
              <a:rPr lang="en-US" altLang="zh-CN" sz="2400"/>
              <a:t> - Cirrhosis dated on 17Apr2026 </a:t>
            </a:r>
            <a:r>
              <a:rPr lang="en-US" altLang="zh-CN" sz="2400" i="1">
                <a:solidFill>
                  <a:srgbClr val="EE6541"/>
                </a:solidFill>
              </a:rPr>
              <a:t>(China recruitment status)</a:t>
            </a:r>
            <a:endParaRPr lang="en-US" altLang="zh-CN" sz="2400" i="1">
              <a:solidFill>
                <a:srgbClr val="EE6541"/>
              </a:solidFill>
              <a:highlight>
                <a:srgbClr val="FFFF00"/>
              </a:highlight>
            </a:endParaRPr>
          </a:p>
        </p:txBody>
      </p:sp>
      <p:sp>
        <p:nvSpPr>
          <p:cNvPr id="6" name="TextBox 5">
            <a:extLst>
              <a:ext uri="{FF2B5EF4-FFF2-40B4-BE49-F238E27FC236}">
                <a16:creationId xmlns:a16="http://schemas.microsoft.com/office/drawing/2014/main" id="{5A9C3033-5626-BB5A-BD78-C625780285E9}"/>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FF5239E2-BA24-B88E-A049-64114AACB7B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3CC59191-C078-09CD-99A0-371714A980EF}"/>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3A9D24ED-3DDD-1412-7BB1-2DDA4E7174C3}"/>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0787A749-637C-8EC4-6FA2-F55B87A95605}"/>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418E9AB5-1667-582A-0EB0-348B32B4F0DC}"/>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graphicFrame>
        <p:nvGraphicFramePr>
          <p:cNvPr id="2" name="表格 1">
            <a:extLst>
              <a:ext uri="{FF2B5EF4-FFF2-40B4-BE49-F238E27FC236}">
                <a16:creationId xmlns:a16="http://schemas.microsoft.com/office/drawing/2014/main" id="{3D7A2561-BE23-9962-B375-72C64705072E}"/>
              </a:ext>
            </a:extLst>
          </p:cNvPr>
          <p:cNvGraphicFramePr>
            <a:graphicFrameLocks noGrp="1"/>
          </p:cNvGraphicFramePr>
          <p:nvPr/>
        </p:nvGraphicFramePr>
        <p:xfrm>
          <a:off x="16244" y="5129954"/>
          <a:ext cx="12175755" cy="1728045"/>
        </p:xfrm>
        <a:graphic>
          <a:graphicData uri="http://schemas.openxmlformats.org/drawingml/2006/table">
            <a:tbl>
              <a:tblPr>
                <a:tableStyleId>{9D7B26C5-4107-4FEC-AEDC-1716B250A1EF}</a:tableStyleId>
              </a:tblPr>
              <a:tblGrid>
                <a:gridCol w="830408">
                  <a:extLst>
                    <a:ext uri="{9D8B030D-6E8A-4147-A177-3AD203B41FA5}">
                      <a16:colId xmlns:a16="http://schemas.microsoft.com/office/drawing/2014/main" val="3473625976"/>
                    </a:ext>
                  </a:extLst>
                </a:gridCol>
                <a:gridCol w="333628">
                  <a:extLst>
                    <a:ext uri="{9D8B030D-6E8A-4147-A177-3AD203B41FA5}">
                      <a16:colId xmlns:a16="http://schemas.microsoft.com/office/drawing/2014/main" val="2511394184"/>
                    </a:ext>
                  </a:extLst>
                </a:gridCol>
                <a:gridCol w="305827">
                  <a:extLst>
                    <a:ext uri="{9D8B030D-6E8A-4147-A177-3AD203B41FA5}">
                      <a16:colId xmlns:a16="http://schemas.microsoft.com/office/drawing/2014/main" val="1006931387"/>
                    </a:ext>
                  </a:extLst>
                </a:gridCol>
                <a:gridCol w="319728">
                  <a:extLst>
                    <a:ext uri="{9D8B030D-6E8A-4147-A177-3AD203B41FA5}">
                      <a16:colId xmlns:a16="http://schemas.microsoft.com/office/drawing/2014/main" val="1580186530"/>
                    </a:ext>
                  </a:extLst>
                </a:gridCol>
                <a:gridCol w="319728">
                  <a:extLst>
                    <a:ext uri="{9D8B030D-6E8A-4147-A177-3AD203B41FA5}">
                      <a16:colId xmlns:a16="http://schemas.microsoft.com/office/drawing/2014/main" val="2077854728"/>
                    </a:ext>
                  </a:extLst>
                </a:gridCol>
                <a:gridCol w="305827">
                  <a:extLst>
                    <a:ext uri="{9D8B030D-6E8A-4147-A177-3AD203B41FA5}">
                      <a16:colId xmlns:a16="http://schemas.microsoft.com/office/drawing/2014/main" val="1923209731"/>
                    </a:ext>
                  </a:extLst>
                </a:gridCol>
                <a:gridCol w="305827">
                  <a:extLst>
                    <a:ext uri="{9D8B030D-6E8A-4147-A177-3AD203B41FA5}">
                      <a16:colId xmlns:a16="http://schemas.microsoft.com/office/drawing/2014/main" val="1904945596"/>
                    </a:ext>
                  </a:extLst>
                </a:gridCol>
                <a:gridCol w="305827">
                  <a:extLst>
                    <a:ext uri="{9D8B030D-6E8A-4147-A177-3AD203B41FA5}">
                      <a16:colId xmlns:a16="http://schemas.microsoft.com/office/drawing/2014/main" val="3832727492"/>
                    </a:ext>
                  </a:extLst>
                </a:gridCol>
                <a:gridCol w="305827">
                  <a:extLst>
                    <a:ext uri="{9D8B030D-6E8A-4147-A177-3AD203B41FA5}">
                      <a16:colId xmlns:a16="http://schemas.microsoft.com/office/drawing/2014/main" val="3120066975"/>
                    </a:ext>
                  </a:extLst>
                </a:gridCol>
                <a:gridCol w="319727">
                  <a:extLst>
                    <a:ext uri="{9D8B030D-6E8A-4147-A177-3AD203B41FA5}">
                      <a16:colId xmlns:a16="http://schemas.microsoft.com/office/drawing/2014/main" val="3924652231"/>
                    </a:ext>
                  </a:extLst>
                </a:gridCol>
                <a:gridCol w="333628">
                  <a:extLst>
                    <a:ext uri="{9D8B030D-6E8A-4147-A177-3AD203B41FA5}">
                      <a16:colId xmlns:a16="http://schemas.microsoft.com/office/drawing/2014/main" val="139508724"/>
                    </a:ext>
                  </a:extLst>
                </a:gridCol>
                <a:gridCol w="362175">
                  <a:extLst>
                    <a:ext uri="{9D8B030D-6E8A-4147-A177-3AD203B41FA5}">
                      <a16:colId xmlns:a16="http://schemas.microsoft.com/office/drawing/2014/main" val="1582784343"/>
                    </a:ext>
                  </a:extLst>
                </a:gridCol>
                <a:gridCol w="305827">
                  <a:extLst>
                    <a:ext uri="{9D8B030D-6E8A-4147-A177-3AD203B41FA5}">
                      <a16:colId xmlns:a16="http://schemas.microsoft.com/office/drawing/2014/main" val="4187133416"/>
                    </a:ext>
                  </a:extLst>
                </a:gridCol>
                <a:gridCol w="333628">
                  <a:extLst>
                    <a:ext uri="{9D8B030D-6E8A-4147-A177-3AD203B41FA5}">
                      <a16:colId xmlns:a16="http://schemas.microsoft.com/office/drawing/2014/main" val="3581936348"/>
                    </a:ext>
                  </a:extLst>
                </a:gridCol>
                <a:gridCol w="305827">
                  <a:extLst>
                    <a:ext uri="{9D8B030D-6E8A-4147-A177-3AD203B41FA5}">
                      <a16:colId xmlns:a16="http://schemas.microsoft.com/office/drawing/2014/main" val="2530529000"/>
                    </a:ext>
                  </a:extLst>
                </a:gridCol>
                <a:gridCol w="319728">
                  <a:extLst>
                    <a:ext uri="{9D8B030D-6E8A-4147-A177-3AD203B41FA5}">
                      <a16:colId xmlns:a16="http://schemas.microsoft.com/office/drawing/2014/main" val="3846253994"/>
                    </a:ext>
                  </a:extLst>
                </a:gridCol>
                <a:gridCol w="333628">
                  <a:extLst>
                    <a:ext uri="{9D8B030D-6E8A-4147-A177-3AD203B41FA5}">
                      <a16:colId xmlns:a16="http://schemas.microsoft.com/office/drawing/2014/main" val="420172467"/>
                    </a:ext>
                  </a:extLst>
                </a:gridCol>
                <a:gridCol w="319728">
                  <a:extLst>
                    <a:ext uri="{9D8B030D-6E8A-4147-A177-3AD203B41FA5}">
                      <a16:colId xmlns:a16="http://schemas.microsoft.com/office/drawing/2014/main" val="2349683200"/>
                    </a:ext>
                  </a:extLst>
                </a:gridCol>
                <a:gridCol w="305827">
                  <a:extLst>
                    <a:ext uri="{9D8B030D-6E8A-4147-A177-3AD203B41FA5}">
                      <a16:colId xmlns:a16="http://schemas.microsoft.com/office/drawing/2014/main" val="232587003"/>
                    </a:ext>
                  </a:extLst>
                </a:gridCol>
                <a:gridCol w="319728">
                  <a:extLst>
                    <a:ext uri="{9D8B030D-6E8A-4147-A177-3AD203B41FA5}">
                      <a16:colId xmlns:a16="http://schemas.microsoft.com/office/drawing/2014/main" val="3893228783"/>
                    </a:ext>
                  </a:extLst>
                </a:gridCol>
                <a:gridCol w="333627">
                  <a:extLst>
                    <a:ext uri="{9D8B030D-6E8A-4147-A177-3AD203B41FA5}">
                      <a16:colId xmlns:a16="http://schemas.microsoft.com/office/drawing/2014/main" val="1810682300"/>
                    </a:ext>
                  </a:extLst>
                </a:gridCol>
                <a:gridCol w="305827">
                  <a:extLst>
                    <a:ext uri="{9D8B030D-6E8A-4147-A177-3AD203B41FA5}">
                      <a16:colId xmlns:a16="http://schemas.microsoft.com/office/drawing/2014/main" val="3264639981"/>
                    </a:ext>
                  </a:extLst>
                </a:gridCol>
                <a:gridCol w="333628">
                  <a:extLst>
                    <a:ext uri="{9D8B030D-6E8A-4147-A177-3AD203B41FA5}">
                      <a16:colId xmlns:a16="http://schemas.microsoft.com/office/drawing/2014/main" val="3250103509"/>
                    </a:ext>
                  </a:extLst>
                </a:gridCol>
                <a:gridCol w="319728">
                  <a:extLst>
                    <a:ext uri="{9D8B030D-6E8A-4147-A177-3AD203B41FA5}">
                      <a16:colId xmlns:a16="http://schemas.microsoft.com/office/drawing/2014/main" val="3103740402"/>
                    </a:ext>
                  </a:extLst>
                </a:gridCol>
                <a:gridCol w="333627">
                  <a:extLst>
                    <a:ext uri="{9D8B030D-6E8A-4147-A177-3AD203B41FA5}">
                      <a16:colId xmlns:a16="http://schemas.microsoft.com/office/drawing/2014/main" val="1005031145"/>
                    </a:ext>
                  </a:extLst>
                </a:gridCol>
                <a:gridCol w="305827">
                  <a:extLst>
                    <a:ext uri="{9D8B030D-6E8A-4147-A177-3AD203B41FA5}">
                      <a16:colId xmlns:a16="http://schemas.microsoft.com/office/drawing/2014/main" val="3319657863"/>
                    </a:ext>
                  </a:extLst>
                </a:gridCol>
                <a:gridCol w="305827">
                  <a:extLst>
                    <a:ext uri="{9D8B030D-6E8A-4147-A177-3AD203B41FA5}">
                      <a16:colId xmlns:a16="http://schemas.microsoft.com/office/drawing/2014/main" val="3302328897"/>
                    </a:ext>
                  </a:extLst>
                </a:gridCol>
                <a:gridCol w="312520">
                  <a:extLst>
                    <a:ext uri="{9D8B030D-6E8A-4147-A177-3AD203B41FA5}">
                      <a16:colId xmlns:a16="http://schemas.microsoft.com/office/drawing/2014/main" val="2493887247"/>
                    </a:ext>
                  </a:extLst>
                </a:gridCol>
                <a:gridCol w="303674">
                  <a:extLst>
                    <a:ext uri="{9D8B030D-6E8A-4147-A177-3AD203B41FA5}">
                      <a16:colId xmlns:a16="http://schemas.microsoft.com/office/drawing/2014/main" val="2446705051"/>
                    </a:ext>
                  </a:extLst>
                </a:gridCol>
                <a:gridCol w="303674">
                  <a:extLst>
                    <a:ext uri="{9D8B030D-6E8A-4147-A177-3AD203B41FA5}">
                      <a16:colId xmlns:a16="http://schemas.microsoft.com/office/drawing/2014/main" val="763452771"/>
                    </a:ext>
                  </a:extLst>
                </a:gridCol>
                <a:gridCol w="303674">
                  <a:extLst>
                    <a:ext uri="{9D8B030D-6E8A-4147-A177-3AD203B41FA5}">
                      <a16:colId xmlns:a16="http://schemas.microsoft.com/office/drawing/2014/main" val="874251783"/>
                    </a:ext>
                  </a:extLst>
                </a:gridCol>
                <a:gridCol w="303674">
                  <a:extLst>
                    <a:ext uri="{9D8B030D-6E8A-4147-A177-3AD203B41FA5}">
                      <a16:colId xmlns:a16="http://schemas.microsoft.com/office/drawing/2014/main" val="198856291"/>
                    </a:ext>
                  </a:extLst>
                </a:gridCol>
                <a:gridCol w="303674">
                  <a:extLst>
                    <a:ext uri="{9D8B030D-6E8A-4147-A177-3AD203B41FA5}">
                      <a16:colId xmlns:a16="http://schemas.microsoft.com/office/drawing/2014/main" val="3673208732"/>
                    </a:ext>
                  </a:extLst>
                </a:gridCol>
                <a:gridCol w="303674">
                  <a:extLst>
                    <a:ext uri="{9D8B030D-6E8A-4147-A177-3AD203B41FA5}">
                      <a16:colId xmlns:a16="http://schemas.microsoft.com/office/drawing/2014/main" val="1588515511"/>
                    </a:ext>
                  </a:extLst>
                </a:gridCol>
                <a:gridCol w="303674">
                  <a:extLst>
                    <a:ext uri="{9D8B030D-6E8A-4147-A177-3AD203B41FA5}">
                      <a16:colId xmlns:a16="http://schemas.microsoft.com/office/drawing/2014/main" val="691115312"/>
                    </a:ext>
                  </a:extLst>
                </a:gridCol>
                <a:gridCol w="303674">
                  <a:extLst>
                    <a:ext uri="{9D8B030D-6E8A-4147-A177-3AD203B41FA5}">
                      <a16:colId xmlns:a16="http://schemas.microsoft.com/office/drawing/2014/main" val="719799727"/>
                    </a:ext>
                  </a:extLst>
                </a:gridCol>
                <a:gridCol w="303674">
                  <a:extLst>
                    <a:ext uri="{9D8B030D-6E8A-4147-A177-3AD203B41FA5}">
                      <a16:colId xmlns:a16="http://schemas.microsoft.com/office/drawing/2014/main" val="2472506953"/>
                    </a:ext>
                  </a:extLst>
                </a:gridCol>
              </a:tblGrid>
              <a:tr h="334329">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2024-12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2027-11</a:t>
                      </a:r>
                    </a:p>
                  </a:txBody>
                  <a:tcPr marL="6350" marR="6350" marT="6350"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48429">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61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90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121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131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151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161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171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190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253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261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271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273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273</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48429">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60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73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83 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87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102 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109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48429">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44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62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67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76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80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85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89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94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121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131</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48429">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19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21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27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31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38 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377" rtl="0" eaLnBrk="1" fontAlgn="b" latinLnBrk="0" hangingPunct="1"/>
                      <a:r>
                        <a:rPr lang="en-US" sz="900" b="0" i="0" u="none" strike="noStrike" kern="1200">
                          <a:solidFill>
                            <a:srgbClr val="000000"/>
                          </a:solidFill>
                          <a:effectLst/>
                          <a:latin typeface="+mj-lt"/>
                          <a:ea typeface="等线" panose="02010600030101010101" pitchFamily="2" charset="-122"/>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10" name="Rectangle 5">
            <a:extLst>
              <a:ext uri="{FF2B5EF4-FFF2-40B4-BE49-F238E27FC236}">
                <a16:creationId xmlns:a16="http://schemas.microsoft.com/office/drawing/2014/main" id="{A7E531F9-DFFA-8BA6-F4EF-7F5CC2391D67}"/>
              </a:ext>
            </a:extLst>
          </p:cNvPr>
          <p:cNvSpPr/>
          <p:nvPr/>
        </p:nvSpPr>
        <p:spPr>
          <a:xfrm>
            <a:off x="5063180" y="1276748"/>
            <a:ext cx="2065637" cy="1197818"/>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109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38</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 48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 55.81%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 screening = 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3 ETD</a:t>
            </a:r>
          </a:p>
        </p:txBody>
      </p:sp>
    </p:spTree>
    <p:extLst>
      <p:ext uri="{BB962C8B-B14F-4D97-AF65-F5344CB8AC3E}">
        <p14:creationId xmlns:p14="http://schemas.microsoft.com/office/powerpoint/2010/main" val="89586221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76534-D902-F3FF-58B3-3F641558650E}"/>
            </a:ext>
          </a:extLst>
        </p:cNvPr>
        <p:cNvGrpSpPr/>
        <p:nvPr/>
      </p:nvGrpSpPr>
      <p:grpSpPr>
        <a:xfrm>
          <a:off x="0" y="0"/>
          <a:ext cx="0" cy="0"/>
          <a:chOff x="0" y="0"/>
          <a:chExt cx="0" cy="0"/>
        </a:xfrm>
      </p:grpSpPr>
      <p:graphicFrame>
        <p:nvGraphicFramePr>
          <p:cNvPr id="4" name="Chart 6">
            <a:extLst>
              <a:ext uri="{FF2B5EF4-FFF2-40B4-BE49-F238E27FC236}">
                <a16:creationId xmlns:a16="http://schemas.microsoft.com/office/drawing/2014/main" id="{2EEBF079-5BA7-4603-B9F4-BE14B1A1AF0F}"/>
              </a:ext>
            </a:extLst>
          </p:cNvPr>
          <p:cNvGraphicFramePr>
            <a:graphicFrameLocks/>
          </p:cNvGraphicFramePr>
          <p:nvPr/>
        </p:nvGraphicFramePr>
        <p:xfrm>
          <a:off x="-7085" y="627802"/>
          <a:ext cx="12175756" cy="4502152"/>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CE47BE39-45A7-200C-9D02-2CFB5A0C3558}"/>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9E1285CE-905D-CEEC-0731-F42E5C4080D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E81C775C-9FBF-6E9C-D9AD-79E8EA7F0729}"/>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ED6CF9C3-28B9-6AB6-4BE2-1E48E39D28DF}"/>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F1DEEB4B-448E-10A6-821B-1C57991293A8}"/>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ACB7544F-5F27-E514-5324-640B096F234B}"/>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D574E043-E7D0-F0A3-400D-441BE27DCB30}"/>
              </a:ext>
            </a:extLst>
          </p:cNvPr>
          <p:cNvSpPr>
            <a:spLocks noGrp="1"/>
          </p:cNvSpPr>
          <p:nvPr>
            <p:ph type="title"/>
          </p:nvPr>
        </p:nvSpPr>
        <p:spPr>
          <a:xfrm>
            <a:off x="-1" y="257617"/>
            <a:ext cx="12079706" cy="553999"/>
          </a:xfrm>
        </p:spPr>
        <p:txBody>
          <a:bodyPr wrap="square" anchor="t">
            <a:normAutofit/>
          </a:bodyPr>
          <a:lstStyle/>
          <a:p>
            <a:r>
              <a:rPr lang="en-US" altLang="zh-CN" sz="2400"/>
              <a:t>1404-0064 </a:t>
            </a:r>
            <a:r>
              <a:rPr lang="en-US" altLang="zh-CN" sz="2400" err="1"/>
              <a:t>Liverage</a:t>
            </a:r>
            <a:r>
              <a:rPr lang="en-US" altLang="zh-CN" sz="2400" baseline="30000" err="1"/>
              <a:t>TM</a:t>
            </a:r>
            <a:r>
              <a:rPr lang="en-US" altLang="zh-CN" sz="2400"/>
              <a:t> - Cirrhosis dated on 17Apr2026 </a:t>
            </a:r>
            <a:r>
              <a:rPr lang="en-US" altLang="zh-CN" sz="2400" i="1">
                <a:solidFill>
                  <a:srgbClr val="EE6541"/>
                </a:solidFill>
              </a:rPr>
              <a:t>(Taiwan recruitment status)</a:t>
            </a:r>
            <a:endParaRPr lang="en-US" altLang="zh-CN" sz="2400" i="1">
              <a:solidFill>
                <a:srgbClr val="EE6541"/>
              </a:solidFill>
              <a:highlight>
                <a:srgbClr val="FFFF00"/>
              </a:highlight>
            </a:endParaRPr>
          </a:p>
        </p:txBody>
      </p:sp>
      <p:graphicFrame>
        <p:nvGraphicFramePr>
          <p:cNvPr id="2" name="表格 1">
            <a:extLst>
              <a:ext uri="{FF2B5EF4-FFF2-40B4-BE49-F238E27FC236}">
                <a16:creationId xmlns:a16="http://schemas.microsoft.com/office/drawing/2014/main" id="{85F687BC-B253-E34F-2272-1C875C59E141}"/>
              </a:ext>
            </a:extLst>
          </p:cNvPr>
          <p:cNvGraphicFramePr>
            <a:graphicFrameLocks noGrp="1"/>
          </p:cNvGraphicFramePr>
          <p:nvPr/>
        </p:nvGraphicFramePr>
        <p:xfrm>
          <a:off x="16244" y="5129954"/>
          <a:ext cx="12175755" cy="1728045"/>
        </p:xfrm>
        <a:graphic>
          <a:graphicData uri="http://schemas.openxmlformats.org/drawingml/2006/table">
            <a:tbl>
              <a:tblPr>
                <a:tableStyleId>{9D7B26C5-4107-4FEC-AEDC-1716B250A1EF}</a:tableStyleId>
              </a:tblPr>
              <a:tblGrid>
                <a:gridCol w="830408">
                  <a:extLst>
                    <a:ext uri="{9D8B030D-6E8A-4147-A177-3AD203B41FA5}">
                      <a16:colId xmlns:a16="http://schemas.microsoft.com/office/drawing/2014/main" val="3473625976"/>
                    </a:ext>
                  </a:extLst>
                </a:gridCol>
                <a:gridCol w="333628">
                  <a:extLst>
                    <a:ext uri="{9D8B030D-6E8A-4147-A177-3AD203B41FA5}">
                      <a16:colId xmlns:a16="http://schemas.microsoft.com/office/drawing/2014/main" val="2511394184"/>
                    </a:ext>
                  </a:extLst>
                </a:gridCol>
                <a:gridCol w="305827">
                  <a:extLst>
                    <a:ext uri="{9D8B030D-6E8A-4147-A177-3AD203B41FA5}">
                      <a16:colId xmlns:a16="http://schemas.microsoft.com/office/drawing/2014/main" val="1006931387"/>
                    </a:ext>
                  </a:extLst>
                </a:gridCol>
                <a:gridCol w="319728">
                  <a:extLst>
                    <a:ext uri="{9D8B030D-6E8A-4147-A177-3AD203B41FA5}">
                      <a16:colId xmlns:a16="http://schemas.microsoft.com/office/drawing/2014/main" val="1580186530"/>
                    </a:ext>
                  </a:extLst>
                </a:gridCol>
                <a:gridCol w="319728">
                  <a:extLst>
                    <a:ext uri="{9D8B030D-6E8A-4147-A177-3AD203B41FA5}">
                      <a16:colId xmlns:a16="http://schemas.microsoft.com/office/drawing/2014/main" val="2077854728"/>
                    </a:ext>
                  </a:extLst>
                </a:gridCol>
                <a:gridCol w="305827">
                  <a:extLst>
                    <a:ext uri="{9D8B030D-6E8A-4147-A177-3AD203B41FA5}">
                      <a16:colId xmlns:a16="http://schemas.microsoft.com/office/drawing/2014/main" val="1923209731"/>
                    </a:ext>
                  </a:extLst>
                </a:gridCol>
                <a:gridCol w="305827">
                  <a:extLst>
                    <a:ext uri="{9D8B030D-6E8A-4147-A177-3AD203B41FA5}">
                      <a16:colId xmlns:a16="http://schemas.microsoft.com/office/drawing/2014/main" val="1904945596"/>
                    </a:ext>
                  </a:extLst>
                </a:gridCol>
                <a:gridCol w="305827">
                  <a:extLst>
                    <a:ext uri="{9D8B030D-6E8A-4147-A177-3AD203B41FA5}">
                      <a16:colId xmlns:a16="http://schemas.microsoft.com/office/drawing/2014/main" val="3832727492"/>
                    </a:ext>
                  </a:extLst>
                </a:gridCol>
                <a:gridCol w="305827">
                  <a:extLst>
                    <a:ext uri="{9D8B030D-6E8A-4147-A177-3AD203B41FA5}">
                      <a16:colId xmlns:a16="http://schemas.microsoft.com/office/drawing/2014/main" val="3120066975"/>
                    </a:ext>
                  </a:extLst>
                </a:gridCol>
                <a:gridCol w="319727">
                  <a:extLst>
                    <a:ext uri="{9D8B030D-6E8A-4147-A177-3AD203B41FA5}">
                      <a16:colId xmlns:a16="http://schemas.microsoft.com/office/drawing/2014/main" val="3924652231"/>
                    </a:ext>
                  </a:extLst>
                </a:gridCol>
                <a:gridCol w="333628">
                  <a:extLst>
                    <a:ext uri="{9D8B030D-6E8A-4147-A177-3AD203B41FA5}">
                      <a16:colId xmlns:a16="http://schemas.microsoft.com/office/drawing/2014/main" val="139508724"/>
                    </a:ext>
                  </a:extLst>
                </a:gridCol>
                <a:gridCol w="362175">
                  <a:extLst>
                    <a:ext uri="{9D8B030D-6E8A-4147-A177-3AD203B41FA5}">
                      <a16:colId xmlns:a16="http://schemas.microsoft.com/office/drawing/2014/main" val="1582784343"/>
                    </a:ext>
                  </a:extLst>
                </a:gridCol>
                <a:gridCol w="305827">
                  <a:extLst>
                    <a:ext uri="{9D8B030D-6E8A-4147-A177-3AD203B41FA5}">
                      <a16:colId xmlns:a16="http://schemas.microsoft.com/office/drawing/2014/main" val="4187133416"/>
                    </a:ext>
                  </a:extLst>
                </a:gridCol>
                <a:gridCol w="333628">
                  <a:extLst>
                    <a:ext uri="{9D8B030D-6E8A-4147-A177-3AD203B41FA5}">
                      <a16:colId xmlns:a16="http://schemas.microsoft.com/office/drawing/2014/main" val="3581936348"/>
                    </a:ext>
                  </a:extLst>
                </a:gridCol>
                <a:gridCol w="305827">
                  <a:extLst>
                    <a:ext uri="{9D8B030D-6E8A-4147-A177-3AD203B41FA5}">
                      <a16:colId xmlns:a16="http://schemas.microsoft.com/office/drawing/2014/main" val="2530529000"/>
                    </a:ext>
                  </a:extLst>
                </a:gridCol>
                <a:gridCol w="319728">
                  <a:extLst>
                    <a:ext uri="{9D8B030D-6E8A-4147-A177-3AD203B41FA5}">
                      <a16:colId xmlns:a16="http://schemas.microsoft.com/office/drawing/2014/main" val="3846253994"/>
                    </a:ext>
                  </a:extLst>
                </a:gridCol>
                <a:gridCol w="333628">
                  <a:extLst>
                    <a:ext uri="{9D8B030D-6E8A-4147-A177-3AD203B41FA5}">
                      <a16:colId xmlns:a16="http://schemas.microsoft.com/office/drawing/2014/main" val="420172467"/>
                    </a:ext>
                  </a:extLst>
                </a:gridCol>
                <a:gridCol w="319728">
                  <a:extLst>
                    <a:ext uri="{9D8B030D-6E8A-4147-A177-3AD203B41FA5}">
                      <a16:colId xmlns:a16="http://schemas.microsoft.com/office/drawing/2014/main" val="2349683200"/>
                    </a:ext>
                  </a:extLst>
                </a:gridCol>
                <a:gridCol w="305827">
                  <a:extLst>
                    <a:ext uri="{9D8B030D-6E8A-4147-A177-3AD203B41FA5}">
                      <a16:colId xmlns:a16="http://schemas.microsoft.com/office/drawing/2014/main" val="232587003"/>
                    </a:ext>
                  </a:extLst>
                </a:gridCol>
                <a:gridCol w="319728">
                  <a:extLst>
                    <a:ext uri="{9D8B030D-6E8A-4147-A177-3AD203B41FA5}">
                      <a16:colId xmlns:a16="http://schemas.microsoft.com/office/drawing/2014/main" val="3893228783"/>
                    </a:ext>
                  </a:extLst>
                </a:gridCol>
                <a:gridCol w="333627">
                  <a:extLst>
                    <a:ext uri="{9D8B030D-6E8A-4147-A177-3AD203B41FA5}">
                      <a16:colId xmlns:a16="http://schemas.microsoft.com/office/drawing/2014/main" val="1810682300"/>
                    </a:ext>
                  </a:extLst>
                </a:gridCol>
                <a:gridCol w="305827">
                  <a:extLst>
                    <a:ext uri="{9D8B030D-6E8A-4147-A177-3AD203B41FA5}">
                      <a16:colId xmlns:a16="http://schemas.microsoft.com/office/drawing/2014/main" val="3264639981"/>
                    </a:ext>
                  </a:extLst>
                </a:gridCol>
                <a:gridCol w="333628">
                  <a:extLst>
                    <a:ext uri="{9D8B030D-6E8A-4147-A177-3AD203B41FA5}">
                      <a16:colId xmlns:a16="http://schemas.microsoft.com/office/drawing/2014/main" val="3250103509"/>
                    </a:ext>
                  </a:extLst>
                </a:gridCol>
                <a:gridCol w="319728">
                  <a:extLst>
                    <a:ext uri="{9D8B030D-6E8A-4147-A177-3AD203B41FA5}">
                      <a16:colId xmlns:a16="http://schemas.microsoft.com/office/drawing/2014/main" val="3103740402"/>
                    </a:ext>
                  </a:extLst>
                </a:gridCol>
                <a:gridCol w="333627">
                  <a:extLst>
                    <a:ext uri="{9D8B030D-6E8A-4147-A177-3AD203B41FA5}">
                      <a16:colId xmlns:a16="http://schemas.microsoft.com/office/drawing/2014/main" val="1005031145"/>
                    </a:ext>
                  </a:extLst>
                </a:gridCol>
                <a:gridCol w="305827">
                  <a:extLst>
                    <a:ext uri="{9D8B030D-6E8A-4147-A177-3AD203B41FA5}">
                      <a16:colId xmlns:a16="http://schemas.microsoft.com/office/drawing/2014/main" val="3319657863"/>
                    </a:ext>
                  </a:extLst>
                </a:gridCol>
                <a:gridCol w="305827">
                  <a:extLst>
                    <a:ext uri="{9D8B030D-6E8A-4147-A177-3AD203B41FA5}">
                      <a16:colId xmlns:a16="http://schemas.microsoft.com/office/drawing/2014/main" val="3302328897"/>
                    </a:ext>
                  </a:extLst>
                </a:gridCol>
                <a:gridCol w="312520">
                  <a:extLst>
                    <a:ext uri="{9D8B030D-6E8A-4147-A177-3AD203B41FA5}">
                      <a16:colId xmlns:a16="http://schemas.microsoft.com/office/drawing/2014/main" val="2493887247"/>
                    </a:ext>
                  </a:extLst>
                </a:gridCol>
                <a:gridCol w="303674">
                  <a:extLst>
                    <a:ext uri="{9D8B030D-6E8A-4147-A177-3AD203B41FA5}">
                      <a16:colId xmlns:a16="http://schemas.microsoft.com/office/drawing/2014/main" val="2446705051"/>
                    </a:ext>
                  </a:extLst>
                </a:gridCol>
                <a:gridCol w="303674">
                  <a:extLst>
                    <a:ext uri="{9D8B030D-6E8A-4147-A177-3AD203B41FA5}">
                      <a16:colId xmlns:a16="http://schemas.microsoft.com/office/drawing/2014/main" val="763452771"/>
                    </a:ext>
                  </a:extLst>
                </a:gridCol>
                <a:gridCol w="303674">
                  <a:extLst>
                    <a:ext uri="{9D8B030D-6E8A-4147-A177-3AD203B41FA5}">
                      <a16:colId xmlns:a16="http://schemas.microsoft.com/office/drawing/2014/main" val="874251783"/>
                    </a:ext>
                  </a:extLst>
                </a:gridCol>
                <a:gridCol w="303674">
                  <a:extLst>
                    <a:ext uri="{9D8B030D-6E8A-4147-A177-3AD203B41FA5}">
                      <a16:colId xmlns:a16="http://schemas.microsoft.com/office/drawing/2014/main" val="198856291"/>
                    </a:ext>
                  </a:extLst>
                </a:gridCol>
                <a:gridCol w="303674">
                  <a:extLst>
                    <a:ext uri="{9D8B030D-6E8A-4147-A177-3AD203B41FA5}">
                      <a16:colId xmlns:a16="http://schemas.microsoft.com/office/drawing/2014/main" val="3673208732"/>
                    </a:ext>
                  </a:extLst>
                </a:gridCol>
                <a:gridCol w="303674">
                  <a:extLst>
                    <a:ext uri="{9D8B030D-6E8A-4147-A177-3AD203B41FA5}">
                      <a16:colId xmlns:a16="http://schemas.microsoft.com/office/drawing/2014/main" val="1588515511"/>
                    </a:ext>
                  </a:extLst>
                </a:gridCol>
                <a:gridCol w="303674">
                  <a:extLst>
                    <a:ext uri="{9D8B030D-6E8A-4147-A177-3AD203B41FA5}">
                      <a16:colId xmlns:a16="http://schemas.microsoft.com/office/drawing/2014/main" val="691115312"/>
                    </a:ext>
                  </a:extLst>
                </a:gridCol>
                <a:gridCol w="303674">
                  <a:extLst>
                    <a:ext uri="{9D8B030D-6E8A-4147-A177-3AD203B41FA5}">
                      <a16:colId xmlns:a16="http://schemas.microsoft.com/office/drawing/2014/main" val="719799727"/>
                    </a:ext>
                  </a:extLst>
                </a:gridCol>
                <a:gridCol w="303674">
                  <a:extLst>
                    <a:ext uri="{9D8B030D-6E8A-4147-A177-3AD203B41FA5}">
                      <a16:colId xmlns:a16="http://schemas.microsoft.com/office/drawing/2014/main" val="2472506953"/>
                    </a:ext>
                  </a:extLst>
                </a:gridCol>
              </a:tblGrid>
              <a:tr h="334329">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2024-12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2027-11</a:t>
                      </a:r>
                    </a:p>
                  </a:txBody>
                  <a:tcPr marL="6350" marR="6350" marT="6350"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48429">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52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53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58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66</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48429">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20 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28 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29 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48429">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19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29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b" latinLnBrk="0" hangingPunct="1"/>
                      <a:r>
                        <a:rPr lang="en-US" sz="1000" b="0" i="0" u="none" strike="noStrike" kern="1200">
                          <a:solidFill>
                            <a:srgbClr val="000000"/>
                          </a:solidFill>
                          <a:effectLst/>
                          <a:latin typeface="Boehringer Forward Text" panose="02000500000000020000" pitchFamily="2" charset="0"/>
                          <a:ea typeface="+mn-ea"/>
                          <a:cs typeface="+mn-cs"/>
                        </a:rPr>
                        <a:t>33</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48429">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r>
                        <a:rPr lang="en-US" sz="1000" b="0" i="0" u="none" strike="noStrike">
                          <a:solidFill>
                            <a:srgbClr val="000000"/>
                          </a:solidFill>
                          <a:effectLst/>
                          <a:latin typeface="Boehringer Forward Text" panose="02000500000000020000" pitchFamily="2" charset="0"/>
                        </a:rPr>
                        <a:t> 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8 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000" b="0" i="0" u="none" strike="noStrike">
                          <a:solidFill>
                            <a:srgbClr val="000000"/>
                          </a:solidFill>
                          <a:effectLst/>
                          <a:latin typeface="Boehringer Forward Text" panose="02000500000000020000" pitchFamily="2"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10" name="Rectangle 5">
            <a:extLst>
              <a:ext uri="{FF2B5EF4-FFF2-40B4-BE49-F238E27FC236}">
                <a16:creationId xmlns:a16="http://schemas.microsoft.com/office/drawing/2014/main" id="{F6FCB5FB-B5B1-CA90-A7AE-D476B3C48420}"/>
              </a:ext>
            </a:extLst>
          </p:cNvPr>
          <p:cNvSpPr/>
          <p:nvPr/>
        </p:nvSpPr>
        <p:spPr>
          <a:xfrm>
            <a:off x="5007033" y="1838686"/>
            <a:ext cx="2065637" cy="939419"/>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29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8</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 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SFR=63.64%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 screening = 7</a:t>
            </a:r>
          </a:p>
        </p:txBody>
      </p:sp>
    </p:spTree>
    <p:extLst>
      <p:ext uri="{BB962C8B-B14F-4D97-AF65-F5344CB8AC3E}">
        <p14:creationId xmlns:p14="http://schemas.microsoft.com/office/powerpoint/2010/main" val="423235129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5A5EA2-29CF-2A0E-E4DC-D8658091209E}"/>
            </a:ext>
          </a:extLst>
        </p:cNvPr>
        <p:cNvGrpSpPr/>
        <p:nvPr/>
      </p:nvGrpSpPr>
      <p:grpSpPr>
        <a:xfrm>
          <a:off x="0" y="0"/>
          <a:ext cx="0" cy="0"/>
          <a:chOff x="0" y="0"/>
          <a:chExt cx="0" cy="0"/>
        </a:xfrm>
      </p:grpSpPr>
      <p:graphicFrame>
        <p:nvGraphicFramePr>
          <p:cNvPr id="4" name="Chart 6">
            <a:extLst>
              <a:ext uri="{FF2B5EF4-FFF2-40B4-BE49-F238E27FC236}">
                <a16:creationId xmlns:a16="http://schemas.microsoft.com/office/drawing/2014/main" id="{D5FF55D1-B27F-4859-969B-7B4F2EA0433C}"/>
              </a:ext>
            </a:extLst>
          </p:cNvPr>
          <p:cNvGraphicFramePr>
            <a:graphicFrameLocks/>
          </p:cNvGraphicFramePr>
          <p:nvPr/>
        </p:nvGraphicFramePr>
        <p:xfrm>
          <a:off x="-2" y="627802"/>
          <a:ext cx="12192001" cy="4502152"/>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0A61ECA2-C305-3170-F755-29354FD5C0EE}"/>
              </a:ext>
            </a:extLst>
          </p:cNvPr>
          <p:cNvSpPr txBox="1"/>
          <p:nvPr/>
        </p:nvSpPr>
        <p:spPr bwMode="gray">
          <a:xfrm>
            <a:off x="2179476" y="6153150"/>
            <a:ext cx="1661049"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Clinical Development</a:t>
            </a:r>
            <a:b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br>
            <a:r>
              <a:rPr kumimoji="0" lang="en-US" sz="1200" b="0" i="0" u="none" strike="noStrike" kern="1200" cap="none" spc="0" normalizeH="0" baseline="0" noProof="0">
                <a:ln>
                  <a:noFill/>
                </a:ln>
                <a:solidFill>
                  <a:srgbClr val="08312A"/>
                </a:solidFill>
                <a:effectLst/>
                <a:uLnTx/>
                <a:uFillTx/>
                <a:latin typeface="Boehringer Forward Head"/>
                <a:ea typeface="Meiryo UI"/>
                <a:cs typeface="+mn-cs"/>
              </a:rPr>
              <a:t>and Operations</a:t>
            </a:r>
            <a:endParaRPr kumimoji="0" lang="en-IN" sz="1200" b="0" i="0" u="none" strike="noStrike" kern="1200" cap="none" spc="0" normalizeH="0" baseline="0" noProof="0">
              <a:ln>
                <a:noFill/>
              </a:ln>
              <a:solidFill>
                <a:srgbClr val="08312A"/>
              </a:solidFill>
              <a:effectLst/>
              <a:uLnTx/>
              <a:uFillTx/>
              <a:latin typeface="Boehringer Forward Head"/>
              <a:ea typeface="Meiryo UI"/>
              <a:cs typeface="+mn-cs"/>
            </a:endParaRPr>
          </a:p>
        </p:txBody>
      </p:sp>
      <p:pic>
        <p:nvPicPr>
          <p:cNvPr id="7" name="Grafik 18">
            <a:extLst>
              <a:ext uri="{FF2B5EF4-FFF2-40B4-BE49-F238E27FC236}">
                <a16:creationId xmlns:a16="http://schemas.microsoft.com/office/drawing/2014/main" id="{A51F75A6-9E81-FA99-F007-AC920AC94EF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F0D31F3F-E2FE-4649-A123-08D52874E2FA}"/>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32EAA189-EEB7-DA87-AE10-34146E99B413}"/>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IN" sz="2500" b="1" i="0" u="none" strike="noStrike" kern="1200" cap="none" spc="0" normalizeH="0" baseline="0" noProof="0">
              <a:ln>
                <a:noFill/>
              </a:ln>
              <a:solidFill>
                <a:srgbClr val="08312A"/>
              </a:solidFill>
              <a:effectLst/>
              <a:uLnTx/>
              <a:uFillTx/>
              <a:latin typeface="Boehringer Forward Head"/>
              <a:ea typeface="Meiryo UI"/>
              <a:cs typeface="+mj-cs"/>
            </a:endParaRPr>
          </a:p>
        </p:txBody>
      </p:sp>
      <p:sp>
        <p:nvSpPr>
          <p:cNvPr id="16" name="Footer Placeholder 8">
            <a:extLst>
              <a:ext uri="{FF2B5EF4-FFF2-40B4-BE49-F238E27FC236}">
                <a16:creationId xmlns:a16="http://schemas.microsoft.com/office/drawing/2014/main" id="{BCE6EC93-9941-6E30-222F-9AC55A177086}"/>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eiryo UI"/>
                <a:cs typeface="+mn-cs"/>
              </a:rPr>
              <a:t>CD&amp;O Template    |    ONLY FOR INTERNAL USE</a:t>
            </a:r>
          </a:p>
        </p:txBody>
      </p:sp>
      <p:sp>
        <p:nvSpPr>
          <p:cNvPr id="17" name="Slide Number Placeholder 9">
            <a:extLst>
              <a:ext uri="{FF2B5EF4-FFF2-40B4-BE49-F238E27FC236}">
                <a16:creationId xmlns:a16="http://schemas.microsoft.com/office/drawing/2014/main" id="{30987D08-0A1B-3601-529E-15C28CD743CF}"/>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eiryo UI"/>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800" b="0" i="0" u="none" strike="noStrike" kern="1200" cap="none" spc="0" normalizeH="0" baseline="0" noProof="0">
              <a:ln>
                <a:noFill/>
              </a:ln>
              <a:solidFill>
                <a:srgbClr val="08312A"/>
              </a:solidFill>
              <a:effectLst/>
              <a:uLnTx/>
              <a:uFillTx/>
              <a:latin typeface="Boehringer Forward Text"/>
              <a:ea typeface="Meiryo UI"/>
              <a:cs typeface="+mn-cs"/>
            </a:endParaRPr>
          </a:p>
        </p:txBody>
      </p:sp>
      <p:sp>
        <p:nvSpPr>
          <p:cNvPr id="23" name="标题 2">
            <a:extLst>
              <a:ext uri="{FF2B5EF4-FFF2-40B4-BE49-F238E27FC236}">
                <a16:creationId xmlns:a16="http://schemas.microsoft.com/office/drawing/2014/main" id="{31B1F1FF-7A02-49DF-5657-8865134D23F1}"/>
              </a:ext>
            </a:extLst>
          </p:cNvPr>
          <p:cNvSpPr>
            <a:spLocks noGrp="1"/>
          </p:cNvSpPr>
          <p:nvPr>
            <p:ph type="title"/>
          </p:nvPr>
        </p:nvSpPr>
        <p:spPr>
          <a:xfrm>
            <a:off x="-1" y="257617"/>
            <a:ext cx="12079706" cy="553999"/>
          </a:xfrm>
        </p:spPr>
        <p:txBody>
          <a:bodyPr wrap="square" anchor="t">
            <a:normAutofit fontScale="90000"/>
          </a:bodyPr>
          <a:lstStyle/>
          <a:p>
            <a:r>
              <a:rPr lang="en-US" altLang="zh-CN" sz="2400"/>
              <a:t>1404-0064 </a:t>
            </a:r>
            <a:r>
              <a:rPr lang="en-US" altLang="zh-CN" sz="2400" err="1"/>
              <a:t>Liverage</a:t>
            </a:r>
            <a:r>
              <a:rPr lang="en-US" altLang="zh-CN" sz="2400" baseline="30000" err="1"/>
              <a:t>TM</a:t>
            </a:r>
            <a:r>
              <a:rPr lang="en-US" altLang="zh-CN" sz="2400"/>
              <a:t> - Cirrhosis dated on 17Apr2026 </a:t>
            </a:r>
            <a:r>
              <a:rPr lang="en-US" altLang="zh-CN" sz="2400" i="1">
                <a:solidFill>
                  <a:srgbClr val="EE6541"/>
                </a:solidFill>
              </a:rPr>
              <a:t>(Hong Kong recruitment status)</a:t>
            </a:r>
            <a:endParaRPr lang="en-US" altLang="zh-CN" sz="2400" i="1">
              <a:solidFill>
                <a:srgbClr val="EE6541"/>
              </a:solidFill>
              <a:highlight>
                <a:srgbClr val="FFFF00"/>
              </a:highlight>
            </a:endParaRPr>
          </a:p>
        </p:txBody>
      </p:sp>
      <p:graphicFrame>
        <p:nvGraphicFramePr>
          <p:cNvPr id="2" name="表格 1">
            <a:extLst>
              <a:ext uri="{FF2B5EF4-FFF2-40B4-BE49-F238E27FC236}">
                <a16:creationId xmlns:a16="http://schemas.microsoft.com/office/drawing/2014/main" id="{DBC61595-F1D2-8ED3-5AED-A04C7F1923B5}"/>
              </a:ext>
            </a:extLst>
          </p:cNvPr>
          <p:cNvGraphicFramePr>
            <a:graphicFrameLocks noGrp="1"/>
          </p:cNvGraphicFramePr>
          <p:nvPr/>
        </p:nvGraphicFramePr>
        <p:xfrm>
          <a:off x="16244" y="5129954"/>
          <a:ext cx="12175755" cy="1728045"/>
        </p:xfrm>
        <a:graphic>
          <a:graphicData uri="http://schemas.openxmlformats.org/drawingml/2006/table">
            <a:tbl>
              <a:tblPr>
                <a:tableStyleId>{9D7B26C5-4107-4FEC-AEDC-1716B250A1EF}</a:tableStyleId>
              </a:tblPr>
              <a:tblGrid>
                <a:gridCol w="830408">
                  <a:extLst>
                    <a:ext uri="{9D8B030D-6E8A-4147-A177-3AD203B41FA5}">
                      <a16:colId xmlns:a16="http://schemas.microsoft.com/office/drawing/2014/main" val="3473625976"/>
                    </a:ext>
                  </a:extLst>
                </a:gridCol>
                <a:gridCol w="333628">
                  <a:extLst>
                    <a:ext uri="{9D8B030D-6E8A-4147-A177-3AD203B41FA5}">
                      <a16:colId xmlns:a16="http://schemas.microsoft.com/office/drawing/2014/main" val="2511394184"/>
                    </a:ext>
                  </a:extLst>
                </a:gridCol>
                <a:gridCol w="305827">
                  <a:extLst>
                    <a:ext uri="{9D8B030D-6E8A-4147-A177-3AD203B41FA5}">
                      <a16:colId xmlns:a16="http://schemas.microsoft.com/office/drawing/2014/main" val="1006931387"/>
                    </a:ext>
                  </a:extLst>
                </a:gridCol>
                <a:gridCol w="319728">
                  <a:extLst>
                    <a:ext uri="{9D8B030D-6E8A-4147-A177-3AD203B41FA5}">
                      <a16:colId xmlns:a16="http://schemas.microsoft.com/office/drawing/2014/main" val="1580186530"/>
                    </a:ext>
                  </a:extLst>
                </a:gridCol>
                <a:gridCol w="319728">
                  <a:extLst>
                    <a:ext uri="{9D8B030D-6E8A-4147-A177-3AD203B41FA5}">
                      <a16:colId xmlns:a16="http://schemas.microsoft.com/office/drawing/2014/main" val="2077854728"/>
                    </a:ext>
                  </a:extLst>
                </a:gridCol>
                <a:gridCol w="305827">
                  <a:extLst>
                    <a:ext uri="{9D8B030D-6E8A-4147-A177-3AD203B41FA5}">
                      <a16:colId xmlns:a16="http://schemas.microsoft.com/office/drawing/2014/main" val="1923209731"/>
                    </a:ext>
                  </a:extLst>
                </a:gridCol>
                <a:gridCol w="305827">
                  <a:extLst>
                    <a:ext uri="{9D8B030D-6E8A-4147-A177-3AD203B41FA5}">
                      <a16:colId xmlns:a16="http://schemas.microsoft.com/office/drawing/2014/main" val="1904945596"/>
                    </a:ext>
                  </a:extLst>
                </a:gridCol>
                <a:gridCol w="305827">
                  <a:extLst>
                    <a:ext uri="{9D8B030D-6E8A-4147-A177-3AD203B41FA5}">
                      <a16:colId xmlns:a16="http://schemas.microsoft.com/office/drawing/2014/main" val="3832727492"/>
                    </a:ext>
                  </a:extLst>
                </a:gridCol>
                <a:gridCol w="305827">
                  <a:extLst>
                    <a:ext uri="{9D8B030D-6E8A-4147-A177-3AD203B41FA5}">
                      <a16:colId xmlns:a16="http://schemas.microsoft.com/office/drawing/2014/main" val="3120066975"/>
                    </a:ext>
                  </a:extLst>
                </a:gridCol>
                <a:gridCol w="319727">
                  <a:extLst>
                    <a:ext uri="{9D8B030D-6E8A-4147-A177-3AD203B41FA5}">
                      <a16:colId xmlns:a16="http://schemas.microsoft.com/office/drawing/2014/main" val="3924652231"/>
                    </a:ext>
                  </a:extLst>
                </a:gridCol>
                <a:gridCol w="333628">
                  <a:extLst>
                    <a:ext uri="{9D8B030D-6E8A-4147-A177-3AD203B41FA5}">
                      <a16:colId xmlns:a16="http://schemas.microsoft.com/office/drawing/2014/main" val="139508724"/>
                    </a:ext>
                  </a:extLst>
                </a:gridCol>
                <a:gridCol w="362175">
                  <a:extLst>
                    <a:ext uri="{9D8B030D-6E8A-4147-A177-3AD203B41FA5}">
                      <a16:colId xmlns:a16="http://schemas.microsoft.com/office/drawing/2014/main" val="1582784343"/>
                    </a:ext>
                  </a:extLst>
                </a:gridCol>
                <a:gridCol w="305827">
                  <a:extLst>
                    <a:ext uri="{9D8B030D-6E8A-4147-A177-3AD203B41FA5}">
                      <a16:colId xmlns:a16="http://schemas.microsoft.com/office/drawing/2014/main" val="4187133416"/>
                    </a:ext>
                  </a:extLst>
                </a:gridCol>
                <a:gridCol w="333628">
                  <a:extLst>
                    <a:ext uri="{9D8B030D-6E8A-4147-A177-3AD203B41FA5}">
                      <a16:colId xmlns:a16="http://schemas.microsoft.com/office/drawing/2014/main" val="3581936348"/>
                    </a:ext>
                  </a:extLst>
                </a:gridCol>
                <a:gridCol w="305827">
                  <a:extLst>
                    <a:ext uri="{9D8B030D-6E8A-4147-A177-3AD203B41FA5}">
                      <a16:colId xmlns:a16="http://schemas.microsoft.com/office/drawing/2014/main" val="2530529000"/>
                    </a:ext>
                  </a:extLst>
                </a:gridCol>
                <a:gridCol w="319728">
                  <a:extLst>
                    <a:ext uri="{9D8B030D-6E8A-4147-A177-3AD203B41FA5}">
                      <a16:colId xmlns:a16="http://schemas.microsoft.com/office/drawing/2014/main" val="3846253994"/>
                    </a:ext>
                  </a:extLst>
                </a:gridCol>
                <a:gridCol w="333628">
                  <a:extLst>
                    <a:ext uri="{9D8B030D-6E8A-4147-A177-3AD203B41FA5}">
                      <a16:colId xmlns:a16="http://schemas.microsoft.com/office/drawing/2014/main" val="420172467"/>
                    </a:ext>
                  </a:extLst>
                </a:gridCol>
                <a:gridCol w="319728">
                  <a:extLst>
                    <a:ext uri="{9D8B030D-6E8A-4147-A177-3AD203B41FA5}">
                      <a16:colId xmlns:a16="http://schemas.microsoft.com/office/drawing/2014/main" val="2349683200"/>
                    </a:ext>
                  </a:extLst>
                </a:gridCol>
                <a:gridCol w="305827">
                  <a:extLst>
                    <a:ext uri="{9D8B030D-6E8A-4147-A177-3AD203B41FA5}">
                      <a16:colId xmlns:a16="http://schemas.microsoft.com/office/drawing/2014/main" val="232587003"/>
                    </a:ext>
                  </a:extLst>
                </a:gridCol>
                <a:gridCol w="319728">
                  <a:extLst>
                    <a:ext uri="{9D8B030D-6E8A-4147-A177-3AD203B41FA5}">
                      <a16:colId xmlns:a16="http://schemas.microsoft.com/office/drawing/2014/main" val="3893228783"/>
                    </a:ext>
                  </a:extLst>
                </a:gridCol>
                <a:gridCol w="333627">
                  <a:extLst>
                    <a:ext uri="{9D8B030D-6E8A-4147-A177-3AD203B41FA5}">
                      <a16:colId xmlns:a16="http://schemas.microsoft.com/office/drawing/2014/main" val="1810682300"/>
                    </a:ext>
                  </a:extLst>
                </a:gridCol>
                <a:gridCol w="305827">
                  <a:extLst>
                    <a:ext uri="{9D8B030D-6E8A-4147-A177-3AD203B41FA5}">
                      <a16:colId xmlns:a16="http://schemas.microsoft.com/office/drawing/2014/main" val="3264639981"/>
                    </a:ext>
                  </a:extLst>
                </a:gridCol>
                <a:gridCol w="333628">
                  <a:extLst>
                    <a:ext uri="{9D8B030D-6E8A-4147-A177-3AD203B41FA5}">
                      <a16:colId xmlns:a16="http://schemas.microsoft.com/office/drawing/2014/main" val="3250103509"/>
                    </a:ext>
                  </a:extLst>
                </a:gridCol>
                <a:gridCol w="319728">
                  <a:extLst>
                    <a:ext uri="{9D8B030D-6E8A-4147-A177-3AD203B41FA5}">
                      <a16:colId xmlns:a16="http://schemas.microsoft.com/office/drawing/2014/main" val="3103740402"/>
                    </a:ext>
                  </a:extLst>
                </a:gridCol>
                <a:gridCol w="333627">
                  <a:extLst>
                    <a:ext uri="{9D8B030D-6E8A-4147-A177-3AD203B41FA5}">
                      <a16:colId xmlns:a16="http://schemas.microsoft.com/office/drawing/2014/main" val="1005031145"/>
                    </a:ext>
                  </a:extLst>
                </a:gridCol>
                <a:gridCol w="305827">
                  <a:extLst>
                    <a:ext uri="{9D8B030D-6E8A-4147-A177-3AD203B41FA5}">
                      <a16:colId xmlns:a16="http://schemas.microsoft.com/office/drawing/2014/main" val="3319657863"/>
                    </a:ext>
                  </a:extLst>
                </a:gridCol>
                <a:gridCol w="305827">
                  <a:extLst>
                    <a:ext uri="{9D8B030D-6E8A-4147-A177-3AD203B41FA5}">
                      <a16:colId xmlns:a16="http://schemas.microsoft.com/office/drawing/2014/main" val="3302328897"/>
                    </a:ext>
                  </a:extLst>
                </a:gridCol>
                <a:gridCol w="312520">
                  <a:extLst>
                    <a:ext uri="{9D8B030D-6E8A-4147-A177-3AD203B41FA5}">
                      <a16:colId xmlns:a16="http://schemas.microsoft.com/office/drawing/2014/main" val="2493887247"/>
                    </a:ext>
                  </a:extLst>
                </a:gridCol>
                <a:gridCol w="303674">
                  <a:extLst>
                    <a:ext uri="{9D8B030D-6E8A-4147-A177-3AD203B41FA5}">
                      <a16:colId xmlns:a16="http://schemas.microsoft.com/office/drawing/2014/main" val="2446705051"/>
                    </a:ext>
                  </a:extLst>
                </a:gridCol>
                <a:gridCol w="303674">
                  <a:extLst>
                    <a:ext uri="{9D8B030D-6E8A-4147-A177-3AD203B41FA5}">
                      <a16:colId xmlns:a16="http://schemas.microsoft.com/office/drawing/2014/main" val="763452771"/>
                    </a:ext>
                  </a:extLst>
                </a:gridCol>
                <a:gridCol w="303674">
                  <a:extLst>
                    <a:ext uri="{9D8B030D-6E8A-4147-A177-3AD203B41FA5}">
                      <a16:colId xmlns:a16="http://schemas.microsoft.com/office/drawing/2014/main" val="874251783"/>
                    </a:ext>
                  </a:extLst>
                </a:gridCol>
                <a:gridCol w="303674">
                  <a:extLst>
                    <a:ext uri="{9D8B030D-6E8A-4147-A177-3AD203B41FA5}">
                      <a16:colId xmlns:a16="http://schemas.microsoft.com/office/drawing/2014/main" val="198856291"/>
                    </a:ext>
                  </a:extLst>
                </a:gridCol>
                <a:gridCol w="303674">
                  <a:extLst>
                    <a:ext uri="{9D8B030D-6E8A-4147-A177-3AD203B41FA5}">
                      <a16:colId xmlns:a16="http://schemas.microsoft.com/office/drawing/2014/main" val="3673208732"/>
                    </a:ext>
                  </a:extLst>
                </a:gridCol>
                <a:gridCol w="303674">
                  <a:extLst>
                    <a:ext uri="{9D8B030D-6E8A-4147-A177-3AD203B41FA5}">
                      <a16:colId xmlns:a16="http://schemas.microsoft.com/office/drawing/2014/main" val="1588515511"/>
                    </a:ext>
                  </a:extLst>
                </a:gridCol>
                <a:gridCol w="303674">
                  <a:extLst>
                    <a:ext uri="{9D8B030D-6E8A-4147-A177-3AD203B41FA5}">
                      <a16:colId xmlns:a16="http://schemas.microsoft.com/office/drawing/2014/main" val="691115312"/>
                    </a:ext>
                  </a:extLst>
                </a:gridCol>
                <a:gridCol w="303674">
                  <a:extLst>
                    <a:ext uri="{9D8B030D-6E8A-4147-A177-3AD203B41FA5}">
                      <a16:colId xmlns:a16="http://schemas.microsoft.com/office/drawing/2014/main" val="719799727"/>
                    </a:ext>
                  </a:extLst>
                </a:gridCol>
                <a:gridCol w="303674">
                  <a:extLst>
                    <a:ext uri="{9D8B030D-6E8A-4147-A177-3AD203B41FA5}">
                      <a16:colId xmlns:a16="http://schemas.microsoft.com/office/drawing/2014/main" val="2472506953"/>
                    </a:ext>
                  </a:extLst>
                </a:gridCol>
              </a:tblGrid>
              <a:tr h="334329">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2024-12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2025-12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2026-12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2027-01</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2027-02</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2027-03</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2027-04</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2027-05</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2027-06</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2027-07</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2027-08</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2027-09</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2027-10</a:t>
                      </a:r>
                    </a:p>
                  </a:txBody>
                  <a:tcPr marL="6350" marR="6350" marT="635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rtl="0" fontAlgn="b"/>
                      <a:r>
                        <a:rPr lang="en-US" sz="1000" b="1" i="0" u="none" strike="noStrike">
                          <a:solidFill>
                            <a:srgbClr val="000000"/>
                          </a:solidFill>
                          <a:effectLst/>
                          <a:latin typeface="+mj-lt"/>
                        </a:rPr>
                        <a:t>2027-11</a:t>
                      </a:r>
                    </a:p>
                  </a:txBody>
                  <a:tcPr marL="6350" marR="6350" marT="6350" marB="0" anchor="ctr">
                    <a:lnL w="12700" cap="flat" cmpd="sng" algn="ctr">
                      <a:solidFill>
                        <a:schemeClr val="bg1"/>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48429">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44</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48429">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14 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14 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48429">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algn="ctr" defTabSz="914377" rtl="0" eaLnBrk="1" fontAlgn="ctr" latinLnBrk="0" hangingPunct="1"/>
                      <a:r>
                        <a:rPr lang="en-US" sz="1100" b="0" i="0" u="none" strike="noStrike" kern="1200">
                          <a:solidFill>
                            <a:srgbClr val="000000"/>
                          </a:solidFill>
                          <a:effectLst/>
                          <a:latin typeface="Calibri" panose="020F0502020204030204" pitchFamily="34" charset="0"/>
                          <a:ea typeface="+mn-ea"/>
                          <a:cs typeface="+mn-cs"/>
                        </a:rPr>
                        <a:t>17</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348429">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ctr"/>
                      <a:r>
                        <a:rPr lang="en-US" sz="1100" b="0" i="0" u="none" strike="noStrike">
                          <a:solidFill>
                            <a:srgbClr val="000000"/>
                          </a:solidFill>
                          <a:effectLst/>
                          <a:latin typeface="Calibri" panose="020F0502020204030204" pitchFamily="34" charset="0"/>
                        </a:rPr>
                        <a:t> </a:t>
                      </a: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10" name="Rectangle 5">
            <a:extLst>
              <a:ext uri="{FF2B5EF4-FFF2-40B4-BE49-F238E27FC236}">
                <a16:creationId xmlns:a16="http://schemas.microsoft.com/office/drawing/2014/main" id="{CFAA4471-182B-5CD1-0AA2-8012BEC9F93E}"/>
              </a:ext>
            </a:extLst>
          </p:cNvPr>
          <p:cNvSpPr/>
          <p:nvPr/>
        </p:nvSpPr>
        <p:spPr>
          <a:xfrm>
            <a:off x="5007033" y="1799924"/>
            <a:ext cx="2065637" cy="1187720"/>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Screened = 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Randomized = 6</a:t>
            </a:r>
            <a:endParaRPr kumimoji="0" lang="en-US" sz="1200" b="1" i="0" u="none" strike="noStrike" kern="1200" cap="none" spc="0" normalizeH="0" baseline="0" noProof="0">
              <a:ln>
                <a:noFill/>
              </a:ln>
              <a:solidFill>
                <a:prstClr val="black"/>
              </a:solidFill>
              <a:effectLst/>
              <a:uLnTx/>
              <a:uFillTx/>
              <a:latin typeface="Boehringer Forward Text"/>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Total SF=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SFR= 25%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1 ETD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eiryo UI"/>
                <a:cs typeface="+mn-cs"/>
              </a:rPr>
              <a:t>In screening = 6</a:t>
            </a:r>
          </a:p>
        </p:txBody>
      </p:sp>
    </p:spTree>
    <p:extLst>
      <p:ext uri="{BB962C8B-B14F-4D97-AF65-F5344CB8AC3E}">
        <p14:creationId xmlns:p14="http://schemas.microsoft.com/office/powerpoint/2010/main" val="30581204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87A83A-B030-F336-3825-F7A05737F49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930CA8C-8228-D572-4118-56AE1A613352}"/>
              </a:ext>
            </a:extLst>
          </p:cNvPr>
          <p:cNvSpPr>
            <a:spLocks noGrp="1"/>
          </p:cNvSpPr>
          <p:nvPr>
            <p:ph type="title"/>
          </p:nvPr>
        </p:nvSpPr>
        <p:spPr>
          <a:xfrm>
            <a:off x="488143" y="474385"/>
            <a:ext cx="11233151" cy="720000"/>
          </a:xfrm>
        </p:spPr>
        <p:txBody>
          <a:bodyPr/>
          <a:lstStyle/>
          <a:p>
            <a:r>
              <a:rPr lang="en-US" altLang="zh-CN"/>
              <a:t>Projects/Studies with </a:t>
            </a:r>
            <a:r>
              <a:rPr lang="en-US" altLang="zh-CN">
                <a:solidFill>
                  <a:srgbClr val="FF0000"/>
                </a:solidFill>
              </a:rPr>
              <a:t>Red-Light – China Mainland</a:t>
            </a:r>
            <a:r>
              <a:rPr lang="en-US" altLang="zh-CN"/>
              <a:t>  </a:t>
            </a:r>
            <a:endParaRPr lang="zh-CN" altLang="en-US"/>
          </a:p>
        </p:txBody>
      </p:sp>
      <p:sp>
        <p:nvSpPr>
          <p:cNvPr id="6" name="Slide Number Placeholder 5">
            <a:extLst>
              <a:ext uri="{FF2B5EF4-FFF2-40B4-BE49-F238E27FC236}">
                <a16:creationId xmlns:a16="http://schemas.microsoft.com/office/drawing/2014/main" id="{8A345A86-EAD8-27C0-C17C-ACFB139A6C65}"/>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                                                                                                                                                                                                                                                                                                                                                                                                                                                                                                                                                                                                                                                                                                                                                                                                                                                                                                                                                                                                                                                                                                                                                                                                                                                                                                                                                                                                                                                                                                                                                                                                                                                                                                                                                                                                                                                                                                                                                                                                                                                                                                                                                                                                                                                                                                                                                                                                                                                                                                                                                                                                                                                                                                                                                                                                                                                                                                                                                                                                                                                                                                                                                                                                                                                                                                                                                                                                                                                                                                                                                                                                                                                                                                                                                                                                                                                                                                                                                                                                                                                                                                                                                                                                                                                                                                                                                                                                                                                                                                                                                                                                                                                                                                                                                                                                                                                                                                                                                                                                                                                                                                                                                                                                                                                                                                                                                                                                                                                                                                                                                                                                                                                                                                                                                                                                                                                                                                                                                                                                                                                                                                                                                                                                                                                                                                                                                                                                                                                                                                                                                                                                                                                                                                                                                                                                                                                                                                                                                                                                                                                                                                                                                                                                                                                                                                                                                                                                                                                                                                                                                                                                                                                                                                                                                                                                                                                                                                                                                                                                                                                                                                                                                                                                                                                                                                                                                                                                                                                                                                                                                                                                                                                                                                                                                                                                                                                                                                                                                                                                                                                                                                                                                                                                                                                                                                                                                                                                                                                                                                                                                                                                                                                                                                                                                                                                                                                                                                                                                                                                                                                                                                                                                                                                                                                                                                                                                                                                                                                                                                                                                                                                                                                                                                                                                                                                                                                                                                                                                                                                                                                                                                                                                                                                                                                                                                                                                                                                                                                                                                                                                                                                                                                                                                                                                                                                                                                                                                                                                                                                                                                                                                                                                                                                                                                                                                                                                                                                                                                                                                                                                                                                                                                                                                                                                                                                                                                                                                                                                                                                                                                                                                                                                                                                                                                                                                                                                                                                                                                                                                                                                                                                                                                                                                                                                                                                                                                                                                                                                                                                                                                                                                                                                                                                                                                                                                                                                                                                                                                                                                                                                                                                                                                                                                                                                                                                                                                                                                                                                                                                                                                                                                                                                                                                                                                                                                                                                                                                                                                                                                                                                                                                                                                                                                                                                                                                                                                                                                                                                                                                                                                                                                                                                                                                                                                                                                                                                                                                                                                                                                                                                                                                                                                                                                                                                                                                                                                                                                                                                                                                                                                                                                                                                                                                                                                                                                                                                                                                                                                                                                                                      </a:t>
            </a:r>
          </a:p>
        </p:txBody>
      </p:sp>
      <p:pic>
        <p:nvPicPr>
          <p:cNvPr id="1026" name="Picture 2" descr="image">
            <a:extLst>
              <a:ext uri="{FF2B5EF4-FFF2-40B4-BE49-F238E27FC236}">
                <a16:creationId xmlns:a16="http://schemas.microsoft.com/office/drawing/2014/main" id="{E2BE6B83-0E86-BB12-E7A1-DB577B1C0DD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
        <p:nvSpPr>
          <p:cNvPr id="12" name="矩形 7">
            <a:extLst>
              <a:ext uri="{FF2B5EF4-FFF2-40B4-BE49-F238E27FC236}">
                <a16:creationId xmlns:a16="http://schemas.microsoft.com/office/drawing/2014/main" id="{36A12F64-3F41-3EBA-99C5-163947FBCCA2}"/>
              </a:ext>
            </a:extLst>
          </p:cNvPr>
          <p:cNvSpPr/>
          <p:nvPr/>
        </p:nvSpPr>
        <p:spPr>
          <a:xfrm>
            <a:off x="3599518" y="3555848"/>
            <a:ext cx="8489230" cy="1256297"/>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solidFill>
                <a:effectLst/>
                <a:uLnTx/>
                <a:uFillTx/>
                <a:latin typeface="Boehringer Forward Text"/>
                <a:ea typeface="OPPOSans M"/>
                <a:cs typeface="+mn-cs"/>
              </a:rPr>
              <a:t>Strategic site engagement visit arranged upon site tiers.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Totally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202</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site engagement visits completed by BI China team.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Global Leadership team for site engagement visit on 13 Apr 2026 for NCIs.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Invited global leadership team for online Monthly NCI Calls for opening remarks.</a:t>
            </a:r>
          </a:p>
        </p:txBody>
      </p:sp>
      <p:sp>
        <p:nvSpPr>
          <p:cNvPr id="16" name="矩形: 圆角 34">
            <a:extLst>
              <a:ext uri="{FF2B5EF4-FFF2-40B4-BE49-F238E27FC236}">
                <a16:creationId xmlns:a16="http://schemas.microsoft.com/office/drawing/2014/main" id="{5028B219-791F-76D9-22D0-568CF0EC479A}"/>
              </a:ext>
            </a:extLst>
          </p:cNvPr>
          <p:cNvSpPr/>
          <p:nvPr>
            <p:custDataLst>
              <p:tags r:id="rId1"/>
            </p:custDataLst>
          </p:nvPr>
        </p:nvSpPr>
        <p:spPr>
          <a:xfrm>
            <a:off x="993018" y="3618853"/>
            <a:ext cx="2246265" cy="1193292"/>
          </a:xfrm>
          <a:prstGeom prst="roundRect">
            <a:avLst>
              <a:gd name="adj" fmla="val 9693"/>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Site Engagement Plan</a:t>
            </a:r>
          </a:p>
        </p:txBody>
      </p:sp>
      <p:sp>
        <p:nvSpPr>
          <p:cNvPr id="15" name="矩形 11">
            <a:extLst>
              <a:ext uri="{FF2B5EF4-FFF2-40B4-BE49-F238E27FC236}">
                <a16:creationId xmlns:a16="http://schemas.microsoft.com/office/drawing/2014/main" id="{9D91A806-F80D-3053-EEAC-70AA7A928983}"/>
              </a:ext>
            </a:extLst>
          </p:cNvPr>
          <p:cNvSpPr/>
          <p:nvPr/>
        </p:nvSpPr>
        <p:spPr>
          <a:xfrm>
            <a:off x="3599518" y="4922052"/>
            <a:ext cx="8489231" cy="1379515"/>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4  recruitment vendors were involved for </a:t>
            </a:r>
            <a:r>
              <a:rPr kumimoji="0" lang="en-US" altLang="zh-CN" sz="1200" b="0" i="0" u="none" strike="noStrike" kern="0" cap="none" spc="0" normalizeH="0" baseline="0" noProof="0" err="1">
                <a:ln>
                  <a:noFill/>
                </a:ln>
                <a:solidFill>
                  <a:srgbClr val="F58A68"/>
                </a:solidFill>
                <a:effectLst/>
                <a:uLnTx/>
                <a:uFillTx/>
                <a:latin typeface="Boehringer Forward Text"/>
                <a:ea typeface="+mn-ea"/>
                <a:cs typeface="+mn-cs"/>
              </a:rPr>
              <a:t>Liverage</a:t>
            </a:r>
            <a:r>
              <a:rPr kumimoji="0" lang="en-US" altLang="zh-CN" sz="1200" b="0" i="0" u="none" strike="noStrike" kern="0" cap="none" spc="0" normalizeH="0" baseline="0" noProof="0">
                <a:ln>
                  <a:noFill/>
                </a:ln>
                <a:solidFill>
                  <a:srgbClr val="F58A68"/>
                </a:solidFill>
                <a:effectLst/>
                <a:uLnTx/>
                <a:uFillTx/>
                <a:latin typeface="Boehringer Forward Text"/>
                <a:ea typeface="+mn-ea"/>
                <a:cs typeface="+mn-cs"/>
              </a:rPr>
              <a:t> Cirrhosis in Mid Jan 2026 </a:t>
            </a:r>
            <a:endPar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2 new sites selected for </a:t>
            </a:r>
            <a:r>
              <a:rPr kumimoji="0" lang="en-US" altLang="zh-CN" sz="1200" b="0" i="0" u="none" strike="noStrike" kern="0" cap="none" spc="0" normalizeH="0" baseline="0" noProof="0" err="1">
                <a:ln>
                  <a:noFill/>
                </a:ln>
                <a:solidFill>
                  <a:srgbClr val="F58A68"/>
                </a:solidFill>
                <a:effectLst/>
                <a:uLnTx/>
                <a:uFillTx/>
                <a:latin typeface="Boehringer Forward Text"/>
                <a:ea typeface="OPPOSans M"/>
                <a:cs typeface="+mn-cs"/>
              </a:rPr>
              <a:t>Liverage</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 Cirrhosis (Ruijin Hospital with PI Prof. Xie Qing &amp; Shenzhen 3</a:t>
            </a:r>
            <a:r>
              <a:rPr kumimoji="0" lang="en-US" altLang="zh-CN" sz="1200" b="0" i="0" u="none" strike="noStrike" kern="0" cap="none" spc="0" normalizeH="0" baseline="30000" noProof="0">
                <a:ln>
                  <a:noFill/>
                </a:ln>
                <a:solidFill>
                  <a:srgbClr val="F58A68"/>
                </a:solidFill>
                <a:effectLst/>
                <a:uLnTx/>
                <a:uFillTx/>
                <a:latin typeface="Boehringer Forward Text"/>
                <a:ea typeface="OPPOSans M"/>
                <a:cs typeface="+mn-cs"/>
              </a:rPr>
              <a:t>rd</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 hospital with PI Prof. Lu </a:t>
            </a:r>
            <a:r>
              <a:rPr kumimoji="0" lang="en-US" altLang="zh-CN" sz="1200" b="0" i="0" u="none" strike="noStrike" kern="0" cap="none" spc="0" normalizeH="0" baseline="0" noProof="0" err="1">
                <a:ln>
                  <a:noFill/>
                </a:ln>
                <a:solidFill>
                  <a:srgbClr val="F58A68"/>
                </a:solidFill>
                <a:effectLst/>
                <a:uLnTx/>
                <a:uFillTx/>
                <a:latin typeface="Boehringer Forward Text"/>
                <a:ea typeface="OPPOSans M"/>
                <a:cs typeface="+mn-cs"/>
              </a:rPr>
              <a:t>Hongzhou</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a:t>
            </a:r>
            <a:r>
              <a:rPr kumimoji="0" lang="en-US" altLang="zh-CN" sz="1200" b="0" i="0" u="none" strike="noStrike" kern="0" cap="none" spc="0" normalizeH="0" baseline="30000" noProof="0">
                <a:ln>
                  <a:noFill/>
                </a:ln>
                <a:solidFill>
                  <a:srgbClr val="F58A68"/>
                </a:solidFill>
                <a:effectLst/>
                <a:uLnTx/>
                <a:uFillTx/>
                <a:latin typeface="Boehringer Forward Text"/>
                <a:ea typeface="OPPOSans M"/>
                <a:cs typeface="+mn-cs"/>
              </a:rPr>
              <a:t>st</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 region to implement 1 year free drug supply in late Jan 2026 for both of the studies.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endParaRPr>
          </a:p>
        </p:txBody>
      </p:sp>
      <p:sp>
        <p:nvSpPr>
          <p:cNvPr id="17" name="矩形: 圆角 35">
            <a:extLst>
              <a:ext uri="{FF2B5EF4-FFF2-40B4-BE49-F238E27FC236}">
                <a16:creationId xmlns:a16="http://schemas.microsoft.com/office/drawing/2014/main" id="{7F2B1D78-5CC2-C7F7-072C-E929DAC06D3B}"/>
              </a:ext>
            </a:extLst>
          </p:cNvPr>
          <p:cNvSpPr/>
          <p:nvPr>
            <p:custDataLst>
              <p:tags r:id="rId2"/>
            </p:custDataLst>
          </p:nvPr>
        </p:nvSpPr>
        <p:spPr>
          <a:xfrm>
            <a:off x="973967" y="4946676"/>
            <a:ext cx="2246265" cy="1379515"/>
          </a:xfrm>
          <a:prstGeom prst="roundRect">
            <a:avLst>
              <a:gd name="adj" fmla="val 11071"/>
            </a:avLst>
          </a:prstGeom>
          <a:solidFill>
            <a:srgbClr val="306534"/>
          </a:solidFill>
          <a:ln w="38100" cap="flat" cmpd="sng" algn="ctr">
            <a:noFill/>
            <a:prstDash val="solid"/>
            <a:miter lim="800000"/>
          </a:ln>
          <a:effectLst>
            <a:outerShdw blurRad="411480" dist="123444" dir="5400000" sx="108000" sy="108000" algn="ctr" rotWithShape="0">
              <a:srgbClr val="306534">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Other Mitigation Actions</a:t>
            </a:r>
          </a:p>
        </p:txBody>
      </p:sp>
      <p:sp>
        <p:nvSpPr>
          <p:cNvPr id="13" name="矩形 9">
            <a:extLst>
              <a:ext uri="{FF2B5EF4-FFF2-40B4-BE49-F238E27FC236}">
                <a16:creationId xmlns:a16="http://schemas.microsoft.com/office/drawing/2014/main" id="{E22F5F95-746B-E99D-5300-AB1DF428F2E9}"/>
              </a:ext>
            </a:extLst>
          </p:cNvPr>
          <p:cNvSpPr/>
          <p:nvPr/>
        </p:nvSpPr>
        <p:spPr>
          <a:xfrm>
            <a:off x="3589993" y="2153076"/>
            <a:ext cx="8498755" cy="1369347"/>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Recruitment is behind the plan for </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Liverage</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Cirrhosis</a:t>
            </a:r>
            <a:r>
              <a:rPr kumimoji="0" lang="en-US" altLang="zh-CN" sz="1200" b="0" i="0" u="none" strike="noStrike" kern="0" cap="none" spc="0" normalizeH="0" baseline="30000" noProof="0" err="1">
                <a:ln>
                  <a:noFill/>
                </a:ln>
                <a:solidFill>
                  <a:prstClr val="black">
                    <a:lumMod val="75000"/>
                    <a:lumOff val="25000"/>
                  </a:prstClr>
                </a:solidFill>
                <a:effectLst/>
                <a:uLnTx/>
                <a:uFillTx/>
                <a:latin typeface="Boehringer Forward Text"/>
                <a:ea typeface="OPPOSans M"/>
                <a:cs typeface="+mn-cs"/>
              </a:rPr>
              <a:t>TM</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in</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China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By 10 Apr, CN has screened 104 </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(+15 in Mar, +2 in Apr), </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randomized 36</a:t>
            </a: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(+3 in Mar, +2 in Apr) [44 as planned for Apr]</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screen failed 47, in screening 21 for </a:t>
            </a:r>
            <a:r>
              <a:rPr kumimoji="0" lang="en-US" altLang="zh-CN" sz="1200" b="0" i="0" u="none" strike="noStrike" kern="0" cap="none" spc="0" normalizeH="0" baseline="0" noProof="0" err="1">
                <a:ln>
                  <a:noFill/>
                </a:ln>
                <a:solidFill>
                  <a:prstClr val="black">
                    <a:lumMod val="75000"/>
                    <a:lumOff val="25000"/>
                  </a:prstClr>
                </a:solidFill>
                <a:effectLst/>
                <a:uLnTx/>
                <a:uFillTx/>
                <a:latin typeface="Boehringer Forward Text"/>
                <a:ea typeface="OPPOSans M"/>
                <a:cs typeface="+mn-cs"/>
              </a:rPr>
              <a:t>Liverage</a:t>
            </a: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 Cirrhosis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Boehringer Forward Text"/>
                <a:ea typeface="OPPOSans M"/>
                <a:cs typeface="+mn-cs"/>
              </a:rPr>
              <a:t>Main challenges for China </a:t>
            </a:r>
            <a:r>
              <a:rPr kumimoji="0" lang="en-US" altLang="zh-CN" sz="1200" b="0" i="0" u="none" strike="noStrike" kern="0" cap="none" spc="0" normalizeH="0" baseline="0" noProof="0">
                <a:ln>
                  <a:noFill/>
                </a:ln>
                <a:solidFill>
                  <a:prstClr val="black"/>
                </a:solidFill>
                <a:effectLst/>
                <a:uLnTx/>
                <a:uFillTx/>
                <a:latin typeface="Boehringer Forward Text"/>
                <a:ea typeface="OPPOSans M"/>
                <a:cs typeface="+mn-cs"/>
              </a:rPr>
              <a:t>including exhausted site resources for patients, site performance low (no scr. &gt;5 weeks since activation)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srgbClr val="F58A68"/>
                </a:solidFill>
                <a:effectLst/>
                <a:uLnTx/>
                <a:uFillTx/>
                <a:latin typeface="Boehringer Forward Text"/>
                <a:ea typeface="OPPOSans M"/>
                <a:cs typeface="+mn-cs"/>
              </a:rPr>
              <a:t>BI global team has shared their target of enrolment completion by Jul 2027 [Nov 2027 as original plan]</a:t>
            </a:r>
          </a:p>
        </p:txBody>
      </p:sp>
      <p:sp>
        <p:nvSpPr>
          <p:cNvPr id="18" name="矩形: 圆角 36">
            <a:extLst>
              <a:ext uri="{FF2B5EF4-FFF2-40B4-BE49-F238E27FC236}">
                <a16:creationId xmlns:a16="http://schemas.microsoft.com/office/drawing/2014/main" id="{B47D1F0C-BF60-DA02-9913-3B9E5560C949}"/>
              </a:ext>
            </a:extLst>
          </p:cNvPr>
          <p:cNvSpPr/>
          <p:nvPr>
            <p:custDataLst>
              <p:tags r:id="rId3"/>
            </p:custDataLst>
          </p:nvPr>
        </p:nvSpPr>
        <p:spPr>
          <a:xfrm>
            <a:off x="973968" y="2276899"/>
            <a:ext cx="2246265" cy="1207423"/>
          </a:xfrm>
          <a:prstGeom prst="roundRect">
            <a:avLst>
              <a:gd name="adj" fmla="val 6936"/>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Status Update</a:t>
            </a:r>
          </a:p>
        </p:txBody>
      </p:sp>
      <p:sp>
        <p:nvSpPr>
          <p:cNvPr id="3" name="矩形 102">
            <a:extLst>
              <a:ext uri="{FF2B5EF4-FFF2-40B4-BE49-F238E27FC236}">
                <a16:creationId xmlns:a16="http://schemas.microsoft.com/office/drawing/2014/main" id="{17EE541F-335D-9769-DD27-96021C465C0A}"/>
              </a:ext>
            </a:extLst>
          </p:cNvPr>
          <p:cNvSpPr/>
          <p:nvPr/>
        </p:nvSpPr>
        <p:spPr>
          <a:xfrm>
            <a:off x="1229286"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0" name="矩形: 圆角 103">
            <a:extLst>
              <a:ext uri="{FF2B5EF4-FFF2-40B4-BE49-F238E27FC236}">
                <a16:creationId xmlns:a16="http://schemas.microsoft.com/office/drawing/2014/main" id="{5FC1C557-E08A-9B61-4090-6C127B0C0B5D}"/>
              </a:ext>
            </a:extLst>
          </p:cNvPr>
          <p:cNvSpPr/>
          <p:nvPr/>
        </p:nvSpPr>
        <p:spPr>
          <a:xfrm>
            <a:off x="1286929"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Project/study</a:t>
            </a:r>
            <a:endParaRPr kumimoji="0" lang="zh-CN" altLang="en-US" sz="1600" b="0" i="0" u="none" strike="noStrike" kern="1200" cap="none" spc="0" normalizeH="0" baseline="0" noProof="0">
              <a:ln>
                <a:noFill/>
              </a:ln>
              <a:solidFill>
                <a:prstClr val="white"/>
              </a:solidFill>
              <a:effectLst/>
              <a:uLnTx/>
              <a:uFillTx/>
              <a:latin typeface="Boehringer Forward Text"/>
              <a:ea typeface="+mn-ea"/>
              <a:cs typeface="+mn-cs"/>
            </a:endParaRPr>
          </a:p>
        </p:txBody>
      </p:sp>
      <p:sp>
        <p:nvSpPr>
          <p:cNvPr id="11" name="文本框 109">
            <a:extLst>
              <a:ext uri="{FF2B5EF4-FFF2-40B4-BE49-F238E27FC236}">
                <a16:creationId xmlns:a16="http://schemas.microsoft.com/office/drawing/2014/main" id="{86DD5DDE-2CD2-CF4C-069A-2121C906FAD4}"/>
              </a:ext>
            </a:extLst>
          </p:cNvPr>
          <p:cNvSpPr txBox="1"/>
          <p:nvPr/>
        </p:nvSpPr>
        <p:spPr>
          <a:xfrm>
            <a:off x="1286929" y="1644073"/>
            <a:ext cx="4208996" cy="507351"/>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Survodutide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GCGR/GLP-1R dual agonist, </a:t>
            </a:r>
          </a:p>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in MASH Cirrhosis/</a:t>
            </a:r>
            <a:r>
              <a:rPr kumimoji="0" lang="en-US" altLang="zh-CN" sz="1200" b="1"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1404-0064</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PhIII</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
        <p:nvSpPr>
          <p:cNvPr id="14" name="矩形 102">
            <a:extLst>
              <a:ext uri="{FF2B5EF4-FFF2-40B4-BE49-F238E27FC236}">
                <a16:creationId xmlns:a16="http://schemas.microsoft.com/office/drawing/2014/main" id="{96140258-CBB0-C385-B836-4409EA8790A4}"/>
              </a:ext>
            </a:extLst>
          </p:cNvPr>
          <p:cNvSpPr/>
          <p:nvPr/>
        </p:nvSpPr>
        <p:spPr>
          <a:xfrm>
            <a:off x="7279830" y="1374074"/>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9" name="矩形: 圆角 103">
            <a:extLst>
              <a:ext uri="{FF2B5EF4-FFF2-40B4-BE49-F238E27FC236}">
                <a16:creationId xmlns:a16="http://schemas.microsoft.com/office/drawing/2014/main" id="{2E78A963-DE2C-D335-06A4-883124E9AE41}"/>
              </a:ext>
            </a:extLst>
          </p:cNvPr>
          <p:cNvSpPr/>
          <p:nvPr/>
        </p:nvSpPr>
        <p:spPr>
          <a:xfrm>
            <a:off x="7337473" y="1246190"/>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mn-ea"/>
                <a:cs typeface="+mn-cs"/>
              </a:rPr>
              <a:t>Red-light starts from</a:t>
            </a:r>
          </a:p>
        </p:txBody>
      </p:sp>
      <p:sp>
        <p:nvSpPr>
          <p:cNvPr id="20" name="文本框 109">
            <a:extLst>
              <a:ext uri="{FF2B5EF4-FFF2-40B4-BE49-F238E27FC236}">
                <a16:creationId xmlns:a16="http://schemas.microsoft.com/office/drawing/2014/main" id="{6AB1369B-1E5D-84AF-D864-A3B993B67A36}"/>
              </a:ext>
            </a:extLst>
          </p:cNvPr>
          <p:cNvSpPr txBox="1"/>
          <p:nvPr/>
        </p:nvSpPr>
        <p:spPr>
          <a:xfrm>
            <a:off x="7393749" y="1657963"/>
            <a:ext cx="4429442"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Dec 2025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mn-ea"/>
                <a:cs typeface="+mn-cs"/>
              </a:rPr>
              <a:t>Liverage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mn-ea"/>
                <a:cs typeface="+mn-cs"/>
              </a:rPr>
              <a:t> Cirrhosis)</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Tree>
    <p:extLst>
      <p:ext uri="{BB962C8B-B14F-4D97-AF65-F5344CB8AC3E}">
        <p14:creationId xmlns:p14="http://schemas.microsoft.com/office/powerpoint/2010/main" val="166847165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8AA6D9A-EBF2-A035-C2D6-DDB5BADE209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C53A283-0150-0406-E861-B4E454C911A3}"/>
              </a:ext>
            </a:extLst>
          </p:cNvPr>
          <p:cNvSpPr>
            <a:spLocks noGrp="1"/>
          </p:cNvSpPr>
          <p:nvPr>
            <p:ph type="title"/>
          </p:nvPr>
        </p:nvSpPr>
        <p:spPr>
          <a:xfrm>
            <a:off x="488143" y="474385"/>
            <a:ext cx="11233151" cy="720000"/>
          </a:xfrm>
        </p:spPr>
        <p:txBody>
          <a:bodyPr/>
          <a:lstStyle/>
          <a:p>
            <a:r>
              <a:rPr lang="en-US" altLang="zh-CN"/>
              <a:t>Projects/Studies with </a:t>
            </a:r>
            <a:r>
              <a:rPr lang="en-US" altLang="zh-CN">
                <a:solidFill>
                  <a:srgbClr val="FF0000"/>
                </a:solidFill>
              </a:rPr>
              <a:t>Red-Light</a:t>
            </a:r>
            <a:r>
              <a:rPr kumimoji="0" lang="en-US" altLang="zh-CN" sz="2500" b="1" i="0" u="none" strike="noStrike" kern="1200" cap="none" spc="0" normalizeH="0" baseline="0" noProof="0">
                <a:ln>
                  <a:noFill/>
                </a:ln>
                <a:solidFill>
                  <a:srgbClr val="FF0000"/>
                </a:solidFill>
                <a:effectLst/>
                <a:uLnTx/>
                <a:uFillTx/>
                <a:latin typeface="Boehringer Forward Head"/>
                <a:ea typeface="+mj-ea"/>
                <a:cs typeface="+mj-cs"/>
              </a:rPr>
              <a:t> –</a:t>
            </a:r>
            <a:r>
              <a:rPr lang="en-US" altLang="zh-CN">
                <a:solidFill>
                  <a:srgbClr val="FF0000"/>
                </a:solidFill>
                <a:latin typeface="Boehringer Forward Head"/>
              </a:rPr>
              <a:t> </a:t>
            </a:r>
            <a:r>
              <a:rPr kumimoji="0" lang="en-US" altLang="zh-CN" sz="2500" b="1" i="0" u="none" strike="noStrike" kern="1200" cap="none" spc="0" normalizeH="0" baseline="0" noProof="0">
                <a:ln>
                  <a:noFill/>
                </a:ln>
                <a:solidFill>
                  <a:srgbClr val="FF0000"/>
                </a:solidFill>
                <a:effectLst/>
                <a:uLnTx/>
                <a:uFillTx/>
                <a:latin typeface="Boehringer Forward Head"/>
                <a:ea typeface="+mj-ea"/>
                <a:cs typeface="+mj-cs"/>
              </a:rPr>
              <a:t>Taiwan</a:t>
            </a:r>
            <a:r>
              <a:rPr lang="en-US" altLang="zh-CN"/>
              <a:t> </a:t>
            </a:r>
            <a:endParaRPr lang="zh-CN" altLang="en-US"/>
          </a:p>
        </p:txBody>
      </p:sp>
      <p:sp>
        <p:nvSpPr>
          <p:cNvPr id="6" name="Slide Number Placeholder 5">
            <a:extLst>
              <a:ext uri="{FF2B5EF4-FFF2-40B4-BE49-F238E27FC236}">
                <a16:creationId xmlns:a16="http://schemas.microsoft.com/office/drawing/2014/main" id="{2683FFB0-8257-8211-1AB8-8865B246A755}"/>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pic>
        <p:nvPicPr>
          <p:cNvPr id="1026" name="Picture 2" descr="image">
            <a:extLst>
              <a:ext uri="{FF2B5EF4-FFF2-40B4-BE49-F238E27FC236}">
                <a16:creationId xmlns:a16="http://schemas.microsoft.com/office/drawing/2014/main" id="{DBB40974-09A6-56D1-E006-94D1CBA0B82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67067" y="30772"/>
            <a:ext cx="1088223" cy="445183"/>
          </a:xfrm>
          <a:prstGeom prst="rect">
            <a:avLst/>
          </a:prstGeom>
          <a:noFill/>
          <a:extLst>
            <a:ext uri="{909E8E84-426E-40DD-AFC4-6F175D3DCCD1}">
              <a14:hiddenFill xmlns:a14="http://schemas.microsoft.com/office/drawing/2010/main">
                <a:solidFill>
                  <a:srgbClr val="FFFFFF"/>
                </a:solidFill>
              </a14:hiddenFill>
            </a:ext>
          </a:extLst>
        </p:spPr>
      </p:pic>
      <p:sp>
        <p:nvSpPr>
          <p:cNvPr id="12" name="矩形 7">
            <a:extLst>
              <a:ext uri="{FF2B5EF4-FFF2-40B4-BE49-F238E27FC236}">
                <a16:creationId xmlns:a16="http://schemas.microsoft.com/office/drawing/2014/main" id="{B91533B0-09BB-E03A-E507-5B73B3945D8A}"/>
              </a:ext>
            </a:extLst>
          </p:cNvPr>
          <p:cNvSpPr/>
          <p:nvPr/>
        </p:nvSpPr>
        <p:spPr>
          <a:xfrm>
            <a:off x="3618567" y="3985619"/>
            <a:ext cx="7897695" cy="998818"/>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Main challenges in Taiwan including </a:t>
            </a:r>
            <a:r>
              <a:rPr kumimoji="0" lang="en-US" altLang="zh-CN" sz="1300" b="0" i="0" u="none" strike="noStrike" kern="0" cap="none" spc="0" normalizeH="0" baseline="0" noProof="0">
                <a:ln>
                  <a:noFill/>
                </a:ln>
                <a:solidFill>
                  <a:srgbClr val="A02B93"/>
                </a:solidFill>
                <a:effectLst/>
                <a:uLnTx/>
                <a:uFillTx/>
                <a:latin typeface="Aptos" panose="02110004020202020204"/>
                <a:ea typeface="OPPOSans M"/>
                <a:cs typeface="+mn-cs"/>
              </a:rPr>
              <a:t>more than half sites not proactive enough with low performance</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(screen 0-1 patient since SI</a:t>
            </a:r>
            <a:r>
              <a:rPr kumimoji="0" lang="en-US" altLang="zh-CN" sz="1300" b="0" i="0" u="none" strike="noStrike" kern="0" cap="none" spc="0" normalizeH="0" baseline="0" noProof="0">
                <a:ln>
                  <a:noFill/>
                </a:ln>
                <a:solidFill>
                  <a:srgbClr val="404040"/>
                </a:solidFill>
                <a:effectLst/>
                <a:uLnTx/>
                <a:uFillTx/>
                <a:latin typeface="Aptos" panose="02110004020202020204"/>
                <a:ea typeface="OPPOSans M"/>
                <a:cs typeface="+mn-cs"/>
              </a:rPr>
              <a:t>V), </a:t>
            </a:r>
            <a:r>
              <a:rPr kumimoji="0" lang="en-US" altLang="zh-CN" sz="1300" b="0" i="0" u="none" strike="noStrike" kern="0" cap="none" spc="0" normalizeH="0" baseline="0" noProof="0">
                <a:ln>
                  <a:noFill/>
                </a:ln>
                <a:solidFill>
                  <a:srgbClr val="F58A68"/>
                </a:solidFill>
                <a:effectLst/>
                <a:uLnTx/>
                <a:uFillTx/>
                <a:latin typeface="Aptos" panose="02110004020202020204"/>
                <a:ea typeface="OPPOSans M"/>
                <a:cs typeface="+mn-cs"/>
              </a:rPr>
              <a:t>some (TWN7, 9, 11) sites with insufficient patient pool, 1 site (TWN4) seems decrease interest with competitive studies</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etc.</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zh-CN" altLang="en-US"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endParaRPr>
          </a:p>
        </p:txBody>
      </p:sp>
      <p:sp>
        <p:nvSpPr>
          <p:cNvPr id="16" name="矩形: 圆角 34">
            <a:extLst>
              <a:ext uri="{FF2B5EF4-FFF2-40B4-BE49-F238E27FC236}">
                <a16:creationId xmlns:a16="http://schemas.microsoft.com/office/drawing/2014/main" id="{D5ABFBA4-B26F-E8E2-63FC-F6978C036DE9}"/>
              </a:ext>
            </a:extLst>
          </p:cNvPr>
          <p:cNvSpPr/>
          <p:nvPr>
            <p:custDataLst>
              <p:tags r:id="rId1"/>
            </p:custDataLst>
          </p:nvPr>
        </p:nvSpPr>
        <p:spPr>
          <a:xfrm>
            <a:off x="993018" y="4006609"/>
            <a:ext cx="2246265" cy="998818"/>
          </a:xfrm>
          <a:prstGeom prst="roundRect">
            <a:avLst>
              <a:gd name="adj" fmla="val 9693"/>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等线" panose="02010600030101010101" pitchFamily="2" charset="-122"/>
                <a:cs typeface="+mn-cs"/>
              </a:rPr>
              <a:t>Key issues</a:t>
            </a:r>
          </a:p>
        </p:txBody>
      </p:sp>
      <p:sp>
        <p:nvSpPr>
          <p:cNvPr id="15" name="矩形 11">
            <a:extLst>
              <a:ext uri="{FF2B5EF4-FFF2-40B4-BE49-F238E27FC236}">
                <a16:creationId xmlns:a16="http://schemas.microsoft.com/office/drawing/2014/main" id="{13C64F4A-DF03-6685-EEED-6570907CB0A3}"/>
              </a:ext>
            </a:extLst>
          </p:cNvPr>
          <p:cNvSpPr/>
          <p:nvPr/>
        </p:nvSpPr>
        <p:spPr>
          <a:xfrm>
            <a:off x="3618568" y="5097770"/>
            <a:ext cx="7897694" cy="1569805"/>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404040"/>
                </a:solidFill>
                <a:effectLst/>
                <a:uLnTx/>
                <a:uFillTx/>
                <a:latin typeface="Aptos" panose="02110004020202020204"/>
                <a:ea typeface="等线" panose="02010600030101010101" pitchFamily="2" charset="-122"/>
                <a:cs typeface="+mn-cs"/>
              </a:rPr>
              <a:t>All sites booster visits have been completed in early Dec 2025 by CTM/MSL. </a:t>
            </a:r>
            <a:r>
              <a:rPr kumimoji="0" lang="en-US" altLang="zh-CN" sz="1300" b="0" i="0" u="none" strike="noStrike" kern="0" cap="none" spc="0" normalizeH="0" baseline="0" noProof="0">
                <a:ln>
                  <a:noFill/>
                </a:ln>
                <a:solidFill>
                  <a:prstClr val="black"/>
                </a:solidFill>
                <a:effectLst/>
                <a:uLnTx/>
                <a:uFillTx/>
                <a:latin typeface="Aptos" panose="02110004020202020204"/>
                <a:ea typeface="等线" panose="02010600030101010101" pitchFamily="2" charset="-122"/>
                <a:cs typeface="+mn-cs"/>
              </a:rPr>
              <a:t>After the connection, site has increased the screening activities in, but ~50% sites with low enthusiasm should be followed frequently</a:t>
            </a:r>
            <a:r>
              <a:rPr kumimoji="0" lang="en-US" altLang="zh-CN" sz="1300" b="0" i="0" u="none" strike="noStrike" kern="0" cap="none" spc="0" normalizeH="0" baseline="0" noProof="0">
                <a:ln>
                  <a:noFill/>
                </a:ln>
                <a:solidFill>
                  <a:srgbClr val="404040"/>
                </a:solidFill>
                <a:effectLst/>
                <a:uLnTx/>
                <a:uFillTx/>
                <a:latin typeface="Aptos" panose="02110004020202020204"/>
                <a:ea typeface="等线" panose="02010600030101010101" pitchFamily="2" charset="-122"/>
                <a:cs typeface="+mn-cs"/>
              </a:rPr>
              <a:t>. 2nd round site interactions have been completed in Feb/Mar 2026. </a:t>
            </a:r>
            <a:r>
              <a:rPr kumimoji="0" lang="en-US" altLang="zh-CN" sz="1300" b="0" i="0" u="none" strike="noStrike" kern="0" cap="none" spc="0" normalizeH="0" baseline="0" noProof="0">
                <a:ln>
                  <a:noFill/>
                </a:ln>
                <a:solidFill>
                  <a:srgbClr val="A02B93"/>
                </a:solidFill>
                <a:effectLst/>
                <a:uLnTx/>
                <a:uFillTx/>
                <a:latin typeface="Aptos" panose="02110004020202020204"/>
                <a:ea typeface="等线" panose="02010600030101010101" pitchFamily="2" charset="-122"/>
                <a:cs typeface="+mn-cs"/>
              </a:rPr>
              <a:t>3rd round communications for target sites in May 2026 is planned.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CRA contact site at least 1 time per week, sites were requested to provide the screening plan in next 2 months for following up.</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2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2 sites are starting using referral materials, and study information/materials posted in public area or shared to district hospital.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srgbClr val="F58A68"/>
                </a:solidFill>
                <a:effectLst/>
                <a:uLnTx/>
                <a:uFillTx/>
                <a:latin typeface="Aptos" panose="02110004020202020204"/>
                <a:ea typeface="OPPOSans M"/>
                <a:cs typeface="+mn-cs"/>
              </a:rPr>
              <a:t>Local investigator meeting hold on 14 Mar 2026 successfully.</a:t>
            </a:r>
          </a:p>
        </p:txBody>
      </p:sp>
      <p:sp>
        <p:nvSpPr>
          <p:cNvPr id="17" name="矩形: 圆角 35">
            <a:extLst>
              <a:ext uri="{FF2B5EF4-FFF2-40B4-BE49-F238E27FC236}">
                <a16:creationId xmlns:a16="http://schemas.microsoft.com/office/drawing/2014/main" id="{3E7FC6E9-1C1C-C6F8-4BCE-A998BB4A87E7}"/>
              </a:ext>
            </a:extLst>
          </p:cNvPr>
          <p:cNvSpPr/>
          <p:nvPr>
            <p:custDataLst>
              <p:tags r:id="rId2"/>
            </p:custDataLst>
          </p:nvPr>
        </p:nvSpPr>
        <p:spPr>
          <a:xfrm>
            <a:off x="993018" y="5288232"/>
            <a:ext cx="2246265" cy="1188883"/>
          </a:xfrm>
          <a:prstGeom prst="roundRect">
            <a:avLst>
              <a:gd name="adj" fmla="val 11071"/>
            </a:avLst>
          </a:prstGeom>
          <a:solidFill>
            <a:srgbClr val="306534"/>
          </a:solidFill>
          <a:ln w="38100" cap="flat" cmpd="sng" algn="ctr">
            <a:noFill/>
            <a:prstDash val="solid"/>
            <a:miter lim="800000"/>
          </a:ln>
          <a:effectLst>
            <a:outerShdw blurRad="411480" dist="123444" dir="5400000" sx="108000" sy="108000" algn="ctr" rotWithShape="0">
              <a:srgbClr val="306534">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prstClr val="white"/>
                </a:solidFill>
                <a:effectLst>
                  <a:outerShdw blurRad="137160" dist="41148" dir="2699997" algn="tl">
                    <a:srgbClr val="000000">
                      <a:alpha val="40000"/>
                    </a:srgbClr>
                  </a:outerShdw>
                </a:effectLst>
                <a:uLnTx/>
                <a:uFillTx/>
                <a:latin typeface="Boehringer Forward Text"/>
                <a:ea typeface="OPPOSans M"/>
                <a:cs typeface="+mn-cs"/>
              </a:rPr>
              <a:t>Mitigation actions</a:t>
            </a:r>
          </a:p>
        </p:txBody>
      </p:sp>
      <p:sp>
        <p:nvSpPr>
          <p:cNvPr id="13" name="矩形 9">
            <a:extLst>
              <a:ext uri="{FF2B5EF4-FFF2-40B4-BE49-F238E27FC236}">
                <a16:creationId xmlns:a16="http://schemas.microsoft.com/office/drawing/2014/main" id="{CD52A63A-68F7-4DA4-F754-6D2F000739D6}"/>
              </a:ext>
            </a:extLst>
          </p:cNvPr>
          <p:cNvSpPr/>
          <p:nvPr/>
        </p:nvSpPr>
        <p:spPr>
          <a:xfrm>
            <a:off x="3618568" y="2252266"/>
            <a:ext cx="7897696" cy="1559629"/>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lIns="91440" tIns="45720" rIns="91440" bIns="45720"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By 10 Apr</a:t>
            </a:r>
            <a:r>
              <a:rPr kumimoji="0" lang="en-US" altLang="zh-TW"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2026</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TW has screened 29 </a:t>
            </a:r>
            <a:r>
              <a:rPr kumimoji="0" lang="en-US" altLang="zh-CN" sz="1300" b="0" i="0" u="none" strike="noStrike" kern="0" cap="none" spc="0" normalizeH="0" baseline="0" noProof="0">
                <a:ln>
                  <a:noFill/>
                </a:ln>
                <a:solidFill>
                  <a:srgbClr val="A02B93"/>
                </a:solidFill>
                <a:effectLst/>
                <a:uLnTx/>
                <a:uFillTx/>
                <a:latin typeface="Aptos" panose="02110004020202020204"/>
                <a:ea typeface="OPPOSans M"/>
                <a:cs typeface="+mn-cs"/>
              </a:rPr>
              <a:t>(+5 in Mar, +2 in Apr, higher than planned 24), </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randomized 7 </a:t>
            </a:r>
            <a:r>
              <a:rPr kumimoji="0" lang="en-US" altLang="zh-CN" sz="1300" b="0" i="0" u="none" strike="noStrike" kern="0" cap="none" spc="0" normalizeH="0" baseline="0" noProof="0">
                <a:ln>
                  <a:noFill/>
                </a:ln>
                <a:solidFill>
                  <a:srgbClr val="A02B93"/>
                </a:solidFill>
                <a:effectLst/>
                <a:uLnTx/>
                <a:uFillTx/>
                <a:latin typeface="Aptos" panose="02110004020202020204"/>
                <a:ea typeface="OPPOSans M"/>
                <a:cs typeface="+mn-cs"/>
              </a:rPr>
              <a:t>(+1 in Mar) [behind of planned 10]</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screen failed 13, in screening 8;</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Total </a:t>
            </a:r>
            <a:r>
              <a:rPr kumimoji="0" lang="en-US" altLang="zh-CN" sz="1300" b="0" i="0" u="none" strike="noStrike" kern="0" cap="none" spc="0" normalizeH="0" baseline="0" noProof="0">
                <a:ln>
                  <a:noFill/>
                </a:ln>
                <a:solidFill>
                  <a:srgbClr val="A02B93"/>
                </a:solidFill>
                <a:effectLst/>
                <a:uLnTx/>
                <a:uFillTx/>
                <a:latin typeface="Aptos" panose="02110004020202020204"/>
                <a:ea typeface="OPPOSans M"/>
                <a:cs typeface="+mn-cs"/>
              </a:rPr>
              <a:t>11</a:t>
            </a: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 site engagement visits completed by BI Taiwan team in early Dec 2025. About ~50% sites lack of enthusiasm in screening but 2-3 sites proactively screen for 0064.</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TWN11: 1 subject is eligible for biopsy and safety assessment, but with issue of UGE, still under resolving.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TWN9: enrolled 1st subject in Mar 2026, but wrong record in IRT, originally subject should be SF but randomized and discontinued in Feb, the same subject has been re-screened and enrolled in Mar 2026.</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300" b="0" i="0" u="none" strike="noStrike" kern="0" cap="none" spc="0" normalizeH="0" baseline="0" noProof="0">
                <a:ln>
                  <a:noFill/>
                </a:ln>
                <a:solidFill>
                  <a:prstClr val="black">
                    <a:lumMod val="75000"/>
                    <a:lumOff val="25000"/>
                  </a:prstClr>
                </a:solidFill>
                <a:effectLst/>
                <a:uLnTx/>
                <a:uFillTx/>
                <a:latin typeface="Aptos" panose="02110004020202020204"/>
                <a:ea typeface="OPPOSans M"/>
                <a:cs typeface="+mn-cs"/>
              </a:rPr>
              <a:t>TWN10: 2 subjects from 0044 whose pathology report shows F4, both subjects have been screened in Mar.</a:t>
            </a:r>
          </a:p>
        </p:txBody>
      </p:sp>
      <p:sp>
        <p:nvSpPr>
          <p:cNvPr id="18" name="矩形: 圆角 36">
            <a:extLst>
              <a:ext uri="{FF2B5EF4-FFF2-40B4-BE49-F238E27FC236}">
                <a16:creationId xmlns:a16="http://schemas.microsoft.com/office/drawing/2014/main" id="{E5A08462-145C-B8C5-DA04-B73FFDAF87FA}"/>
              </a:ext>
            </a:extLst>
          </p:cNvPr>
          <p:cNvSpPr/>
          <p:nvPr>
            <p:custDataLst>
              <p:tags r:id="rId3"/>
            </p:custDataLst>
          </p:nvPr>
        </p:nvSpPr>
        <p:spPr>
          <a:xfrm>
            <a:off x="993017" y="2362436"/>
            <a:ext cx="2246265" cy="1207422"/>
          </a:xfrm>
          <a:prstGeom prst="roundRect">
            <a:avLst>
              <a:gd name="adj" fmla="val 6936"/>
            </a:avLst>
          </a:prstGeom>
          <a:solidFill>
            <a:srgbClr val="1E4123"/>
          </a:soli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等线" panose="02010600030101010101" pitchFamily="2" charset="-122"/>
                <a:cs typeface="+mn-cs"/>
              </a:rPr>
              <a:t>Status update </a:t>
            </a:r>
          </a:p>
        </p:txBody>
      </p:sp>
      <p:sp>
        <p:nvSpPr>
          <p:cNvPr id="3" name="矩形 102">
            <a:extLst>
              <a:ext uri="{FF2B5EF4-FFF2-40B4-BE49-F238E27FC236}">
                <a16:creationId xmlns:a16="http://schemas.microsoft.com/office/drawing/2014/main" id="{E992B2F6-A0BC-AFD2-4FAF-50362C9C3074}"/>
              </a:ext>
            </a:extLst>
          </p:cNvPr>
          <p:cNvSpPr/>
          <p:nvPr/>
        </p:nvSpPr>
        <p:spPr>
          <a:xfrm>
            <a:off x="1229286"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0" name="矩形: 圆角 103">
            <a:extLst>
              <a:ext uri="{FF2B5EF4-FFF2-40B4-BE49-F238E27FC236}">
                <a16:creationId xmlns:a16="http://schemas.microsoft.com/office/drawing/2014/main" id="{246B2F4C-BA6E-8FC0-4643-DE7F3E756D32}"/>
              </a:ext>
            </a:extLst>
          </p:cNvPr>
          <p:cNvSpPr/>
          <p:nvPr/>
        </p:nvSpPr>
        <p:spPr>
          <a:xfrm>
            <a:off x="1286929"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等线" panose="02010600030101010101" pitchFamily="2" charset="-122"/>
                <a:cs typeface="+mn-cs"/>
              </a:rPr>
              <a:t>Project/study</a:t>
            </a:r>
            <a:endParaRPr kumimoji="0" lang="zh-CN" altLang="en-US" sz="1600" b="0" i="0" u="none" strike="noStrike" kern="1200" cap="none" spc="0" normalizeH="0" baseline="0" noProof="0">
              <a:ln>
                <a:noFill/>
              </a:ln>
              <a:solidFill>
                <a:prstClr val="white"/>
              </a:solidFill>
              <a:effectLst/>
              <a:uLnTx/>
              <a:uFillTx/>
              <a:latin typeface="Boehringer Forward Text"/>
              <a:ea typeface="等线" panose="02010600030101010101" pitchFamily="2" charset="-122"/>
              <a:cs typeface="+mn-cs"/>
            </a:endParaRPr>
          </a:p>
        </p:txBody>
      </p:sp>
      <p:sp>
        <p:nvSpPr>
          <p:cNvPr id="11" name="文本框 109">
            <a:extLst>
              <a:ext uri="{FF2B5EF4-FFF2-40B4-BE49-F238E27FC236}">
                <a16:creationId xmlns:a16="http://schemas.microsoft.com/office/drawing/2014/main" id="{7D5FC8E7-802C-A75E-1CF1-F3DA26B44F99}"/>
              </a:ext>
            </a:extLst>
          </p:cNvPr>
          <p:cNvSpPr txBox="1"/>
          <p:nvPr/>
        </p:nvSpPr>
        <p:spPr>
          <a:xfrm>
            <a:off x="1286929" y="1644074"/>
            <a:ext cx="4208996"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等线" panose="02010600030101010101" pitchFamily="2" charset="-122"/>
                <a:cs typeface="+mn-cs"/>
              </a:rPr>
              <a:t>Survodutide</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 </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GCGR/GLP-1R dual agonist, </a:t>
            </a:r>
          </a:p>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in MASH/</a:t>
            </a:r>
            <a:r>
              <a:rPr kumimoji="0" lang="en-US" altLang="zh-CN" sz="1200" b="1"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1404-0064</a:t>
            </a: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a:t>
            </a:r>
            <a:r>
              <a:rPr kumimoji="0" lang="zh-CN" altLang="en-US"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 </a:t>
            </a:r>
            <a:r>
              <a:rPr kumimoji="0" lang="en-US" altLang="zh-CN" sz="1200" b="0" i="1" u="none" strike="noStrike" kern="1200" cap="none" spc="0" normalizeH="0" baseline="0" noProof="0" err="1">
                <a:ln>
                  <a:noFill/>
                </a:ln>
                <a:solidFill>
                  <a:sysClr val="windowText" lastClr="000000">
                    <a:lumMod val="75000"/>
                    <a:lumOff val="25000"/>
                  </a:sysClr>
                </a:solidFill>
                <a:effectLst/>
                <a:uLnTx/>
                <a:uFillTx/>
                <a:latin typeface="Boehringer Forward Text"/>
                <a:ea typeface="等线" panose="02010600030101010101" pitchFamily="2" charset="-122"/>
                <a:cs typeface="+mn-cs"/>
              </a:rPr>
              <a:t>PhIII</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
        <p:nvSpPr>
          <p:cNvPr id="14" name="矩形 102">
            <a:extLst>
              <a:ext uri="{FF2B5EF4-FFF2-40B4-BE49-F238E27FC236}">
                <a16:creationId xmlns:a16="http://schemas.microsoft.com/office/drawing/2014/main" id="{E4C4138F-7A43-DB43-49C6-706F9FE2D979}"/>
              </a:ext>
            </a:extLst>
          </p:cNvPr>
          <p:cNvSpPr/>
          <p:nvPr/>
        </p:nvSpPr>
        <p:spPr>
          <a:xfrm>
            <a:off x="6419353" y="1360185"/>
            <a:ext cx="4543361" cy="718362"/>
          </a:xfrm>
          <a:prstGeom prst="rect">
            <a:avLst/>
          </a:prstGeom>
          <a:gradFill flip="none" rotWithShape="1">
            <a:gsLst>
              <a:gs pos="0">
                <a:sysClr val="window" lastClr="FFFFFF"/>
              </a:gs>
              <a:gs pos="100000">
                <a:sysClr val="window" lastClr="FFFFFF"/>
              </a:gs>
              <a:gs pos="46000">
                <a:srgbClr val="1E4123">
                  <a:lumMod val="5000"/>
                  <a:lumOff val="95000"/>
                </a:srgbClr>
              </a:gs>
            </a:gsLst>
            <a:path path="circle">
              <a:fillToRect r="100000" b="100000"/>
            </a:path>
            <a:tileRect l="-100000" t="-100000"/>
          </a:gradFill>
          <a:ln w="12700" cap="flat" cmpd="sng" algn="ctr">
            <a:solidFill>
              <a:sysClr val="window" lastClr="FFFFFF">
                <a:lumMod val="75000"/>
              </a:sysClr>
            </a:solidFill>
            <a:prstDash val="dash"/>
            <a:miter lim="800000"/>
          </a:ln>
          <a:effectLst/>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OPPOSans R"/>
              <a:cs typeface="+mn-cs"/>
            </a:endParaRPr>
          </a:p>
        </p:txBody>
      </p:sp>
      <p:sp>
        <p:nvSpPr>
          <p:cNvPr id="19" name="矩形: 圆角 103">
            <a:extLst>
              <a:ext uri="{FF2B5EF4-FFF2-40B4-BE49-F238E27FC236}">
                <a16:creationId xmlns:a16="http://schemas.microsoft.com/office/drawing/2014/main" id="{9BA5DE46-B660-78EF-2B8C-833C4194CA10}"/>
              </a:ext>
            </a:extLst>
          </p:cNvPr>
          <p:cNvSpPr/>
          <p:nvPr/>
        </p:nvSpPr>
        <p:spPr>
          <a:xfrm>
            <a:off x="6476996" y="1232301"/>
            <a:ext cx="3365795" cy="377055"/>
          </a:xfrm>
          <a:prstGeom prst="roundRect">
            <a:avLst>
              <a:gd name="adj" fmla="val 13302"/>
            </a:avLst>
          </a:prstGeom>
          <a:gradFill flip="none" rotWithShape="1">
            <a:gsLst>
              <a:gs pos="23000">
                <a:srgbClr val="1E4123"/>
              </a:gs>
              <a:gs pos="100000">
                <a:srgbClr val="1E4123">
                  <a:lumMod val="80000"/>
                  <a:lumOff val="20000"/>
                </a:srgbClr>
              </a:gs>
            </a:gsLst>
            <a:path path="circle">
              <a:fillToRect l="100000" t="100000"/>
            </a:path>
            <a:tileRect r="-100000" b="-100000"/>
          </a:gradFill>
          <a:ln w="38100" cap="flat" cmpd="sng" algn="ctr">
            <a:noFill/>
            <a:prstDash val="solid"/>
            <a:miter lim="800000"/>
          </a:ln>
          <a:effectLst>
            <a:outerShdw blurRad="411480" dist="123444" dir="5400000" sx="108000" sy="108000" algn="ctr" rotWithShape="0">
              <a:srgbClr val="1E4123">
                <a:alpha val="40000"/>
              </a:srgbClr>
            </a:outerShdw>
          </a:effectLst>
        </p:spPr>
        <p:txBody>
          <a:bodyPr lIns="98755" tIns="49378" rIns="98755" bIns="49378"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prstClr val="white"/>
                </a:solidFill>
                <a:effectLst/>
                <a:uLnTx/>
                <a:uFillTx/>
                <a:latin typeface="Boehringer Forward Text"/>
                <a:ea typeface="等线" panose="02010600030101010101" pitchFamily="2" charset="-122"/>
                <a:cs typeface="+mn-cs"/>
              </a:rPr>
              <a:t>Red-light starts from</a:t>
            </a:r>
          </a:p>
        </p:txBody>
      </p:sp>
      <p:sp>
        <p:nvSpPr>
          <p:cNvPr id="20" name="文本框 109">
            <a:extLst>
              <a:ext uri="{FF2B5EF4-FFF2-40B4-BE49-F238E27FC236}">
                <a16:creationId xmlns:a16="http://schemas.microsoft.com/office/drawing/2014/main" id="{4B4D72A2-D841-2EE9-FD19-8D15B3020AF0}"/>
              </a:ext>
            </a:extLst>
          </p:cNvPr>
          <p:cNvSpPr txBox="1"/>
          <p:nvPr/>
        </p:nvSpPr>
        <p:spPr>
          <a:xfrm>
            <a:off x="6533272" y="1644074"/>
            <a:ext cx="4429442" cy="309000"/>
          </a:xfrm>
          <a:prstGeom prst="rect">
            <a:avLst/>
          </a:prstGeom>
          <a:noFill/>
        </p:spPr>
        <p:txBody>
          <a:bodyPr wrap="square">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altLang="zh-CN" sz="1200" b="0" i="1" u="none" strike="noStrike" kern="1200" cap="none" spc="0" normalizeH="0" baseline="0" noProof="0">
                <a:ln>
                  <a:noFill/>
                </a:ln>
                <a:solidFill>
                  <a:sysClr val="windowText" lastClr="000000">
                    <a:lumMod val="75000"/>
                    <a:lumOff val="25000"/>
                  </a:sysClr>
                </a:solidFill>
                <a:effectLst/>
                <a:uLnTx/>
                <a:uFillTx/>
                <a:latin typeface="Boehringer Forward Text"/>
                <a:ea typeface="等线" panose="02010600030101010101" pitchFamily="2" charset="-122"/>
                <a:cs typeface="+mn-cs"/>
              </a:rPr>
              <a:t>Nov 2025</a:t>
            </a:r>
            <a:endParaRPr kumimoji="0" lang="zh-CN" altLang="en-US" sz="1200" b="0" i="0" u="none" strike="noStrike" kern="1200" cap="none" spc="0" normalizeH="0" baseline="0" noProof="0">
              <a:ln>
                <a:noFill/>
              </a:ln>
              <a:solidFill>
                <a:sysClr val="windowText" lastClr="000000">
                  <a:lumMod val="75000"/>
                  <a:lumOff val="25000"/>
                </a:sysClr>
              </a:solidFill>
              <a:effectLst/>
              <a:uLnTx/>
              <a:uFillTx/>
              <a:latin typeface="Boehringer Forward Text"/>
              <a:ea typeface="OPPOSans R"/>
              <a:cs typeface="+mn-cs"/>
            </a:endParaRPr>
          </a:p>
        </p:txBody>
      </p:sp>
    </p:spTree>
    <p:extLst>
      <p:ext uri="{BB962C8B-B14F-4D97-AF65-F5344CB8AC3E}">
        <p14:creationId xmlns:p14="http://schemas.microsoft.com/office/powerpoint/2010/main" val="398564674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0CC5FB3-1C06-02FE-3BCD-3129603E20E5}"/>
              </a:ext>
            </a:extLst>
          </p:cNvPr>
          <p:cNvSpPr>
            <a:spLocks noGrp="1"/>
          </p:cNvSpPr>
          <p:nvPr>
            <p:ph type="title"/>
          </p:nvPr>
        </p:nvSpPr>
        <p:spPr/>
        <p:txBody>
          <a:bodyPr/>
          <a:lstStyle/>
          <a:p>
            <a:r>
              <a:rPr lang="en-US" altLang="zh-CN" err="1"/>
              <a:t>VicaEmpa</a:t>
            </a:r>
            <a:endParaRPr lang="zh-CN" altLang="en-US"/>
          </a:p>
        </p:txBody>
      </p:sp>
      <p:sp>
        <p:nvSpPr>
          <p:cNvPr id="3" name="副标题 2">
            <a:extLst>
              <a:ext uri="{FF2B5EF4-FFF2-40B4-BE49-F238E27FC236}">
                <a16:creationId xmlns:a16="http://schemas.microsoft.com/office/drawing/2014/main" id="{AEFD857E-910D-9125-3F3B-574A800C3860}"/>
              </a:ext>
            </a:extLst>
          </p:cNvPr>
          <p:cNvSpPr>
            <a:spLocks noGrp="1"/>
          </p:cNvSpPr>
          <p:nvPr>
            <p:ph type="subTitle" idx="14"/>
          </p:nvPr>
        </p:nvSpPr>
        <p:spPr/>
        <p:txBody>
          <a:bodyPr/>
          <a:lstStyle/>
          <a:p>
            <a:endParaRPr lang="zh-CN" altLang="en-US"/>
          </a:p>
        </p:txBody>
      </p:sp>
      <p:sp>
        <p:nvSpPr>
          <p:cNvPr id="4" name="灯片编号占位符 3">
            <a:extLst>
              <a:ext uri="{FF2B5EF4-FFF2-40B4-BE49-F238E27FC236}">
                <a16:creationId xmlns:a16="http://schemas.microsoft.com/office/drawing/2014/main" id="{8F2527C9-F2AF-EEAF-65C0-0D278F3816C5}"/>
              </a:ext>
            </a:extLst>
          </p:cNvPr>
          <p:cNvSpPr>
            <a:spLocks noGrp="1"/>
          </p:cNvSpPr>
          <p:nvPr>
            <p:ph type="sldNum" sz="quarter" idx="16"/>
          </p:nvPr>
        </p:nvSpPr>
        <p:spPr/>
        <p:txBody>
          <a:bodyPr/>
          <a:lstStyle/>
          <a:p>
            <a:fld id="{8FF9B0DE-3FEB-4AA0-B465-B80EF7C1333D}" type="slidenum">
              <a:rPr lang="en-US" smtClean="0"/>
              <a:pPr/>
              <a:t>34</a:t>
            </a:fld>
            <a:endParaRPr lang="en-US"/>
          </a:p>
        </p:txBody>
      </p:sp>
    </p:spTree>
    <p:extLst>
      <p:ext uri="{BB962C8B-B14F-4D97-AF65-F5344CB8AC3E}">
        <p14:creationId xmlns:p14="http://schemas.microsoft.com/office/powerpoint/2010/main" val="105640943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735CA23-00BB-EE25-B902-1E206B7DBE34}"/>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8" name="Table 17">
            <a:extLst>
              <a:ext uri="{FF2B5EF4-FFF2-40B4-BE49-F238E27FC236}">
                <a16:creationId xmlns:a16="http://schemas.microsoft.com/office/drawing/2014/main" id="{B87822AC-82BB-5555-3406-DF5F02F17B92}"/>
              </a:ext>
            </a:extLst>
          </p:cNvPr>
          <p:cNvGraphicFramePr>
            <a:graphicFrameLocks noGrp="1"/>
          </p:cNvGraphicFramePr>
          <p:nvPr/>
        </p:nvGraphicFramePr>
        <p:xfrm>
          <a:off x="473489" y="1017704"/>
          <a:ext cx="11430218" cy="4841240"/>
        </p:xfrm>
        <a:graphic>
          <a:graphicData uri="http://schemas.openxmlformats.org/drawingml/2006/table">
            <a:tbl>
              <a:tblPr firstRow="1" bandRow="1"/>
              <a:tblGrid>
                <a:gridCol w="496966">
                  <a:extLst>
                    <a:ext uri="{9D8B030D-6E8A-4147-A177-3AD203B41FA5}">
                      <a16:colId xmlns:a16="http://schemas.microsoft.com/office/drawing/2014/main" val="4087860318"/>
                    </a:ext>
                  </a:extLst>
                </a:gridCol>
                <a:gridCol w="496966">
                  <a:extLst>
                    <a:ext uri="{9D8B030D-6E8A-4147-A177-3AD203B41FA5}">
                      <a16:colId xmlns:a16="http://schemas.microsoft.com/office/drawing/2014/main" val="3411862845"/>
                    </a:ext>
                  </a:extLst>
                </a:gridCol>
                <a:gridCol w="496966">
                  <a:extLst>
                    <a:ext uri="{9D8B030D-6E8A-4147-A177-3AD203B41FA5}">
                      <a16:colId xmlns:a16="http://schemas.microsoft.com/office/drawing/2014/main" val="2851474774"/>
                    </a:ext>
                  </a:extLst>
                </a:gridCol>
                <a:gridCol w="496966">
                  <a:extLst>
                    <a:ext uri="{9D8B030D-6E8A-4147-A177-3AD203B41FA5}">
                      <a16:colId xmlns:a16="http://schemas.microsoft.com/office/drawing/2014/main" val="107595344"/>
                    </a:ext>
                  </a:extLst>
                </a:gridCol>
                <a:gridCol w="496966">
                  <a:extLst>
                    <a:ext uri="{9D8B030D-6E8A-4147-A177-3AD203B41FA5}">
                      <a16:colId xmlns:a16="http://schemas.microsoft.com/office/drawing/2014/main" val="1666999431"/>
                    </a:ext>
                  </a:extLst>
                </a:gridCol>
                <a:gridCol w="496966">
                  <a:extLst>
                    <a:ext uri="{9D8B030D-6E8A-4147-A177-3AD203B41FA5}">
                      <a16:colId xmlns:a16="http://schemas.microsoft.com/office/drawing/2014/main" val="3696607442"/>
                    </a:ext>
                  </a:extLst>
                </a:gridCol>
                <a:gridCol w="496966">
                  <a:extLst>
                    <a:ext uri="{9D8B030D-6E8A-4147-A177-3AD203B41FA5}">
                      <a16:colId xmlns:a16="http://schemas.microsoft.com/office/drawing/2014/main" val="223989776"/>
                    </a:ext>
                  </a:extLst>
                </a:gridCol>
                <a:gridCol w="496966">
                  <a:extLst>
                    <a:ext uri="{9D8B030D-6E8A-4147-A177-3AD203B41FA5}">
                      <a16:colId xmlns:a16="http://schemas.microsoft.com/office/drawing/2014/main" val="124731204"/>
                    </a:ext>
                  </a:extLst>
                </a:gridCol>
                <a:gridCol w="496966">
                  <a:extLst>
                    <a:ext uri="{9D8B030D-6E8A-4147-A177-3AD203B41FA5}">
                      <a16:colId xmlns:a16="http://schemas.microsoft.com/office/drawing/2014/main" val="3066978585"/>
                    </a:ext>
                  </a:extLst>
                </a:gridCol>
                <a:gridCol w="496966">
                  <a:extLst>
                    <a:ext uri="{9D8B030D-6E8A-4147-A177-3AD203B41FA5}">
                      <a16:colId xmlns:a16="http://schemas.microsoft.com/office/drawing/2014/main" val="1064917641"/>
                    </a:ext>
                  </a:extLst>
                </a:gridCol>
                <a:gridCol w="496966">
                  <a:extLst>
                    <a:ext uri="{9D8B030D-6E8A-4147-A177-3AD203B41FA5}">
                      <a16:colId xmlns:a16="http://schemas.microsoft.com/office/drawing/2014/main" val="4221117315"/>
                    </a:ext>
                  </a:extLst>
                </a:gridCol>
                <a:gridCol w="496966">
                  <a:extLst>
                    <a:ext uri="{9D8B030D-6E8A-4147-A177-3AD203B41FA5}">
                      <a16:colId xmlns:a16="http://schemas.microsoft.com/office/drawing/2014/main" val="3266065341"/>
                    </a:ext>
                  </a:extLst>
                </a:gridCol>
                <a:gridCol w="496966">
                  <a:extLst>
                    <a:ext uri="{9D8B030D-6E8A-4147-A177-3AD203B41FA5}">
                      <a16:colId xmlns:a16="http://schemas.microsoft.com/office/drawing/2014/main" val="2374051224"/>
                    </a:ext>
                  </a:extLst>
                </a:gridCol>
                <a:gridCol w="496966">
                  <a:extLst>
                    <a:ext uri="{9D8B030D-6E8A-4147-A177-3AD203B41FA5}">
                      <a16:colId xmlns:a16="http://schemas.microsoft.com/office/drawing/2014/main" val="1840388365"/>
                    </a:ext>
                  </a:extLst>
                </a:gridCol>
                <a:gridCol w="496966">
                  <a:extLst>
                    <a:ext uri="{9D8B030D-6E8A-4147-A177-3AD203B41FA5}">
                      <a16:colId xmlns:a16="http://schemas.microsoft.com/office/drawing/2014/main" val="267750830"/>
                    </a:ext>
                  </a:extLst>
                </a:gridCol>
                <a:gridCol w="496966">
                  <a:extLst>
                    <a:ext uri="{9D8B030D-6E8A-4147-A177-3AD203B41FA5}">
                      <a16:colId xmlns:a16="http://schemas.microsoft.com/office/drawing/2014/main" val="3966469970"/>
                    </a:ext>
                  </a:extLst>
                </a:gridCol>
                <a:gridCol w="496966">
                  <a:extLst>
                    <a:ext uri="{9D8B030D-6E8A-4147-A177-3AD203B41FA5}">
                      <a16:colId xmlns:a16="http://schemas.microsoft.com/office/drawing/2014/main" val="2522973146"/>
                    </a:ext>
                  </a:extLst>
                </a:gridCol>
                <a:gridCol w="496966">
                  <a:extLst>
                    <a:ext uri="{9D8B030D-6E8A-4147-A177-3AD203B41FA5}">
                      <a16:colId xmlns:a16="http://schemas.microsoft.com/office/drawing/2014/main" val="1369122503"/>
                    </a:ext>
                  </a:extLst>
                </a:gridCol>
                <a:gridCol w="496966">
                  <a:extLst>
                    <a:ext uri="{9D8B030D-6E8A-4147-A177-3AD203B41FA5}">
                      <a16:colId xmlns:a16="http://schemas.microsoft.com/office/drawing/2014/main" val="2867001924"/>
                    </a:ext>
                  </a:extLst>
                </a:gridCol>
                <a:gridCol w="496966">
                  <a:extLst>
                    <a:ext uri="{9D8B030D-6E8A-4147-A177-3AD203B41FA5}">
                      <a16:colId xmlns:a16="http://schemas.microsoft.com/office/drawing/2014/main" val="3139393708"/>
                    </a:ext>
                  </a:extLst>
                </a:gridCol>
                <a:gridCol w="496966">
                  <a:extLst>
                    <a:ext uri="{9D8B030D-6E8A-4147-A177-3AD203B41FA5}">
                      <a16:colId xmlns:a16="http://schemas.microsoft.com/office/drawing/2014/main" val="561280759"/>
                    </a:ext>
                  </a:extLst>
                </a:gridCol>
                <a:gridCol w="496966">
                  <a:extLst>
                    <a:ext uri="{9D8B030D-6E8A-4147-A177-3AD203B41FA5}">
                      <a16:colId xmlns:a16="http://schemas.microsoft.com/office/drawing/2014/main" val="2584540109"/>
                    </a:ext>
                  </a:extLst>
                </a:gridCol>
                <a:gridCol w="496966">
                  <a:extLst>
                    <a:ext uri="{9D8B030D-6E8A-4147-A177-3AD203B41FA5}">
                      <a16:colId xmlns:a16="http://schemas.microsoft.com/office/drawing/2014/main" val="467224217"/>
                    </a:ext>
                  </a:extLst>
                </a:gridCol>
              </a:tblGrid>
              <a:tr h="254000">
                <a:tc>
                  <a:txBody>
                    <a:bodyPr/>
                    <a:lstStyle/>
                    <a:p>
                      <a:pPr algn="ct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2025</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2026</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2027</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2028</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2025</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2029</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2030</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2027</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2031</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2032</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60382403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272247624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11124038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4753278"/>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99947267"/>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463342811"/>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87752291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50209689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93040305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99299608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82084917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492475526"/>
                  </a:ext>
                </a:extLst>
              </a:tr>
            </a:tbl>
          </a:graphicData>
        </a:graphic>
      </p:graphicFrame>
      <p:sp>
        <p:nvSpPr>
          <p:cNvPr id="95" name="Rectangle 94">
            <a:extLst>
              <a:ext uri="{FF2B5EF4-FFF2-40B4-BE49-F238E27FC236}">
                <a16:creationId xmlns:a16="http://schemas.microsoft.com/office/drawing/2014/main" id="{1135803C-711F-B5F9-2750-C70FDD5306AA}"/>
              </a:ext>
            </a:extLst>
          </p:cNvPr>
          <p:cNvSpPr/>
          <p:nvPr/>
        </p:nvSpPr>
        <p:spPr bwMode="gray">
          <a:xfrm>
            <a:off x="971667" y="2215445"/>
            <a:ext cx="5669280"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97" name="TextBox 96">
            <a:extLst>
              <a:ext uri="{FF2B5EF4-FFF2-40B4-BE49-F238E27FC236}">
                <a16:creationId xmlns:a16="http://schemas.microsoft.com/office/drawing/2014/main" id="{EE9E25E4-0CC7-AE66-8804-3E447E74DC74}"/>
              </a:ext>
            </a:extLst>
          </p:cNvPr>
          <p:cNvSpPr txBox="1"/>
          <p:nvPr/>
        </p:nvSpPr>
        <p:spPr bwMode="gray">
          <a:xfrm>
            <a:off x="5991534" y="1932677"/>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Sep, 2027</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1" name="Diamond 100">
            <a:extLst>
              <a:ext uri="{FF2B5EF4-FFF2-40B4-BE49-F238E27FC236}">
                <a16:creationId xmlns:a16="http://schemas.microsoft.com/office/drawing/2014/main" id="{87AEF157-E7E1-2A3B-B236-EE7AD002B82C}"/>
              </a:ext>
            </a:extLst>
          </p:cNvPr>
          <p:cNvSpPr/>
          <p:nvPr/>
        </p:nvSpPr>
        <p:spPr bwMode="gray">
          <a:xfrm>
            <a:off x="8033625" y="2233220"/>
            <a:ext cx="137160" cy="137160"/>
          </a:xfrm>
          <a:prstGeom prst="diamond">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4" name="TextBox 103">
            <a:extLst>
              <a:ext uri="{FF2B5EF4-FFF2-40B4-BE49-F238E27FC236}">
                <a16:creationId xmlns:a16="http://schemas.microsoft.com/office/drawing/2014/main" id="{394F45D9-7BC9-B69E-1224-6B1B1A25D59C}"/>
              </a:ext>
            </a:extLst>
          </p:cNvPr>
          <p:cNvSpPr txBox="1"/>
          <p:nvPr/>
        </p:nvSpPr>
        <p:spPr bwMode="gray">
          <a:xfrm>
            <a:off x="8236453" y="2183330"/>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Aug, 2028</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9" name="Rectangle 108">
            <a:extLst>
              <a:ext uri="{FF2B5EF4-FFF2-40B4-BE49-F238E27FC236}">
                <a16:creationId xmlns:a16="http://schemas.microsoft.com/office/drawing/2014/main" id="{65F9BA69-D4E0-CA9D-81D3-D73A6640593A}"/>
              </a:ext>
            </a:extLst>
          </p:cNvPr>
          <p:cNvSpPr/>
          <p:nvPr/>
        </p:nvSpPr>
        <p:spPr bwMode="gray">
          <a:xfrm>
            <a:off x="2283023" y="3144791"/>
            <a:ext cx="4357924" cy="179844"/>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0" name="TextBox 109">
            <a:extLst>
              <a:ext uri="{FF2B5EF4-FFF2-40B4-BE49-F238E27FC236}">
                <a16:creationId xmlns:a16="http://schemas.microsoft.com/office/drawing/2014/main" id="{BE04F023-90E6-4164-E246-FE5982A0C805}"/>
              </a:ext>
            </a:extLst>
          </p:cNvPr>
          <p:cNvSpPr txBox="1"/>
          <p:nvPr/>
        </p:nvSpPr>
        <p:spPr bwMode="gray">
          <a:xfrm>
            <a:off x="1793827" y="2876806"/>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8312A"/>
                </a:solidFill>
                <a:effectLst/>
                <a:uLnTx/>
                <a:uFillTx/>
                <a:latin typeface="Boehringer Forward Text"/>
                <a:ea typeface="+mn-ea"/>
                <a:cs typeface="+mn-cs"/>
              </a:rPr>
              <a:t>FSS: Aug, 2025</a:t>
            </a:r>
          </a:p>
        </p:txBody>
      </p:sp>
      <p:sp>
        <p:nvSpPr>
          <p:cNvPr id="117" name="Diamond 116">
            <a:extLst>
              <a:ext uri="{FF2B5EF4-FFF2-40B4-BE49-F238E27FC236}">
                <a16:creationId xmlns:a16="http://schemas.microsoft.com/office/drawing/2014/main" id="{10D22922-FA36-3939-E8E5-AA71C65FDD76}"/>
              </a:ext>
            </a:extLst>
          </p:cNvPr>
          <p:cNvSpPr/>
          <p:nvPr/>
        </p:nvSpPr>
        <p:spPr bwMode="gray">
          <a:xfrm>
            <a:off x="8949826" y="3160423"/>
            <a:ext cx="137160" cy="137160"/>
          </a:xfrm>
          <a:prstGeom prst="diamond">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8" name="TextBox 117">
            <a:extLst>
              <a:ext uri="{FF2B5EF4-FFF2-40B4-BE49-F238E27FC236}">
                <a16:creationId xmlns:a16="http://schemas.microsoft.com/office/drawing/2014/main" id="{F2FF9847-3EFB-9527-227F-273607CE9439}"/>
              </a:ext>
            </a:extLst>
          </p:cNvPr>
          <p:cNvSpPr txBox="1"/>
          <p:nvPr/>
        </p:nvSpPr>
        <p:spPr bwMode="gray">
          <a:xfrm>
            <a:off x="9134433" y="3110502"/>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Jan, 2029</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8" name="TextBox 147">
            <a:extLst>
              <a:ext uri="{FF2B5EF4-FFF2-40B4-BE49-F238E27FC236}">
                <a16:creationId xmlns:a16="http://schemas.microsoft.com/office/drawing/2014/main" id="{D0FD8934-5E87-E2E1-6791-986DBBD246BE}"/>
              </a:ext>
            </a:extLst>
          </p:cNvPr>
          <p:cNvSpPr txBox="1"/>
          <p:nvPr/>
        </p:nvSpPr>
        <p:spPr bwMode="gray">
          <a:xfrm>
            <a:off x="9659254" y="3359882"/>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Approval(Base): J</a:t>
            </a: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ul.2029</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9" name="Diamond 148">
            <a:extLst>
              <a:ext uri="{FF2B5EF4-FFF2-40B4-BE49-F238E27FC236}">
                <a16:creationId xmlns:a16="http://schemas.microsoft.com/office/drawing/2014/main" id="{830D51E4-9A3F-1614-1237-C4175A44D2B3}"/>
              </a:ext>
            </a:extLst>
          </p:cNvPr>
          <p:cNvSpPr/>
          <p:nvPr/>
        </p:nvSpPr>
        <p:spPr bwMode="gray">
          <a:xfrm>
            <a:off x="9480953" y="3413917"/>
            <a:ext cx="137160" cy="137160"/>
          </a:xfrm>
          <a:prstGeom prst="diamond">
            <a:avLst/>
          </a:prstGeom>
          <a:solidFill>
            <a:srgbClr val="D2F2F7"/>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3" name="Picture 2">
            <a:extLst>
              <a:ext uri="{FF2B5EF4-FFF2-40B4-BE49-F238E27FC236}">
                <a16:creationId xmlns:a16="http://schemas.microsoft.com/office/drawing/2014/main" id="{684CBBDB-F0CD-397D-AE18-8EAAAC1F7529}"/>
              </a:ext>
            </a:extLst>
          </p:cNvPr>
          <p:cNvPicPr>
            <a:picLocks noChangeAspect="1"/>
          </p:cNvPicPr>
          <p:nvPr/>
        </p:nvPicPr>
        <p:blipFill>
          <a:blip r:embed="rId2"/>
          <a:stretch>
            <a:fillRect/>
          </a:stretch>
        </p:blipFill>
        <p:spPr>
          <a:xfrm>
            <a:off x="10800000" y="360000"/>
            <a:ext cx="1208232" cy="491197"/>
          </a:xfrm>
          <a:prstGeom prst="rect">
            <a:avLst/>
          </a:prstGeom>
        </p:spPr>
      </p:pic>
      <p:sp>
        <p:nvSpPr>
          <p:cNvPr id="11" name="Title 1">
            <a:extLst>
              <a:ext uri="{FF2B5EF4-FFF2-40B4-BE49-F238E27FC236}">
                <a16:creationId xmlns:a16="http://schemas.microsoft.com/office/drawing/2014/main" id="{1C9AAB3B-E669-0CA6-F97C-6CEFB3998DF8}"/>
              </a:ext>
            </a:extLst>
          </p:cNvPr>
          <p:cNvSpPr>
            <a:spLocks noGrp="1"/>
          </p:cNvSpPr>
          <p:nvPr>
            <p:ph type="title"/>
          </p:nvPr>
        </p:nvSpPr>
        <p:spPr>
          <a:xfrm>
            <a:off x="479425" y="476250"/>
            <a:ext cx="11233150" cy="720725"/>
          </a:xfrm>
        </p:spPr>
        <p:txBody>
          <a:bodyPr/>
          <a:lstStyle/>
          <a:p>
            <a:r>
              <a:rPr lang="en-US" altLang="zh-CN" err="1"/>
              <a:t>VicaEmpa</a:t>
            </a:r>
            <a:r>
              <a:rPr lang="en-US" altLang="zh-CN"/>
              <a:t>/CKD Development Plan (</a:t>
            </a:r>
            <a:r>
              <a:rPr lang="en-US" altLang="zh-CN" i="1">
                <a:solidFill>
                  <a:schemeClr val="bg1">
                    <a:lumMod val="75000"/>
                  </a:schemeClr>
                </a:solidFill>
              </a:rPr>
              <a:t>both global and local</a:t>
            </a:r>
            <a:r>
              <a:rPr lang="en-US" altLang="zh-CN"/>
              <a:t>)</a:t>
            </a:r>
            <a:endParaRPr lang="zh-CN" altLang="en-US"/>
          </a:p>
        </p:txBody>
      </p:sp>
      <p:pic>
        <p:nvPicPr>
          <p:cNvPr id="5" name="Graphic 4" descr="Globe with solid fill">
            <a:extLst>
              <a:ext uri="{FF2B5EF4-FFF2-40B4-BE49-F238E27FC236}">
                <a16:creationId xmlns:a16="http://schemas.microsoft.com/office/drawing/2014/main" id="{1F9E0C1D-6D02-AA23-1323-93A9240F44B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1028" y="2085498"/>
            <a:ext cx="365760" cy="365760"/>
          </a:xfrm>
          <a:prstGeom prst="rect">
            <a:avLst/>
          </a:prstGeom>
        </p:spPr>
      </p:pic>
      <p:pic>
        <p:nvPicPr>
          <p:cNvPr id="10" name="Picture 9" descr="A red circle with yellow stars and a black background&#10;&#10;Description automatically generated">
            <a:extLst>
              <a:ext uri="{FF2B5EF4-FFF2-40B4-BE49-F238E27FC236}">
                <a16:creationId xmlns:a16="http://schemas.microsoft.com/office/drawing/2014/main" id="{4179AA29-C0C4-8755-6D72-A499E517592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19834" y="3004090"/>
            <a:ext cx="274320" cy="274320"/>
          </a:xfrm>
          <a:prstGeom prst="rect">
            <a:avLst/>
          </a:prstGeom>
        </p:spPr>
      </p:pic>
      <p:sp>
        <p:nvSpPr>
          <p:cNvPr id="115" name="TextBox 114">
            <a:extLst>
              <a:ext uri="{FF2B5EF4-FFF2-40B4-BE49-F238E27FC236}">
                <a16:creationId xmlns:a16="http://schemas.microsoft.com/office/drawing/2014/main" id="{7DD3FCB0-42A1-6185-B1E4-9DAA14CA8879}"/>
              </a:ext>
            </a:extLst>
          </p:cNvPr>
          <p:cNvSpPr txBox="1"/>
          <p:nvPr/>
        </p:nvSpPr>
        <p:spPr bwMode="gray">
          <a:xfrm>
            <a:off x="2765166" y="6195576"/>
            <a:ext cx="1659507"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CTA-EC-HGRAC-1</a:t>
            </a:r>
            <a:r>
              <a:rPr kumimoji="0" lang="en-US" sz="1050" b="0" i="0" u="none" strike="noStrike" kern="1200" cap="none" spc="0" normalizeH="0" baseline="30000" noProof="0">
                <a:ln>
                  <a:noFill/>
                </a:ln>
                <a:solidFill>
                  <a:srgbClr val="5C5B59"/>
                </a:solidFill>
                <a:effectLst/>
                <a:uLnTx/>
                <a:uFillTx/>
                <a:latin typeface="Boehringer Forward Text"/>
                <a:ea typeface="+mn-ea"/>
                <a:cs typeface="+mn-cs"/>
              </a:rPr>
              <a:t>st</a:t>
            </a: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 SIV </a:t>
            </a:r>
          </a:p>
        </p:txBody>
      </p:sp>
      <p:sp>
        <p:nvSpPr>
          <p:cNvPr id="13" name="TextBox 12">
            <a:extLst>
              <a:ext uri="{FF2B5EF4-FFF2-40B4-BE49-F238E27FC236}">
                <a16:creationId xmlns:a16="http://schemas.microsoft.com/office/drawing/2014/main" id="{5E58E055-44C5-D137-C6EF-42DE4F7C42C0}"/>
              </a:ext>
            </a:extLst>
          </p:cNvPr>
          <p:cNvSpPr txBox="1"/>
          <p:nvPr/>
        </p:nvSpPr>
        <p:spPr bwMode="gray">
          <a:xfrm>
            <a:off x="3380986" y="2207307"/>
            <a:ext cx="1767213" cy="2073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GB" sz="1050" b="0" i="0" u="none" strike="noStrike" kern="1200" cap="none" spc="0" normalizeH="0" baseline="0" noProof="0">
                <a:ln>
                  <a:noFill/>
                </a:ln>
                <a:solidFill>
                  <a:prstClr val="black"/>
                </a:solidFill>
                <a:effectLst/>
                <a:uLnTx/>
                <a:uFillTx/>
                <a:latin typeface="Boehringer Forward Text"/>
                <a:ea typeface="+mn-ea"/>
                <a:cs typeface="+mn-cs"/>
              </a:rPr>
              <a:t>(Hybrid-Oxford University)</a:t>
            </a:r>
          </a:p>
        </p:txBody>
      </p:sp>
      <p:sp>
        <p:nvSpPr>
          <p:cNvPr id="15" name="TextBox 14">
            <a:extLst>
              <a:ext uri="{FF2B5EF4-FFF2-40B4-BE49-F238E27FC236}">
                <a16:creationId xmlns:a16="http://schemas.microsoft.com/office/drawing/2014/main" id="{581E5D63-E4E4-6188-2D9D-0B342744C15E}"/>
              </a:ext>
            </a:extLst>
          </p:cNvPr>
          <p:cNvSpPr txBox="1"/>
          <p:nvPr/>
        </p:nvSpPr>
        <p:spPr bwMode="gray">
          <a:xfrm>
            <a:off x="519833" y="1752600"/>
            <a:ext cx="2488629" cy="23692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Ph-III: 1378-0006</a:t>
            </a:r>
          </a:p>
        </p:txBody>
      </p:sp>
      <p:sp>
        <p:nvSpPr>
          <p:cNvPr id="31" name="Rectangle 30">
            <a:extLst>
              <a:ext uri="{FF2B5EF4-FFF2-40B4-BE49-F238E27FC236}">
                <a16:creationId xmlns:a16="http://schemas.microsoft.com/office/drawing/2014/main" id="{55D587B4-A82A-FFD1-3855-BED8D2A765FC}"/>
              </a:ext>
            </a:extLst>
          </p:cNvPr>
          <p:cNvSpPr/>
          <p:nvPr/>
        </p:nvSpPr>
        <p:spPr bwMode="gray">
          <a:xfrm>
            <a:off x="1975078" y="6207956"/>
            <a:ext cx="731520" cy="182880"/>
          </a:xfrm>
          <a:prstGeom prst="rect">
            <a:avLst/>
          </a:prstGeom>
          <a:pattFill prst="pct25">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Rectangle 63">
            <a:extLst>
              <a:ext uri="{FF2B5EF4-FFF2-40B4-BE49-F238E27FC236}">
                <a16:creationId xmlns:a16="http://schemas.microsoft.com/office/drawing/2014/main" id="{3AD57799-54F9-2488-22FE-A60F3C4B5953}"/>
              </a:ext>
            </a:extLst>
          </p:cNvPr>
          <p:cNvSpPr/>
          <p:nvPr/>
        </p:nvSpPr>
        <p:spPr bwMode="gray">
          <a:xfrm>
            <a:off x="1975078" y="6475110"/>
            <a:ext cx="731520" cy="182880"/>
          </a:xfrm>
          <a:prstGeom prst="rect">
            <a:avLst/>
          </a:prstGeom>
          <a:pattFill prst="dkVert">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5" name="TextBox 64">
            <a:extLst>
              <a:ext uri="{FF2B5EF4-FFF2-40B4-BE49-F238E27FC236}">
                <a16:creationId xmlns:a16="http://schemas.microsoft.com/office/drawing/2014/main" id="{1CE45994-0C76-8879-208B-CD044BA96ADB}"/>
              </a:ext>
            </a:extLst>
          </p:cNvPr>
          <p:cNvSpPr txBox="1"/>
          <p:nvPr/>
        </p:nvSpPr>
        <p:spPr bwMode="gray">
          <a:xfrm>
            <a:off x="2765166" y="6476973"/>
            <a:ext cx="2645034"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Trial duration on base case scenario</a:t>
            </a:r>
          </a:p>
        </p:txBody>
      </p:sp>
      <p:sp>
        <p:nvSpPr>
          <p:cNvPr id="9" name="Rectangle 8">
            <a:extLst>
              <a:ext uri="{FF2B5EF4-FFF2-40B4-BE49-F238E27FC236}">
                <a16:creationId xmlns:a16="http://schemas.microsoft.com/office/drawing/2014/main" id="{DF275ABF-8314-1040-BA8F-7C89F38077FF}"/>
              </a:ext>
            </a:extLst>
          </p:cNvPr>
          <p:cNvSpPr/>
          <p:nvPr/>
        </p:nvSpPr>
        <p:spPr bwMode="gray">
          <a:xfrm>
            <a:off x="958870" y="3140104"/>
            <a:ext cx="1371600" cy="191014"/>
          </a:xfrm>
          <a:prstGeom prst="rect">
            <a:avLst/>
          </a:prstGeom>
          <a:pattFill prst="pct25">
            <a:fgClr>
              <a:schemeClr val="accent2"/>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 name="Rectangle 1">
            <a:extLst>
              <a:ext uri="{FF2B5EF4-FFF2-40B4-BE49-F238E27FC236}">
                <a16:creationId xmlns:a16="http://schemas.microsoft.com/office/drawing/2014/main" id="{5C07A7BB-402A-E5AD-B58B-0C9474D6078B}"/>
              </a:ext>
            </a:extLst>
          </p:cNvPr>
          <p:cNvSpPr/>
          <p:nvPr/>
        </p:nvSpPr>
        <p:spPr bwMode="gray">
          <a:xfrm>
            <a:off x="1962563" y="4442386"/>
            <a:ext cx="2628000" cy="179844"/>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4" name="TextBox 3">
            <a:extLst>
              <a:ext uri="{FF2B5EF4-FFF2-40B4-BE49-F238E27FC236}">
                <a16:creationId xmlns:a16="http://schemas.microsoft.com/office/drawing/2014/main" id="{C4037639-31A7-1025-B760-D5B52C908DDE}"/>
              </a:ext>
            </a:extLst>
          </p:cNvPr>
          <p:cNvSpPr txBox="1"/>
          <p:nvPr/>
        </p:nvSpPr>
        <p:spPr bwMode="gray">
          <a:xfrm>
            <a:off x="1856986" y="4196086"/>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Jun,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 name="TextBox 6">
            <a:extLst>
              <a:ext uri="{FF2B5EF4-FFF2-40B4-BE49-F238E27FC236}">
                <a16:creationId xmlns:a16="http://schemas.microsoft.com/office/drawing/2014/main" id="{80FB88A3-8138-563A-1A39-C8798B26F320}"/>
              </a:ext>
            </a:extLst>
          </p:cNvPr>
          <p:cNvSpPr txBox="1"/>
          <p:nvPr/>
        </p:nvSpPr>
        <p:spPr bwMode="gray">
          <a:xfrm>
            <a:off x="4648200" y="4216559"/>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srgbClr val="EE6541"/>
                </a:solidFill>
                <a:effectLst/>
                <a:uLnTx/>
                <a:uFillTx/>
                <a:latin typeface="Boehringer Forward Text"/>
                <a:ea typeface="+mn-ea"/>
                <a:cs typeface="+mn-cs"/>
              </a:rPr>
              <a:t>DBL</a:t>
            </a:r>
            <a:r>
              <a:rPr kumimoji="0" lang="en-US" sz="1050" b="0" i="0" u="none" strike="noStrike" kern="1200" cap="none" spc="0" normalizeH="0" baseline="0" noProof="0">
                <a:ln>
                  <a:noFill/>
                </a:ln>
                <a:solidFill>
                  <a:srgbClr val="EE6541"/>
                </a:solidFill>
                <a:effectLst/>
                <a:uLnTx/>
                <a:uFillTx/>
                <a:latin typeface="Boehringer Forward Text"/>
                <a:ea typeface="+mn-ea"/>
                <a:cs typeface="+mn-cs"/>
              </a:rPr>
              <a:t>: </a:t>
            </a:r>
            <a:r>
              <a:rPr lang="en-US" sz="1050">
                <a:solidFill>
                  <a:srgbClr val="EE6541"/>
                </a:solidFill>
                <a:latin typeface="Boehringer Forward Text"/>
              </a:rPr>
              <a:t>Oct</a:t>
            </a:r>
            <a:r>
              <a:rPr kumimoji="0" lang="en-US" sz="1050" b="0" i="0" u="none" strike="noStrike" kern="1200" cap="none" spc="0" normalizeH="0" baseline="0" noProof="0">
                <a:ln>
                  <a:noFill/>
                </a:ln>
                <a:solidFill>
                  <a:srgbClr val="EE6541"/>
                </a:solidFill>
                <a:effectLst/>
                <a:uLnTx/>
                <a:uFillTx/>
                <a:latin typeface="Boehringer Forward Text"/>
                <a:ea typeface="+mn-ea"/>
                <a:cs typeface="+mn-cs"/>
              </a:rPr>
              <a:t>, 2026</a:t>
            </a:r>
            <a:endParaRPr kumimoji="0" lang="en-GB" sz="1050" b="0" i="0" u="none" strike="noStrike" kern="1200" cap="none" spc="0" normalizeH="0" baseline="0" noProof="0">
              <a:ln>
                <a:noFill/>
              </a:ln>
              <a:solidFill>
                <a:srgbClr val="EE6541"/>
              </a:solidFill>
              <a:effectLst/>
              <a:uLnTx/>
              <a:uFillTx/>
              <a:latin typeface="Boehringer Forward Text"/>
              <a:ea typeface="+mn-ea"/>
              <a:cs typeface="+mn-cs"/>
            </a:endParaRPr>
          </a:p>
        </p:txBody>
      </p:sp>
      <p:pic>
        <p:nvPicPr>
          <p:cNvPr id="14" name="Graphic 13" descr="Globe with solid fill">
            <a:extLst>
              <a:ext uri="{FF2B5EF4-FFF2-40B4-BE49-F238E27FC236}">
                <a16:creationId xmlns:a16="http://schemas.microsoft.com/office/drawing/2014/main" id="{0DF3FC57-F840-7524-137A-6E29F17EBA7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4114" y="4351857"/>
            <a:ext cx="365760" cy="365760"/>
          </a:xfrm>
          <a:prstGeom prst="rect">
            <a:avLst/>
          </a:prstGeom>
        </p:spPr>
      </p:pic>
      <p:pic>
        <p:nvPicPr>
          <p:cNvPr id="67" name="Picture 66" descr="A red circle with yellow stars and a black background&#10;&#10;Description automatically generated">
            <a:extLst>
              <a:ext uri="{FF2B5EF4-FFF2-40B4-BE49-F238E27FC236}">
                <a16:creationId xmlns:a16="http://schemas.microsoft.com/office/drawing/2014/main" id="{29753516-9F01-D656-4E5F-6BBD71D3641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19834" y="5419769"/>
            <a:ext cx="274320" cy="274320"/>
          </a:xfrm>
          <a:prstGeom prst="rect">
            <a:avLst/>
          </a:prstGeom>
        </p:spPr>
      </p:pic>
      <p:sp>
        <p:nvSpPr>
          <p:cNvPr id="68" name="TextBox 67">
            <a:extLst>
              <a:ext uri="{FF2B5EF4-FFF2-40B4-BE49-F238E27FC236}">
                <a16:creationId xmlns:a16="http://schemas.microsoft.com/office/drawing/2014/main" id="{C86CDC2C-79C8-1DB8-DF28-C0D5212157C7}"/>
              </a:ext>
            </a:extLst>
          </p:cNvPr>
          <p:cNvSpPr txBox="1"/>
          <p:nvPr/>
        </p:nvSpPr>
        <p:spPr bwMode="gray">
          <a:xfrm>
            <a:off x="519833" y="3905794"/>
            <a:ext cx="2488629" cy="23692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Ph-II: 1378-0023</a:t>
            </a:r>
          </a:p>
        </p:txBody>
      </p:sp>
      <p:sp>
        <p:nvSpPr>
          <p:cNvPr id="69" name="Rectangle 68">
            <a:extLst>
              <a:ext uri="{FF2B5EF4-FFF2-40B4-BE49-F238E27FC236}">
                <a16:creationId xmlns:a16="http://schemas.microsoft.com/office/drawing/2014/main" id="{1A79F3ED-8D33-5630-2042-2842F266A5BF}"/>
              </a:ext>
            </a:extLst>
          </p:cNvPr>
          <p:cNvSpPr/>
          <p:nvPr/>
        </p:nvSpPr>
        <p:spPr bwMode="gray">
          <a:xfrm>
            <a:off x="1107397" y="4443297"/>
            <a:ext cx="457200"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70" name="TextBox 69">
            <a:extLst>
              <a:ext uri="{FF2B5EF4-FFF2-40B4-BE49-F238E27FC236}">
                <a16:creationId xmlns:a16="http://schemas.microsoft.com/office/drawing/2014/main" id="{39E0117D-9EE8-EC38-EB35-120ED57FD630}"/>
              </a:ext>
            </a:extLst>
          </p:cNvPr>
          <p:cNvSpPr txBox="1"/>
          <p:nvPr/>
        </p:nvSpPr>
        <p:spPr bwMode="gray">
          <a:xfrm>
            <a:off x="1180662" y="4207383"/>
            <a:ext cx="275871"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6" name="TextBox 75">
            <a:extLst>
              <a:ext uri="{FF2B5EF4-FFF2-40B4-BE49-F238E27FC236}">
                <a16:creationId xmlns:a16="http://schemas.microsoft.com/office/drawing/2014/main" id="{72E8155D-EFF9-DF0B-9B66-DE439934BBCB}"/>
              </a:ext>
            </a:extLst>
          </p:cNvPr>
          <p:cNvSpPr txBox="1"/>
          <p:nvPr/>
        </p:nvSpPr>
        <p:spPr bwMode="gray">
          <a:xfrm>
            <a:off x="2117053" y="5173546"/>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Sep,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7" name="Rectangle 76">
            <a:extLst>
              <a:ext uri="{FF2B5EF4-FFF2-40B4-BE49-F238E27FC236}">
                <a16:creationId xmlns:a16="http://schemas.microsoft.com/office/drawing/2014/main" id="{7A12A9F0-FB5C-5A1C-1428-E60E2C2AB4E4}"/>
              </a:ext>
            </a:extLst>
          </p:cNvPr>
          <p:cNvSpPr/>
          <p:nvPr/>
        </p:nvSpPr>
        <p:spPr bwMode="gray">
          <a:xfrm>
            <a:off x="1467816" y="5447501"/>
            <a:ext cx="1005840" cy="182880"/>
          </a:xfrm>
          <a:prstGeom prst="rect">
            <a:avLst/>
          </a:prstGeom>
          <a:pattFill prst="pct25">
            <a:fgClr>
              <a:schemeClr val="accent2"/>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8" name="TextBox 77">
            <a:extLst>
              <a:ext uri="{FF2B5EF4-FFF2-40B4-BE49-F238E27FC236}">
                <a16:creationId xmlns:a16="http://schemas.microsoft.com/office/drawing/2014/main" id="{7E75B1D1-CA1F-485C-5AFA-E0D833C379D0}"/>
              </a:ext>
            </a:extLst>
          </p:cNvPr>
          <p:cNvSpPr txBox="1"/>
          <p:nvPr/>
        </p:nvSpPr>
        <p:spPr bwMode="gray">
          <a:xfrm>
            <a:off x="893865" y="5174254"/>
            <a:ext cx="996605"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 Mar,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6" name="TextBox 15">
            <a:extLst>
              <a:ext uri="{FF2B5EF4-FFF2-40B4-BE49-F238E27FC236}">
                <a16:creationId xmlns:a16="http://schemas.microsoft.com/office/drawing/2014/main" id="{F4113FC9-718D-7C7A-CF5D-D273CFBBCFD0}"/>
              </a:ext>
            </a:extLst>
          </p:cNvPr>
          <p:cNvSpPr txBox="1"/>
          <p:nvPr/>
        </p:nvSpPr>
        <p:spPr bwMode="gray">
          <a:xfrm>
            <a:off x="5991534" y="2871611"/>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Sep, 2027</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9" name="TextBox 18">
            <a:extLst>
              <a:ext uri="{FF2B5EF4-FFF2-40B4-BE49-F238E27FC236}">
                <a16:creationId xmlns:a16="http://schemas.microsoft.com/office/drawing/2014/main" id="{FD9F62FF-87BA-EE76-8E75-5BBB5AFCD512}"/>
              </a:ext>
            </a:extLst>
          </p:cNvPr>
          <p:cNvSpPr txBox="1"/>
          <p:nvPr/>
        </p:nvSpPr>
        <p:spPr bwMode="gray">
          <a:xfrm>
            <a:off x="4644957" y="5167412"/>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srgbClr val="EE6541"/>
                </a:solidFill>
                <a:effectLst/>
                <a:uLnTx/>
                <a:uFillTx/>
                <a:latin typeface="Boehringer Forward Text"/>
                <a:ea typeface="+mn-ea"/>
                <a:cs typeface="+mn-cs"/>
              </a:rPr>
              <a:t>DBL</a:t>
            </a:r>
            <a:r>
              <a:rPr kumimoji="0" lang="en-US" sz="1050" b="0" i="0" u="none" strike="noStrike" kern="1200" cap="none" spc="0" normalizeH="0" baseline="0" noProof="0">
                <a:ln>
                  <a:noFill/>
                </a:ln>
                <a:solidFill>
                  <a:srgbClr val="EE6541"/>
                </a:solidFill>
                <a:effectLst/>
                <a:uLnTx/>
                <a:uFillTx/>
                <a:latin typeface="Boehringer Forward Text"/>
                <a:ea typeface="+mn-ea"/>
                <a:cs typeface="+mn-cs"/>
              </a:rPr>
              <a:t>: </a:t>
            </a:r>
            <a:r>
              <a:rPr lang="en-US" sz="1050">
                <a:solidFill>
                  <a:srgbClr val="EE6541"/>
                </a:solidFill>
                <a:latin typeface="Boehringer Forward Text"/>
              </a:rPr>
              <a:t>Oct</a:t>
            </a:r>
            <a:r>
              <a:rPr kumimoji="0" lang="en-US" sz="1050" b="0" i="0" u="none" strike="noStrike" kern="1200" cap="none" spc="0" normalizeH="0" baseline="0" noProof="0">
                <a:ln>
                  <a:noFill/>
                </a:ln>
                <a:solidFill>
                  <a:srgbClr val="EE6541"/>
                </a:solidFill>
                <a:effectLst/>
                <a:uLnTx/>
                <a:uFillTx/>
                <a:latin typeface="Boehringer Forward Text"/>
                <a:ea typeface="+mn-ea"/>
                <a:cs typeface="+mn-cs"/>
              </a:rPr>
              <a:t>, 2026</a:t>
            </a:r>
            <a:endParaRPr kumimoji="0" lang="en-GB" sz="1050" b="0" i="0" u="none" strike="noStrike" kern="1200" cap="none" spc="0" normalizeH="0" baseline="0" noProof="0">
              <a:ln>
                <a:noFill/>
              </a:ln>
              <a:solidFill>
                <a:srgbClr val="EE6541"/>
              </a:solidFill>
              <a:effectLst/>
              <a:uLnTx/>
              <a:uFillTx/>
              <a:latin typeface="Boehringer Forward Text"/>
              <a:ea typeface="+mn-ea"/>
              <a:cs typeface="+mn-cs"/>
            </a:endParaRPr>
          </a:p>
        </p:txBody>
      </p:sp>
      <p:pic>
        <p:nvPicPr>
          <p:cNvPr id="20" name="Picture 19">
            <a:hlinkClick r:id="" action="ppaction://noaction"/>
            <a:extLst>
              <a:ext uri="{FF2B5EF4-FFF2-40B4-BE49-F238E27FC236}">
                <a16:creationId xmlns:a16="http://schemas.microsoft.com/office/drawing/2014/main" id="{F27D5163-2E48-50ED-FA54-EEFB1F47CC2A}"/>
              </a:ext>
            </a:extLst>
          </p:cNvPr>
          <p:cNvPicPr>
            <a:picLocks noChangeAspect="1"/>
          </p:cNvPicPr>
          <p:nvPr/>
        </p:nvPicPr>
        <p:blipFill>
          <a:blip r:embed="rId5"/>
          <a:srcRect l="1712" t="13643" r="7051" b="7851"/>
          <a:stretch>
            <a:fillRect/>
          </a:stretch>
        </p:blipFill>
        <p:spPr>
          <a:xfrm>
            <a:off x="2052302" y="3833487"/>
            <a:ext cx="822960" cy="348708"/>
          </a:xfrm>
          <a:prstGeom prst="rect">
            <a:avLst/>
          </a:prstGeom>
        </p:spPr>
      </p:pic>
      <p:pic>
        <p:nvPicPr>
          <p:cNvPr id="21" name="Picture 20" descr="A logo for a company&#10;&#10;Description automatically generated">
            <a:hlinkClick r:id="" action="ppaction://noaction"/>
            <a:extLst>
              <a:ext uri="{FF2B5EF4-FFF2-40B4-BE49-F238E27FC236}">
                <a16:creationId xmlns:a16="http://schemas.microsoft.com/office/drawing/2014/main" id="{995C84EC-8C37-6FC0-1214-4A76261AD73C}"/>
              </a:ext>
            </a:extLst>
          </p:cNvPr>
          <p:cNvPicPr>
            <a:picLocks noChangeAspect="1"/>
          </p:cNvPicPr>
          <p:nvPr/>
        </p:nvPicPr>
        <p:blipFill rotWithShape="1">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l="9879" t="13642" r="10764" b="14276"/>
          <a:stretch/>
        </p:blipFill>
        <p:spPr>
          <a:xfrm>
            <a:off x="2003166" y="1674220"/>
            <a:ext cx="822960" cy="459608"/>
          </a:xfrm>
          <a:prstGeom prst="rect">
            <a:avLst/>
          </a:prstGeom>
        </p:spPr>
      </p:pic>
      <p:sp>
        <p:nvSpPr>
          <p:cNvPr id="23" name="TextBox 22">
            <a:extLst>
              <a:ext uri="{FF2B5EF4-FFF2-40B4-BE49-F238E27FC236}">
                <a16:creationId xmlns:a16="http://schemas.microsoft.com/office/drawing/2014/main" id="{FB04D855-0DD1-0CCF-D43C-597E8FFBF400}"/>
              </a:ext>
            </a:extLst>
          </p:cNvPr>
          <p:cNvSpPr txBox="1"/>
          <p:nvPr/>
        </p:nvSpPr>
        <p:spPr bwMode="gray">
          <a:xfrm>
            <a:off x="3132468" y="2378318"/>
            <a:ext cx="4901157" cy="578882"/>
          </a:xfrm>
          <a:prstGeom prst="roundRect">
            <a:avLst/>
          </a:prstGeom>
          <a:solidFill>
            <a:schemeClr val="accent3">
              <a:alpha val="50196"/>
            </a:schemeClr>
          </a:solidFill>
        </p:spPr>
        <p:txBody>
          <a:bodyPr wrap="square">
            <a:spAutoFit/>
          </a:bodyPr>
          <a:lstStyle/>
          <a:p>
            <a:pPr marL="285750" indent="-285750">
              <a:spcAft>
                <a:spcPts val="600"/>
              </a:spcAft>
              <a:buFont typeface="Times new roman" panose="02020603050405020304" pitchFamily="18" charset="0"/>
              <a:buChar char="⁃"/>
            </a:pPr>
            <a:r>
              <a:rPr lang="en-US" altLang="zh-CN" sz="1400">
                <a:solidFill>
                  <a:schemeClr val="accent1"/>
                </a:solidFill>
              </a:rPr>
              <a:t>257 patients randomized in China, with another 230 in the ‘run-in’ period</a:t>
            </a:r>
          </a:p>
        </p:txBody>
      </p:sp>
      <p:grpSp>
        <p:nvGrpSpPr>
          <p:cNvPr id="24" name="Group 23">
            <a:extLst>
              <a:ext uri="{FF2B5EF4-FFF2-40B4-BE49-F238E27FC236}">
                <a16:creationId xmlns:a16="http://schemas.microsoft.com/office/drawing/2014/main" id="{4B4575D4-4DA3-DABC-65D7-93D5F9AF1194}"/>
              </a:ext>
            </a:extLst>
          </p:cNvPr>
          <p:cNvGrpSpPr>
            <a:grpSpLocks noChangeAspect="1"/>
          </p:cNvGrpSpPr>
          <p:nvPr/>
        </p:nvGrpSpPr>
        <p:grpSpPr>
          <a:xfrm>
            <a:off x="10818393" y="399675"/>
            <a:ext cx="365760" cy="365760"/>
            <a:chOff x="11005457" y="315686"/>
            <a:chExt cx="548640" cy="548640"/>
          </a:xfrm>
        </p:grpSpPr>
        <p:sp>
          <p:nvSpPr>
            <p:cNvPr id="25" name="Oval 24">
              <a:extLst>
                <a:ext uri="{FF2B5EF4-FFF2-40B4-BE49-F238E27FC236}">
                  <a16:creationId xmlns:a16="http://schemas.microsoft.com/office/drawing/2014/main" id="{5D921B8A-D48A-3A17-2CD1-89AF7D796519}"/>
                </a:ext>
              </a:extLst>
            </p:cNvPr>
            <p:cNvSpPr/>
            <p:nvPr/>
          </p:nvSpPr>
          <p:spPr bwMode="gray">
            <a:xfrm>
              <a:off x="11005457" y="315686"/>
              <a:ext cx="548640" cy="548640"/>
            </a:xfrm>
            <a:prstGeom prst="ellipse">
              <a:avLst/>
            </a:prstGeom>
            <a:solidFill>
              <a:schemeClr val="accent5">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6" name="Oval 25">
              <a:extLst>
                <a:ext uri="{FF2B5EF4-FFF2-40B4-BE49-F238E27FC236}">
                  <a16:creationId xmlns:a16="http://schemas.microsoft.com/office/drawing/2014/main" id="{A2D1870B-CBC4-B4C9-0963-8A148E2BEC69}"/>
                </a:ext>
              </a:extLst>
            </p:cNvPr>
            <p:cNvSpPr>
              <a:spLocks noChangeAspect="1"/>
            </p:cNvSpPr>
            <p:nvPr/>
          </p:nvSpPr>
          <p:spPr bwMode="gray">
            <a:xfrm>
              <a:off x="11096897" y="407126"/>
              <a:ext cx="365760" cy="365760"/>
            </a:xfrm>
            <a:prstGeom prst="ellipse">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27" name="TextBox 26">
            <a:extLst>
              <a:ext uri="{FF2B5EF4-FFF2-40B4-BE49-F238E27FC236}">
                <a16:creationId xmlns:a16="http://schemas.microsoft.com/office/drawing/2014/main" id="{AD6C1D3F-68A5-4636-E684-6B7F5D0CA84B}"/>
              </a:ext>
            </a:extLst>
          </p:cNvPr>
          <p:cNvSpPr txBox="1"/>
          <p:nvPr/>
        </p:nvSpPr>
        <p:spPr bwMode="gray">
          <a:xfrm>
            <a:off x="5841032" y="4631917"/>
            <a:ext cx="5038317" cy="658266"/>
          </a:xfrm>
          <a:prstGeom prst="roundRect">
            <a:avLst/>
          </a:prstGeom>
          <a:solidFill>
            <a:schemeClr val="accent3">
              <a:alpha val="50196"/>
            </a:schemeClr>
          </a:solidFill>
        </p:spPr>
        <p:txBody>
          <a:bodyPr wrap="square">
            <a:spAutoFit/>
          </a:bodyPr>
          <a:lstStyle/>
          <a:p>
            <a:pPr marL="285750" indent="-285750">
              <a:lnSpc>
                <a:spcPct val="120000"/>
              </a:lnSpc>
              <a:spcAft>
                <a:spcPts val="300"/>
              </a:spcAft>
              <a:buFont typeface="Times new roman" panose="02020603050405020304" pitchFamily="18" charset="0"/>
              <a:buChar char="⁃"/>
            </a:pPr>
            <a:r>
              <a:rPr lang="en-US" altLang="zh-CN" sz="1400">
                <a:solidFill>
                  <a:schemeClr val="accent1"/>
                </a:solidFill>
              </a:rPr>
              <a:t>Recruitment completed, with 42 patients randomized(10% of total) in China</a:t>
            </a:r>
          </a:p>
        </p:txBody>
      </p:sp>
      <p:cxnSp>
        <p:nvCxnSpPr>
          <p:cNvPr id="28" name="Straight Connector 27">
            <a:extLst>
              <a:ext uri="{FF2B5EF4-FFF2-40B4-BE49-F238E27FC236}">
                <a16:creationId xmlns:a16="http://schemas.microsoft.com/office/drawing/2014/main" id="{810DA94D-D915-A8BE-1E4E-310FF226F906}"/>
              </a:ext>
            </a:extLst>
          </p:cNvPr>
          <p:cNvCxnSpPr>
            <a:cxnSpLocks/>
          </p:cNvCxnSpPr>
          <p:nvPr/>
        </p:nvCxnSpPr>
        <p:spPr bwMode="gray">
          <a:xfrm>
            <a:off x="3551390" y="1744144"/>
            <a:ext cx="0" cy="4114800"/>
          </a:xfrm>
          <a:prstGeom prst="line">
            <a:avLst/>
          </a:prstGeom>
          <a:ln w="12700">
            <a:solidFill>
              <a:srgbClr val="EE6541"/>
            </a:solidFill>
            <a:prstDash val="lgDash"/>
            <a:tailEnd type="ova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C821ED18-71C8-5D99-C30D-C86F286A8AC7}"/>
              </a:ext>
            </a:extLst>
          </p:cNvPr>
          <p:cNvSpPr/>
          <p:nvPr/>
        </p:nvSpPr>
        <p:spPr bwMode="gray">
          <a:xfrm>
            <a:off x="2330470" y="5441846"/>
            <a:ext cx="2268000" cy="182880"/>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334314479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735CA23-00BB-EE25-B902-1E206B7DBE34}"/>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8" name="Table 17">
            <a:extLst>
              <a:ext uri="{FF2B5EF4-FFF2-40B4-BE49-F238E27FC236}">
                <a16:creationId xmlns:a16="http://schemas.microsoft.com/office/drawing/2014/main" id="{B87822AC-82BB-5555-3406-DF5F02F17B92}"/>
              </a:ext>
            </a:extLst>
          </p:cNvPr>
          <p:cNvGraphicFramePr>
            <a:graphicFrameLocks noGrp="1"/>
          </p:cNvGraphicFramePr>
          <p:nvPr/>
        </p:nvGraphicFramePr>
        <p:xfrm>
          <a:off x="479425" y="1001051"/>
          <a:ext cx="11430218" cy="4841240"/>
        </p:xfrm>
        <a:graphic>
          <a:graphicData uri="http://schemas.openxmlformats.org/drawingml/2006/table">
            <a:tbl>
              <a:tblPr firstRow="1" bandRow="1"/>
              <a:tblGrid>
                <a:gridCol w="496966">
                  <a:extLst>
                    <a:ext uri="{9D8B030D-6E8A-4147-A177-3AD203B41FA5}">
                      <a16:colId xmlns:a16="http://schemas.microsoft.com/office/drawing/2014/main" val="4087860318"/>
                    </a:ext>
                  </a:extLst>
                </a:gridCol>
                <a:gridCol w="496966">
                  <a:extLst>
                    <a:ext uri="{9D8B030D-6E8A-4147-A177-3AD203B41FA5}">
                      <a16:colId xmlns:a16="http://schemas.microsoft.com/office/drawing/2014/main" val="3411862845"/>
                    </a:ext>
                  </a:extLst>
                </a:gridCol>
                <a:gridCol w="496966">
                  <a:extLst>
                    <a:ext uri="{9D8B030D-6E8A-4147-A177-3AD203B41FA5}">
                      <a16:colId xmlns:a16="http://schemas.microsoft.com/office/drawing/2014/main" val="2851474774"/>
                    </a:ext>
                  </a:extLst>
                </a:gridCol>
                <a:gridCol w="496966">
                  <a:extLst>
                    <a:ext uri="{9D8B030D-6E8A-4147-A177-3AD203B41FA5}">
                      <a16:colId xmlns:a16="http://schemas.microsoft.com/office/drawing/2014/main" val="107595344"/>
                    </a:ext>
                  </a:extLst>
                </a:gridCol>
                <a:gridCol w="496966">
                  <a:extLst>
                    <a:ext uri="{9D8B030D-6E8A-4147-A177-3AD203B41FA5}">
                      <a16:colId xmlns:a16="http://schemas.microsoft.com/office/drawing/2014/main" val="1666999431"/>
                    </a:ext>
                  </a:extLst>
                </a:gridCol>
                <a:gridCol w="496966">
                  <a:extLst>
                    <a:ext uri="{9D8B030D-6E8A-4147-A177-3AD203B41FA5}">
                      <a16:colId xmlns:a16="http://schemas.microsoft.com/office/drawing/2014/main" val="3696607442"/>
                    </a:ext>
                  </a:extLst>
                </a:gridCol>
                <a:gridCol w="496966">
                  <a:extLst>
                    <a:ext uri="{9D8B030D-6E8A-4147-A177-3AD203B41FA5}">
                      <a16:colId xmlns:a16="http://schemas.microsoft.com/office/drawing/2014/main" val="223989776"/>
                    </a:ext>
                  </a:extLst>
                </a:gridCol>
                <a:gridCol w="496966">
                  <a:extLst>
                    <a:ext uri="{9D8B030D-6E8A-4147-A177-3AD203B41FA5}">
                      <a16:colId xmlns:a16="http://schemas.microsoft.com/office/drawing/2014/main" val="124731204"/>
                    </a:ext>
                  </a:extLst>
                </a:gridCol>
                <a:gridCol w="496966">
                  <a:extLst>
                    <a:ext uri="{9D8B030D-6E8A-4147-A177-3AD203B41FA5}">
                      <a16:colId xmlns:a16="http://schemas.microsoft.com/office/drawing/2014/main" val="3066978585"/>
                    </a:ext>
                  </a:extLst>
                </a:gridCol>
                <a:gridCol w="496966">
                  <a:extLst>
                    <a:ext uri="{9D8B030D-6E8A-4147-A177-3AD203B41FA5}">
                      <a16:colId xmlns:a16="http://schemas.microsoft.com/office/drawing/2014/main" val="1064917641"/>
                    </a:ext>
                  </a:extLst>
                </a:gridCol>
                <a:gridCol w="496966">
                  <a:extLst>
                    <a:ext uri="{9D8B030D-6E8A-4147-A177-3AD203B41FA5}">
                      <a16:colId xmlns:a16="http://schemas.microsoft.com/office/drawing/2014/main" val="4221117315"/>
                    </a:ext>
                  </a:extLst>
                </a:gridCol>
                <a:gridCol w="496966">
                  <a:extLst>
                    <a:ext uri="{9D8B030D-6E8A-4147-A177-3AD203B41FA5}">
                      <a16:colId xmlns:a16="http://schemas.microsoft.com/office/drawing/2014/main" val="3266065341"/>
                    </a:ext>
                  </a:extLst>
                </a:gridCol>
                <a:gridCol w="496966">
                  <a:extLst>
                    <a:ext uri="{9D8B030D-6E8A-4147-A177-3AD203B41FA5}">
                      <a16:colId xmlns:a16="http://schemas.microsoft.com/office/drawing/2014/main" val="2374051224"/>
                    </a:ext>
                  </a:extLst>
                </a:gridCol>
                <a:gridCol w="496966">
                  <a:extLst>
                    <a:ext uri="{9D8B030D-6E8A-4147-A177-3AD203B41FA5}">
                      <a16:colId xmlns:a16="http://schemas.microsoft.com/office/drawing/2014/main" val="1840388365"/>
                    </a:ext>
                  </a:extLst>
                </a:gridCol>
                <a:gridCol w="496966">
                  <a:extLst>
                    <a:ext uri="{9D8B030D-6E8A-4147-A177-3AD203B41FA5}">
                      <a16:colId xmlns:a16="http://schemas.microsoft.com/office/drawing/2014/main" val="267750830"/>
                    </a:ext>
                  </a:extLst>
                </a:gridCol>
                <a:gridCol w="496966">
                  <a:extLst>
                    <a:ext uri="{9D8B030D-6E8A-4147-A177-3AD203B41FA5}">
                      <a16:colId xmlns:a16="http://schemas.microsoft.com/office/drawing/2014/main" val="3966469970"/>
                    </a:ext>
                  </a:extLst>
                </a:gridCol>
                <a:gridCol w="496966">
                  <a:extLst>
                    <a:ext uri="{9D8B030D-6E8A-4147-A177-3AD203B41FA5}">
                      <a16:colId xmlns:a16="http://schemas.microsoft.com/office/drawing/2014/main" val="2522973146"/>
                    </a:ext>
                  </a:extLst>
                </a:gridCol>
                <a:gridCol w="496966">
                  <a:extLst>
                    <a:ext uri="{9D8B030D-6E8A-4147-A177-3AD203B41FA5}">
                      <a16:colId xmlns:a16="http://schemas.microsoft.com/office/drawing/2014/main" val="1369122503"/>
                    </a:ext>
                  </a:extLst>
                </a:gridCol>
                <a:gridCol w="496966">
                  <a:extLst>
                    <a:ext uri="{9D8B030D-6E8A-4147-A177-3AD203B41FA5}">
                      <a16:colId xmlns:a16="http://schemas.microsoft.com/office/drawing/2014/main" val="2867001924"/>
                    </a:ext>
                  </a:extLst>
                </a:gridCol>
                <a:gridCol w="496966">
                  <a:extLst>
                    <a:ext uri="{9D8B030D-6E8A-4147-A177-3AD203B41FA5}">
                      <a16:colId xmlns:a16="http://schemas.microsoft.com/office/drawing/2014/main" val="3139393708"/>
                    </a:ext>
                  </a:extLst>
                </a:gridCol>
                <a:gridCol w="496966">
                  <a:extLst>
                    <a:ext uri="{9D8B030D-6E8A-4147-A177-3AD203B41FA5}">
                      <a16:colId xmlns:a16="http://schemas.microsoft.com/office/drawing/2014/main" val="561280759"/>
                    </a:ext>
                  </a:extLst>
                </a:gridCol>
                <a:gridCol w="496966">
                  <a:extLst>
                    <a:ext uri="{9D8B030D-6E8A-4147-A177-3AD203B41FA5}">
                      <a16:colId xmlns:a16="http://schemas.microsoft.com/office/drawing/2014/main" val="2584540109"/>
                    </a:ext>
                  </a:extLst>
                </a:gridCol>
                <a:gridCol w="496966">
                  <a:extLst>
                    <a:ext uri="{9D8B030D-6E8A-4147-A177-3AD203B41FA5}">
                      <a16:colId xmlns:a16="http://schemas.microsoft.com/office/drawing/2014/main" val="467224217"/>
                    </a:ext>
                  </a:extLst>
                </a:gridCol>
              </a:tblGrid>
              <a:tr h="254000">
                <a:tc>
                  <a:txBody>
                    <a:bodyPr/>
                    <a:lstStyle/>
                    <a:p>
                      <a:pPr algn="ct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2025</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2026</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2027</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2028</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2025</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2029</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2030</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2027</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2030</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2031</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60382403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272247624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11124038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4753278"/>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99947267"/>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463342811"/>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87752291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50209689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93040305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99299608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82084917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492475526"/>
                  </a:ext>
                </a:extLst>
              </a:tr>
            </a:tbl>
          </a:graphicData>
        </a:graphic>
      </p:graphicFrame>
      <p:sp>
        <p:nvSpPr>
          <p:cNvPr id="95" name="Rectangle 94">
            <a:extLst>
              <a:ext uri="{FF2B5EF4-FFF2-40B4-BE49-F238E27FC236}">
                <a16:creationId xmlns:a16="http://schemas.microsoft.com/office/drawing/2014/main" id="{1135803C-711F-B5F9-2750-C70FDD5306AA}"/>
              </a:ext>
            </a:extLst>
          </p:cNvPr>
          <p:cNvSpPr/>
          <p:nvPr/>
        </p:nvSpPr>
        <p:spPr bwMode="gray">
          <a:xfrm>
            <a:off x="2029606" y="4583949"/>
            <a:ext cx="7132320"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96" name="TextBox 95">
            <a:extLst>
              <a:ext uri="{FF2B5EF4-FFF2-40B4-BE49-F238E27FC236}">
                <a16:creationId xmlns:a16="http://schemas.microsoft.com/office/drawing/2014/main" id="{8364227D-3FC7-1C35-BD76-95FF191404CC}"/>
              </a:ext>
            </a:extLst>
          </p:cNvPr>
          <p:cNvSpPr txBox="1"/>
          <p:nvPr/>
        </p:nvSpPr>
        <p:spPr bwMode="gray">
          <a:xfrm>
            <a:off x="1776652" y="4337902"/>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Jul,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7" name="TextBox 96">
            <a:extLst>
              <a:ext uri="{FF2B5EF4-FFF2-40B4-BE49-F238E27FC236}">
                <a16:creationId xmlns:a16="http://schemas.microsoft.com/office/drawing/2014/main" id="{EE9E25E4-0CC7-AE66-8804-3E447E74DC74}"/>
              </a:ext>
            </a:extLst>
          </p:cNvPr>
          <p:cNvSpPr txBox="1"/>
          <p:nvPr/>
        </p:nvSpPr>
        <p:spPr bwMode="gray">
          <a:xfrm>
            <a:off x="8861182" y="4337902"/>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Mar, 2029</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1" name="Diamond 100">
            <a:extLst>
              <a:ext uri="{FF2B5EF4-FFF2-40B4-BE49-F238E27FC236}">
                <a16:creationId xmlns:a16="http://schemas.microsoft.com/office/drawing/2014/main" id="{87AEF157-E7E1-2A3B-B236-EE7AD002B82C}"/>
              </a:ext>
            </a:extLst>
          </p:cNvPr>
          <p:cNvSpPr/>
          <p:nvPr/>
        </p:nvSpPr>
        <p:spPr bwMode="gray">
          <a:xfrm>
            <a:off x="9913668" y="4608320"/>
            <a:ext cx="137160" cy="137160"/>
          </a:xfrm>
          <a:prstGeom prst="diamond">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4" name="TextBox 103">
            <a:extLst>
              <a:ext uri="{FF2B5EF4-FFF2-40B4-BE49-F238E27FC236}">
                <a16:creationId xmlns:a16="http://schemas.microsoft.com/office/drawing/2014/main" id="{394F45D9-7BC9-B69E-1224-6B1B1A25D59C}"/>
              </a:ext>
            </a:extLst>
          </p:cNvPr>
          <p:cNvSpPr txBox="1"/>
          <p:nvPr/>
        </p:nvSpPr>
        <p:spPr bwMode="gray">
          <a:xfrm>
            <a:off x="10069304" y="4519995"/>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Jan, 2030</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9" name="Rectangle 108">
            <a:extLst>
              <a:ext uri="{FF2B5EF4-FFF2-40B4-BE49-F238E27FC236}">
                <a16:creationId xmlns:a16="http://schemas.microsoft.com/office/drawing/2014/main" id="{65F9BA69-D4E0-CA9D-81D3-D73A6640593A}"/>
              </a:ext>
            </a:extLst>
          </p:cNvPr>
          <p:cNvSpPr/>
          <p:nvPr/>
        </p:nvSpPr>
        <p:spPr bwMode="gray">
          <a:xfrm>
            <a:off x="2499372" y="5424508"/>
            <a:ext cx="6675120" cy="182880"/>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7" name="Diamond 116">
            <a:extLst>
              <a:ext uri="{FF2B5EF4-FFF2-40B4-BE49-F238E27FC236}">
                <a16:creationId xmlns:a16="http://schemas.microsoft.com/office/drawing/2014/main" id="{10D22922-FA36-3939-E8E5-AA71C65FDD76}"/>
              </a:ext>
            </a:extLst>
          </p:cNvPr>
          <p:cNvSpPr/>
          <p:nvPr/>
        </p:nvSpPr>
        <p:spPr bwMode="gray">
          <a:xfrm>
            <a:off x="10398143" y="5420316"/>
            <a:ext cx="137160" cy="137160"/>
          </a:xfrm>
          <a:prstGeom prst="diamond">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8" name="TextBox 117">
            <a:extLst>
              <a:ext uri="{FF2B5EF4-FFF2-40B4-BE49-F238E27FC236}">
                <a16:creationId xmlns:a16="http://schemas.microsoft.com/office/drawing/2014/main" id="{F2FF9847-3EFB-9527-227F-273607CE9439}"/>
              </a:ext>
            </a:extLst>
          </p:cNvPr>
          <p:cNvSpPr txBox="1"/>
          <p:nvPr/>
        </p:nvSpPr>
        <p:spPr bwMode="gray">
          <a:xfrm>
            <a:off x="10631674" y="5385245"/>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Jun, 2030</a:t>
            </a:r>
          </a:p>
        </p:txBody>
      </p:sp>
      <p:pic>
        <p:nvPicPr>
          <p:cNvPr id="3" name="Picture 2">
            <a:extLst>
              <a:ext uri="{FF2B5EF4-FFF2-40B4-BE49-F238E27FC236}">
                <a16:creationId xmlns:a16="http://schemas.microsoft.com/office/drawing/2014/main" id="{684CBBDB-F0CD-397D-AE18-8EAAAC1F7529}"/>
              </a:ext>
            </a:extLst>
          </p:cNvPr>
          <p:cNvPicPr>
            <a:picLocks noChangeAspect="1"/>
          </p:cNvPicPr>
          <p:nvPr/>
        </p:nvPicPr>
        <p:blipFill>
          <a:blip r:embed="rId2"/>
          <a:stretch>
            <a:fillRect/>
          </a:stretch>
        </p:blipFill>
        <p:spPr>
          <a:xfrm>
            <a:off x="10800000" y="360000"/>
            <a:ext cx="1208232" cy="491197"/>
          </a:xfrm>
          <a:prstGeom prst="rect">
            <a:avLst/>
          </a:prstGeom>
        </p:spPr>
      </p:pic>
      <p:sp>
        <p:nvSpPr>
          <p:cNvPr id="11" name="Title 1">
            <a:extLst>
              <a:ext uri="{FF2B5EF4-FFF2-40B4-BE49-F238E27FC236}">
                <a16:creationId xmlns:a16="http://schemas.microsoft.com/office/drawing/2014/main" id="{1C9AAB3B-E669-0CA6-F97C-6CEFB3998DF8}"/>
              </a:ext>
            </a:extLst>
          </p:cNvPr>
          <p:cNvSpPr>
            <a:spLocks noGrp="1"/>
          </p:cNvSpPr>
          <p:nvPr>
            <p:ph type="title"/>
          </p:nvPr>
        </p:nvSpPr>
        <p:spPr>
          <a:xfrm>
            <a:off x="491028" y="231781"/>
            <a:ext cx="11233150" cy="720725"/>
          </a:xfrm>
        </p:spPr>
        <p:txBody>
          <a:bodyPr/>
          <a:lstStyle/>
          <a:p>
            <a:r>
              <a:rPr lang="en-US" altLang="zh-CN" err="1"/>
              <a:t>VicaEmpa</a:t>
            </a:r>
            <a:r>
              <a:rPr lang="en-US" altLang="zh-CN"/>
              <a:t>/HF Development Plan (</a:t>
            </a:r>
            <a:r>
              <a:rPr lang="en-US" altLang="zh-CN" i="1">
                <a:solidFill>
                  <a:schemeClr val="bg1">
                    <a:lumMod val="75000"/>
                  </a:schemeClr>
                </a:solidFill>
              </a:rPr>
              <a:t>both global and local</a:t>
            </a:r>
            <a:r>
              <a:rPr lang="en-US" altLang="zh-CN"/>
              <a:t>)</a:t>
            </a:r>
            <a:endParaRPr lang="zh-CN" altLang="en-US"/>
          </a:p>
        </p:txBody>
      </p:sp>
      <p:pic>
        <p:nvPicPr>
          <p:cNvPr id="5" name="Graphic 4" descr="Globe with solid fill">
            <a:extLst>
              <a:ext uri="{FF2B5EF4-FFF2-40B4-BE49-F238E27FC236}">
                <a16:creationId xmlns:a16="http://schemas.microsoft.com/office/drawing/2014/main" id="{1F9E0C1D-6D02-AA23-1323-93A9240F44B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9425" y="4440766"/>
            <a:ext cx="365760" cy="365760"/>
          </a:xfrm>
          <a:prstGeom prst="rect">
            <a:avLst/>
          </a:prstGeom>
        </p:spPr>
      </p:pic>
      <p:pic>
        <p:nvPicPr>
          <p:cNvPr id="10" name="Picture 9" descr="A red circle with yellow stars and a black background&#10;&#10;Description automatically generated">
            <a:extLst>
              <a:ext uri="{FF2B5EF4-FFF2-40B4-BE49-F238E27FC236}">
                <a16:creationId xmlns:a16="http://schemas.microsoft.com/office/drawing/2014/main" id="{4179AA29-C0C4-8755-6D72-A499E517592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8231" y="5283156"/>
            <a:ext cx="274320" cy="274320"/>
          </a:xfrm>
          <a:prstGeom prst="rect">
            <a:avLst/>
          </a:prstGeom>
        </p:spPr>
      </p:pic>
      <p:sp>
        <p:nvSpPr>
          <p:cNvPr id="115" name="TextBox 114">
            <a:extLst>
              <a:ext uri="{FF2B5EF4-FFF2-40B4-BE49-F238E27FC236}">
                <a16:creationId xmlns:a16="http://schemas.microsoft.com/office/drawing/2014/main" id="{7DD3FCB0-42A1-6185-B1E4-9DAA14CA8879}"/>
              </a:ext>
            </a:extLst>
          </p:cNvPr>
          <p:cNvSpPr txBox="1"/>
          <p:nvPr/>
        </p:nvSpPr>
        <p:spPr bwMode="gray">
          <a:xfrm>
            <a:off x="2765166" y="6195576"/>
            <a:ext cx="1659507"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CTA-EC-HGRAC-1</a:t>
            </a:r>
            <a:r>
              <a:rPr kumimoji="0" lang="en-US" sz="1050" b="0" i="0" u="none" strike="noStrike" kern="1200" cap="none" spc="0" normalizeH="0" baseline="30000" noProof="0">
                <a:ln>
                  <a:noFill/>
                </a:ln>
                <a:solidFill>
                  <a:srgbClr val="5C5B59"/>
                </a:solidFill>
                <a:effectLst/>
                <a:uLnTx/>
                <a:uFillTx/>
                <a:latin typeface="Boehringer Forward Text"/>
                <a:ea typeface="+mn-ea"/>
                <a:cs typeface="+mn-cs"/>
              </a:rPr>
              <a:t>st</a:t>
            </a: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 SIV </a:t>
            </a:r>
          </a:p>
        </p:txBody>
      </p:sp>
      <p:sp>
        <p:nvSpPr>
          <p:cNvPr id="15" name="TextBox 14">
            <a:extLst>
              <a:ext uri="{FF2B5EF4-FFF2-40B4-BE49-F238E27FC236}">
                <a16:creationId xmlns:a16="http://schemas.microsoft.com/office/drawing/2014/main" id="{581E5D63-E4E4-6188-2D9D-0B342744C15E}"/>
              </a:ext>
            </a:extLst>
          </p:cNvPr>
          <p:cNvSpPr txBox="1"/>
          <p:nvPr/>
        </p:nvSpPr>
        <p:spPr bwMode="gray">
          <a:xfrm>
            <a:off x="532338" y="3924321"/>
            <a:ext cx="2488629" cy="23692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Ph-III: 1378-0018</a:t>
            </a:r>
          </a:p>
        </p:txBody>
      </p:sp>
      <p:sp>
        <p:nvSpPr>
          <p:cNvPr id="31" name="Rectangle 30">
            <a:extLst>
              <a:ext uri="{FF2B5EF4-FFF2-40B4-BE49-F238E27FC236}">
                <a16:creationId xmlns:a16="http://schemas.microsoft.com/office/drawing/2014/main" id="{55D587B4-A82A-FFD1-3855-BED8D2A765FC}"/>
              </a:ext>
            </a:extLst>
          </p:cNvPr>
          <p:cNvSpPr/>
          <p:nvPr/>
        </p:nvSpPr>
        <p:spPr bwMode="gray">
          <a:xfrm>
            <a:off x="1975078" y="6207956"/>
            <a:ext cx="731520" cy="182880"/>
          </a:xfrm>
          <a:prstGeom prst="rect">
            <a:avLst/>
          </a:prstGeom>
          <a:pattFill prst="pct25">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Rectangle 63">
            <a:extLst>
              <a:ext uri="{FF2B5EF4-FFF2-40B4-BE49-F238E27FC236}">
                <a16:creationId xmlns:a16="http://schemas.microsoft.com/office/drawing/2014/main" id="{3AD57799-54F9-2488-22FE-A60F3C4B5953}"/>
              </a:ext>
            </a:extLst>
          </p:cNvPr>
          <p:cNvSpPr/>
          <p:nvPr/>
        </p:nvSpPr>
        <p:spPr bwMode="gray">
          <a:xfrm>
            <a:off x="1975078" y="6475110"/>
            <a:ext cx="731520" cy="182880"/>
          </a:xfrm>
          <a:prstGeom prst="rect">
            <a:avLst/>
          </a:prstGeom>
          <a:pattFill prst="dkVert">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5" name="TextBox 64">
            <a:extLst>
              <a:ext uri="{FF2B5EF4-FFF2-40B4-BE49-F238E27FC236}">
                <a16:creationId xmlns:a16="http://schemas.microsoft.com/office/drawing/2014/main" id="{1CE45994-0C76-8879-208B-CD044BA96ADB}"/>
              </a:ext>
            </a:extLst>
          </p:cNvPr>
          <p:cNvSpPr txBox="1"/>
          <p:nvPr/>
        </p:nvSpPr>
        <p:spPr bwMode="gray">
          <a:xfrm>
            <a:off x="2765166" y="6476973"/>
            <a:ext cx="2645034"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Trial duration on base case scenario</a:t>
            </a:r>
          </a:p>
        </p:txBody>
      </p:sp>
      <p:sp>
        <p:nvSpPr>
          <p:cNvPr id="7" name="Rectangle 6">
            <a:extLst>
              <a:ext uri="{FF2B5EF4-FFF2-40B4-BE49-F238E27FC236}">
                <a16:creationId xmlns:a16="http://schemas.microsoft.com/office/drawing/2014/main" id="{D7893A1E-E6B9-39E6-C6A2-BA5BCDECED0B}"/>
              </a:ext>
            </a:extLst>
          </p:cNvPr>
          <p:cNvSpPr/>
          <p:nvPr/>
        </p:nvSpPr>
        <p:spPr bwMode="gray">
          <a:xfrm>
            <a:off x="1031469" y="4588210"/>
            <a:ext cx="457200"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8" name="TextBox 7">
            <a:extLst>
              <a:ext uri="{FF2B5EF4-FFF2-40B4-BE49-F238E27FC236}">
                <a16:creationId xmlns:a16="http://schemas.microsoft.com/office/drawing/2014/main" id="{06DA5350-7886-DC90-CACC-93A4A11C211D}"/>
              </a:ext>
            </a:extLst>
          </p:cNvPr>
          <p:cNvSpPr txBox="1"/>
          <p:nvPr/>
        </p:nvSpPr>
        <p:spPr bwMode="gray">
          <a:xfrm>
            <a:off x="1165777" y="4317960"/>
            <a:ext cx="275871"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 name="TextBox 8">
            <a:extLst>
              <a:ext uri="{FF2B5EF4-FFF2-40B4-BE49-F238E27FC236}">
                <a16:creationId xmlns:a16="http://schemas.microsoft.com/office/drawing/2014/main" id="{2F0F92C5-9FC0-7CBD-D273-226431087D6A}"/>
              </a:ext>
            </a:extLst>
          </p:cNvPr>
          <p:cNvSpPr txBox="1"/>
          <p:nvPr/>
        </p:nvSpPr>
        <p:spPr bwMode="gray">
          <a:xfrm>
            <a:off x="4087683" y="4567442"/>
            <a:ext cx="1767213"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GB" sz="1050" b="0" i="0" u="none" strike="noStrike" kern="1200" cap="none" spc="0" normalizeH="0" baseline="0" noProof="0">
                <a:ln>
                  <a:noFill/>
                </a:ln>
                <a:solidFill>
                  <a:prstClr val="black"/>
                </a:solidFill>
                <a:effectLst/>
                <a:uLnTx/>
                <a:uFillTx/>
                <a:latin typeface="Boehringer Forward Text"/>
                <a:ea typeface="+mn-ea"/>
                <a:cs typeface="+mn-cs"/>
              </a:rPr>
              <a:t>(Hybrid-IQVIA)</a:t>
            </a:r>
          </a:p>
        </p:txBody>
      </p:sp>
      <p:sp>
        <p:nvSpPr>
          <p:cNvPr id="67" name="TextBox 66">
            <a:extLst>
              <a:ext uri="{FF2B5EF4-FFF2-40B4-BE49-F238E27FC236}">
                <a16:creationId xmlns:a16="http://schemas.microsoft.com/office/drawing/2014/main" id="{EB5FD327-A79D-B48F-FC25-6EB4079B3F8A}"/>
              </a:ext>
            </a:extLst>
          </p:cNvPr>
          <p:cNvSpPr txBox="1"/>
          <p:nvPr/>
        </p:nvSpPr>
        <p:spPr bwMode="gray">
          <a:xfrm>
            <a:off x="1165777" y="5122182"/>
            <a:ext cx="996605"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 Mar,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 name="Rectangle 11">
            <a:extLst>
              <a:ext uri="{FF2B5EF4-FFF2-40B4-BE49-F238E27FC236}">
                <a16:creationId xmlns:a16="http://schemas.microsoft.com/office/drawing/2014/main" id="{CA620E7D-A31E-59D0-5FD7-E2EAA4C7264D}"/>
              </a:ext>
            </a:extLst>
          </p:cNvPr>
          <p:cNvSpPr/>
          <p:nvPr/>
        </p:nvSpPr>
        <p:spPr bwMode="gray">
          <a:xfrm>
            <a:off x="1493532" y="5412900"/>
            <a:ext cx="1005840" cy="182880"/>
          </a:xfrm>
          <a:prstGeom prst="rect">
            <a:avLst/>
          </a:prstGeom>
          <a:pattFill prst="pct25">
            <a:fgClr>
              <a:schemeClr val="accent2"/>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5" name="TextBox 74">
            <a:extLst>
              <a:ext uri="{FF2B5EF4-FFF2-40B4-BE49-F238E27FC236}">
                <a16:creationId xmlns:a16="http://schemas.microsoft.com/office/drawing/2014/main" id="{E2B32A8B-B015-FD7D-F90E-F00398E7B2C8}"/>
              </a:ext>
            </a:extLst>
          </p:cNvPr>
          <p:cNvSpPr txBox="1"/>
          <p:nvPr/>
        </p:nvSpPr>
        <p:spPr bwMode="gray">
          <a:xfrm>
            <a:off x="2258967" y="5128205"/>
            <a:ext cx="1524000" cy="2073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Oct,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6" name="TextBox 125">
            <a:extLst>
              <a:ext uri="{FF2B5EF4-FFF2-40B4-BE49-F238E27FC236}">
                <a16:creationId xmlns:a16="http://schemas.microsoft.com/office/drawing/2014/main" id="{374E25FE-E02C-5264-67CE-67C2593EEF34}"/>
              </a:ext>
            </a:extLst>
          </p:cNvPr>
          <p:cNvSpPr txBox="1"/>
          <p:nvPr/>
        </p:nvSpPr>
        <p:spPr bwMode="gray">
          <a:xfrm>
            <a:off x="7334361" y="2018890"/>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Jul, 2028</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1" name="TextBox 130">
            <a:extLst>
              <a:ext uri="{FF2B5EF4-FFF2-40B4-BE49-F238E27FC236}">
                <a16:creationId xmlns:a16="http://schemas.microsoft.com/office/drawing/2014/main" id="{88663696-999D-5203-6F33-C9C8182F51CF}"/>
              </a:ext>
            </a:extLst>
          </p:cNvPr>
          <p:cNvSpPr txBox="1"/>
          <p:nvPr/>
        </p:nvSpPr>
        <p:spPr bwMode="gray">
          <a:xfrm>
            <a:off x="9160901" y="2238056"/>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a:t>
            </a:r>
            <a:r>
              <a:rPr lang="en-US" sz="1050">
                <a:solidFill>
                  <a:schemeClr val="accent1"/>
                </a:solidFill>
                <a:latin typeface="Boehringer Forward Text"/>
              </a:rPr>
              <a:t>Feb</a:t>
            </a:r>
            <a:r>
              <a:rPr kumimoji="0" lang="en-US" sz="1050" b="0" i="0" u="none" strike="noStrike" kern="1200" cap="none" spc="0" normalizeH="0" baseline="0" noProof="0">
                <a:ln>
                  <a:noFill/>
                </a:ln>
                <a:solidFill>
                  <a:schemeClr val="accent1"/>
                </a:solidFill>
                <a:effectLst/>
                <a:uLnTx/>
                <a:uFillTx/>
                <a:latin typeface="Boehringer Forward Text"/>
                <a:ea typeface="+mn-ea"/>
                <a:cs typeface="+mn-cs"/>
              </a:rPr>
              <a:t>, 2029</a:t>
            </a:r>
            <a:endParaRPr kumimoji="0" lang="en-GB" sz="1050" b="0" i="0" u="none" strike="noStrike" kern="1200" cap="none" spc="0" normalizeH="0" baseline="0" noProof="0">
              <a:ln>
                <a:noFill/>
              </a:ln>
              <a:solidFill>
                <a:schemeClr val="accent1"/>
              </a:solidFill>
              <a:effectLst/>
              <a:uLnTx/>
              <a:uFillTx/>
              <a:latin typeface="Boehringer Forward Text"/>
              <a:ea typeface="+mn-ea"/>
              <a:cs typeface="+mn-cs"/>
            </a:endParaRPr>
          </a:p>
        </p:txBody>
      </p:sp>
      <p:sp>
        <p:nvSpPr>
          <p:cNvPr id="139" name="TextBox 138">
            <a:extLst>
              <a:ext uri="{FF2B5EF4-FFF2-40B4-BE49-F238E27FC236}">
                <a16:creationId xmlns:a16="http://schemas.microsoft.com/office/drawing/2014/main" id="{0D5A191A-F304-C541-C785-A8C090E60E6F}"/>
              </a:ext>
            </a:extLst>
          </p:cNvPr>
          <p:cNvSpPr txBox="1"/>
          <p:nvPr/>
        </p:nvSpPr>
        <p:spPr bwMode="gray">
          <a:xfrm>
            <a:off x="9786228" y="3148546"/>
            <a:ext cx="1983796"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effectLst/>
                <a:uLnTx/>
                <a:uFillTx/>
                <a:latin typeface="Boehringer Forward Text"/>
                <a:ea typeface="+mn-ea"/>
                <a:cs typeface="+mn-cs"/>
              </a:rPr>
              <a:t>Approval: </a:t>
            </a:r>
            <a:r>
              <a:rPr kumimoji="0" lang="en-US" sz="1050" b="0" i="0" u="none" strike="noStrike" kern="1200" cap="none" spc="0" normalizeH="0" baseline="0" noProof="0">
                <a:ln>
                  <a:noFill/>
                </a:ln>
                <a:solidFill>
                  <a:schemeClr val="accent1"/>
                </a:solidFill>
                <a:effectLst/>
                <a:uLnTx/>
                <a:uFillTx/>
                <a:latin typeface="Boehringer Forward Text"/>
                <a:ea typeface="+mn-ea"/>
                <a:cs typeface="+mn-cs"/>
              </a:rPr>
              <a:t>Sep, 2029</a:t>
            </a:r>
            <a:endParaRPr kumimoji="0" lang="en-GB" sz="1050" b="0" i="0" u="none" strike="noStrike" kern="1200" cap="none" spc="0" normalizeH="0" baseline="0" noProof="0">
              <a:ln>
                <a:noFill/>
              </a:ln>
              <a:solidFill>
                <a:schemeClr val="accent1"/>
              </a:solidFill>
              <a:effectLst/>
              <a:uLnTx/>
              <a:uFillTx/>
              <a:latin typeface="Boehringer Forward Text"/>
              <a:ea typeface="+mn-ea"/>
              <a:cs typeface="+mn-cs"/>
            </a:endParaRPr>
          </a:p>
        </p:txBody>
      </p:sp>
      <p:sp>
        <p:nvSpPr>
          <p:cNvPr id="152" name="TextBox 151">
            <a:extLst>
              <a:ext uri="{FF2B5EF4-FFF2-40B4-BE49-F238E27FC236}">
                <a16:creationId xmlns:a16="http://schemas.microsoft.com/office/drawing/2014/main" id="{609E52E9-A561-97C2-D4CD-A89AEB0CB979}"/>
              </a:ext>
            </a:extLst>
          </p:cNvPr>
          <p:cNvSpPr txBox="1"/>
          <p:nvPr/>
        </p:nvSpPr>
        <p:spPr bwMode="gray">
          <a:xfrm>
            <a:off x="10166945" y="3431309"/>
            <a:ext cx="168396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effectLst/>
                <a:uLnTx/>
                <a:uFillTx/>
                <a:latin typeface="Boehringer Forward Text"/>
                <a:ea typeface="+mn-ea"/>
                <a:cs typeface="+mn-cs"/>
              </a:rPr>
              <a:t>Approval(Base): </a:t>
            </a:r>
            <a:r>
              <a:rPr kumimoji="0" lang="en-US" sz="1050" b="0" i="0" u="none" strike="noStrike" kern="1200" cap="none" spc="0" normalizeH="0" baseline="0" noProof="0">
                <a:ln>
                  <a:noFill/>
                </a:ln>
                <a:solidFill>
                  <a:schemeClr val="accent1"/>
                </a:solidFill>
                <a:effectLst/>
                <a:uLnTx/>
                <a:uFillTx/>
                <a:latin typeface="Boehringer Forward Text"/>
                <a:ea typeface="+mn-ea"/>
                <a:cs typeface="+mn-cs"/>
              </a:rPr>
              <a:t>Ma</a:t>
            </a:r>
            <a:r>
              <a:rPr lang="en-US" sz="1050">
                <a:solidFill>
                  <a:schemeClr val="accent1"/>
                </a:solidFill>
                <a:latin typeface="Boehringer Forward Text"/>
              </a:rPr>
              <a:t>r</a:t>
            </a:r>
            <a:r>
              <a:rPr kumimoji="0" lang="en-US" sz="1050" b="0" i="0" u="none" strike="noStrike" kern="1200" cap="none" spc="0" normalizeH="0" baseline="0" noProof="0">
                <a:ln>
                  <a:noFill/>
                </a:ln>
                <a:solidFill>
                  <a:schemeClr val="accent1"/>
                </a:solidFill>
                <a:effectLst/>
                <a:uLnTx/>
                <a:uFillTx/>
                <a:latin typeface="Boehringer Forward Text"/>
                <a:ea typeface="+mn-ea"/>
                <a:cs typeface="+mn-cs"/>
              </a:rPr>
              <a:t>, 2030</a:t>
            </a:r>
            <a:endParaRPr kumimoji="0" lang="en-GB" sz="1050" b="0" i="0" u="none" strike="noStrike" kern="1200" cap="none" spc="0" normalizeH="0" baseline="0" noProof="0">
              <a:ln>
                <a:noFill/>
              </a:ln>
              <a:solidFill>
                <a:schemeClr val="accent1"/>
              </a:solidFill>
              <a:effectLst/>
              <a:uLnTx/>
              <a:uFillTx/>
              <a:latin typeface="Boehringer Forward Text"/>
              <a:ea typeface="+mn-ea"/>
              <a:cs typeface="+mn-cs"/>
            </a:endParaRPr>
          </a:p>
        </p:txBody>
      </p:sp>
      <p:pic>
        <p:nvPicPr>
          <p:cNvPr id="19" name="Graphic 18" descr="Globe with solid fill">
            <a:extLst>
              <a:ext uri="{FF2B5EF4-FFF2-40B4-BE49-F238E27FC236}">
                <a16:creationId xmlns:a16="http://schemas.microsoft.com/office/drawing/2014/main" id="{5723EEEE-A4E0-4444-7DF4-57648B682F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1028" y="2323856"/>
            <a:ext cx="365760" cy="365760"/>
          </a:xfrm>
          <a:prstGeom prst="rect">
            <a:avLst/>
          </a:prstGeom>
        </p:spPr>
      </p:pic>
      <p:sp>
        <p:nvSpPr>
          <p:cNvPr id="20" name="TextBox 19">
            <a:extLst>
              <a:ext uri="{FF2B5EF4-FFF2-40B4-BE49-F238E27FC236}">
                <a16:creationId xmlns:a16="http://schemas.microsoft.com/office/drawing/2014/main" id="{DF48091F-A384-E417-8F3B-DFC1445BBA6A}"/>
              </a:ext>
            </a:extLst>
          </p:cNvPr>
          <p:cNvSpPr txBox="1"/>
          <p:nvPr/>
        </p:nvSpPr>
        <p:spPr bwMode="gray">
          <a:xfrm>
            <a:off x="532338" y="1801150"/>
            <a:ext cx="2488629" cy="23692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Ph-III: 1378-0020</a:t>
            </a:r>
          </a:p>
        </p:txBody>
      </p:sp>
      <p:pic>
        <p:nvPicPr>
          <p:cNvPr id="22" name="Picture 21" descr="A red circle with yellow stars and a black background&#10;&#10;Description automatically generated">
            <a:extLst>
              <a:ext uri="{FF2B5EF4-FFF2-40B4-BE49-F238E27FC236}">
                <a16:creationId xmlns:a16="http://schemas.microsoft.com/office/drawing/2014/main" id="{D9910099-292D-E371-97C8-113024CF0C2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2338" y="3185781"/>
            <a:ext cx="274320" cy="274320"/>
          </a:xfrm>
          <a:prstGeom prst="rect">
            <a:avLst/>
          </a:prstGeom>
        </p:spPr>
      </p:pic>
      <p:sp>
        <p:nvSpPr>
          <p:cNvPr id="23" name="Rectangle 22">
            <a:extLst>
              <a:ext uri="{FF2B5EF4-FFF2-40B4-BE49-F238E27FC236}">
                <a16:creationId xmlns:a16="http://schemas.microsoft.com/office/drawing/2014/main" id="{C108D0F1-AAC1-148B-EBC6-EAB21956D8C0}"/>
              </a:ext>
            </a:extLst>
          </p:cNvPr>
          <p:cNvSpPr/>
          <p:nvPr/>
        </p:nvSpPr>
        <p:spPr bwMode="gray">
          <a:xfrm>
            <a:off x="985681" y="2331621"/>
            <a:ext cx="6977698" cy="160292"/>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24" name="TextBox 23">
            <a:extLst>
              <a:ext uri="{FF2B5EF4-FFF2-40B4-BE49-F238E27FC236}">
                <a16:creationId xmlns:a16="http://schemas.microsoft.com/office/drawing/2014/main" id="{2EEA831D-CA8A-CAC7-E568-8B6766261E54}"/>
              </a:ext>
            </a:extLst>
          </p:cNvPr>
          <p:cNvSpPr txBox="1"/>
          <p:nvPr/>
        </p:nvSpPr>
        <p:spPr bwMode="gray">
          <a:xfrm>
            <a:off x="3832221" y="2259902"/>
            <a:ext cx="1767213"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GB" sz="1050" b="0" i="0" u="none" strike="noStrike" kern="1200" cap="none" spc="0" normalizeH="0" baseline="0" noProof="0">
                <a:ln>
                  <a:noFill/>
                </a:ln>
                <a:solidFill>
                  <a:prstClr val="black"/>
                </a:solidFill>
                <a:effectLst/>
                <a:uLnTx/>
                <a:uFillTx/>
                <a:latin typeface="Boehringer Forward Text"/>
                <a:ea typeface="+mn-ea"/>
                <a:cs typeface="+mn-cs"/>
              </a:rPr>
              <a:t>(</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Hybrid</a:t>
            </a:r>
            <a:r>
              <a:rPr kumimoji="0" lang="en-GB" sz="1050" b="0" i="0" u="none" strike="noStrike" kern="1200" cap="none" spc="0" normalizeH="0" baseline="0" noProof="0">
                <a:ln>
                  <a:noFill/>
                </a:ln>
                <a:solidFill>
                  <a:prstClr val="black"/>
                </a:solidFill>
                <a:effectLst/>
                <a:uLnTx/>
                <a:uFillTx/>
                <a:latin typeface="Boehringer Forward Text"/>
                <a:ea typeface="+mn-ea"/>
                <a:cs typeface="+mn-cs"/>
              </a:rPr>
              <a:t>-IQVIA)</a:t>
            </a:r>
          </a:p>
        </p:txBody>
      </p:sp>
      <p:sp>
        <p:nvSpPr>
          <p:cNvPr id="29" name="Diamond 28">
            <a:extLst>
              <a:ext uri="{FF2B5EF4-FFF2-40B4-BE49-F238E27FC236}">
                <a16:creationId xmlns:a16="http://schemas.microsoft.com/office/drawing/2014/main" id="{FC548F11-65C7-8615-5F2C-2285F9E08967}"/>
              </a:ext>
            </a:extLst>
          </p:cNvPr>
          <p:cNvSpPr/>
          <p:nvPr/>
        </p:nvSpPr>
        <p:spPr bwMode="gray">
          <a:xfrm>
            <a:off x="8956543" y="2297604"/>
            <a:ext cx="137160" cy="137160"/>
          </a:xfrm>
          <a:prstGeom prst="diamond">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0" name="Rectangle 69">
            <a:extLst>
              <a:ext uri="{FF2B5EF4-FFF2-40B4-BE49-F238E27FC236}">
                <a16:creationId xmlns:a16="http://schemas.microsoft.com/office/drawing/2014/main" id="{1C825436-4932-C7B9-6303-9CF487BC0E7A}"/>
              </a:ext>
            </a:extLst>
          </p:cNvPr>
          <p:cNvSpPr/>
          <p:nvPr/>
        </p:nvSpPr>
        <p:spPr bwMode="gray">
          <a:xfrm>
            <a:off x="989539" y="3146204"/>
            <a:ext cx="6977698" cy="207301"/>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4" name="Diamond 73">
            <a:extLst>
              <a:ext uri="{FF2B5EF4-FFF2-40B4-BE49-F238E27FC236}">
                <a16:creationId xmlns:a16="http://schemas.microsoft.com/office/drawing/2014/main" id="{828C537F-F1F9-5F39-41D8-2DDA2AF00522}"/>
              </a:ext>
            </a:extLst>
          </p:cNvPr>
          <p:cNvSpPr/>
          <p:nvPr/>
        </p:nvSpPr>
        <p:spPr bwMode="gray">
          <a:xfrm>
            <a:off x="9608829" y="3183705"/>
            <a:ext cx="137160" cy="137160"/>
          </a:xfrm>
          <a:prstGeom prst="diamond">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9" name="Diamond 78">
            <a:extLst>
              <a:ext uri="{FF2B5EF4-FFF2-40B4-BE49-F238E27FC236}">
                <a16:creationId xmlns:a16="http://schemas.microsoft.com/office/drawing/2014/main" id="{F93B484E-194E-86FA-C776-2C5BC01B9386}"/>
              </a:ext>
            </a:extLst>
          </p:cNvPr>
          <p:cNvSpPr/>
          <p:nvPr/>
        </p:nvSpPr>
        <p:spPr bwMode="gray">
          <a:xfrm>
            <a:off x="10033007" y="3468546"/>
            <a:ext cx="137160" cy="137160"/>
          </a:xfrm>
          <a:prstGeom prst="diamond">
            <a:avLst/>
          </a:prstGeom>
          <a:solidFill>
            <a:srgbClr val="D2F2F7"/>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 name="TextBox 12">
            <a:extLst>
              <a:ext uri="{FF2B5EF4-FFF2-40B4-BE49-F238E27FC236}">
                <a16:creationId xmlns:a16="http://schemas.microsoft.com/office/drawing/2014/main" id="{55C2DD2D-7D31-AF69-520D-F7D424D0B85F}"/>
              </a:ext>
            </a:extLst>
          </p:cNvPr>
          <p:cNvSpPr txBox="1"/>
          <p:nvPr/>
        </p:nvSpPr>
        <p:spPr bwMode="gray">
          <a:xfrm>
            <a:off x="7334361" y="2891512"/>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Jul, 2028</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6" name="TextBox 15">
            <a:extLst>
              <a:ext uri="{FF2B5EF4-FFF2-40B4-BE49-F238E27FC236}">
                <a16:creationId xmlns:a16="http://schemas.microsoft.com/office/drawing/2014/main" id="{B93B3534-B6FE-D4DF-E42E-C24954F16789}"/>
              </a:ext>
            </a:extLst>
          </p:cNvPr>
          <p:cNvSpPr txBox="1"/>
          <p:nvPr/>
        </p:nvSpPr>
        <p:spPr bwMode="gray">
          <a:xfrm>
            <a:off x="11107804" y="5636079"/>
            <a:ext cx="999671" cy="433517"/>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Approval(Base): </a:t>
            </a:r>
          </a:p>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Aug, 2030</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21" name="Picture 20">
            <a:hlinkClick r:id="" action="ppaction://noaction"/>
            <a:extLst>
              <a:ext uri="{FF2B5EF4-FFF2-40B4-BE49-F238E27FC236}">
                <a16:creationId xmlns:a16="http://schemas.microsoft.com/office/drawing/2014/main" id="{04579CAA-8474-8B39-1D32-8384CD5E77E4}"/>
              </a:ext>
            </a:extLst>
          </p:cNvPr>
          <p:cNvPicPr>
            <a:picLocks noChangeAspect="1"/>
          </p:cNvPicPr>
          <p:nvPr/>
        </p:nvPicPr>
        <p:blipFill>
          <a:blip r:embed="rId5"/>
          <a:stretch>
            <a:fillRect/>
          </a:stretch>
        </p:blipFill>
        <p:spPr>
          <a:xfrm>
            <a:off x="2087892" y="1695384"/>
            <a:ext cx="914400" cy="374896"/>
          </a:xfrm>
          <a:prstGeom prst="rect">
            <a:avLst/>
          </a:prstGeom>
        </p:spPr>
      </p:pic>
      <p:pic>
        <p:nvPicPr>
          <p:cNvPr id="26" name="Picture 25">
            <a:hlinkClick r:id="" action="ppaction://noaction"/>
            <a:extLst>
              <a:ext uri="{FF2B5EF4-FFF2-40B4-BE49-F238E27FC236}">
                <a16:creationId xmlns:a16="http://schemas.microsoft.com/office/drawing/2014/main" id="{B20EF0AF-C886-1628-8363-5DA8101D34DC}"/>
              </a:ext>
            </a:extLst>
          </p:cNvPr>
          <p:cNvPicPr>
            <a:picLocks noChangeAspect="1"/>
          </p:cNvPicPr>
          <p:nvPr/>
        </p:nvPicPr>
        <p:blipFill>
          <a:blip r:embed="rId6"/>
          <a:stretch>
            <a:fillRect/>
          </a:stretch>
        </p:blipFill>
        <p:spPr>
          <a:xfrm>
            <a:off x="2081452" y="3846061"/>
            <a:ext cx="914400" cy="374895"/>
          </a:xfrm>
          <a:prstGeom prst="rect">
            <a:avLst/>
          </a:prstGeom>
        </p:spPr>
      </p:pic>
      <p:sp>
        <p:nvSpPr>
          <p:cNvPr id="27" name="TextBox 26">
            <a:extLst>
              <a:ext uri="{FF2B5EF4-FFF2-40B4-BE49-F238E27FC236}">
                <a16:creationId xmlns:a16="http://schemas.microsoft.com/office/drawing/2014/main" id="{59311BBF-EA34-25DC-89AD-986DDF00408E}"/>
              </a:ext>
            </a:extLst>
          </p:cNvPr>
          <p:cNvSpPr txBox="1"/>
          <p:nvPr/>
        </p:nvSpPr>
        <p:spPr bwMode="gray">
          <a:xfrm>
            <a:off x="1488669" y="2564948"/>
            <a:ext cx="5845692" cy="578882"/>
          </a:xfrm>
          <a:prstGeom prst="roundRect">
            <a:avLst/>
          </a:prstGeom>
          <a:solidFill>
            <a:schemeClr val="accent3">
              <a:alpha val="50196"/>
            </a:schemeClr>
          </a:solidFill>
        </p:spPr>
        <p:txBody>
          <a:bodyPr wrap="square">
            <a:spAutoFit/>
          </a:bodyPr>
          <a:lstStyle/>
          <a:p>
            <a:pPr marL="285750" indent="-285750">
              <a:spcAft>
                <a:spcPts val="300"/>
              </a:spcAft>
              <a:buFont typeface="Arial" panose="020B0604020202020204" pitchFamily="34" charset="0"/>
              <a:buChar char="•"/>
            </a:pPr>
            <a:r>
              <a:rPr lang="en-US" altLang="zh-CN" sz="1400">
                <a:solidFill>
                  <a:schemeClr val="accent1"/>
                </a:solidFill>
              </a:rPr>
              <a:t>429 patients randomized in China (</a:t>
            </a:r>
            <a:r>
              <a:rPr lang="en-GB" altLang="zh-CN" sz="1400">
                <a:solidFill>
                  <a:schemeClr val="accent1"/>
                </a:solidFill>
              </a:rPr>
              <a:t>4,751</a:t>
            </a:r>
            <a:r>
              <a:rPr lang="en-US" altLang="zh-CN" sz="1400">
                <a:solidFill>
                  <a:schemeClr val="accent1"/>
                </a:solidFill>
              </a:rPr>
              <a:t> vs. 4,888 planned at global level)</a:t>
            </a:r>
          </a:p>
        </p:txBody>
      </p:sp>
      <p:cxnSp>
        <p:nvCxnSpPr>
          <p:cNvPr id="28" name="Straight Connector 27">
            <a:extLst>
              <a:ext uri="{FF2B5EF4-FFF2-40B4-BE49-F238E27FC236}">
                <a16:creationId xmlns:a16="http://schemas.microsoft.com/office/drawing/2014/main" id="{0979E2EF-C3F0-EEB4-1863-4B826CA57518}"/>
              </a:ext>
            </a:extLst>
          </p:cNvPr>
          <p:cNvCxnSpPr>
            <a:cxnSpLocks/>
          </p:cNvCxnSpPr>
          <p:nvPr/>
        </p:nvCxnSpPr>
        <p:spPr bwMode="gray">
          <a:xfrm>
            <a:off x="3561172" y="1666117"/>
            <a:ext cx="0" cy="4114800"/>
          </a:xfrm>
          <a:prstGeom prst="line">
            <a:avLst/>
          </a:prstGeom>
          <a:ln w="12700">
            <a:solidFill>
              <a:srgbClr val="EE6541"/>
            </a:solidFill>
            <a:prstDash val="lgDash"/>
            <a:tailEnd type="ova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169F3BDC-BF84-FB5F-44E1-5F26519A7433}"/>
              </a:ext>
            </a:extLst>
          </p:cNvPr>
          <p:cNvSpPr txBox="1"/>
          <p:nvPr/>
        </p:nvSpPr>
        <p:spPr bwMode="gray">
          <a:xfrm>
            <a:off x="3386033" y="4823288"/>
            <a:ext cx="5242636" cy="578882"/>
          </a:xfrm>
          <a:prstGeom prst="roundRect">
            <a:avLst/>
          </a:prstGeom>
          <a:solidFill>
            <a:schemeClr val="accent3">
              <a:alpha val="50196"/>
            </a:schemeClr>
          </a:solidFill>
        </p:spPr>
        <p:txBody>
          <a:bodyPr wrap="square">
            <a:spAutoFit/>
          </a:bodyPr>
          <a:lstStyle/>
          <a:p>
            <a:pPr marL="285750" lvl="0" indent="-285750" defTabSz="914377">
              <a:spcAft>
                <a:spcPts val="300"/>
              </a:spcAft>
              <a:buFont typeface="Arial" panose="020B0604020202020204" pitchFamily="34" charset="0"/>
              <a:buChar char="•"/>
              <a:defRPr/>
            </a:pPr>
            <a:r>
              <a:rPr lang="en-GB" altLang="zh-CN" sz="1400"/>
              <a:t>125</a:t>
            </a:r>
            <a:r>
              <a:rPr lang="en-US" altLang="zh-CN" sz="1400"/>
              <a:t>(vs. 101)</a:t>
            </a:r>
            <a:r>
              <a:rPr lang="en-GB" altLang="zh-CN" sz="1400"/>
              <a:t> </a:t>
            </a:r>
            <a:r>
              <a:rPr lang="en-US" altLang="zh-CN" sz="1400"/>
              <a:t>patients randomized in China, and 994(vs. 1,053) patients randomized globally</a:t>
            </a:r>
            <a:endParaRPr lang="zh-CN" altLang="en-US" sz="1400"/>
          </a:p>
        </p:txBody>
      </p:sp>
      <p:sp>
        <p:nvSpPr>
          <p:cNvPr id="66" name="TextBox 96">
            <a:extLst>
              <a:ext uri="{FF2B5EF4-FFF2-40B4-BE49-F238E27FC236}">
                <a16:creationId xmlns:a16="http://schemas.microsoft.com/office/drawing/2014/main" id="{8E453440-3B10-23AB-7D94-8CCF8F0B27B2}"/>
              </a:ext>
            </a:extLst>
          </p:cNvPr>
          <p:cNvSpPr txBox="1"/>
          <p:nvPr/>
        </p:nvSpPr>
        <p:spPr bwMode="gray">
          <a:xfrm>
            <a:off x="8858361" y="5180928"/>
            <a:ext cx="152400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Mar, 2029</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8" name="Diamond 78">
            <a:extLst>
              <a:ext uri="{FF2B5EF4-FFF2-40B4-BE49-F238E27FC236}">
                <a16:creationId xmlns:a16="http://schemas.microsoft.com/office/drawing/2014/main" id="{C477B7B2-98AD-4A02-5178-90FD75B4EBA9}"/>
              </a:ext>
            </a:extLst>
          </p:cNvPr>
          <p:cNvSpPr/>
          <p:nvPr/>
        </p:nvSpPr>
        <p:spPr bwMode="gray">
          <a:xfrm>
            <a:off x="10932630" y="5704649"/>
            <a:ext cx="137160" cy="137160"/>
          </a:xfrm>
          <a:prstGeom prst="diamond">
            <a:avLst/>
          </a:prstGeom>
          <a:solidFill>
            <a:srgbClr val="D2F2F7"/>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384861627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735CA23-00BB-EE25-B902-1E206B7DBE34}"/>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8" name="Table 17">
            <a:extLst>
              <a:ext uri="{FF2B5EF4-FFF2-40B4-BE49-F238E27FC236}">
                <a16:creationId xmlns:a16="http://schemas.microsoft.com/office/drawing/2014/main" id="{B87822AC-82BB-5555-3406-DF5F02F17B92}"/>
              </a:ext>
            </a:extLst>
          </p:cNvPr>
          <p:cNvGraphicFramePr>
            <a:graphicFrameLocks noGrp="1"/>
          </p:cNvGraphicFramePr>
          <p:nvPr/>
        </p:nvGraphicFramePr>
        <p:xfrm>
          <a:off x="479425" y="1001051"/>
          <a:ext cx="11430218" cy="4841240"/>
        </p:xfrm>
        <a:graphic>
          <a:graphicData uri="http://schemas.openxmlformats.org/drawingml/2006/table">
            <a:tbl>
              <a:tblPr firstRow="1" bandRow="1"/>
              <a:tblGrid>
                <a:gridCol w="496966">
                  <a:extLst>
                    <a:ext uri="{9D8B030D-6E8A-4147-A177-3AD203B41FA5}">
                      <a16:colId xmlns:a16="http://schemas.microsoft.com/office/drawing/2014/main" val="4087860318"/>
                    </a:ext>
                  </a:extLst>
                </a:gridCol>
                <a:gridCol w="496966">
                  <a:extLst>
                    <a:ext uri="{9D8B030D-6E8A-4147-A177-3AD203B41FA5}">
                      <a16:colId xmlns:a16="http://schemas.microsoft.com/office/drawing/2014/main" val="3411862845"/>
                    </a:ext>
                  </a:extLst>
                </a:gridCol>
                <a:gridCol w="496966">
                  <a:extLst>
                    <a:ext uri="{9D8B030D-6E8A-4147-A177-3AD203B41FA5}">
                      <a16:colId xmlns:a16="http://schemas.microsoft.com/office/drawing/2014/main" val="2851474774"/>
                    </a:ext>
                  </a:extLst>
                </a:gridCol>
                <a:gridCol w="496966">
                  <a:extLst>
                    <a:ext uri="{9D8B030D-6E8A-4147-A177-3AD203B41FA5}">
                      <a16:colId xmlns:a16="http://schemas.microsoft.com/office/drawing/2014/main" val="107595344"/>
                    </a:ext>
                  </a:extLst>
                </a:gridCol>
                <a:gridCol w="496966">
                  <a:extLst>
                    <a:ext uri="{9D8B030D-6E8A-4147-A177-3AD203B41FA5}">
                      <a16:colId xmlns:a16="http://schemas.microsoft.com/office/drawing/2014/main" val="1666999431"/>
                    </a:ext>
                  </a:extLst>
                </a:gridCol>
                <a:gridCol w="496966">
                  <a:extLst>
                    <a:ext uri="{9D8B030D-6E8A-4147-A177-3AD203B41FA5}">
                      <a16:colId xmlns:a16="http://schemas.microsoft.com/office/drawing/2014/main" val="3696607442"/>
                    </a:ext>
                  </a:extLst>
                </a:gridCol>
                <a:gridCol w="496966">
                  <a:extLst>
                    <a:ext uri="{9D8B030D-6E8A-4147-A177-3AD203B41FA5}">
                      <a16:colId xmlns:a16="http://schemas.microsoft.com/office/drawing/2014/main" val="223989776"/>
                    </a:ext>
                  </a:extLst>
                </a:gridCol>
                <a:gridCol w="496966">
                  <a:extLst>
                    <a:ext uri="{9D8B030D-6E8A-4147-A177-3AD203B41FA5}">
                      <a16:colId xmlns:a16="http://schemas.microsoft.com/office/drawing/2014/main" val="124731204"/>
                    </a:ext>
                  </a:extLst>
                </a:gridCol>
                <a:gridCol w="496966">
                  <a:extLst>
                    <a:ext uri="{9D8B030D-6E8A-4147-A177-3AD203B41FA5}">
                      <a16:colId xmlns:a16="http://schemas.microsoft.com/office/drawing/2014/main" val="3066978585"/>
                    </a:ext>
                  </a:extLst>
                </a:gridCol>
                <a:gridCol w="496966">
                  <a:extLst>
                    <a:ext uri="{9D8B030D-6E8A-4147-A177-3AD203B41FA5}">
                      <a16:colId xmlns:a16="http://schemas.microsoft.com/office/drawing/2014/main" val="1064917641"/>
                    </a:ext>
                  </a:extLst>
                </a:gridCol>
                <a:gridCol w="496966">
                  <a:extLst>
                    <a:ext uri="{9D8B030D-6E8A-4147-A177-3AD203B41FA5}">
                      <a16:colId xmlns:a16="http://schemas.microsoft.com/office/drawing/2014/main" val="4221117315"/>
                    </a:ext>
                  </a:extLst>
                </a:gridCol>
                <a:gridCol w="496966">
                  <a:extLst>
                    <a:ext uri="{9D8B030D-6E8A-4147-A177-3AD203B41FA5}">
                      <a16:colId xmlns:a16="http://schemas.microsoft.com/office/drawing/2014/main" val="3266065341"/>
                    </a:ext>
                  </a:extLst>
                </a:gridCol>
                <a:gridCol w="496966">
                  <a:extLst>
                    <a:ext uri="{9D8B030D-6E8A-4147-A177-3AD203B41FA5}">
                      <a16:colId xmlns:a16="http://schemas.microsoft.com/office/drawing/2014/main" val="2374051224"/>
                    </a:ext>
                  </a:extLst>
                </a:gridCol>
                <a:gridCol w="496966">
                  <a:extLst>
                    <a:ext uri="{9D8B030D-6E8A-4147-A177-3AD203B41FA5}">
                      <a16:colId xmlns:a16="http://schemas.microsoft.com/office/drawing/2014/main" val="1840388365"/>
                    </a:ext>
                  </a:extLst>
                </a:gridCol>
                <a:gridCol w="496966">
                  <a:extLst>
                    <a:ext uri="{9D8B030D-6E8A-4147-A177-3AD203B41FA5}">
                      <a16:colId xmlns:a16="http://schemas.microsoft.com/office/drawing/2014/main" val="267750830"/>
                    </a:ext>
                  </a:extLst>
                </a:gridCol>
                <a:gridCol w="496966">
                  <a:extLst>
                    <a:ext uri="{9D8B030D-6E8A-4147-A177-3AD203B41FA5}">
                      <a16:colId xmlns:a16="http://schemas.microsoft.com/office/drawing/2014/main" val="3966469970"/>
                    </a:ext>
                  </a:extLst>
                </a:gridCol>
                <a:gridCol w="496966">
                  <a:extLst>
                    <a:ext uri="{9D8B030D-6E8A-4147-A177-3AD203B41FA5}">
                      <a16:colId xmlns:a16="http://schemas.microsoft.com/office/drawing/2014/main" val="2522973146"/>
                    </a:ext>
                  </a:extLst>
                </a:gridCol>
                <a:gridCol w="496966">
                  <a:extLst>
                    <a:ext uri="{9D8B030D-6E8A-4147-A177-3AD203B41FA5}">
                      <a16:colId xmlns:a16="http://schemas.microsoft.com/office/drawing/2014/main" val="1369122503"/>
                    </a:ext>
                  </a:extLst>
                </a:gridCol>
                <a:gridCol w="496966">
                  <a:extLst>
                    <a:ext uri="{9D8B030D-6E8A-4147-A177-3AD203B41FA5}">
                      <a16:colId xmlns:a16="http://schemas.microsoft.com/office/drawing/2014/main" val="2867001924"/>
                    </a:ext>
                  </a:extLst>
                </a:gridCol>
                <a:gridCol w="496966">
                  <a:extLst>
                    <a:ext uri="{9D8B030D-6E8A-4147-A177-3AD203B41FA5}">
                      <a16:colId xmlns:a16="http://schemas.microsoft.com/office/drawing/2014/main" val="3139393708"/>
                    </a:ext>
                  </a:extLst>
                </a:gridCol>
                <a:gridCol w="496966">
                  <a:extLst>
                    <a:ext uri="{9D8B030D-6E8A-4147-A177-3AD203B41FA5}">
                      <a16:colId xmlns:a16="http://schemas.microsoft.com/office/drawing/2014/main" val="561280759"/>
                    </a:ext>
                  </a:extLst>
                </a:gridCol>
                <a:gridCol w="496966">
                  <a:extLst>
                    <a:ext uri="{9D8B030D-6E8A-4147-A177-3AD203B41FA5}">
                      <a16:colId xmlns:a16="http://schemas.microsoft.com/office/drawing/2014/main" val="2584540109"/>
                    </a:ext>
                  </a:extLst>
                </a:gridCol>
                <a:gridCol w="496966">
                  <a:extLst>
                    <a:ext uri="{9D8B030D-6E8A-4147-A177-3AD203B41FA5}">
                      <a16:colId xmlns:a16="http://schemas.microsoft.com/office/drawing/2014/main" val="467224217"/>
                    </a:ext>
                  </a:extLst>
                </a:gridCol>
              </a:tblGrid>
              <a:tr h="254000">
                <a:tc>
                  <a:txBody>
                    <a:bodyPr/>
                    <a:lstStyle/>
                    <a:p>
                      <a:pPr algn="ct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2025</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2026</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lvl1pPr marL="0" algn="l" defTabSz="914400" rtl="0" eaLnBrk="1" latinLnBrk="0" hangingPunct="1">
                        <a:defRPr sz="1800" b="1" kern="1200">
                          <a:solidFill>
                            <a:schemeClr val="lt1"/>
                          </a:solidFill>
                          <a:latin typeface="Century Gothic"/>
                        </a:defRPr>
                      </a:lvl1pPr>
                      <a:lvl2pPr marL="457200" algn="l" defTabSz="914400" rtl="0" eaLnBrk="1" latinLnBrk="0" hangingPunct="1">
                        <a:defRPr sz="1800" b="1" kern="1200">
                          <a:solidFill>
                            <a:schemeClr val="lt1"/>
                          </a:solidFill>
                          <a:latin typeface="Century Gothic"/>
                        </a:defRPr>
                      </a:lvl2pPr>
                      <a:lvl3pPr marL="914400" algn="l" defTabSz="914400" rtl="0" eaLnBrk="1" latinLnBrk="0" hangingPunct="1">
                        <a:defRPr sz="1800" b="1" kern="1200">
                          <a:solidFill>
                            <a:schemeClr val="lt1"/>
                          </a:solidFill>
                          <a:latin typeface="Century Gothic"/>
                        </a:defRPr>
                      </a:lvl3pPr>
                      <a:lvl4pPr marL="1371600" algn="l" defTabSz="914400" rtl="0" eaLnBrk="1" latinLnBrk="0" hangingPunct="1">
                        <a:defRPr sz="1800" b="1" kern="1200">
                          <a:solidFill>
                            <a:schemeClr val="lt1"/>
                          </a:solidFill>
                          <a:latin typeface="Century Gothic"/>
                        </a:defRPr>
                      </a:lvl4pPr>
                      <a:lvl5pPr marL="1828800" algn="l" defTabSz="914400" rtl="0" eaLnBrk="1" latinLnBrk="0" hangingPunct="1">
                        <a:defRPr sz="1800" b="1" kern="1200">
                          <a:solidFill>
                            <a:schemeClr val="lt1"/>
                          </a:solidFill>
                          <a:latin typeface="Century Gothic"/>
                        </a:defRPr>
                      </a:lvl5pPr>
                      <a:lvl6pPr marL="2286000" algn="l" defTabSz="914400" rtl="0" eaLnBrk="1" latinLnBrk="0" hangingPunct="1">
                        <a:defRPr sz="1800" b="1" kern="1200">
                          <a:solidFill>
                            <a:schemeClr val="lt1"/>
                          </a:solidFill>
                          <a:latin typeface="Century Gothic"/>
                        </a:defRPr>
                      </a:lvl6pPr>
                      <a:lvl7pPr marL="2743200" algn="l" defTabSz="914400" rtl="0" eaLnBrk="1" latinLnBrk="0" hangingPunct="1">
                        <a:defRPr sz="1800" b="1" kern="1200">
                          <a:solidFill>
                            <a:schemeClr val="lt1"/>
                          </a:solidFill>
                          <a:latin typeface="Century Gothic"/>
                        </a:defRPr>
                      </a:lvl7pPr>
                      <a:lvl8pPr marL="3200400" algn="l" defTabSz="914400" rtl="0" eaLnBrk="1" latinLnBrk="0" hangingPunct="1">
                        <a:defRPr sz="1800" b="1" kern="1200">
                          <a:solidFill>
                            <a:schemeClr val="lt1"/>
                          </a:solidFill>
                          <a:latin typeface="Century Gothic"/>
                        </a:defRPr>
                      </a:lvl8pPr>
                      <a:lvl9pPr marL="3657600" algn="l" defTabSz="914400" rtl="0" eaLnBrk="1" latinLnBrk="0" hangingPunct="1">
                        <a:defRPr sz="1800" b="1" kern="1200">
                          <a:solidFill>
                            <a:schemeClr val="lt1"/>
                          </a:solidFill>
                          <a:latin typeface="Century Gothic"/>
                        </a:defRPr>
                      </a:lvl9pPr>
                    </a:lstStyle>
                    <a:p>
                      <a:pPr algn="ctr"/>
                      <a:r>
                        <a:rPr lang="en-US" altLang="zh-CN" sz="1100" b="1">
                          <a:latin typeface="Arial" panose="020B0604020202020204" pitchFamily="34" charset="0"/>
                          <a:cs typeface="Arial" panose="020B0604020202020204" pitchFamily="34" charset="0"/>
                        </a:rPr>
                        <a:t>2027</a:t>
                      </a:r>
                      <a:endParaRPr lang="zh-CN" altLang="en-US" sz="1100" b="1">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en-US"/>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hMerge="1">
                  <a:txBody>
                    <a:bodyPr/>
                    <a:lstStyle/>
                    <a:p>
                      <a:endParaRPr lang="zh-CN" altLang="en-US" sz="800">
                        <a:latin typeface="Arial" panose="020B0604020202020204" pitchFamily="34" charset="0"/>
                        <a:cs typeface="Arial" panose="020B0604020202020204" pitchFamily="34" charset="0"/>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E9FA2"/>
                    </a:solidFill>
                  </a:tcPr>
                </a:tc>
                <a:tc gridSpan="4">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2028</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2025</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zh-CN" altLang="en-US" sz="800" b="1">
                        <a:latin typeface="Arial" panose="020B0604020202020204" pitchFamily="34" charset="0"/>
                        <a:cs typeface="Arial" panose="020B0604020202020204" pitchFamily="34" charset="0"/>
                      </a:endParaRPr>
                    </a:p>
                  </a:txBody>
                  <a:tcPr marL="68580" marR="68580" marT="34290" marB="3429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2029</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2030</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2027</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2030</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0" algn="ctr" defTabSz="914400" rtl="0" eaLnBrk="1" latinLnBrk="0" hangingPunct="1"/>
                      <a:r>
                        <a:rPr lang="en-US" altLang="zh-CN" sz="1100" b="1" kern="1200">
                          <a:solidFill>
                            <a:schemeClr val="lt1"/>
                          </a:solidFill>
                          <a:latin typeface="Arial" panose="020B0604020202020204" pitchFamily="34" charset="0"/>
                          <a:ea typeface="+mn-ea"/>
                          <a:cs typeface="Arial" panose="020B0604020202020204" pitchFamily="34" charset="0"/>
                        </a:rPr>
                        <a:t>2031</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60382403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100" b="1">
                          <a:solidFill>
                            <a:srgbClr val="000000"/>
                          </a:solidFill>
                          <a:latin typeface="Arial" panose="020B0604020202020204" pitchFamily="34" charset="0"/>
                          <a:cs typeface="Arial" panose="020B0604020202020204" pitchFamily="34" charset="0"/>
                        </a:rPr>
                        <a:t>Q2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Q3</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lvl1pPr marL="0" algn="l" defTabSz="914400" rtl="0" eaLnBrk="1" latinLnBrk="0" hangingPunct="1">
                        <a:defRPr sz="1800" kern="1200">
                          <a:solidFill>
                            <a:schemeClr val="dk1"/>
                          </a:solidFill>
                          <a:latin typeface="Century Gothic"/>
                        </a:defRPr>
                      </a:lvl1pPr>
                      <a:lvl2pPr marL="457200" algn="l" defTabSz="914400" rtl="0" eaLnBrk="1" latinLnBrk="0" hangingPunct="1">
                        <a:defRPr sz="1800" kern="1200">
                          <a:solidFill>
                            <a:schemeClr val="dk1"/>
                          </a:solidFill>
                          <a:latin typeface="Century Gothic"/>
                        </a:defRPr>
                      </a:lvl2pPr>
                      <a:lvl3pPr marL="914400" algn="l" defTabSz="914400" rtl="0" eaLnBrk="1" latinLnBrk="0" hangingPunct="1">
                        <a:defRPr sz="1800" kern="1200">
                          <a:solidFill>
                            <a:schemeClr val="dk1"/>
                          </a:solidFill>
                          <a:latin typeface="Century Gothic"/>
                        </a:defRPr>
                      </a:lvl3pPr>
                      <a:lvl4pPr marL="1371600" algn="l" defTabSz="914400" rtl="0" eaLnBrk="1" latinLnBrk="0" hangingPunct="1">
                        <a:defRPr sz="1800" kern="1200">
                          <a:solidFill>
                            <a:schemeClr val="dk1"/>
                          </a:solidFill>
                          <a:latin typeface="Century Gothic"/>
                        </a:defRPr>
                      </a:lvl4pPr>
                      <a:lvl5pPr marL="1828800" algn="l" defTabSz="914400" rtl="0" eaLnBrk="1" latinLnBrk="0" hangingPunct="1">
                        <a:defRPr sz="1800" kern="1200">
                          <a:solidFill>
                            <a:schemeClr val="dk1"/>
                          </a:solidFill>
                          <a:latin typeface="Century Gothic"/>
                        </a:defRPr>
                      </a:lvl5pPr>
                      <a:lvl6pPr marL="2286000" algn="l" defTabSz="914400" rtl="0" eaLnBrk="1" latinLnBrk="0" hangingPunct="1">
                        <a:defRPr sz="1800" kern="1200">
                          <a:solidFill>
                            <a:schemeClr val="dk1"/>
                          </a:solidFill>
                          <a:latin typeface="Century Gothic"/>
                        </a:defRPr>
                      </a:lvl6pPr>
                      <a:lvl7pPr marL="2743200" algn="l" defTabSz="914400" rtl="0" eaLnBrk="1" latinLnBrk="0" hangingPunct="1">
                        <a:defRPr sz="1800" kern="1200">
                          <a:solidFill>
                            <a:schemeClr val="dk1"/>
                          </a:solidFill>
                          <a:latin typeface="Century Gothic"/>
                        </a:defRPr>
                      </a:lvl7pPr>
                      <a:lvl8pPr marL="3200400" algn="l" defTabSz="914400" rtl="0" eaLnBrk="1" latinLnBrk="0" hangingPunct="1">
                        <a:defRPr sz="1800" kern="1200">
                          <a:solidFill>
                            <a:schemeClr val="dk1"/>
                          </a:solidFill>
                          <a:latin typeface="Century Gothic"/>
                        </a:defRPr>
                      </a:lvl8pPr>
                      <a:lvl9pPr marL="3657600" algn="l" defTabSz="914400" rtl="0" eaLnBrk="1" latinLnBrk="0" hangingPunct="1">
                        <a:defRPr sz="1800" kern="1200">
                          <a:solidFill>
                            <a:schemeClr val="dk1"/>
                          </a:solidFill>
                          <a:latin typeface="Century Gothic"/>
                        </a:defRPr>
                      </a:lvl9pPr>
                    </a:lstStyle>
                    <a:p>
                      <a:pPr algn="ctr"/>
                      <a:r>
                        <a:rPr lang="en-US" altLang="zh-CN" sz="1100" b="1">
                          <a:solidFill>
                            <a:srgbClr val="000000"/>
                          </a:solidFill>
                          <a:latin typeface="Arial" panose="020B0604020202020204" pitchFamily="34" charset="0"/>
                          <a:cs typeface="Arial" panose="020B0604020202020204" pitchFamily="34" charset="0"/>
                        </a:rPr>
                        <a:t>Q4</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H1</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a:txBody>
                    <a:bodyPr/>
                    <a:lstStyle/>
                    <a:p>
                      <a:pPr algn="ctr"/>
                      <a:r>
                        <a:rPr lang="en-US" altLang="zh-CN" sz="1100" b="1">
                          <a:solidFill>
                            <a:srgbClr val="000000"/>
                          </a:solidFill>
                          <a:latin typeface="Arial" panose="020B0604020202020204" pitchFamily="34" charset="0"/>
                          <a:cs typeface="Arial" panose="020B0604020202020204" pitchFamily="34" charset="0"/>
                        </a:rPr>
                        <a:t>H2</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FEEEB"/>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tc vMerge="1">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272247624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11124038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4753278"/>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699947267"/>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2463342811"/>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r>
                        <a:rPr lang="zh-CN" altLang="en-US" sz="1800" b="0" i="0" kern="1200">
                          <a:solidFill>
                            <a:schemeClr val="tx1"/>
                          </a:solidFill>
                          <a:effectLst/>
                          <a:latin typeface="+mn-lt"/>
                          <a:ea typeface="+mn-ea"/>
                          <a:cs typeface="+mn-cs"/>
                        </a:rPr>
                        <a:t> </a:t>
                      </a: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877522915"/>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502096899"/>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93040305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r>
                        <a:rPr lang="zh-CN" altLang="en-US" sz="1800" b="0" i="0" kern="1200">
                          <a:solidFill>
                            <a:schemeClr val="tx1"/>
                          </a:solidFill>
                          <a:effectLst/>
                          <a:latin typeface="+mn-lt"/>
                          <a:ea typeface="+mn-ea"/>
                          <a:cs typeface="+mn-cs"/>
                        </a:rPr>
                        <a:t> </a:t>
                      </a:r>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99299608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3820849170"/>
                  </a:ext>
                </a:extLst>
              </a:tr>
              <a:tr h="416560">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algn="ctr"/>
                      <a:endParaRPr lang="zh-CN" altLang="en-US" sz="1100" b="1">
                        <a:solidFill>
                          <a:srgbClr val="000000"/>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tc>
                  <a:txBody>
                    <a:bodyPr/>
                    <a:lstStyle/>
                    <a:p>
                      <a:pPr marL="0" algn="ctr" defTabSz="914400" rtl="0" eaLnBrk="1" latinLnBrk="0" hangingPunct="1"/>
                      <a:endParaRPr lang="zh-CN" altLang="en-US" sz="1100" b="1" kern="1200">
                        <a:solidFill>
                          <a:schemeClr val="lt1"/>
                        </a:solidFill>
                        <a:latin typeface="Arial" panose="020B0604020202020204" pitchFamily="34" charset="0"/>
                        <a:ea typeface="+mn-ea"/>
                        <a:cs typeface="Arial" panose="020B0604020202020204" pitchFamily="34" charset="0"/>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6F5F3"/>
                    </a:solidFill>
                  </a:tcPr>
                </a:tc>
                <a:extLst>
                  <a:ext uri="{0D108BD9-81ED-4DB2-BD59-A6C34878D82A}">
                    <a16:rowId xmlns:a16="http://schemas.microsoft.com/office/drawing/2014/main" val="1492475526"/>
                  </a:ext>
                </a:extLst>
              </a:tr>
            </a:tbl>
          </a:graphicData>
        </a:graphic>
      </p:graphicFrame>
      <p:pic>
        <p:nvPicPr>
          <p:cNvPr id="3" name="Picture 2">
            <a:extLst>
              <a:ext uri="{FF2B5EF4-FFF2-40B4-BE49-F238E27FC236}">
                <a16:creationId xmlns:a16="http://schemas.microsoft.com/office/drawing/2014/main" id="{684CBBDB-F0CD-397D-AE18-8EAAAC1F7529}"/>
              </a:ext>
            </a:extLst>
          </p:cNvPr>
          <p:cNvPicPr>
            <a:picLocks noChangeAspect="1"/>
          </p:cNvPicPr>
          <p:nvPr/>
        </p:nvPicPr>
        <p:blipFill>
          <a:blip r:embed="rId3"/>
          <a:stretch>
            <a:fillRect/>
          </a:stretch>
        </p:blipFill>
        <p:spPr>
          <a:xfrm>
            <a:off x="10800000" y="360000"/>
            <a:ext cx="1208232" cy="491197"/>
          </a:xfrm>
          <a:prstGeom prst="rect">
            <a:avLst/>
          </a:prstGeom>
        </p:spPr>
      </p:pic>
      <p:sp>
        <p:nvSpPr>
          <p:cNvPr id="11" name="Title 1">
            <a:extLst>
              <a:ext uri="{FF2B5EF4-FFF2-40B4-BE49-F238E27FC236}">
                <a16:creationId xmlns:a16="http://schemas.microsoft.com/office/drawing/2014/main" id="{1C9AAB3B-E669-0CA6-F97C-6CEFB3998DF8}"/>
              </a:ext>
            </a:extLst>
          </p:cNvPr>
          <p:cNvSpPr>
            <a:spLocks noGrp="1"/>
          </p:cNvSpPr>
          <p:nvPr>
            <p:ph type="title"/>
          </p:nvPr>
        </p:nvSpPr>
        <p:spPr>
          <a:xfrm>
            <a:off x="491028" y="231781"/>
            <a:ext cx="11233150" cy="720725"/>
          </a:xfrm>
        </p:spPr>
        <p:txBody>
          <a:bodyPr/>
          <a:lstStyle/>
          <a:p>
            <a:r>
              <a:rPr lang="en-US" altLang="zh-CN" err="1"/>
              <a:t>VicaEmpa</a:t>
            </a:r>
            <a:r>
              <a:rPr lang="en-US" altLang="zh-CN"/>
              <a:t>/CVRR Development Plan (</a:t>
            </a:r>
            <a:r>
              <a:rPr lang="en-US" altLang="zh-CN" i="1">
                <a:solidFill>
                  <a:schemeClr val="bg1">
                    <a:lumMod val="75000"/>
                  </a:schemeClr>
                </a:solidFill>
              </a:rPr>
              <a:t>both global and local</a:t>
            </a:r>
            <a:r>
              <a:rPr lang="en-US" altLang="zh-CN"/>
              <a:t>)</a:t>
            </a:r>
            <a:endParaRPr lang="zh-CN" altLang="en-US"/>
          </a:p>
        </p:txBody>
      </p:sp>
      <p:sp>
        <p:nvSpPr>
          <p:cNvPr id="115" name="TextBox 114">
            <a:extLst>
              <a:ext uri="{FF2B5EF4-FFF2-40B4-BE49-F238E27FC236}">
                <a16:creationId xmlns:a16="http://schemas.microsoft.com/office/drawing/2014/main" id="{7DD3FCB0-42A1-6185-B1E4-9DAA14CA8879}"/>
              </a:ext>
            </a:extLst>
          </p:cNvPr>
          <p:cNvSpPr txBox="1"/>
          <p:nvPr/>
        </p:nvSpPr>
        <p:spPr bwMode="gray">
          <a:xfrm>
            <a:off x="2765166" y="6195576"/>
            <a:ext cx="1659507"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CTA-EC-HGRAC-1</a:t>
            </a:r>
            <a:r>
              <a:rPr kumimoji="0" lang="en-US" sz="1050" b="0" i="0" u="none" strike="noStrike" kern="1200" cap="none" spc="0" normalizeH="0" baseline="30000" noProof="0">
                <a:ln>
                  <a:noFill/>
                </a:ln>
                <a:solidFill>
                  <a:srgbClr val="5C5B59"/>
                </a:solidFill>
                <a:effectLst/>
                <a:uLnTx/>
                <a:uFillTx/>
                <a:latin typeface="Boehringer Forward Text"/>
                <a:ea typeface="+mn-ea"/>
                <a:cs typeface="+mn-cs"/>
              </a:rPr>
              <a:t>st</a:t>
            </a: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 SIV </a:t>
            </a:r>
          </a:p>
        </p:txBody>
      </p:sp>
      <p:sp>
        <p:nvSpPr>
          <p:cNvPr id="31" name="Rectangle 30">
            <a:extLst>
              <a:ext uri="{FF2B5EF4-FFF2-40B4-BE49-F238E27FC236}">
                <a16:creationId xmlns:a16="http://schemas.microsoft.com/office/drawing/2014/main" id="{55D587B4-A82A-FFD1-3855-BED8D2A765FC}"/>
              </a:ext>
            </a:extLst>
          </p:cNvPr>
          <p:cNvSpPr/>
          <p:nvPr/>
        </p:nvSpPr>
        <p:spPr bwMode="gray">
          <a:xfrm>
            <a:off x="1975078" y="6207956"/>
            <a:ext cx="731520" cy="182880"/>
          </a:xfrm>
          <a:prstGeom prst="rect">
            <a:avLst/>
          </a:prstGeom>
          <a:pattFill prst="pct25">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Rectangle 63">
            <a:extLst>
              <a:ext uri="{FF2B5EF4-FFF2-40B4-BE49-F238E27FC236}">
                <a16:creationId xmlns:a16="http://schemas.microsoft.com/office/drawing/2014/main" id="{3AD57799-54F9-2488-22FE-A60F3C4B5953}"/>
              </a:ext>
            </a:extLst>
          </p:cNvPr>
          <p:cNvSpPr/>
          <p:nvPr/>
        </p:nvSpPr>
        <p:spPr bwMode="gray">
          <a:xfrm>
            <a:off x="1975078" y="6475110"/>
            <a:ext cx="731520" cy="182880"/>
          </a:xfrm>
          <a:prstGeom prst="rect">
            <a:avLst/>
          </a:prstGeom>
          <a:pattFill prst="dkVert">
            <a:fgClr>
              <a:srgbClr val="5C5B59"/>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5" name="TextBox 64">
            <a:extLst>
              <a:ext uri="{FF2B5EF4-FFF2-40B4-BE49-F238E27FC236}">
                <a16:creationId xmlns:a16="http://schemas.microsoft.com/office/drawing/2014/main" id="{1CE45994-0C76-8879-208B-CD044BA96ADB}"/>
              </a:ext>
            </a:extLst>
          </p:cNvPr>
          <p:cNvSpPr txBox="1"/>
          <p:nvPr/>
        </p:nvSpPr>
        <p:spPr bwMode="gray">
          <a:xfrm>
            <a:off x="2765166" y="6476973"/>
            <a:ext cx="2645034"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5C5B59"/>
                </a:solidFill>
                <a:effectLst/>
                <a:uLnTx/>
                <a:uFillTx/>
                <a:latin typeface="Boehringer Forward Text"/>
                <a:ea typeface="+mn-ea"/>
                <a:cs typeface="+mn-cs"/>
              </a:rPr>
              <a:t>Trial duration on base case scenario</a:t>
            </a:r>
          </a:p>
        </p:txBody>
      </p:sp>
      <p:sp>
        <p:nvSpPr>
          <p:cNvPr id="126" name="TextBox 125">
            <a:extLst>
              <a:ext uri="{FF2B5EF4-FFF2-40B4-BE49-F238E27FC236}">
                <a16:creationId xmlns:a16="http://schemas.microsoft.com/office/drawing/2014/main" id="{374E25FE-E02C-5264-67CE-67C2593EEF34}"/>
              </a:ext>
            </a:extLst>
          </p:cNvPr>
          <p:cNvSpPr txBox="1"/>
          <p:nvPr/>
        </p:nvSpPr>
        <p:spPr bwMode="gray">
          <a:xfrm>
            <a:off x="9415560" y="2189877"/>
            <a:ext cx="116467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Jan, 2030</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1" name="TextBox 130">
            <a:extLst>
              <a:ext uri="{FF2B5EF4-FFF2-40B4-BE49-F238E27FC236}">
                <a16:creationId xmlns:a16="http://schemas.microsoft.com/office/drawing/2014/main" id="{88663696-999D-5203-6F33-C9C8182F51CF}"/>
              </a:ext>
            </a:extLst>
          </p:cNvPr>
          <p:cNvSpPr txBox="1"/>
          <p:nvPr/>
        </p:nvSpPr>
        <p:spPr bwMode="gray">
          <a:xfrm>
            <a:off x="10630324" y="2179089"/>
            <a:ext cx="1296521"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Mar, 2031</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9" name="TextBox 138">
            <a:extLst>
              <a:ext uri="{FF2B5EF4-FFF2-40B4-BE49-F238E27FC236}">
                <a16:creationId xmlns:a16="http://schemas.microsoft.com/office/drawing/2014/main" id="{0D5A191A-F304-C541-C785-A8C090E60E6F}"/>
              </a:ext>
            </a:extLst>
          </p:cNvPr>
          <p:cNvSpPr txBox="1"/>
          <p:nvPr/>
        </p:nvSpPr>
        <p:spPr bwMode="gray">
          <a:xfrm>
            <a:off x="10763056" y="3006086"/>
            <a:ext cx="1296521"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 Apr, 2031</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19" name="Graphic 18" descr="Globe with solid fill">
            <a:extLst>
              <a:ext uri="{FF2B5EF4-FFF2-40B4-BE49-F238E27FC236}">
                <a16:creationId xmlns:a16="http://schemas.microsoft.com/office/drawing/2014/main" id="{5723EEEE-A4E0-4444-7DF4-57648B682F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1028" y="2323856"/>
            <a:ext cx="365760" cy="365760"/>
          </a:xfrm>
          <a:prstGeom prst="rect">
            <a:avLst/>
          </a:prstGeom>
        </p:spPr>
      </p:pic>
      <p:sp>
        <p:nvSpPr>
          <p:cNvPr id="20" name="TextBox 19">
            <a:extLst>
              <a:ext uri="{FF2B5EF4-FFF2-40B4-BE49-F238E27FC236}">
                <a16:creationId xmlns:a16="http://schemas.microsoft.com/office/drawing/2014/main" id="{DF48091F-A384-E417-8F3B-DFC1445BBA6A}"/>
              </a:ext>
            </a:extLst>
          </p:cNvPr>
          <p:cNvSpPr txBox="1"/>
          <p:nvPr/>
        </p:nvSpPr>
        <p:spPr bwMode="gray">
          <a:xfrm>
            <a:off x="532338" y="1801150"/>
            <a:ext cx="2488629" cy="236924"/>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Ph-III: 1378-0041</a:t>
            </a:r>
          </a:p>
        </p:txBody>
      </p:sp>
      <p:pic>
        <p:nvPicPr>
          <p:cNvPr id="22" name="Picture 21" descr="A red circle with yellow stars and a black background&#10;&#10;Description automatically generated">
            <a:extLst>
              <a:ext uri="{FF2B5EF4-FFF2-40B4-BE49-F238E27FC236}">
                <a16:creationId xmlns:a16="http://schemas.microsoft.com/office/drawing/2014/main" id="{D9910099-292D-E371-97C8-113024CF0C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32338" y="3185781"/>
            <a:ext cx="274320" cy="274320"/>
          </a:xfrm>
          <a:prstGeom prst="rect">
            <a:avLst/>
          </a:prstGeom>
        </p:spPr>
      </p:pic>
      <p:sp>
        <p:nvSpPr>
          <p:cNvPr id="23" name="Rectangle 22">
            <a:extLst>
              <a:ext uri="{FF2B5EF4-FFF2-40B4-BE49-F238E27FC236}">
                <a16:creationId xmlns:a16="http://schemas.microsoft.com/office/drawing/2014/main" id="{C108D0F1-AAC1-148B-EBC6-EAB21956D8C0}"/>
              </a:ext>
            </a:extLst>
          </p:cNvPr>
          <p:cNvSpPr/>
          <p:nvPr/>
        </p:nvSpPr>
        <p:spPr bwMode="gray">
          <a:xfrm>
            <a:off x="2104282" y="2433635"/>
            <a:ext cx="7852518"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24" name="TextBox 23">
            <a:extLst>
              <a:ext uri="{FF2B5EF4-FFF2-40B4-BE49-F238E27FC236}">
                <a16:creationId xmlns:a16="http://schemas.microsoft.com/office/drawing/2014/main" id="{2EEA831D-CA8A-CAC7-E568-8B6766261E54}"/>
              </a:ext>
            </a:extLst>
          </p:cNvPr>
          <p:cNvSpPr txBox="1"/>
          <p:nvPr/>
        </p:nvSpPr>
        <p:spPr bwMode="gray">
          <a:xfrm>
            <a:off x="4947683" y="2378578"/>
            <a:ext cx="1767213" cy="236924"/>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black"/>
                </a:solidFill>
                <a:effectLst/>
                <a:uLnTx/>
                <a:uFillTx/>
                <a:latin typeface="Boehringer Forward Text"/>
                <a:ea typeface="+mn-ea"/>
                <a:cs typeface="+mn-cs"/>
              </a:rPr>
              <a:t>EASi</a:t>
            </a:r>
            <a:r>
              <a:rPr kumimoji="0" lang="en-GB" sz="1200" b="0" i="0" u="none" strike="noStrike" kern="1200" cap="none" spc="0" normalizeH="0" baseline="0" noProof="0">
                <a:ln>
                  <a:noFill/>
                </a:ln>
                <a:solidFill>
                  <a:prstClr val="black"/>
                </a:solidFill>
                <a:effectLst/>
                <a:uLnTx/>
                <a:uFillTx/>
                <a:latin typeface="Boehringer Forward Text"/>
                <a:ea typeface="+mn-ea"/>
                <a:cs typeface="+mn-cs"/>
              </a:rPr>
              <a:t>-PROTKT</a:t>
            </a:r>
          </a:p>
        </p:txBody>
      </p:sp>
      <p:sp>
        <p:nvSpPr>
          <p:cNvPr id="29" name="Diamond 28">
            <a:extLst>
              <a:ext uri="{FF2B5EF4-FFF2-40B4-BE49-F238E27FC236}">
                <a16:creationId xmlns:a16="http://schemas.microsoft.com/office/drawing/2014/main" id="{FC548F11-65C7-8615-5F2C-2285F9E08967}"/>
              </a:ext>
            </a:extLst>
          </p:cNvPr>
          <p:cNvSpPr/>
          <p:nvPr/>
        </p:nvSpPr>
        <p:spPr bwMode="gray">
          <a:xfrm>
            <a:off x="11496303" y="2129798"/>
            <a:ext cx="137160" cy="137160"/>
          </a:xfrm>
          <a:prstGeom prst="diamond">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4" name="Diamond 73">
            <a:extLst>
              <a:ext uri="{FF2B5EF4-FFF2-40B4-BE49-F238E27FC236}">
                <a16:creationId xmlns:a16="http://schemas.microsoft.com/office/drawing/2014/main" id="{828C537F-F1F9-5F39-41D8-2DDA2AF00522}"/>
              </a:ext>
            </a:extLst>
          </p:cNvPr>
          <p:cNvSpPr/>
          <p:nvPr/>
        </p:nvSpPr>
        <p:spPr bwMode="gray">
          <a:xfrm>
            <a:off x="11531602" y="2945688"/>
            <a:ext cx="137160" cy="137160"/>
          </a:xfrm>
          <a:prstGeom prst="diamond">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1" name="Rectangle 20">
            <a:extLst>
              <a:ext uri="{FF2B5EF4-FFF2-40B4-BE49-F238E27FC236}">
                <a16:creationId xmlns:a16="http://schemas.microsoft.com/office/drawing/2014/main" id="{190857B2-4BF6-0785-EEA4-2E2DDA3E07F4}"/>
              </a:ext>
            </a:extLst>
          </p:cNvPr>
          <p:cNvSpPr/>
          <p:nvPr/>
        </p:nvSpPr>
        <p:spPr bwMode="gray">
          <a:xfrm>
            <a:off x="1776652" y="2434764"/>
            <a:ext cx="182880" cy="182880"/>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00E47C"/>
              </a:solidFill>
              <a:effectLst/>
              <a:uLnTx/>
              <a:uFillTx/>
              <a:latin typeface="Boehringer Forward Text"/>
              <a:ea typeface="+mn-ea"/>
              <a:cs typeface="+mn-cs"/>
            </a:endParaRPr>
          </a:p>
        </p:txBody>
      </p:sp>
      <p:sp>
        <p:nvSpPr>
          <p:cNvPr id="26" name="TextBox 25">
            <a:extLst>
              <a:ext uri="{FF2B5EF4-FFF2-40B4-BE49-F238E27FC236}">
                <a16:creationId xmlns:a16="http://schemas.microsoft.com/office/drawing/2014/main" id="{BAFDC945-35D7-2D86-6816-F15EC1E4EE04}"/>
              </a:ext>
            </a:extLst>
          </p:cNvPr>
          <p:cNvSpPr txBox="1"/>
          <p:nvPr/>
        </p:nvSpPr>
        <p:spPr bwMode="gray">
          <a:xfrm>
            <a:off x="1625117" y="2193242"/>
            <a:ext cx="275871"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7" name="Rectangle 26">
            <a:extLst>
              <a:ext uri="{FF2B5EF4-FFF2-40B4-BE49-F238E27FC236}">
                <a16:creationId xmlns:a16="http://schemas.microsoft.com/office/drawing/2014/main" id="{88F73FE4-830F-F323-9F4C-9147905CFEC9}"/>
              </a:ext>
            </a:extLst>
          </p:cNvPr>
          <p:cNvSpPr/>
          <p:nvPr/>
        </p:nvSpPr>
        <p:spPr bwMode="gray">
          <a:xfrm>
            <a:off x="1955106" y="3264407"/>
            <a:ext cx="1005840" cy="182880"/>
          </a:xfrm>
          <a:prstGeom prst="rect">
            <a:avLst/>
          </a:prstGeom>
          <a:pattFill prst="pct25">
            <a:fgClr>
              <a:schemeClr val="accent2"/>
            </a:fgClr>
            <a:bgClr>
              <a:schemeClr val="bg1"/>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8" name="TextBox 27">
            <a:extLst>
              <a:ext uri="{FF2B5EF4-FFF2-40B4-BE49-F238E27FC236}">
                <a16:creationId xmlns:a16="http://schemas.microsoft.com/office/drawing/2014/main" id="{1026C9B0-734E-D13A-4E82-CC593F79A5F2}"/>
              </a:ext>
            </a:extLst>
          </p:cNvPr>
          <p:cNvSpPr txBox="1"/>
          <p:nvPr/>
        </p:nvSpPr>
        <p:spPr bwMode="gray">
          <a:xfrm>
            <a:off x="1149531" y="2968457"/>
            <a:ext cx="1489332"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CTA: 31 May,2025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0" name="TextBox 29">
            <a:extLst>
              <a:ext uri="{FF2B5EF4-FFF2-40B4-BE49-F238E27FC236}">
                <a16:creationId xmlns:a16="http://schemas.microsoft.com/office/drawing/2014/main" id="{1023ED86-8710-1F81-437E-B395C675CF68}"/>
              </a:ext>
            </a:extLst>
          </p:cNvPr>
          <p:cNvSpPr txBox="1"/>
          <p:nvPr/>
        </p:nvSpPr>
        <p:spPr bwMode="gray">
          <a:xfrm>
            <a:off x="2000958" y="2193242"/>
            <a:ext cx="1127090" cy="2073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Jul, 2025</a:t>
            </a:r>
          </a:p>
        </p:txBody>
      </p:sp>
      <p:pic>
        <p:nvPicPr>
          <p:cNvPr id="2" name="Picture 1">
            <a:hlinkClick r:id="" action="ppaction://noaction"/>
            <a:extLst>
              <a:ext uri="{FF2B5EF4-FFF2-40B4-BE49-F238E27FC236}">
                <a16:creationId xmlns:a16="http://schemas.microsoft.com/office/drawing/2014/main" id="{92900930-35C5-27C1-DB74-B58E54594105}"/>
              </a:ext>
            </a:extLst>
          </p:cNvPr>
          <p:cNvPicPr>
            <a:picLocks noChangeAspect="1"/>
          </p:cNvPicPr>
          <p:nvPr/>
        </p:nvPicPr>
        <p:blipFill>
          <a:blip r:embed="rId6"/>
          <a:stretch>
            <a:fillRect/>
          </a:stretch>
        </p:blipFill>
        <p:spPr>
          <a:xfrm>
            <a:off x="2159480" y="1676507"/>
            <a:ext cx="914400" cy="374895"/>
          </a:xfrm>
          <a:prstGeom prst="rect">
            <a:avLst/>
          </a:prstGeom>
        </p:spPr>
      </p:pic>
      <p:sp>
        <p:nvSpPr>
          <p:cNvPr id="4" name="TextBox 3">
            <a:extLst>
              <a:ext uri="{FF2B5EF4-FFF2-40B4-BE49-F238E27FC236}">
                <a16:creationId xmlns:a16="http://schemas.microsoft.com/office/drawing/2014/main" id="{43E11A3C-0FF9-1959-00EF-947BA9F29FAE}"/>
              </a:ext>
            </a:extLst>
          </p:cNvPr>
          <p:cNvSpPr txBox="1"/>
          <p:nvPr/>
        </p:nvSpPr>
        <p:spPr bwMode="gray">
          <a:xfrm>
            <a:off x="3676484" y="3640180"/>
            <a:ext cx="5315116" cy="817245"/>
          </a:xfrm>
          <a:prstGeom prst="roundRect">
            <a:avLst/>
          </a:prstGeom>
          <a:solidFill>
            <a:schemeClr val="accent3">
              <a:alpha val="50196"/>
            </a:schemeClr>
          </a:solidFill>
        </p:spPr>
        <p:txBody>
          <a:bodyPr wrap="square" lIns="91440" tIns="45720" rIns="91440" bIns="45720" anchor="t">
            <a:spAutoFit/>
          </a:bodyPr>
          <a:lstStyle/>
          <a:p>
            <a:pPr marL="171450" indent="-171450">
              <a:spcAft>
                <a:spcPts val="600"/>
              </a:spcAft>
              <a:buFont typeface="Arial" panose="020B0604020202020204"/>
              <a:buChar char="•"/>
            </a:pPr>
            <a:r>
              <a:rPr lang="en-US" altLang="zh-CN" sz="1400">
                <a:solidFill>
                  <a:schemeClr val="accent1"/>
                </a:solidFill>
              </a:rPr>
              <a:t>215(vs. 229 planned) patients randomized in China, and high-speed enrollment was observed at global level ( 4,499 vs. 2,038  planned)</a:t>
            </a:r>
          </a:p>
        </p:txBody>
      </p:sp>
      <p:cxnSp>
        <p:nvCxnSpPr>
          <p:cNvPr id="5" name="Straight Connector 4">
            <a:extLst>
              <a:ext uri="{FF2B5EF4-FFF2-40B4-BE49-F238E27FC236}">
                <a16:creationId xmlns:a16="http://schemas.microsoft.com/office/drawing/2014/main" id="{87F0533D-5E1B-D539-1F31-64475A8DBF9A}"/>
              </a:ext>
            </a:extLst>
          </p:cNvPr>
          <p:cNvCxnSpPr>
            <a:cxnSpLocks/>
          </p:cNvCxnSpPr>
          <p:nvPr/>
        </p:nvCxnSpPr>
        <p:spPr bwMode="gray">
          <a:xfrm>
            <a:off x="3660507" y="1727491"/>
            <a:ext cx="0" cy="4114800"/>
          </a:xfrm>
          <a:prstGeom prst="line">
            <a:avLst/>
          </a:prstGeom>
          <a:ln w="12700">
            <a:solidFill>
              <a:srgbClr val="EE6541"/>
            </a:solidFill>
            <a:prstDash val="lgDash"/>
            <a:tailEnd type="oval"/>
          </a:ln>
        </p:spPr>
        <p:style>
          <a:lnRef idx="1">
            <a:schemeClr val="accent1"/>
          </a:lnRef>
          <a:fillRef idx="0">
            <a:schemeClr val="accent1"/>
          </a:fillRef>
          <a:effectRef idx="0">
            <a:schemeClr val="accent1"/>
          </a:effectRef>
          <a:fontRef idx="minor">
            <a:schemeClr val="tx1"/>
          </a:fontRef>
        </p:style>
      </p:cxnSp>
      <p:sp>
        <p:nvSpPr>
          <p:cNvPr id="7" name="TextBox 27">
            <a:extLst>
              <a:ext uri="{FF2B5EF4-FFF2-40B4-BE49-F238E27FC236}">
                <a16:creationId xmlns:a16="http://schemas.microsoft.com/office/drawing/2014/main" id="{A638E735-9767-C0F7-C3F4-D4BF573AD8C8}"/>
              </a:ext>
            </a:extLst>
          </p:cNvPr>
          <p:cNvSpPr txBox="1"/>
          <p:nvPr/>
        </p:nvSpPr>
        <p:spPr bwMode="gray">
          <a:xfrm>
            <a:off x="2403428" y="2968457"/>
            <a:ext cx="1489332" cy="2073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FSS: Sep ,2025</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0" name="Rectangle 69">
            <a:extLst>
              <a:ext uri="{FF2B5EF4-FFF2-40B4-BE49-F238E27FC236}">
                <a16:creationId xmlns:a16="http://schemas.microsoft.com/office/drawing/2014/main" id="{1C825436-4932-C7B9-6303-9CF487BC0E7A}"/>
              </a:ext>
            </a:extLst>
          </p:cNvPr>
          <p:cNvSpPr/>
          <p:nvPr/>
        </p:nvSpPr>
        <p:spPr bwMode="gray">
          <a:xfrm>
            <a:off x="2378601" y="3224303"/>
            <a:ext cx="7577993" cy="222984"/>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 name="TextBox 125">
            <a:extLst>
              <a:ext uri="{FF2B5EF4-FFF2-40B4-BE49-F238E27FC236}">
                <a16:creationId xmlns:a16="http://schemas.microsoft.com/office/drawing/2014/main" id="{4C10332E-61EE-154B-1190-4B5A47EE324F}"/>
              </a:ext>
            </a:extLst>
          </p:cNvPr>
          <p:cNvSpPr txBox="1"/>
          <p:nvPr/>
        </p:nvSpPr>
        <p:spPr bwMode="gray">
          <a:xfrm>
            <a:off x="9415560" y="2992729"/>
            <a:ext cx="1164670" cy="207301"/>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Boehringer Forward Text"/>
                <a:ea typeface="+mn-ea"/>
                <a:cs typeface="+mn-cs"/>
              </a:rPr>
              <a:t>DBL</a:t>
            </a:r>
            <a:r>
              <a:rPr kumimoji="0" lang="en-US" sz="1050" b="0" i="0" u="none" strike="noStrike" kern="1200" cap="none" spc="0" normalizeH="0" baseline="0" noProof="0">
                <a:ln>
                  <a:noFill/>
                </a:ln>
                <a:solidFill>
                  <a:prstClr val="black"/>
                </a:solidFill>
                <a:effectLst/>
                <a:uLnTx/>
                <a:uFillTx/>
                <a:latin typeface="Boehringer Forward Text"/>
                <a:ea typeface="+mn-ea"/>
                <a:cs typeface="+mn-cs"/>
              </a:rPr>
              <a:t>: Jan, 2030</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 name="Diamond 78">
            <a:extLst>
              <a:ext uri="{FF2B5EF4-FFF2-40B4-BE49-F238E27FC236}">
                <a16:creationId xmlns:a16="http://schemas.microsoft.com/office/drawing/2014/main" id="{02291340-C63E-8A98-1B15-B1A0F69BAFB2}"/>
              </a:ext>
            </a:extLst>
          </p:cNvPr>
          <p:cNvSpPr/>
          <p:nvPr/>
        </p:nvSpPr>
        <p:spPr bwMode="gray">
          <a:xfrm>
            <a:off x="11635721" y="3452571"/>
            <a:ext cx="137160" cy="137160"/>
          </a:xfrm>
          <a:prstGeom prst="diamond">
            <a:avLst/>
          </a:prstGeom>
          <a:solidFill>
            <a:srgbClr val="D2F2F7"/>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0" name="TextBox 15">
            <a:extLst>
              <a:ext uri="{FF2B5EF4-FFF2-40B4-BE49-F238E27FC236}">
                <a16:creationId xmlns:a16="http://schemas.microsoft.com/office/drawing/2014/main" id="{696C2CD4-097B-1864-448E-936C63FBAB2A}"/>
              </a:ext>
            </a:extLst>
          </p:cNvPr>
          <p:cNvSpPr txBox="1"/>
          <p:nvPr/>
        </p:nvSpPr>
        <p:spPr bwMode="gray">
          <a:xfrm>
            <a:off x="10949918" y="3558491"/>
            <a:ext cx="1058311" cy="433517"/>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Approval(Base): </a:t>
            </a:r>
          </a:p>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Boehringer Forward Text"/>
                <a:ea typeface="+mn-ea"/>
                <a:cs typeface="+mn-cs"/>
              </a:rPr>
              <a:t>Jun, 2031</a:t>
            </a:r>
            <a:endParaRPr kumimoji="0" lang="en-GB" sz="1050" b="0"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355508166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E8D2502-7841-B992-19D0-719B129DCA34}"/>
              </a:ext>
            </a:extLst>
          </p:cNvPr>
          <p:cNvSpPr>
            <a:spLocks noGrp="1"/>
          </p:cNvSpPr>
          <p:nvPr>
            <p:ph type="title"/>
          </p:nvPr>
        </p:nvSpPr>
        <p:spPr/>
        <p:txBody>
          <a:bodyPr/>
          <a:lstStyle/>
          <a:p>
            <a:r>
              <a:rPr lang="en-US"/>
              <a:t>Most likely China launch scenario</a:t>
            </a:r>
            <a:br>
              <a:rPr lang="en-US"/>
            </a:br>
            <a:r>
              <a:rPr lang="en-US" sz="2000" b="0"/>
              <a:t>- waiting for endorsement from BUEC</a:t>
            </a:r>
            <a:endParaRPr lang="en-GB" b="0"/>
          </a:p>
        </p:txBody>
      </p:sp>
      <p:sp>
        <p:nvSpPr>
          <p:cNvPr id="6" name="Content Placeholder 5">
            <a:extLst>
              <a:ext uri="{FF2B5EF4-FFF2-40B4-BE49-F238E27FC236}">
                <a16:creationId xmlns:a16="http://schemas.microsoft.com/office/drawing/2014/main" id="{B152A5B8-DE83-0651-B86D-1E0D56944935}"/>
              </a:ext>
            </a:extLst>
          </p:cNvPr>
          <p:cNvSpPr>
            <a:spLocks noGrp="1"/>
          </p:cNvSpPr>
          <p:nvPr>
            <p:ph idx="1"/>
          </p:nvPr>
        </p:nvSpPr>
        <p:spPr/>
        <p:txBody>
          <a:bodyPr/>
          <a:lstStyle/>
          <a:p>
            <a:r>
              <a:rPr lang="en-US"/>
              <a:t>All regulatory timelines are based on standard assumptions, with submission 1 month after US;</a:t>
            </a:r>
          </a:p>
          <a:p>
            <a:r>
              <a:rPr lang="en-US"/>
              <a:t> To catch up with NRDL timeline, simultaneous submission will be considered but requiring global support and resource</a:t>
            </a:r>
            <a:endParaRPr lang="en-GB"/>
          </a:p>
        </p:txBody>
      </p:sp>
      <p:sp>
        <p:nvSpPr>
          <p:cNvPr id="7" name="Text Placeholder 6">
            <a:extLst>
              <a:ext uri="{FF2B5EF4-FFF2-40B4-BE49-F238E27FC236}">
                <a16:creationId xmlns:a16="http://schemas.microsoft.com/office/drawing/2014/main" id="{D9D35981-650D-2C92-59F8-229AD50717AA}"/>
              </a:ext>
            </a:extLst>
          </p:cNvPr>
          <p:cNvSpPr>
            <a:spLocks noGrp="1"/>
          </p:cNvSpPr>
          <p:nvPr>
            <p:ph type="body" sz="quarter" idx="13"/>
          </p:nvPr>
        </p:nvSpPr>
        <p:spPr/>
        <p:txBody>
          <a:bodyPr/>
          <a:lstStyle/>
          <a:p>
            <a:endParaRPr lang="en-GB"/>
          </a:p>
        </p:txBody>
      </p:sp>
      <p:sp>
        <p:nvSpPr>
          <p:cNvPr id="2" name="Footer Placeholder 1">
            <a:extLst>
              <a:ext uri="{FF2B5EF4-FFF2-40B4-BE49-F238E27FC236}">
                <a16:creationId xmlns:a16="http://schemas.microsoft.com/office/drawing/2014/main" id="{EAB973EA-A372-E3F6-C022-88CEDEBBA43A}"/>
              </a:ext>
            </a:extLst>
          </p:cNvPr>
          <p:cNvSpPr>
            <a:spLocks noGrp="1"/>
          </p:cNvSpPr>
          <p:nvPr>
            <p:ph type="ftr" sz="quarter" idx="19"/>
          </p:nvPr>
        </p:nvSpPr>
        <p:spPr/>
        <p:txBody>
          <a:bodyPr/>
          <a:lstStyle/>
          <a:p>
            <a:r>
              <a:rPr lang="en-US"/>
              <a:t>Presentation title    |    ONLY FOR INTERNAL USE</a:t>
            </a:r>
          </a:p>
        </p:txBody>
      </p:sp>
      <p:sp>
        <p:nvSpPr>
          <p:cNvPr id="3" name="Slide Number Placeholder 2">
            <a:extLst>
              <a:ext uri="{FF2B5EF4-FFF2-40B4-BE49-F238E27FC236}">
                <a16:creationId xmlns:a16="http://schemas.microsoft.com/office/drawing/2014/main" id="{D73E4B32-9389-9446-435A-8F83F7E73BCA}"/>
              </a:ext>
            </a:extLst>
          </p:cNvPr>
          <p:cNvSpPr>
            <a:spLocks noGrp="1"/>
          </p:cNvSpPr>
          <p:nvPr>
            <p:ph type="sldNum" sz="quarter" idx="20"/>
          </p:nvPr>
        </p:nvSpPr>
        <p:spPr/>
        <p:txBody>
          <a:bodyPr/>
          <a:lstStyle/>
          <a:p>
            <a:fld id="{DF4E8F9F-5B1F-4F5B-BE49-3245D8C18D9F}" type="slidenum">
              <a:rPr lang="en-US" smtClean="0"/>
              <a:pPr/>
              <a:t>38</a:t>
            </a:fld>
            <a:endParaRPr lang="en-US"/>
          </a:p>
        </p:txBody>
      </p:sp>
      <p:graphicFrame>
        <p:nvGraphicFramePr>
          <p:cNvPr id="4" name="Table 3">
            <a:extLst>
              <a:ext uri="{FF2B5EF4-FFF2-40B4-BE49-F238E27FC236}">
                <a16:creationId xmlns:a16="http://schemas.microsoft.com/office/drawing/2014/main" id="{AC714C31-3AF5-F133-AAE0-30EF05C034C5}"/>
              </a:ext>
            </a:extLst>
          </p:cNvPr>
          <p:cNvGraphicFramePr>
            <a:graphicFrameLocks noGrp="1"/>
          </p:cNvGraphicFramePr>
          <p:nvPr>
            <p:extLst>
              <p:ext uri="{D42A27DB-BD31-4B8C-83A1-F6EECF244321}">
                <p14:modId xmlns:p14="http://schemas.microsoft.com/office/powerpoint/2010/main" val="3404832197"/>
              </p:ext>
            </p:extLst>
          </p:nvPr>
        </p:nvGraphicFramePr>
        <p:xfrm>
          <a:off x="564156" y="2840696"/>
          <a:ext cx="11004436" cy="2123440"/>
        </p:xfrm>
        <a:graphic>
          <a:graphicData uri="http://schemas.openxmlformats.org/drawingml/2006/table">
            <a:tbl>
              <a:tblPr firstRow="1" bandRow="1">
                <a:tableStyleId>{5C22544A-7EE6-4342-B048-85BDC9FD1C3A}</a:tableStyleId>
              </a:tblPr>
              <a:tblGrid>
                <a:gridCol w="1371601">
                  <a:extLst>
                    <a:ext uri="{9D8B030D-6E8A-4147-A177-3AD203B41FA5}">
                      <a16:colId xmlns:a16="http://schemas.microsoft.com/office/drawing/2014/main" val="675321332"/>
                    </a:ext>
                  </a:extLst>
                </a:gridCol>
                <a:gridCol w="1382486">
                  <a:extLst>
                    <a:ext uri="{9D8B030D-6E8A-4147-A177-3AD203B41FA5}">
                      <a16:colId xmlns:a16="http://schemas.microsoft.com/office/drawing/2014/main" val="843920087"/>
                    </a:ext>
                  </a:extLst>
                </a:gridCol>
                <a:gridCol w="1328057">
                  <a:extLst>
                    <a:ext uri="{9D8B030D-6E8A-4147-A177-3AD203B41FA5}">
                      <a16:colId xmlns:a16="http://schemas.microsoft.com/office/drawing/2014/main" val="686881977"/>
                    </a:ext>
                  </a:extLst>
                </a:gridCol>
                <a:gridCol w="1730573">
                  <a:extLst>
                    <a:ext uri="{9D8B030D-6E8A-4147-A177-3AD203B41FA5}">
                      <a16:colId xmlns:a16="http://schemas.microsoft.com/office/drawing/2014/main" val="1428444567"/>
                    </a:ext>
                  </a:extLst>
                </a:gridCol>
                <a:gridCol w="1730573">
                  <a:extLst>
                    <a:ext uri="{9D8B030D-6E8A-4147-A177-3AD203B41FA5}">
                      <a16:colId xmlns:a16="http://schemas.microsoft.com/office/drawing/2014/main" val="107938784"/>
                    </a:ext>
                  </a:extLst>
                </a:gridCol>
                <a:gridCol w="1730573">
                  <a:extLst>
                    <a:ext uri="{9D8B030D-6E8A-4147-A177-3AD203B41FA5}">
                      <a16:colId xmlns:a16="http://schemas.microsoft.com/office/drawing/2014/main" val="581800297"/>
                    </a:ext>
                  </a:extLst>
                </a:gridCol>
                <a:gridCol w="1730573">
                  <a:extLst>
                    <a:ext uri="{9D8B030D-6E8A-4147-A177-3AD203B41FA5}">
                      <a16:colId xmlns:a16="http://schemas.microsoft.com/office/drawing/2014/main" val="908621558"/>
                    </a:ext>
                  </a:extLst>
                </a:gridCol>
              </a:tblGrid>
              <a:tr h="370840">
                <a:tc>
                  <a:txBody>
                    <a:bodyPr/>
                    <a:lstStyle/>
                    <a:p>
                      <a:r>
                        <a:rPr lang="en-US"/>
                        <a:t>Indication</a:t>
                      </a:r>
                      <a:endParaRPr lang="en-GB"/>
                    </a:p>
                  </a:txBody>
                  <a:tcPr/>
                </a:tc>
                <a:tc>
                  <a:txBody>
                    <a:bodyPr/>
                    <a:lstStyle/>
                    <a:p>
                      <a:r>
                        <a:rPr lang="en-US"/>
                        <a:t>Launch scenario</a:t>
                      </a:r>
                      <a:endParaRPr lang="en-GB"/>
                    </a:p>
                  </a:txBody>
                  <a:tcPr/>
                </a:tc>
                <a:tc>
                  <a:txBody>
                    <a:bodyPr/>
                    <a:lstStyle/>
                    <a:p>
                      <a:r>
                        <a:rPr lang="en-US"/>
                        <a:t>Launch sequence</a:t>
                      </a:r>
                      <a:endParaRPr lang="en-GB"/>
                    </a:p>
                  </a:txBody>
                  <a:tcPr/>
                </a:tc>
                <a:tc>
                  <a:txBody>
                    <a:bodyPr/>
                    <a:lstStyle/>
                    <a:p>
                      <a:r>
                        <a:rPr lang="en-US"/>
                        <a:t>DBL</a:t>
                      </a:r>
                      <a:endParaRPr lang="en-GB"/>
                    </a:p>
                  </a:txBody>
                  <a:tcPr/>
                </a:tc>
                <a:tc>
                  <a:txBody>
                    <a:bodyPr/>
                    <a:lstStyle/>
                    <a:p>
                      <a:r>
                        <a:rPr lang="en-US"/>
                        <a:t>Submission</a:t>
                      </a:r>
                      <a:endParaRPr lang="en-GB"/>
                    </a:p>
                  </a:txBody>
                  <a:tcPr/>
                </a:tc>
                <a:tc>
                  <a:txBody>
                    <a:bodyPr/>
                    <a:lstStyle/>
                    <a:p>
                      <a:r>
                        <a:rPr lang="en-US"/>
                        <a:t>Approval</a:t>
                      </a:r>
                      <a:endParaRPr lang="en-GB"/>
                    </a:p>
                  </a:txBody>
                  <a:tcPr/>
                </a:tc>
                <a:tc>
                  <a:txBody>
                    <a:bodyPr/>
                    <a:lstStyle/>
                    <a:p>
                      <a:r>
                        <a:rPr lang="en-US"/>
                        <a:t>Launch</a:t>
                      </a:r>
                      <a:endParaRPr lang="en-GB"/>
                    </a:p>
                  </a:txBody>
                  <a:tcPr/>
                </a:tc>
                <a:extLst>
                  <a:ext uri="{0D108BD9-81ED-4DB2-BD59-A6C34878D82A}">
                    <a16:rowId xmlns:a16="http://schemas.microsoft.com/office/drawing/2014/main" val="3998987151"/>
                  </a:ext>
                </a:extLst>
              </a:tr>
              <a:tr h="370840">
                <a:tc>
                  <a:txBody>
                    <a:bodyPr/>
                    <a:lstStyle/>
                    <a:p>
                      <a:r>
                        <a:rPr lang="en-US"/>
                        <a:t>CKD</a:t>
                      </a:r>
                      <a:endParaRPr lang="en-GB"/>
                    </a:p>
                  </a:txBody>
                  <a:tcPr>
                    <a:solidFill>
                      <a:srgbClr val="FFE667"/>
                    </a:solidFill>
                  </a:tcPr>
                </a:tc>
                <a:tc>
                  <a:txBody>
                    <a:bodyPr/>
                    <a:lstStyle/>
                    <a:p>
                      <a:r>
                        <a:rPr lang="en-US"/>
                        <a:t>Base case</a:t>
                      </a:r>
                      <a:endParaRPr lang="en-GB"/>
                    </a:p>
                  </a:txBody>
                  <a:tcPr>
                    <a:solidFill>
                      <a:srgbClr val="FFE667"/>
                    </a:solidFill>
                  </a:tcPr>
                </a:tc>
                <a:tc>
                  <a:txBody>
                    <a:bodyPr/>
                    <a:lstStyle/>
                    <a:p>
                      <a:r>
                        <a:rPr lang="en-US"/>
                        <a:t>3</a:t>
                      </a:r>
                      <a:endParaRPr lang="en-GB"/>
                    </a:p>
                  </a:txBody>
                  <a:tcPr>
                    <a:solidFill>
                      <a:srgbClr val="FFE667"/>
                    </a:solidFill>
                  </a:tcPr>
                </a:tc>
                <a:tc>
                  <a:txBody>
                    <a:bodyPr/>
                    <a:lstStyle/>
                    <a:p>
                      <a:r>
                        <a:rPr lang="en-GB"/>
                        <a:t>19 Jun 2029</a:t>
                      </a:r>
                    </a:p>
                  </a:txBody>
                  <a:tcPr>
                    <a:solidFill>
                      <a:srgbClr val="FFE667"/>
                    </a:solidFill>
                  </a:tcPr>
                </a:tc>
                <a:tc>
                  <a:txBody>
                    <a:bodyPr/>
                    <a:lstStyle/>
                    <a:p>
                      <a:r>
                        <a:rPr lang="en-GB"/>
                        <a:t>08 Nov 2029</a:t>
                      </a:r>
                    </a:p>
                  </a:txBody>
                  <a:tcPr>
                    <a:solidFill>
                      <a:srgbClr val="FFE667"/>
                    </a:solidFill>
                  </a:tcPr>
                </a:tc>
                <a:tc>
                  <a:txBody>
                    <a:bodyPr/>
                    <a:lstStyle/>
                    <a:p>
                      <a:r>
                        <a:rPr lang="en-GB"/>
                        <a:t>08 Nov 2030</a:t>
                      </a:r>
                    </a:p>
                  </a:txBody>
                  <a:tcPr>
                    <a:solidFill>
                      <a:srgbClr val="FFE667"/>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800"/>
                        <a:t>06 Feb 2031</a:t>
                      </a:r>
                    </a:p>
                  </a:txBody>
                  <a:tcPr>
                    <a:solidFill>
                      <a:srgbClr val="FFE667"/>
                    </a:solidFill>
                  </a:tcPr>
                </a:tc>
                <a:extLst>
                  <a:ext uri="{0D108BD9-81ED-4DB2-BD59-A6C34878D82A}">
                    <a16:rowId xmlns:a16="http://schemas.microsoft.com/office/drawing/2014/main" val="1158832193"/>
                  </a:ext>
                </a:extLst>
              </a:tr>
              <a:tr h="370840">
                <a:tc>
                  <a:txBody>
                    <a:bodyPr/>
                    <a:lstStyle/>
                    <a:p>
                      <a:r>
                        <a:rPr lang="en-US"/>
                        <a:t>HFpEF</a:t>
                      </a:r>
                      <a:endParaRPr lang="en-GB"/>
                    </a:p>
                  </a:txBody>
                  <a:tcPr>
                    <a:solidFill>
                      <a:srgbClr val="E1860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Best case</a:t>
                      </a:r>
                      <a:endParaRPr lang="en-GB"/>
                    </a:p>
                  </a:txBody>
                  <a:tcPr>
                    <a:solidFill>
                      <a:srgbClr val="E1860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1</a:t>
                      </a:r>
                      <a:endParaRPr lang="en-GB"/>
                    </a:p>
                  </a:txBody>
                  <a:tcPr>
                    <a:solidFill>
                      <a:srgbClr val="E18600"/>
                    </a:solidFill>
                  </a:tcPr>
                </a:tc>
                <a:tc>
                  <a:txBody>
                    <a:bodyPr/>
                    <a:lstStyle/>
                    <a:p>
                      <a:r>
                        <a:rPr lang="en-GB"/>
                        <a:t>29 Feb 2028</a:t>
                      </a:r>
                    </a:p>
                  </a:txBody>
                  <a:tcPr>
                    <a:solidFill>
                      <a:srgbClr val="E18600"/>
                    </a:solidFill>
                  </a:tcPr>
                </a:tc>
                <a:tc>
                  <a:txBody>
                    <a:bodyPr/>
                    <a:lstStyle/>
                    <a:p>
                      <a:r>
                        <a:rPr lang="en-GB"/>
                        <a:t>20 Jul 2028</a:t>
                      </a:r>
                    </a:p>
                  </a:txBody>
                  <a:tcPr>
                    <a:solidFill>
                      <a:srgbClr val="E18600"/>
                    </a:solidFill>
                  </a:tcPr>
                </a:tc>
                <a:tc>
                  <a:txBody>
                    <a:bodyPr/>
                    <a:lstStyle/>
                    <a:p>
                      <a:r>
                        <a:rPr lang="en-GB"/>
                        <a:t>20 Jul 2029</a:t>
                      </a:r>
                    </a:p>
                  </a:txBody>
                  <a:tcPr>
                    <a:solidFill>
                      <a:srgbClr val="E1860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800"/>
                        <a:t>18 Oct 2029</a:t>
                      </a:r>
                    </a:p>
                  </a:txBody>
                  <a:tcPr>
                    <a:solidFill>
                      <a:srgbClr val="E18600"/>
                    </a:solidFill>
                  </a:tcPr>
                </a:tc>
                <a:extLst>
                  <a:ext uri="{0D108BD9-81ED-4DB2-BD59-A6C34878D82A}">
                    <a16:rowId xmlns:a16="http://schemas.microsoft.com/office/drawing/2014/main" val="325511118"/>
                  </a:ext>
                </a:extLst>
              </a:tr>
              <a:tr h="370840">
                <a:tc>
                  <a:txBody>
                    <a:bodyPr/>
                    <a:lstStyle/>
                    <a:p>
                      <a:r>
                        <a:rPr lang="en-US" err="1"/>
                        <a:t>HFrEF</a:t>
                      </a:r>
                      <a:endParaRPr lang="en-GB"/>
                    </a:p>
                  </a:txBody>
                  <a:tcPr>
                    <a:solidFill>
                      <a:srgbClr val="FFD03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Base case</a:t>
                      </a:r>
                      <a:endParaRPr lang="en-GB"/>
                    </a:p>
                  </a:txBody>
                  <a:tcPr>
                    <a:solidFill>
                      <a:srgbClr val="FFD03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2</a:t>
                      </a:r>
                      <a:endParaRPr lang="en-GB"/>
                    </a:p>
                  </a:txBody>
                  <a:tcPr>
                    <a:solidFill>
                      <a:srgbClr val="FFD03D"/>
                    </a:solidFill>
                  </a:tcPr>
                </a:tc>
                <a:tc>
                  <a:txBody>
                    <a:bodyPr/>
                    <a:lstStyle/>
                    <a:p>
                      <a:r>
                        <a:rPr lang="en-GB"/>
                        <a:t>05 Apr 2029</a:t>
                      </a:r>
                    </a:p>
                  </a:txBody>
                  <a:tcPr>
                    <a:solidFill>
                      <a:srgbClr val="FFD03D"/>
                    </a:solidFill>
                  </a:tcPr>
                </a:tc>
                <a:tc>
                  <a:txBody>
                    <a:bodyPr/>
                    <a:lstStyle/>
                    <a:p>
                      <a:r>
                        <a:rPr lang="en-GB"/>
                        <a:t>25 Aug 2029</a:t>
                      </a:r>
                    </a:p>
                  </a:txBody>
                  <a:tcPr>
                    <a:solidFill>
                      <a:srgbClr val="FFD03D"/>
                    </a:solidFill>
                  </a:tcPr>
                </a:tc>
                <a:tc>
                  <a:txBody>
                    <a:bodyPr/>
                    <a:lstStyle/>
                    <a:p>
                      <a:r>
                        <a:rPr lang="en-GB"/>
                        <a:t>25 Aug 2030</a:t>
                      </a:r>
                      <a:endParaRPr lang="zh-CN"/>
                    </a:p>
                  </a:txBody>
                  <a:tcPr>
                    <a:solidFill>
                      <a:srgbClr val="FFD03D"/>
                    </a:solidFill>
                  </a:tcPr>
                </a:tc>
                <a:tc>
                  <a:txBody>
                    <a:bodyPr/>
                    <a:lstStyle/>
                    <a:p>
                      <a:r>
                        <a:rPr lang="en-GB"/>
                        <a:t>23 Nov 2030</a:t>
                      </a:r>
                    </a:p>
                  </a:txBody>
                  <a:tcPr>
                    <a:solidFill>
                      <a:srgbClr val="FFD03D"/>
                    </a:solidFill>
                  </a:tcPr>
                </a:tc>
                <a:extLst>
                  <a:ext uri="{0D108BD9-81ED-4DB2-BD59-A6C34878D82A}">
                    <a16:rowId xmlns:a16="http://schemas.microsoft.com/office/drawing/2014/main" val="838996900"/>
                  </a:ext>
                </a:extLst>
              </a:tr>
              <a:tr h="370840">
                <a:tc>
                  <a:txBody>
                    <a:bodyPr/>
                    <a:lstStyle/>
                    <a:p>
                      <a:r>
                        <a:rPr lang="en-US"/>
                        <a:t>CVRR</a:t>
                      </a:r>
                      <a:endParaRPr lang="en-GB"/>
                    </a:p>
                  </a:txBody>
                  <a:tcPr>
                    <a:solidFill>
                      <a:srgbClr val="FBF9AA"/>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Base case</a:t>
                      </a:r>
                      <a:endParaRPr lang="en-GB"/>
                    </a:p>
                  </a:txBody>
                  <a:tcPr>
                    <a:solidFill>
                      <a:srgbClr val="FBF9AA"/>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4</a:t>
                      </a:r>
                      <a:endParaRPr lang="en-GB"/>
                    </a:p>
                  </a:txBody>
                  <a:tcPr>
                    <a:solidFill>
                      <a:srgbClr val="FBF9AA"/>
                    </a:solidFill>
                  </a:tcPr>
                </a:tc>
                <a:tc>
                  <a:txBody>
                    <a:bodyPr/>
                    <a:lstStyle/>
                    <a:p>
                      <a:r>
                        <a:rPr lang="en-GB"/>
                        <a:t>01 Feb 2030</a:t>
                      </a:r>
                    </a:p>
                  </a:txBody>
                  <a:tcPr>
                    <a:solidFill>
                      <a:srgbClr val="FBF9AA"/>
                    </a:solidFill>
                  </a:tcPr>
                </a:tc>
                <a:tc>
                  <a:txBody>
                    <a:bodyPr/>
                    <a:lstStyle/>
                    <a:p>
                      <a:r>
                        <a:rPr lang="en-GB"/>
                        <a:t>23 Jun 2030</a:t>
                      </a:r>
                    </a:p>
                  </a:txBody>
                  <a:tcPr>
                    <a:solidFill>
                      <a:srgbClr val="FBF9AA"/>
                    </a:solidFill>
                  </a:tcPr>
                </a:tc>
                <a:tc>
                  <a:txBody>
                    <a:bodyPr/>
                    <a:lstStyle/>
                    <a:p>
                      <a:r>
                        <a:rPr lang="en-GB"/>
                        <a:t>23 Jun 2031</a:t>
                      </a:r>
                    </a:p>
                  </a:txBody>
                  <a:tcPr>
                    <a:solidFill>
                      <a:srgbClr val="FBF9AA"/>
                    </a:solidFill>
                  </a:tcPr>
                </a:tc>
                <a:tc>
                  <a:txBody>
                    <a:bodyPr/>
                    <a:lstStyle/>
                    <a:p>
                      <a:r>
                        <a:rPr lang="en-GB"/>
                        <a:t>21 Sep 2031</a:t>
                      </a:r>
                    </a:p>
                  </a:txBody>
                  <a:tcPr>
                    <a:solidFill>
                      <a:srgbClr val="FBF9AA"/>
                    </a:solidFill>
                  </a:tcPr>
                </a:tc>
                <a:extLst>
                  <a:ext uri="{0D108BD9-81ED-4DB2-BD59-A6C34878D82A}">
                    <a16:rowId xmlns:a16="http://schemas.microsoft.com/office/drawing/2014/main" val="3164051481"/>
                  </a:ext>
                </a:extLst>
              </a:tr>
            </a:tbl>
          </a:graphicData>
        </a:graphic>
      </p:graphicFrame>
    </p:spTree>
    <p:extLst>
      <p:ext uri="{BB962C8B-B14F-4D97-AF65-F5344CB8AC3E}">
        <p14:creationId xmlns:p14="http://schemas.microsoft.com/office/powerpoint/2010/main" val="163446215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81D18F-C171-90EB-3460-7F76325BC482}"/>
            </a:ext>
          </a:extLst>
        </p:cNvPr>
        <p:cNvGrpSpPr/>
        <p:nvPr/>
      </p:nvGrpSpPr>
      <p:grpSpPr>
        <a:xfrm>
          <a:off x="0" y="0"/>
          <a:ext cx="0" cy="0"/>
          <a:chOff x="0" y="0"/>
          <a:chExt cx="0" cy="0"/>
        </a:xfrm>
      </p:grpSpPr>
      <p:sp>
        <p:nvSpPr>
          <p:cNvPr id="20" name="Titel 19">
            <a:extLst>
              <a:ext uri="{FF2B5EF4-FFF2-40B4-BE49-F238E27FC236}">
                <a16:creationId xmlns:a16="http://schemas.microsoft.com/office/drawing/2014/main" id="{5D81F8FA-08E2-8B20-6689-7F408B017D09}"/>
              </a:ext>
            </a:extLst>
          </p:cNvPr>
          <p:cNvSpPr>
            <a:spLocks noGrp="1"/>
          </p:cNvSpPr>
          <p:nvPr>
            <p:ph type="ctrTitle"/>
          </p:nvPr>
        </p:nvSpPr>
        <p:spPr bwMode="gray"/>
        <p:txBody>
          <a:bodyPr/>
          <a:lstStyle/>
          <a:p>
            <a:r>
              <a:rPr lang="en-US"/>
              <a:t>1378-0006 </a:t>
            </a:r>
            <a:r>
              <a:rPr lang="en-US" err="1"/>
              <a:t>EASi</a:t>
            </a:r>
            <a:r>
              <a:rPr lang="en-US"/>
              <a:t>-KIDNEY </a:t>
            </a:r>
          </a:p>
        </p:txBody>
      </p:sp>
      <p:sp>
        <p:nvSpPr>
          <p:cNvPr id="3" name="Untertitel 2">
            <a:extLst>
              <a:ext uri="{FF2B5EF4-FFF2-40B4-BE49-F238E27FC236}">
                <a16:creationId xmlns:a16="http://schemas.microsoft.com/office/drawing/2014/main" id="{E387965D-08A8-085D-3649-1144E0807451}"/>
              </a:ext>
            </a:extLst>
          </p:cNvPr>
          <p:cNvSpPr>
            <a:spLocks noGrp="1"/>
          </p:cNvSpPr>
          <p:nvPr>
            <p:ph type="subTitle" idx="1"/>
          </p:nvPr>
        </p:nvSpPr>
        <p:spPr bwMode="gray"/>
        <p:txBody>
          <a:bodyPr vert="horz" lIns="0" tIns="0" rIns="0" bIns="0" rtlCol="0" anchor="t">
            <a:noAutofit/>
          </a:bodyPr>
          <a:lstStyle/>
          <a:p>
            <a:pPr lvl="1"/>
            <a:r>
              <a:rPr lang="en-US" sz="2400"/>
              <a:t>Christoph, Salim | 13 Mar 2026 | MS Teams</a:t>
            </a:r>
          </a:p>
        </p:txBody>
      </p:sp>
      <p:sp>
        <p:nvSpPr>
          <p:cNvPr id="5" name="Textfeld 4">
            <a:extLst>
              <a:ext uri="{FF2B5EF4-FFF2-40B4-BE49-F238E27FC236}">
                <a16:creationId xmlns:a16="http://schemas.microsoft.com/office/drawing/2014/main" id="{601AE0FA-4693-543C-89EF-DD5EB80C38B2}"/>
              </a:ext>
            </a:extLst>
          </p:cNvPr>
          <p:cNvSpPr txBox="1"/>
          <p:nvPr/>
        </p:nvSpPr>
        <p:spPr bwMode="gray">
          <a:xfrm>
            <a:off x="1964267" y="1027289"/>
            <a:ext cx="0" cy="0"/>
          </a:xfrm>
          <a:prstGeom prst="rect">
            <a:avLst/>
          </a:prstGeom>
          <a:noFill/>
        </p:spPr>
        <p:txBody>
          <a:bodyPr wrap="none" lIns="0" tIns="0" rIns="0" bIns="0" rtlCol="0">
            <a:noAutofit/>
          </a:bodyPr>
          <a:lstStyle/>
          <a:p>
            <a:pPr marL="180000" indent="-180000" algn="l">
              <a:buFont typeface="Arial" panose="020B0604020202020204" pitchFamily="34" charset="0"/>
              <a:buChar char="•"/>
            </a:pPr>
            <a:endParaRPr lang="en-US" sz="1600"/>
          </a:p>
        </p:txBody>
      </p:sp>
      <p:sp>
        <p:nvSpPr>
          <p:cNvPr id="2" name="Fußzeilenplatzhalter 1">
            <a:extLst>
              <a:ext uri="{FF2B5EF4-FFF2-40B4-BE49-F238E27FC236}">
                <a16:creationId xmlns:a16="http://schemas.microsoft.com/office/drawing/2014/main" id="{11C5F57E-1839-7ED3-FD5C-39173A4DCC81}"/>
              </a:ext>
            </a:extLst>
          </p:cNvPr>
          <p:cNvSpPr>
            <a:spLocks noGrp="1"/>
          </p:cNvSpPr>
          <p:nvPr>
            <p:ph type="ftr" sz="quarter" idx="19"/>
          </p:nvPr>
        </p:nvSpPr>
        <p:spPr/>
        <p:txBody>
          <a:bodyPr/>
          <a:lstStyle/>
          <a:p>
            <a:r>
              <a:rPr lang="en-US"/>
              <a:t>Presentation title    |    ONLY FOR INTERNAL USE</a:t>
            </a:r>
          </a:p>
        </p:txBody>
      </p:sp>
    </p:spTree>
    <p:extLst>
      <p:ext uri="{BB962C8B-B14F-4D97-AF65-F5344CB8AC3E}">
        <p14:creationId xmlns:p14="http://schemas.microsoft.com/office/powerpoint/2010/main" val="199087004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9"/>
          <p:cNvSpPr>
            <a:spLocks noGrp="1"/>
          </p:cNvSpPr>
          <p:nvPr>
            <p:ph type="title"/>
          </p:nvPr>
        </p:nvSpPr>
        <p:spPr/>
        <p:txBody>
          <a:bodyPr anchor="ctr"/>
          <a:lstStyle/>
          <a:p>
            <a:r>
              <a:rPr lang="en-GB" sz="2800">
                <a:latin typeface="+mn-lt"/>
              </a:rPr>
              <a:t>Global randomization progress versus original projections</a:t>
            </a:r>
          </a:p>
        </p:txBody>
      </p:sp>
      <p:sp>
        <p:nvSpPr>
          <p:cNvPr id="5" name="Text Placeholder 4">
            <a:extLst>
              <a:ext uri="{FF2B5EF4-FFF2-40B4-BE49-F238E27FC236}">
                <a16:creationId xmlns:a16="http://schemas.microsoft.com/office/drawing/2014/main" id="{6E1E5B46-F8EE-7482-B103-76C580227A9A}"/>
              </a:ext>
            </a:extLst>
          </p:cNvPr>
          <p:cNvSpPr>
            <a:spLocks noGrp="1"/>
          </p:cNvSpPr>
          <p:nvPr>
            <p:ph type="body" sz="quarter" idx="13"/>
          </p:nvPr>
        </p:nvSpPr>
        <p:spPr/>
        <p:txBody>
          <a:bodyPr/>
          <a:lstStyle/>
          <a:p>
            <a:endParaRPr lang="en-GB"/>
          </a:p>
        </p:txBody>
      </p:sp>
      <p:sp>
        <p:nvSpPr>
          <p:cNvPr id="3" name="Footer Placeholder 2">
            <a:extLst>
              <a:ext uri="{FF2B5EF4-FFF2-40B4-BE49-F238E27FC236}">
                <a16:creationId xmlns:a16="http://schemas.microsoft.com/office/drawing/2014/main" id="{D1B35724-4387-4DC7-8B75-A2BAF155649A}"/>
              </a:ext>
            </a:extLst>
          </p:cNvPr>
          <p:cNvSpPr>
            <a:spLocks noGrp="1"/>
          </p:cNvSpPr>
          <p:nvPr>
            <p:ph type="ftr" sz="quarter" idx="10"/>
          </p:nvPr>
        </p:nvSpPr>
        <p:spPr>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solidFill>
                  <a:prstClr val="black">
                    <a:tint val="75000"/>
                  </a:prstClr>
                </a:solidFill>
                <a:latin typeface="Calibri" panose="020F0502020204030204"/>
              </a:rPr>
              <a:t>Data snapshot 06-Feb-2026</a:t>
            </a:r>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F8C6D8FA-1750-B4D6-D1C7-2E05EA91F280}"/>
              </a:ext>
            </a:extLst>
          </p:cNvPr>
          <p:cNvSpPr txBox="1"/>
          <p:nvPr/>
        </p:nvSpPr>
        <p:spPr bwMode="gray">
          <a:xfrm>
            <a:off x="584771" y="1470320"/>
            <a:ext cx="10767813" cy="315920"/>
          </a:xfrm>
          <a:prstGeom prst="rect">
            <a:avLst/>
          </a:prstGeom>
          <a:noFill/>
        </p:spPr>
        <p:txBody>
          <a:bodyPr wrap="square" lIns="0" tIns="0" rIns="0" bIns="0" rtlCol="0">
            <a:spAutoFit/>
          </a:bodyPr>
          <a:lstStyle/>
          <a:p>
            <a:pPr>
              <a:lnSpc>
                <a:spcPct val="140000"/>
              </a:lnSpc>
            </a:pPr>
            <a:r>
              <a:rPr lang="en-GB" sz="1600"/>
              <a:t>Planned 9,560 vs Actual 4,743 *until 04</a:t>
            </a:r>
            <a:r>
              <a:rPr lang="en-GB" sz="1600" baseline="30000"/>
              <a:t>th</a:t>
            </a:r>
            <a:r>
              <a:rPr lang="en-GB" sz="1600"/>
              <a:t> Apr </a:t>
            </a:r>
          </a:p>
        </p:txBody>
      </p:sp>
      <p:pic>
        <p:nvPicPr>
          <p:cNvPr id="2" name="Picture 1">
            <a:extLst>
              <a:ext uri="{FF2B5EF4-FFF2-40B4-BE49-F238E27FC236}">
                <a16:creationId xmlns:a16="http://schemas.microsoft.com/office/drawing/2014/main" id="{CD0A6911-FAB0-2BF6-5588-0573D6FE7D96}"/>
              </a:ext>
            </a:extLst>
          </p:cNvPr>
          <p:cNvPicPr>
            <a:picLocks noChangeAspect="1"/>
          </p:cNvPicPr>
          <p:nvPr/>
        </p:nvPicPr>
        <p:blipFill>
          <a:blip r:embed="rId3"/>
          <a:stretch>
            <a:fillRect/>
          </a:stretch>
        </p:blipFill>
        <p:spPr>
          <a:xfrm>
            <a:off x="1132690" y="2264232"/>
            <a:ext cx="4121253" cy="3090940"/>
          </a:xfrm>
          <a:prstGeom prst="rect">
            <a:avLst/>
          </a:prstGeom>
        </p:spPr>
      </p:pic>
      <p:pic>
        <p:nvPicPr>
          <p:cNvPr id="4" name="Picture 3">
            <a:extLst>
              <a:ext uri="{FF2B5EF4-FFF2-40B4-BE49-F238E27FC236}">
                <a16:creationId xmlns:a16="http://schemas.microsoft.com/office/drawing/2014/main" id="{8163EEDC-6864-D99D-8BE7-EE351E112DF9}"/>
              </a:ext>
            </a:extLst>
          </p:cNvPr>
          <p:cNvPicPr>
            <a:picLocks noChangeAspect="1"/>
          </p:cNvPicPr>
          <p:nvPr/>
        </p:nvPicPr>
        <p:blipFill>
          <a:blip r:embed="rId4"/>
          <a:stretch>
            <a:fillRect/>
          </a:stretch>
        </p:blipFill>
        <p:spPr>
          <a:xfrm>
            <a:off x="5806910" y="2264232"/>
            <a:ext cx="4692980" cy="3123448"/>
          </a:xfrm>
          <a:prstGeom prst="rect">
            <a:avLst/>
          </a:prstGeom>
        </p:spPr>
      </p:pic>
      <p:pic>
        <p:nvPicPr>
          <p:cNvPr id="8" name="Picture 7" descr="A logo for a company&#10;&#10;Description automatically generated">
            <a:hlinkClick r:id="" action="ppaction://noaction"/>
            <a:extLst>
              <a:ext uri="{FF2B5EF4-FFF2-40B4-BE49-F238E27FC236}">
                <a16:creationId xmlns:a16="http://schemas.microsoft.com/office/drawing/2014/main" id="{B74902D2-2BD1-2A96-DCF0-E7A0513EE524}"/>
              </a:ext>
            </a:extLst>
          </p:cNvPr>
          <p:cNvPicPr>
            <a:picLocks noChangeAspect="1"/>
          </p:cNvPicPr>
          <p:nvPr/>
        </p:nvPicPr>
        <p:blipFill rotWithShape="1">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l="9879" t="13642" r="10764" b="14276"/>
          <a:stretch/>
        </p:blipFill>
        <p:spPr>
          <a:xfrm>
            <a:off x="0" y="17392"/>
            <a:ext cx="822960" cy="459608"/>
          </a:xfrm>
          <a:prstGeom prst="rect">
            <a:avLst/>
          </a:prstGeom>
        </p:spPr>
      </p:pic>
    </p:spTree>
    <p:extLst>
      <p:ext uri="{BB962C8B-B14F-4D97-AF65-F5344CB8AC3E}">
        <p14:creationId xmlns:p14="http://schemas.microsoft.com/office/powerpoint/2010/main" val="12158038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744">
          <a:extLst>
            <a:ext uri="{FF2B5EF4-FFF2-40B4-BE49-F238E27FC236}">
              <a16:creationId xmlns:a16="http://schemas.microsoft.com/office/drawing/2014/main" id="{1C6FF8BE-0BC8-8DB5-FCEF-9DFB138EB793}"/>
            </a:ext>
          </a:extLst>
        </p:cNvPr>
        <p:cNvGrpSpPr/>
        <p:nvPr/>
      </p:nvGrpSpPr>
      <p:grpSpPr>
        <a:xfrm>
          <a:off x="0" y="0"/>
          <a:ext cx="0" cy="0"/>
          <a:chOff x="0" y="0"/>
          <a:chExt cx="0" cy="0"/>
        </a:xfrm>
      </p:grpSpPr>
      <p:sp>
        <p:nvSpPr>
          <p:cNvPr id="8" name="Google Shape;745;p24">
            <a:extLst>
              <a:ext uri="{FF2B5EF4-FFF2-40B4-BE49-F238E27FC236}">
                <a16:creationId xmlns:a16="http://schemas.microsoft.com/office/drawing/2014/main" id="{9C9D1DA2-6148-DEE8-E38F-DDF78704E346}"/>
              </a:ext>
            </a:extLst>
          </p:cNvPr>
          <p:cNvSpPr txBox="1">
            <a:spLocks noGrp="1"/>
          </p:cNvSpPr>
          <p:nvPr>
            <p:ph type="title"/>
          </p:nvPr>
        </p:nvSpPr>
        <p:spPr>
          <a:prstGeom prst="rect">
            <a:avLst/>
          </a:prstGeom>
          <a:noFill/>
          <a:ln>
            <a:noFill/>
          </a:ln>
        </p:spPr>
        <p:txBody>
          <a:bodyPr spcFirstLastPara="1" vert="horz" wrap="square" lIns="0" tIns="0" rIns="0" bIns="0" rtlCol="0" anchor="ctr" anchorCtr="0">
            <a:noAutofit/>
          </a:bodyPr>
          <a:lstStyle/>
          <a:p>
            <a:pPr lvl="0">
              <a:buClr>
                <a:schemeClr val="accent2"/>
              </a:buClr>
              <a:buSzPts val="4400"/>
            </a:pPr>
            <a:r>
              <a:rPr lang="en-US" altLang="zh-CN" sz="2800">
                <a:solidFill>
                  <a:schemeClr val="tx1"/>
                </a:solidFill>
                <a:latin typeface="Calibri" panose="020F0502020204030204" pitchFamily="34" charset="0"/>
                <a:ea typeface="Calibri" panose="020F0502020204030204" pitchFamily="34" charset="0"/>
                <a:cs typeface="Calibri" panose="020F0502020204030204" pitchFamily="34" charset="0"/>
              </a:rPr>
              <a:t>Recruitment Progress in China, and revised projections</a:t>
            </a:r>
            <a:endParaRPr lang="en-US" sz="2800">
              <a:solidFill>
                <a:schemeClr val="tx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2" name="内容占位符 3">
            <a:extLst>
              <a:ext uri="{FF2B5EF4-FFF2-40B4-BE49-F238E27FC236}">
                <a16:creationId xmlns:a16="http://schemas.microsoft.com/office/drawing/2014/main" id="{2DA062AA-EAA4-4D0F-4E12-368C35EF03E3}"/>
              </a:ext>
            </a:extLst>
          </p:cNvPr>
          <p:cNvGraphicFramePr>
            <a:graphicFrameLocks/>
          </p:cNvGraphicFramePr>
          <p:nvPr>
            <p:extLst>
              <p:ext uri="{D42A27DB-BD31-4B8C-83A1-F6EECF244321}">
                <p14:modId xmlns:p14="http://schemas.microsoft.com/office/powerpoint/2010/main" val="1728660125"/>
              </p:ext>
            </p:extLst>
          </p:nvPr>
        </p:nvGraphicFramePr>
        <p:xfrm>
          <a:off x="664032" y="4979094"/>
          <a:ext cx="5273040" cy="660630"/>
        </p:xfrm>
        <a:graphic>
          <a:graphicData uri="http://schemas.openxmlformats.org/drawingml/2006/table">
            <a:tbl>
              <a:tblPr firstRow="1" bandRow="1">
                <a:tableStyleId>{72833802-FEF1-4C79-8D5D-14CF1EAF98D9}</a:tableStyleId>
              </a:tblPr>
              <a:tblGrid>
                <a:gridCol w="1427296">
                  <a:extLst>
                    <a:ext uri="{9D8B030D-6E8A-4147-A177-3AD203B41FA5}">
                      <a16:colId xmlns:a16="http://schemas.microsoft.com/office/drawing/2014/main" val="932206789"/>
                    </a:ext>
                  </a:extLst>
                </a:gridCol>
                <a:gridCol w="1209224">
                  <a:extLst>
                    <a:ext uri="{9D8B030D-6E8A-4147-A177-3AD203B41FA5}">
                      <a16:colId xmlns:a16="http://schemas.microsoft.com/office/drawing/2014/main" val="2118477925"/>
                    </a:ext>
                  </a:extLst>
                </a:gridCol>
                <a:gridCol w="1318260">
                  <a:extLst>
                    <a:ext uri="{9D8B030D-6E8A-4147-A177-3AD203B41FA5}">
                      <a16:colId xmlns:a16="http://schemas.microsoft.com/office/drawing/2014/main" val="2522098893"/>
                    </a:ext>
                  </a:extLst>
                </a:gridCol>
                <a:gridCol w="1318260">
                  <a:extLst>
                    <a:ext uri="{9D8B030D-6E8A-4147-A177-3AD203B41FA5}">
                      <a16:colId xmlns:a16="http://schemas.microsoft.com/office/drawing/2014/main" val="2775946163"/>
                    </a:ext>
                  </a:extLst>
                </a:gridCol>
              </a:tblGrid>
              <a:tr h="345163">
                <a:tc>
                  <a:txBody>
                    <a:bodyPr/>
                    <a:lstStyle>
                      <a:lvl1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1pPr>
                      <a:lvl2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2pPr>
                      <a:lvl3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3pPr>
                      <a:lvl4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4pPr>
                      <a:lvl5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5pPr>
                      <a:lvl6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6pPr>
                      <a:lvl7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7pPr>
                      <a:lvl8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8pPr>
                      <a:lvl9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Site Activated</a:t>
                      </a:r>
                      <a:endParaRPr lang="zh-CN" altLang="en-US" sz="1400" b="1" kern="1200" baseline="0">
                        <a:solidFill>
                          <a:schemeClr val="tx1"/>
                        </a:solidFill>
                        <a:latin typeface="+mn-lt"/>
                        <a:ea typeface="微软雅黑" panose="020B0503020204020204" pitchFamily="34" charset="-122"/>
                        <a:cs typeface="+mn-cs"/>
                      </a:endParaRPr>
                    </a:p>
                  </a:txBody>
                  <a:tcPr anchor="ctr">
                    <a:solidFill>
                      <a:srgbClr val="E5E3DE"/>
                    </a:solidFill>
                  </a:tcPr>
                </a:tc>
                <a:tc>
                  <a:txBody>
                    <a:bodyPr/>
                    <a:lstStyle>
                      <a:lvl1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1pPr>
                      <a:lvl2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2pPr>
                      <a:lvl3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3pPr>
                      <a:lvl4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4pPr>
                      <a:lvl5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5pPr>
                      <a:lvl6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6pPr>
                      <a:lvl7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7pPr>
                      <a:lvl8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8pPr>
                      <a:lvl9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 Screened</a:t>
                      </a:r>
                      <a:endParaRPr lang="zh-CN" altLang="en-US" sz="1400" b="1" kern="1200" baseline="0">
                        <a:solidFill>
                          <a:schemeClr val="tx1"/>
                        </a:solidFill>
                        <a:latin typeface="+mn-lt"/>
                        <a:ea typeface="微软雅黑" panose="020B0503020204020204" pitchFamily="34" charset="-122"/>
                        <a:cs typeface="+mn-cs"/>
                      </a:endParaRPr>
                    </a:p>
                  </a:txBody>
                  <a:tcPr anchor="ctr">
                    <a:solidFill>
                      <a:srgbClr val="B7B6B2"/>
                    </a:solidFill>
                  </a:tcPr>
                </a:tc>
                <a:tc>
                  <a:txBody>
                    <a:bodyPr/>
                    <a:lstStyle>
                      <a:lvl1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1pPr>
                      <a:lvl2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2pPr>
                      <a:lvl3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3pPr>
                      <a:lvl4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4pPr>
                      <a:lvl5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5pPr>
                      <a:lvl6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6pPr>
                      <a:lvl7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7pPr>
                      <a:lvl8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8pPr>
                      <a:lvl9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Run-in period</a:t>
                      </a:r>
                      <a:endParaRPr lang="zh-CN" altLang="en-US" sz="1400" b="1" kern="1200" baseline="0">
                        <a:solidFill>
                          <a:schemeClr val="tx1"/>
                        </a:solidFill>
                        <a:latin typeface="+mn-lt"/>
                        <a:ea typeface="微软雅黑" panose="020B0503020204020204" pitchFamily="34" charset="-122"/>
                        <a:cs typeface="+mn-cs"/>
                      </a:endParaRPr>
                    </a:p>
                  </a:txBody>
                  <a:tcPr anchor="ctr"/>
                </a:tc>
                <a:tc>
                  <a:txBody>
                    <a:bodyPr/>
                    <a:lstStyle>
                      <a:lvl1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1pPr>
                      <a:lvl2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2pPr>
                      <a:lvl3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3pPr>
                      <a:lvl4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4pPr>
                      <a:lvl5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5pPr>
                      <a:lvl6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6pPr>
                      <a:lvl7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7pPr>
                      <a:lvl8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8pPr>
                      <a:lvl9pPr marR="0" algn="l" rtl="0">
                        <a:lnSpc>
                          <a:spcPct val="100000"/>
                        </a:lnSpc>
                        <a:spcBef>
                          <a:spcPts val="0"/>
                        </a:spcBef>
                        <a:spcAft>
                          <a:spcPts val="0"/>
                        </a:spcAft>
                        <a:buClr>
                          <a:srgbClr val="000000"/>
                        </a:buClr>
                        <a:buFont typeface="Arial"/>
                        <a:defRPr sz="1400" b="1" i="0" u="none" strike="noStrike" cap="none">
                          <a:solidFill>
                            <a:schemeClr val="lt1"/>
                          </a:solidFill>
                          <a:latin typeface="Arial"/>
                          <a:ea typeface="SimSun"/>
                          <a:sym typeface="Arial"/>
                        </a:defRPr>
                      </a:lvl9pPr>
                    </a:lstStyle>
                    <a:p>
                      <a:pPr marL="0" algn="ctr" defTabSz="914400" rtl="0" eaLnBrk="1" latinLnBrk="0" hangingPunct="1"/>
                      <a:r>
                        <a:rPr lang="en-US" altLang="zh-CN" sz="1400" b="1" kern="1200" baseline="0">
                          <a:solidFill>
                            <a:schemeClr val="accent2"/>
                          </a:solidFill>
                          <a:latin typeface="+mn-lt"/>
                        </a:rPr>
                        <a:t>Randomized</a:t>
                      </a:r>
                      <a:endParaRPr lang="zh-CN" altLang="en-US" sz="1400" b="1" kern="1200" baseline="0">
                        <a:solidFill>
                          <a:schemeClr val="accent2"/>
                        </a:solidFill>
                        <a:latin typeface="+mn-lt"/>
                        <a:ea typeface="微软雅黑" panose="020B0503020204020204" pitchFamily="34" charset="-122"/>
                        <a:cs typeface="+mn-cs"/>
                      </a:endParaRPr>
                    </a:p>
                  </a:txBody>
                  <a:tcPr anchor="ctr">
                    <a:solidFill>
                      <a:schemeClr val="accent1"/>
                    </a:solidFill>
                  </a:tcPr>
                </a:tc>
                <a:extLst>
                  <a:ext uri="{0D108BD9-81ED-4DB2-BD59-A6C34878D82A}">
                    <a16:rowId xmlns:a16="http://schemas.microsoft.com/office/drawing/2014/main" val="3588253377"/>
                  </a:ext>
                </a:extLst>
              </a:tr>
              <a:tr h="315467">
                <a:tc>
                  <a:txBody>
                    <a:bodyPr/>
                    <a:lstStyle>
                      <a:lvl1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1pPr>
                      <a:lvl2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2pPr>
                      <a:lvl3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3pPr>
                      <a:lvl4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4pPr>
                      <a:lvl5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5pPr>
                      <a:lvl6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6pPr>
                      <a:lvl7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7pPr>
                      <a:lvl8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8pPr>
                      <a:lvl9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47</a:t>
                      </a:r>
                      <a:endParaRPr lang="zh-CN" altLang="en-US" sz="1400" b="1" kern="1200" baseline="0">
                        <a:solidFill>
                          <a:schemeClr val="tx1"/>
                        </a:solidFill>
                        <a:latin typeface="+mn-lt"/>
                        <a:ea typeface="微软雅黑" panose="020B0503020204020204" pitchFamily="34" charset="-122"/>
                        <a:cs typeface="+mn-cs"/>
                      </a:endParaRPr>
                    </a:p>
                  </a:txBody>
                  <a:tcPr anchor="ctr"/>
                </a:tc>
                <a:tc>
                  <a:txBody>
                    <a:bodyPr/>
                    <a:lstStyle>
                      <a:lvl1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1pPr>
                      <a:lvl2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2pPr>
                      <a:lvl3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3pPr>
                      <a:lvl4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4pPr>
                      <a:lvl5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5pPr>
                      <a:lvl6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6pPr>
                      <a:lvl7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7pPr>
                      <a:lvl8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8pPr>
                      <a:lvl9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612</a:t>
                      </a:r>
                      <a:endParaRPr lang="zh-CN" altLang="en-US" sz="1400" b="1" kern="1200" baseline="0">
                        <a:solidFill>
                          <a:schemeClr val="tx1"/>
                        </a:solidFill>
                        <a:latin typeface="+mn-lt"/>
                        <a:ea typeface="微软雅黑" panose="020B0503020204020204" pitchFamily="34" charset="-122"/>
                        <a:cs typeface="+mn-cs"/>
                      </a:endParaRPr>
                    </a:p>
                  </a:txBody>
                  <a:tcPr anchor="ctr"/>
                </a:tc>
                <a:tc>
                  <a:txBody>
                    <a:bodyPr/>
                    <a:lstStyle>
                      <a:lvl1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1pPr>
                      <a:lvl2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2pPr>
                      <a:lvl3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3pPr>
                      <a:lvl4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4pPr>
                      <a:lvl5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5pPr>
                      <a:lvl6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6pPr>
                      <a:lvl7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7pPr>
                      <a:lvl8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8pPr>
                      <a:lvl9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230</a:t>
                      </a:r>
                      <a:endParaRPr lang="zh-CN" altLang="en-US" sz="1400" b="1" kern="1200" baseline="0">
                        <a:solidFill>
                          <a:schemeClr val="tx1"/>
                        </a:solidFill>
                        <a:latin typeface="+mn-lt"/>
                        <a:ea typeface="微软雅黑" panose="020B0503020204020204" pitchFamily="34" charset="-122"/>
                        <a:cs typeface="+mn-cs"/>
                      </a:endParaRPr>
                    </a:p>
                  </a:txBody>
                  <a:tcPr anchor="ctr"/>
                </a:tc>
                <a:tc>
                  <a:txBody>
                    <a:bodyPr/>
                    <a:lstStyle>
                      <a:lvl1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1pPr>
                      <a:lvl2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2pPr>
                      <a:lvl3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3pPr>
                      <a:lvl4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4pPr>
                      <a:lvl5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5pPr>
                      <a:lvl6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6pPr>
                      <a:lvl7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7pPr>
                      <a:lvl8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8pPr>
                      <a:lvl9pPr marR="0" algn="l" rtl="0">
                        <a:lnSpc>
                          <a:spcPct val="100000"/>
                        </a:lnSpc>
                        <a:spcBef>
                          <a:spcPts val="0"/>
                        </a:spcBef>
                        <a:spcAft>
                          <a:spcPts val="0"/>
                        </a:spcAft>
                        <a:buClr>
                          <a:srgbClr val="000000"/>
                        </a:buClr>
                        <a:buFont typeface="Arial"/>
                        <a:defRPr sz="1400" b="0" i="0" u="none" strike="noStrike" cap="none">
                          <a:solidFill>
                            <a:schemeClr val="dk1"/>
                          </a:solidFill>
                          <a:latin typeface="Arial"/>
                          <a:ea typeface="SimSun"/>
                          <a:sym typeface="Arial"/>
                        </a:defRPr>
                      </a:lvl9pPr>
                    </a:lstStyle>
                    <a:p>
                      <a:pPr marL="0" algn="ctr" defTabSz="914400" rtl="0" eaLnBrk="1" latinLnBrk="0" hangingPunct="1"/>
                      <a:r>
                        <a:rPr lang="en-US" altLang="zh-CN" sz="1400" b="1" kern="1200" baseline="0">
                          <a:solidFill>
                            <a:schemeClr val="tx1"/>
                          </a:solidFill>
                          <a:latin typeface="+mn-lt"/>
                        </a:rPr>
                        <a:t>257</a:t>
                      </a:r>
                      <a:endParaRPr lang="zh-CN" altLang="en-US" sz="1400" b="1" kern="1200" baseline="0">
                        <a:solidFill>
                          <a:schemeClr val="tx1"/>
                        </a:solidFill>
                        <a:latin typeface="+mn-lt"/>
                        <a:ea typeface="微软雅黑" panose="020B0503020204020204" pitchFamily="34" charset="-122"/>
                        <a:cs typeface="+mn-cs"/>
                      </a:endParaRPr>
                    </a:p>
                  </a:txBody>
                  <a:tcPr anchor="ctr"/>
                </a:tc>
                <a:extLst>
                  <a:ext uri="{0D108BD9-81ED-4DB2-BD59-A6C34878D82A}">
                    <a16:rowId xmlns:a16="http://schemas.microsoft.com/office/drawing/2014/main" val="3289482723"/>
                  </a:ext>
                </a:extLst>
              </a:tr>
            </a:tbl>
          </a:graphicData>
        </a:graphic>
      </p:graphicFrame>
      <p:sp>
        <p:nvSpPr>
          <p:cNvPr id="13" name="文本框 3">
            <a:extLst>
              <a:ext uri="{FF2B5EF4-FFF2-40B4-BE49-F238E27FC236}">
                <a16:creationId xmlns:a16="http://schemas.microsoft.com/office/drawing/2014/main" id="{A80E0F5F-2694-2CC0-3B91-2FB16273C58E}"/>
              </a:ext>
            </a:extLst>
          </p:cNvPr>
          <p:cNvSpPr txBox="1"/>
          <p:nvPr/>
        </p:nvSpPr>
        <p:spPr>
          <a:xfrm>
            <a:off x="664032" y="4663713"/>
            <a:ext cx="3124371" cy="307777"/>
          </a:xfrm>
          <a:prstGeom prst="rect">
            <a:avLst/>
          </a:prstGeom>
          <a:noFill/>
        </p:spPr>
        <p:txBody>
          <a:bodyPr wrap="square" rtlCol="0">
            <a:spAutoFit/>
          </a:bodyPr>
          <a:lstStyle/>
          <a:p>
            <a:r>
              <a:rPr lang="en-US" altLang="zh-CN" sz="1400">
                <a:ea typeface="微软雅黑" panose="020B0503020204020204" pitchFamily="34" charset="-122"/>
              </a:rPr>
              <a:t>As of April 12, 2026</a:t>
            </a:r>
            <a:endParaRPr lang="zh-CN" altLang="en-US" sz="1400"/>
          </a:p>
        </p:txBody>
      </p:sp>
      <p:pic>
        <p:nvPicPr>
          <p:cNvPr id="7" name="图片 6">
            <a:extLst>
              <a:ext uri="{FF2B5EF4-FFF2-40B4-BE49-F238E27FC236}">
                <a16:creationId xmlns:a16="http://schemas.microsoft.com/office/drawing/2014/main" id="{230EF88D-1D10-9562-E8C8-5257CF51378C}"/>
              </a:ext>
            </a:extLst>
          </p:cNvPr>
          <p:cNvPicPr>
            <a:picLocks noChangeAspect="1"/>
          </p:cNvPicPr>
          <p:nvPr/>
        </p:nvPicPr>
        <p:blipFill>
          <a:blip r:embed="rId3"/>
          <a:srcRect t="6350"/>
          <a:stretch>
            <a:fillRect/>
          </a:stretch>
        </p:blipFill>
        <p:spPr>
          <a:xfrm>
            <a:off x="664032" y="1656608"/>
            <a:ext cx="5112000" cy="2924795"/>
          </a:xfrm>
          <a:prstGeom prst="rect">
            <a:avLst/>
          </a:prstGeom>
        </p:spPr>
      </p:pic>
      <p:pic>
        <p:nvPicPr>
          <p:cNvPr id="3" name="Picture 2" descr="A logo for a company&#10;&#10;Description automatically generated">
            <a:hlinkClick r:id="" action="ppaction://noaction"/>
            <a:extLst>
              <a:ext uri="{FF2B5EF4-FFF2-40B4-BE49-F238E27FC236}">
                <a16:creationId xmlns:a16="http://schemas.microsoft.com/office/drawing/2014/main" id="{CCA636EF-31F4-AB92-8BB6-08B2F7D48360}"/>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9879" t="13642" r="10764" b="14276"/>
          <a:stretch/>
        </p:blipFill>
        <p:spPr>
          <a:xfrm>
            <a:off x="0" y="17392"/>
            <a:ext cx="822960" cy="459608"/>
          </a:xfrm>
          <a:prstGeom prst="rect">
            <a:avLst/>
          </a:prstGeom>
        </p:spPr>
      </p:pic>
      <p:sp>
        <p:nvSpPr>
          <p:cNvPr id="2" name="TextBox 1">
            <a:extLst>
              <a:ext uri="{FF2B5EF4-FFF2-40B4-BE49-F238E27FC236}">
                <a16:creationId xmlns:a16="http://schemas.microsoft.com/office/drawing/2014/main" id="{5523EC99-A541-0A27-DFC1-11CB8CFA0B40}"/>
              </a:ext>
            </a:extLst>
          </p:cNvPr>
          <p:cNvSpPr txBox="1"/>
          <p:nvPr/>
        </p:nvSpPr>
        <p:spPr bwMode="gray">
          <a:xfrm>
            <a:off x="6509040" y="1720923"/>
            <a:ext cx="4860000" cy="276422"/>
          </a:xfrm>
          <a:prstGeom prst="rect">
            <a:avLst/>
          </a:prstGeom>
          <a:noFill/>
        </p:spPr>
        <p:txBody>
          <a:bodyPr wrap="square" lIns="0" tIns="0" rIns="0" bIns="0" rtlCol="0">
            <a:spAutoFit/>
          </a:bodyPr>
          <a:lstStyle/>
          <a:p>
            <a:pPr>
              <a:lnSpc>
                <a:spcPct val="140000"/>
              </a:lnSpc>
            </a:pPr>
            <a:r>
              <a:rPr lang="en-GB" sz="1400"/>
              <a:t>Last patient randomised date is re-projected to Jan 2027</a:t>
            </a:r>
          </a:p>
        </p:txBody>
      </p:sp>
      <p:pic>
        <p:nvPicPr>
          <p:cNvPr id="4" name="Picture 3">
            <a:extLst>
              <a:ext uri="{FF2B5EF4-FFF2-40B4-BE49-F238E27FC236}">
                <a16:creationId xmlns:a16="http://schemas.microsoft.com/office/drawing/2014/main" id="{C658741E-21C9-667C-A85F-AA725834A69C}"/>
              </a:ext>
            </a:extLst>
          </p:cNvPr>
          <p:cNvPicPr>
            <a:picLocks noChangeAspect="1"/>
          </p:cNvPicPr>
          <p:nvPr/>
        </p:nvPicPr>
        <p:blipFill>
          <a:blip r:embed="rId5"/>
          <a:stretch>
            <a:fillRect/>
          </a:stretch>
        </p:blipFill>
        <p:spPr>
          <a:xfrm>
            <a:off x="6509040" y="2372043"/>
            <a:ext cx="4860000" cy="2717213"/>
          </a:xfrm>
          <a:prstGeom prst="rect">
            <a:avLst/>
          </a:prstGeom>
        </p:spPr>
      </p:pic>
    </p:spTree>
    <p:extLst>
      <p:ext uri="{BB962C8B-B14F-4D97-AF65-F5344CB8AC3E}">
        <p14:creationId xmlns:p14="http://schemas.microsoft.com/office/powerpoint/2010/main" val="15575847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C4CE7C-4FD7-3A6E-78CC-9C98F046DEE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A9D1CA-9F64-FA76-C878-FF7220734666}"/>
              </a:ext>
            </a:extLst>
          </p:cNvPr>
          <p:cNvSpPr>
            <a:spLocks noGrp="1"/>
          </p:cNvSpPr>
          <p:nvPr>
            <p:ph type="title"/>
          </p:nvPr>
        </p:nvSpPr>
        <p:spPr/>
        <p:txBody>
          <a:bodyPr/>
          <a:lstStyle/>
          <a:p>
            <a:r>
              <a:rPr lang="en-GB"/>
              <a:t>Protocol Amendments</a:t>
            </a:r>
          </a:p>
        </p:txBody>
      </p:sp>
      <p:sp>
        <p:nvSpPr>
          <p:cNvPr id="5" name="Footer Placeholder 4">
            <a:extLst>
              <a:ext uri="{FF2B5EF4-FFF2-40B4-BE49-F238E27FC236}">
                <a16:creationId xmlns:a16="http://schemas.microsoft.com/office/drawing/2014/main" id="{EC627D77-65F2-6390-7023-4162460C5F73}"/>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6" name="Slide Number Placeholder 5">
            <a:extLst>
              <a:ext uri="{FF2B5EF4-FFF2-40B4-BE49-F238E27FC236}">
                <a16:creationId xmlns:a16="http://schemas.microsoft.com/office/drawing/2014/main" id="{581B49CF-9B67-31D0-825C-3C07DD60FCB1}"/>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10" name="Rectangle: Top Corners Rounded 9">
            <a:extLst>
              <a:ext uri="{FF2B5EF4-FFF2-40B4-BE49-F238E27FC236}">
                <a16:creationId xmlns:a16="http://schemas.microsoft.com/office/drawing/2014/main" id="{40AE7C95-EF91-5CF8-6BF9-9D6CBEF1EC5B}"/>
              </a:ext>
            </a:extLst>
          </p:cNvPr>
          <p:cNvSpPr/>
          <p:nvPr/>
        </p:nvSpPr>
        <p:spPr bwMode="gray">
          <a:xfrm>
            <a:off x="479426" y="1323917"/>
            <a:ext cx="11233148" cy="5057083"/>
          </a:xfrm>
          <a:prstGeom prst="round2SameRect">
            <a:avLst>
              <a:gd name="adj1" fmla="val 3259"/>
              <a:gd name="adj2" fmla="val 0"/>
            </a:avLst>
          </a:prstGeom>
          <a:solidFill>
            <a:srgbClr val="FAF9F8"/>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42900" indent="-342900">
              <a:lnSpc>
                <a:spcPct val="150000"/>
              </a:lnSpc>
              <a:spcBef>
                <a:spcPct val="0"/>
              </a:spcBef>
              <a:buFont typeface="+mj-lt"/>
              <a:buAutoNum type="arabicPeriod"/>
            </a:pPr>
            <a:r>
              <a:rPr lang="en-GB" sz="1400">
                <a:solidFill>
                  <a:schemeClr val="tx1"/>
                </a:solidFill>
              </a:rPr>
              <a:t>Merging DKD and CKD strata</a:t>
            </a:r>
            <a:r>
              <a:rPr lang="en-GB" sz="1400" baseline="30000">
                <a:solidFill>
                  <a:schemeClr val="tx1"/>
                </a:solidFill>
              </a:rPr>
              <a:t>§ </a:t>
            </a:r>
            <a:r>
              <a:rPr lang="en-GB" sz="1400">
                <a:solidFill>
                  <a:schemeClr val="tx1"/>
                </a:solidFill>
              </a:rPr>
              <a:t>into </a:t>
            </a:r>
            <a:r>
              <a:rPr lang="en-US" sz="1400">
                <a:solidFill>
                  <a:schemeClr val="tx1"/>
                </a:solidFill>
              </a:rPr>
              <a:t>one</a:t>
            </a:r>
            <a:r>
              <a:rPr lang="en-GB" sz="1400">
                <a:solidFill>
                  <a:schemeClr val="tx1"/>
                </a:solidFill>
              </a:rPr>
              <a:t> unified population</a:t>
            </a:r>
          </a:p>
          <a:p>
            <a:pPr marL="800100" lvl="1" indent="-342900">
              <a:lnSpc>
                <a:spcPct val="150000"/>
              </a:lnSpc>
              <a:spcBef>
                <a:spcPct val="0"/>
              </a:spcBef>
              <a:buFont typeface="Boehringer Forward Text" panose="020B0504030403020204" pitchFamily="2" charset="0"/>
              <a:buChar char="→"/>
            </a:pPr>
            <a:r>
              <a:rPr lang="en-US" sz="1400">
                <a:solidFill>
                  <a:schemeClr val="tx1"/>
                </a:solidFill>
              </a:rPr>
              <a:t>Enhance interpretability with a more powerful single primary assessment, new key secondary assessments, while retaining the </a:t>
            </a:r>
            <a:r>
              <a:rPr lang="en-US" sz="1400" err="1">
                <a:solidFill>
                  <a:schemeClr val="tx1"/>
                </a:solidFill>
              </a:rPr>
              <a:t>bility</a:t>
            </a:r>
            <a:r>
              <a:rPr lang="en-US" sz="1400">
                <a:solidFill>
                  <a:schemeClr val="tx1"/>
                </a:solidFill>
              </a:rPr>
              <a:t> to assess outcomes in patients w/o. T2DM separately</a:t>
            </a:r>
            <a:endParaRPr lang="en-GB" sz="1400">
              <a:solidFill>
                <a:schemeClr val="tx1"/>
              </a:solidFill>
            </a:endParaRPr>
          </a:p>
          <a:p>
            <a:pPr marL="342900" indent="-342900">
              <a:lnSpc>
                <a:spcPct val="150000"/>
              </a:lnSpc>
              <a:spcBef>
                <a:spcPct val="0"/>
              </a:spcBef>
              <a:buFont typeface="+mj-lt"/>
              <a:buAutoNum type="arabicPeriod"/>
            </a:pPr>
            <a:r>
              <a:rPr lang="en-US" sz="1400">
                <a:solidFill>
                  <a:schemeClr val="tx1"/>
                </a:solidFill>
              </a:rPr>
              <a:t>Aims to recruit at least 1/3rd with type 2 diabetes, and 1/3rd without diabetes</a:t>
            </a:r>
            <a:endParaRPr lang="en-GB" sz="1400">
              <a:solidFill>
                <a:schemeClr val="tx1"/>
              </a:solidFill>
            </a:endParaRPr>
          </a:p>
          <a:p>
            <a:pPr marL="342900" indent="-342900">
              <a:lnSpc>
                <a:spcPct val="150000"/>
              </a:lnSpc>
              <a:spcBef>
                <a:spcPct val="0"/>
              </a:spcBef>
              <a:buFont typeface="+mj-lt"/>
              <a:buAutoNum type="arabicPeriod"/>
            </a:pPr>
            <a:r>
              <a:rPr lang="en-GB" sz="1400">
                <a:solidFill>
                  <a:schemeClr val="tx1"/>
                </a:solidFill>
              </a:rPr>
              <a:t>Adopting a single hierarchical testing strategy that integrates primary and key secondary*,  and expanding key secondary outcomes to </a:t>
            </a:r>
            <a:r>
              <a:rPr lang="en-US" sz="1400" u="sng">
                <a:solidFill>
                  <a:schemeClr val="tx1"/>
                </a:solidFill>
              </a:rPr>
              <a:t>kidney failure, HHF or CV death(1</a:t>
            </a:r>
            <a:r>
              <a:rPr lang="en-US" sz="1400" u="sng" baseline="30000">
                <a:solidFill>
                  <a:schemeClr val="tx1"/>
                </a:solidFill>
              </a:rPr>
              <a:t>st</a:t>
            </a:r>
            <a:r>
              <a:rPr lang="en-US" sz="1400" u="sng">
                <a:solidFill>
                  <a:schemeClr val="tx1"/>
                </a:solidFill>
              </a:rPr>
              <a:t> key secondary)</a:t>
            </a:r>
            <a:r>
              <a:rPr lang="en-US" sz="1400">
                <a:solidFill>
                  <a:schemeClr val="tx1"/>
                </a:solidFill>
              </a:rPr>
              <a:t>, </a:t>
            </a:r>
            <a:r>
              <a:rPr lang="en-GB" sz="1400">
                <a:solidFill>
                  <a:schemeClr val="tx1"/>
                </a:solidFill>
              </a:rPr>
              <a:t>emphasis</a:t>
            </a:r>
            <a:r>
              <a:rPr lang="en-US" sz="1400" err="1">
                <a:solidFill>
                  <a:schemeClr val="tx1"/>
                </a:solidFill>
              </a:rPr>
              <a:t>ing</a:t>
            </a:r>
            <a:r>
              <a:rPr lang="en-GB" sz="1400">
                <a:solidFill>
                  <a:schemeClr val="tx1"/>
                </a:solidFill>
              </a:rPr>
              <a:t> clinically meaningful events </a:t>
            </a:r>
          </a:p>
          <a:p>
            <a:pPr marL="342900" indent="-342900">
              <a:lnSpc>
                <a:spcPct val="150000"/>
              </a:lnSpc>
              <a:spcBef>
                <a:spcPct val="0"/>
              </a:spcBef>
              <a:buFont typeface="+mj-lt"/>
              <a:buAutoNum type="arabicPeriod"/>
            </a:pPr>
            <a:r>
              <a:rPr lang="en-US" sz="1400">
                <a:solidFill>
                  <a:schemeClr val="tx1"/>
                </a:solidFill>
              </a:rPr>
              <a:t>Widened renal eligibility criterion for </a:t>
            </a:r>
            <a:r>
              <a:rPr lang="en-US" sz="1400" err="1">
                <a:solidFill>
                  <a:schemeClr val="tx1"/>
                </a:solidFill>
              </a:rPr>
              <a:t>uACR</a:t>
            </a:r>
            <a:r>
              <a:rPr lang="en-US" sz="1400">
                <a:solidFill>
                  <a:schemeClr val="tx1"/>
                </a:solidFill>
              </a:rPr>
              <a:t> reduced to </a:t>
            </a:r>
            <a:r>
              <a:rPr lang="en-US" sz="1400" u="sng">
                <a:solidFill>
                  <a:schemeClr val="tx1"/>
                </a:solidFill>
              </a:rPr>
              <a:t>≥150 mg/g</a:t>
            </a:r>
            <a:r>
              <a:rPr lang="en-US" sz="1400">
                <a:solidFill>
                  <a:schemeClr val="tx1"/>
                </a:solidFill>
              </a:rPr>
              <a:t> for patients without self-reported diabetes;  and to </a:t>
            </a:r>
            <a:r>
              <a:rPr lang="en-US" sz="1400" u="sng">
                <a:solidFill>
                  <a:schemeClr val="tx1"/>
                </a:solidFill>
              </a:rPr>
              <a:t>≥30 mg/g </a:t>
            </a:r>
            <a:r>
              <a:rPr lang="en-US" sz="1400">
                <a:solidFill>
                  <a:schemeClr val="tx1"/>
                </a:solidFill>
              </a:rPr>
              <a:t>for those with self-reported diabetes </a:t>
            </a:r>
          </a:p>
          <a:p>
            <a:pPr marL="800100" lvl="1" indent="-342900">
              <a:lnSpc>
                <a:spcPct val="150000"/>
              </a:lnSpc>
              <a:spcBef>
                <a:spcPct val="0"/>
              </a:spcBef>
              <a:buFont typeface="Boehringer Forward Text" panose="020B0504030403020204" pitchFamily="2" charset="0"/>
              <a:buChar char="→"/>
            </a:pPr>
            <a:r>
              <a:rPr lang="en-US" sz="1400">
                <a:solidFill>
                  <a:schemeClr val="tx1"/>
                </a:solidFill>
              </a:rPr>
              <a:t>allows for more patients at risk of the primary outcome to join the trial, particularly patients with T2DM who are generally at higher risk of cardiovascular outcomes.</a:t>
            </a:r>
          </a:p>
          <a:p>
            <a:pPr marL="342900" indent="-342900">
              <a:lnSpc>
                <a:spcPct val="150000"/>
              </a:lnSpc>
              <a:spcBef>
                <a:spcPct val="0"/>
              </a:spcBef>
              <a:buFont typeface="+mj-lt"/>
              <a:buAutoNum type="arabicPeriod"/>
            </a:pPr>
            <a:r>
              <a:rPr lang="en-US" sz="1400">
                <a:solidFill>
                  <a:schemeClr val="tx1"/>
                </a:solidFill>
              </a:rPr>
              <a:t>The interim analysis will be applied once on the emerging data after approximately </a:t>
            </a:r>
            <a:r>
              <a:rPr lang="en-US" sz="1400" u="sng">
                <a:solidFill>
                  <a:schemeClr val="tx1"/>
                </a:solidFill>
              </a:rPr>
              <a:t>40%</a:t>
            </a:r>
            <a:r>
              <a:rPr lang="en-US" sz="1400">
                <a:solidFill>
                  <a:schemeClr val="tx1"/>
                </a:solidFill>
              </a:rPr>
              <a:t> of primary outcome, and </a:t>
            </a:r>
            <a:r>
              <a:rPr lang="en-US" sz="1400" u="sng">
                <a:solidFill>
                  <a:schemeClr val="tx1"/>
                </a:solidFill>
              </a:rPr>
              <a:t>40%</a:t>
            </a:r>
            <a:r>
              <a:rPr lang="en-US" sz="1400">
                <a:solidFill>
                  <a:schemeClr val="tx1"/>
                </a:solidFill>
              </a:rPr>
              <a:t> of the first key secondary outcome events have accrued; (vs. 60% originally)</a:t>
            </a:r>
          </a:p>
          <a:p>
            <a:pPr>
              <a:lnSpc>
                <a:spcPct val="150000"/>
              </a:lnSpc>
              <a:spcBef>
                <a:spcPct val="0"/>
              </a:spcBef>
            </a:pPr>
            <a:endParaRPr lang="en-GB" sz="1200">
              <a:solidFill>
                <a:schemeClr val="tx1"/>
              </a:solidFill>
            </a:endParaRPr>
          </a:p>
          <a:p>
            <a:pPr>
              <a:lnSpc>
                <a:spcPct val="150000"/>
              </a:lnSpc>
              <a:spcBef>
                <a:spcPct val="0"/>
              </a:spcBef>
            </a:pPr>
            <a:r>
              <a:rPr lang="en-GB" sz="1200" baseline="30000">
                <a:solidFill>
                  <a:schemeClr val="tx1"/>
                </a:solidFill>
              </a:rPr>
              <a:t>§ </a:t>
            </a:r>
            <a:r>
              <a:rPr lang="en-GB" sz="1100">
                <a:solidFill>
                  <a:schemeClr val="tx1"/>
                </a:solidFill>
              </a:rPr>
              <a:t>Stratum 1: 4800 </a:t>
            </a:r>
            <a:r>
              <a:rPr lang="en-US" sz="1100">
                <a:solidFill>
                  <a:schemeClr val="tx1"/>
                </a:solidFill>
              </a:rPr>
              <a:t>patients with diabetes at baseline, and stratum 2: 6200 patients without diabetes. Generally expecting at least 1/3 with T2DM and at least 1/3 without T2DM after protocol amendment, and no predefined participant ratio will be committed</a:t>
            </a:r>
            <a:endParaRPr lang="en-GB" sz="1100">
              <a:solidFill>
                <a:schemeClr val="tx1"/>
              </a:solidFill>
            </a:endParaRPr>
          </a:p>
          <a:p>
            <a:pPr>
              <a:lnSpc>
                <a:spcPct val="150000"/>
              </a:lnSpc>
              <a:spcBef>
                <a:spcPct val="0"/>
              </a:spcBef>
            </a:pPr>
            <a:r>
              <a:rPr lang="en-GB" sz="1100">
                <a:solidFill>
                  <a:schemeClr val="tx1"/>
                </a:solidFill>
              </a:rPr>
              <a:t>* Original key secondary outcome: </a:t>
            </a:r>
            <a:r>
              <a:rPr lang="en-US" sz="1100">
                <a:solidFill>
                  <a:schemeClr val="tx1"/>
                </a:solidFill>
              </a:rPr>
              <a:t>Annual rate of change in eGFR from 1 month until last scheduled visit (i.e. chronic eGFR slope).</a:t>
            </a:r>
            <a:endParaRPr lang="en-GB" sz="1100">
              <a:solidFill>
                <a:schemeClr val="tx1"/>
              </a:solidFill>
            </a:endParaRPr>
          </a:p>
        </p:txBody>
      </p:sp>
      <p:pic>
        <p:nvPicPr>
          <p:cNvPr id="13" name="Picture 12" descr="A logo for a company&#10;&#10;Description automatically generated">
            <a:hlinkClick r:id="" action="ppaction://noaction"/>
            <a:extLst>
              <a:ext uri="{FF2B5EF4-FFF2-40B4-BE49-F238E27FC236}">
                <a16:creationId xmlns:a16="http://schemas.microsoft.com/office/drawing/2014/main" id="{A4AA67E4-3608-544D-C014-3516EFF06BB0}"/>
              </a:ext>
            </a:extLst>
          </p:cNvPr>
          <p:cNvPicPr>
            <a:picLocks noChangeAspect="1"/>
          </p:cNvPicPr>
          <p:nvPr/>
        </p:nvPicPr>
        <p:blipFill rotWithShape="1">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9879" t="13642" r="10764" b="14276"/>
          <a:stretch/>
        </p:blipFill>
        <p:spPr>
          <a:xfrm>
            <a:off x="0" y="17392"/>
            <a:ext cx="822960" cy="459608"/>
          </a:xfrm>
          <a:prstGeom prst="rect">
            <a:avLst/>
          </a:prstGeom>
        </p:spPr>
      </p:pic>
    </p:spTree>
    <p:extLst>
      <p:ext uri="{BB962C8B-B14F-4D97-AF65-F5344CB8AC3E}">
        <p14:creationId xmlns:p14="http://schemas.microsoft.com/office/powerpoint/2010/main" val="205540643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CFBA28-2F6C-7B60-29C2-D7C9BA827D28}"/>
            </a:ext>
          </a:extLst>
        </p:cNvPr>
        <p:cNvGrpSpPr/>
        <p:nvPr/>
      </p:nvGrpSpPr>
      <p:grpSpPr>
        <a:xfrm>
          <a:off x="0" y="0"/>
          <a:ext cx="0" cy="0"/>
          <a:chOff x="0" y="0"/>
          <a:chExt cx="0" cy="0"/>
        </a:xfrm>
      </p:grpSpPr>
      <p:sp>
        <p:nvSpPr>
          <p:cNvPr id="20" name="Titel 19">
            <a:extLst>
              <a:ext uri="{FF2B5EF4-FFF2-40B4-BE49-F238E27FC236}">
                <a16:creationId xmlns:a16="http://schemas.microsoft.com/office/drawing/2014/main" id="{84161E96-3FDE-BF3B-4A51-C9CEF410EFA0}"/>
              </a:ext>
            </a:extLst>
          </p:cNvPr>
          <p:cNvSpPr>
            <a:spLocks noGrp="1"/>
          </p:cNvSpPr>
          <p:nvPr>
            <p:ph type="ctrTitle"/>
          </p:nvPr>
        </p:nvSpPr>
        <p:spPr bwMode="gray">
          <a:xfrm>
            <a:off x="479425" y="2637000"/>
            <a:ext cx="8664575" cy="1584000"/>
          </a:xfrm>
        </p:spPr>
        <p:txBody>
          <a:bodyPr/>
          <a:lstStyle/>
          <a:p>
            <a:r>
              <a:rPr lang="en-US"/>
              <a:t>1378-0020 EASi-HF Preserved </a:t>
            </a:r>
          </a:p>
        </p:txBody>
      </p:sp>
      <p:sp>
        <p:nvSpPr>
          <p:cNvPr id="5" name="Textfeld 4">
            <a:extLst>
              <a:ext uri="{FF2B5EF4-FFF2-40B4-BE49-F238E27FC236}">
                <a16:creationId xmlns:a16="http://schemas.microsoft.com/office/drawing/2014/main" id="{1D90576B-CCA4-1D3E-4010-F21DE18A9F0A}"/>
              </a:ext>
            </a:extLst>
          </p:cNvPr>
          <p:cNvSpPr txBox="1"/>
          <p:nvPr/>
        </p:nvSpPr>
        <p:spPr bwMode="gray">
          <a:xfrm>
            <a:off x="1964267" y="1027289"/>
            <a:ext cx="0" cy="0"/>
          </a:xfrm>
          <a:prstGeom prst="rect">
            <a:avLst/>
          </a:prstGeom>
          <a:noFill/>
        </p:spPr>
        <p:txBody>
          <a:bodyPr wrap="none" lIns="0" tIns="0" rIns="0" bIns="0" rtlCol="0">
            <a:noAutofit/>
          </a:bodyPr>
          <a:lstStyle/>
          <a:p>
            <a:pPr marL="180000" indent="-180000" algn="l">
              <a:buFont typeface="Arial" panose="020B0604020202020204" pitchFamily="34" charset="0"/>
              <a:buChar char="•"/>
            </a:pPr>
            <a:endParaRPr lang="en-US" sz="1600"/>
          </a:p>
        </p:txBody>
      </p:sp>
      <p:sp>
        <p:nvSpPr>
          <p:cNvPr id="2" name="Fußzeilenplatzhalter 1">
            <a:extLst>
              <a:ext uri="{FF2B5EF4-FFF2-40B4-BE49-F238E27FC236}">
                <a16:creationId xmlns:a16="http://schemas.microsoft.com/office/drawing/2014/main" id="{AFB5741C-A63D-A7BE-8297-3966E2125A67}"/>
              </a:ext>
            </a:extLst>
          </p:cNvPr>
          <p:cNvSpPr>
            <a:spLocks noGrp="1"/>
          </p:cNvSpPr>
          <p:nvPr>
            <p:ph type="ftr" sz="quarter" idx="19"/>
          </p:nvPr>
        </p:nvSpPr>
        <p:spPr/>
        <p:txBody>
          <a:bodyPr/>
          <a:lstStyle/>
          <a:p>
            <a:r>
              <a:rPr lang="en-US"/>
              <a:t>Presentation title    |    ONLY FOR INTERNAL USE</a:t>
            </a:r>
          </a:p>
        </p:txBody>
      </p:sp>
      <p:sp>
        <p:nvSpPr>
          <p:cNvPr id="6" name="Subtitle 5">
            <a:extLst>
              <a:ext uri="{FF2B5EF4-FFF2-40B4-BE49-F238E27FC236}">
                <a16:creationId xmlns:a16="http://schemas.microsoft.com/office/drawing/2014/main" id="{48657A09-2FDB-FECC-B5A9-311828B8027A}"/>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87127486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7B7A227-4509-213B-E555-BD7913BAA7F1}"/>
              </a:ext>
            </a:extLst>
          </p:cNvPr>
          <p:cNvSpPr>
            <a:spLocks noGrp="1"/>
          </p:cNvSpPr>
          <p:nvPr>
            <p:ph type="title"/>
          </p:nvPr>
        </p:nvSpPr>
        <p:spPr>
          <a:xfrm>
            <a:off x="162625" y="125191"/>
            <a:ext cx="11338560" cy="395303"/>
          </a:xfrm>
        </p:spPr>
        <p:txBody>
          <a:bodyPr lIns="91440" tIns="45720" rIns="91440" bIns="45720" anchor="b" anchorCtr="0"/>
          <a:lstStyle/>
          <a:p>
            <a:r>
              <a:rPr lang="en-US" altLang="zh-CN" sz="2400">
                <a:ea typeface="黑体"/>
              </a:rPr>
              <a:t>Site Enrollment Status (cut-off 13Apr</a:t>
            </a:r>
            <a:r>
              <a:rPr lang="en-US" altLang="zh-CN" sz="2400">
                <a:solidFill>
                  <a:srgbClr val="2B3A42"/>
                </a:solidFill>
                <a:ea typeface="黑体"/>
                <a:cs typeface="Arial"/>
              </a:rPr>
              <a:t>2026</a:t>
            </a:r>
            <a:r>
              <a:rPr lang="en-US" altLang="zh-CN" sz="2400">
                <a:solidFill>
                  <a:srgbClr val="2B3A42"/>
                </a:solidFill>
                <a:ea typeface="黑体"/>
              </a:rPr>
              <a:t>)</a:t>
            </a:r>
            <a:endParaRPr lang="en-US" sz="2400">
              <a:solidFill>
                <a:srgbClr val="2B3A42"/>
              </a:solidFill>
              <a:ea typeface="黑体"/>
            </a:endParaRPr>
          </a:p>
        </p:txBody>
      </p:sp>
      <p:sp>
        <p:nvSpPr>
          <p:cNvPr id="4" name="Footer Placeholder 3">
            <a:extLst>
              <a:ext uri="{FF2B5EF4-FFF2-40B4-BE49-F238E27FC236}">
                <a16:creationId xmlns:a16="http://schemas.microsoft.com/office/drawing/2014/main" id="{27AE6A91-E1B5-1FB2-4D95-D9F72E58FDE1}"/>
              </a:ext>
            </a:extLst>
          </p:cNvPr>
          <p:cNvSpPr>
            <a:spLocks noGrp="1"/>
          </p:cNvSpPr>
          <p:nvPr>
            <p:ph type="ftr" sz="quarter" idx="3"/>
          </p:nvPr>
        </p:nvSpPr>
        <p:spPr/>
        <p:txBody>
          <a:bodyPr/>
          <a:lstStyle/>
          <a:p>
            <a:endParaRPr lang="en-US"/>
          </a:p>
        </p:txBody>
      </p:sp>
      <p:graphicFrame>
        <p:nvGraphicFramePr>
          <p:cNvPr id="6" name="Chart 5">
            <a:extLst>
              <a:ext uri="{FF2B5EF4-FFF2-40B4-BE49-F238E27FC236}">
                <a16:creationId xmlns:a16="http://schemas.microsoft.com/office/drawing/2014/main" id="{54F20202-CCAD-A41E-1C07-D9A460C779CF}"/>
              </a:ext>
            </a:extLst>
          </p:cNvPr>
          <p:cNvGraphicFramePr/>
          <p:nvPr/>
        </p:nvGraphicFramePr>
        <p:xfrm>
          <a:off x="384694" y="520494"/>
          <a:ext cx="11338559" cy="5575506"/>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a:extLst>
              <a:ext uri="{FF2B5EF4-FFF2-40B4-BE49-F238E27FC236}">
                <a16:creationId xmlns:a16="http://schemas.microsoft.com/office/drawing/2014/main" id="{F376F17F-EE0C-2A1A-F09C-AD14EEBAF0BF}"/>
              </a:ext>
            </a:extLst>
          </p:cNvPr>
          <p:cNvSpPr txBox="1"/>
          <p:nvPr/>
        </p:nvSpPr>
        <p:spPr>
          <a:xfrm>
            <a:off x="468747" y="6020571"/>
            <a:ext cx="5275803" cy="276999"/>
          </a:xfrm>
          <a:prstGeom prst="rect">
            <a:avLst/>
          </a:prstGeom>
          <a:noFill/>
        </p:spPr>
        <p:txBody>
          <a:bodyPr wrap="none" lIns="91440" tIns="45720" rIns="91440" bIns="45720" rtlCol="0" anchor="t">
            <a:spAutoFit/>
          </a:bodyPr>
          <a:lstStyle/>
          <a:p>
            <a:r>
              <a:rPr lang="en-US" sz="1200">
                <a:solidFill>
                  <a:schemeClr val="tx2"/>
                </a:solidFill>
              </a:rPr>
              <a:t>Screen Failure Rate: Global –42.87% (42.82 %), China –38.45% (38.21 %</a:t>
            </a:r>
            <a:r>
              <a:rPr lang="en-US" sz="1200">
                <a:solidFill>
                  <a:schemeClr val="tx2"/>
                </a:solidFill>
                <a:ea typeface="黑体"/>
              </a:rPr>
              <a:t>)</a:t>
            </a:r>
          </a:p>
        </p:txBody>
      </p:sp>
    </p:spTree>
    <p:extLst>
      <p:ext uri="{BB962C8B-B14F-4D97-AF65-F5344CB8AC3E}">
        <p14:creationId xmlns:p14="http://schemas.microsoft.com/office/powerpoint/2010/main" val="4208303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AB9D53-F805-3675-BD67-32FD1F142AC3}"/>
              </a:ext>
            </a:extLst>
          </p:cNvPr>
          <p:cNvSpPr>
            <a:spLocks noGrp="1"/>
          </p:cNvSpPr>
          <p:nvPr>
            <p:ph type="title"/>
          </p:nvPr>
        </p:nvSpPr>
        <p:spPr/>
        <p:txBody>
          <a:bodyPr/>
          <a:lstStyle/>
          <a:p>
            <a:r>
              <a:rPr lang="en-US" err="1"/>
              <a:t>EASi</a:t>
            </a:r>
            <a:r>
              <a:rPr lang="en-US"/>
              <a:t>-HF preserved </a:t>
            </a:r>
            <a:r>
              <a:rPr lang="en-US" i="1"/>
              <a:t>- </a:t>
            </a:r>
            <a:r>
              <a:rPr lang="en-US"/>
              <a:t>Projected 4.1 Month Acceleration Potential</a:t>
            </a:r>
            <a:br>
              <a:rPr lang="en-US" b="0"/>
            </a:br>
            <a:r>
              <a:rPr lang="en-US" sz="1800" b="0"/>
              <a:t>Predicted  Event Rates* Following Capping Indicate a Shortened Trial Duration Via Risk Patient Enrichment</a:t>
            </a:r>
            <a:endParaRPr lang="en-US" sz="1800" i="1"/>
          </a:p>
        </p:txBody>
      </p:sp>
      <p:sp>
        <p:nvSpPr>
          <p:cNvPr id="7" name="Footer Placeholder 7">
            <a:extLst>
              <a:ext uri="{FF2B5EF4-FFF2-40B4-BE49-F238E27FC236}">
                <a16:creationId xmlns:a16="http://schemas.microsoft.com/office/drawing/2014/main" id="{840E9674-C4A4-2FB9-FA64-3FD1E829F56D}"/>
              </a:ext>
            </a:extLst>
          </p:cNvPr>
          <p:cNvSpPr txBox="1">
            <a:spLocks/>
          </p:cNvSpPr>
          <p:nvPr/>
        </p:nvSpPr>
        <p:spPr>
          <a:xfrm>
            <a:off x="7850650" y="6454654"/>
            <a:ext cx="5040560" cy="288000"/>
          </a:xfrm>
          <a:prstGeom prst="rect">
            <a:avLst/>
          </a:prstGeom>
        </p:spPr>
        <p:txBody>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err="1">
                <a:ln>
                  <a:noFill/>
                </a:ln>
                <a:solidFill>
                  <a:prstClr val="black"/>
                </a:solidFill>
                <a:effectLst/>
                <a:uLnTx/>
                <a:uFillTx/>
                <a:latin typeface="Boehringer Forward Text"/>
                <a:ea typeface="+mn-ea"/>
                <a:cs typeface="+mn-cs"/>
              </a:rPr>
              <a:t>VicaEmpa</a:t>
            </a:r>
            <a:r>
              <a:rPr kumimoji="0" lang="en-US" sz="800" b="0" i="0" u="none" strike="noStrike" kern="1200" cap="none" spc="0" normalizeH="0" baseline="0" noProof="0">
                <a:ln>
                  <a:noFill/>
                </a:ln>
                <a:solidFill>
                  <a:prstClr val="black"/>
                </a:solidFill>
                <a:effectLst/>
                <a:uLnTx/>
                <a:uFillTx/>
                <a:latin typeface="Boehringer Forward Text"/>
                <a:ea typeface="+mn-ea"/>
                <a:cs typeface="+mn-cs"/>
              </a:rPr>
              <a:t> update | CRM BUPC Mar 3rd, 2026    |    ONLY FOR INTERNAL USE</a:t>
            </a:r>
          </a:p>
        </p:txBody>
      </p:sp>
      <p:pic>
        <p:nvPicPr>
          <p:cNvPr id="8" name="Picture 7">
            <a:extLst>
              <a:ext uri="{FF2B5EF4-FFF2-40B4-BE49-F238E27FC236}">
                <a16:creationId xmlns:a16="http://schemas.microsoft.com/office/drawing/2014/main" id="{BC4DAFA2-96DC-CC4D-F936-C4B99B3C3DE4}"/>
              </a:ext>
            </a:extLst>
          </p:cNvPr>
          <p:cNvPicPr>
            <a:picLocks noChangeAspect="1"/>
          </p:cNvPicPr>
          <p:nvPr/>
        </p:nvPicPr>
        <p:blipFill>
          <a:blip r:embed="rId2"/>
          <a:stretch>
            <a:fillRect/>
          </a:stretch>
        </p:blipFill>
        <p:spPr>
          <a:xfrm>
            <a:off x="10559918" y="177852"/>
            <a:ext cx="1385591" cy="526647"/>
          </a:xfrm>
          <a:prstGeom prst="rect">
            <a:avLst/>
          </a:prstGeom>
        </p:spPr>
      </p:pic>
      <p:sp>
        <p:nvSpPr>
          <p:cNvPr id="5" name="Text Placeholder 3">
            <a:extLst>
              <a:ext uri="{FF2B5EF4-FFF2-40B4-BE49-F238E27FC236}">
                <a16:creationId xmlns:a16="http://schemas.microsoft.com/office/drawing/2014/main" id="{71AFFE9A-1AA4-E8A8-1FDA-A5769E4229BA}"/>
              </a:ext>
            </a:extLst>
          </p:cNvPr>
          <p:cNvSpPr>
            <a:spLocks noGrp="1"/>
          </p:cNvSpPr>
          <p:nvPr>
            <p:ph type="body" sz="quarter" idx="13"/>
          </p:nvPr>
        </p:nvSpPr>
        <p:spPr>
          <a:xfrm>
            <a:off x="2008865" y="5846212"/>
            <a:ext cx="9936644" cy="494733"/>
          </a:xfrm>
        </p:spPr>
        <p:txBody>
          <a:bodyPr/>
          <a:lstStyle/>
          <a:p>
            <a:r>
              <a:rPr lang="en-US" sz="1000"/>
              <a:t>*Note: close out period not included in the table. Included in milestones on next slide</a:t>
            </a:r>
          </a:p>
          <a:p>
            <a:r>
              <a:rPr lang="en-US" sz="1000"/>
              <a:t>**Note: Assumptions based on historical data from similar ph3 trials like </a:t>
            </a:r>
            <a:r>
              <a:rPr lang="en-US" sz="1000" err="1"/>
              <a:t>FineArts</a:t>
            </a:r>
            <a:r>
              <a:rPr lang="en-US" sz="1000"/>
              <a:t> and PAGARON-HF</a:t>
            </a:r>
            <a:endParaRPr lang="en-US"/>
          </a:p>
        </p:txBody>
      </p:sp>
      <p:sp>
        <p:nvSpPr>
          <p:cNvPr id="10" name="Rectangle 2">
            <a:extLst>
              <a:ext uri="{FF2B5EF4-FFF2-40B4-BE49-F238E27FC236}">
                <a16:creationId xmlns:a16="http://schemas.microsoft.com/office/drawing/2014/main" id="{96F4B5D5-6328-10CA-71FF-C67A70D96D2E}"/>
              </a:ext>
            </a:extLst>
          </p:cNvPr>
          <p:cNvSpPr>
            <a:spLocks noChangeArrowheads="1"/>
          </p:cNvSpPr>
          <p:nvPr/>
        </p:nvSpPr>
        <p:spPr bwMode="auto">
          <a:xfrm>
            <a:off x="324554" y="1558509"/>
            <a:ext cx="10762247"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ts val="120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Boehringer Forward Text"/>
                <a:ea typeface="+mn-ea"/>
                <a:cs typeface="+mn-cs"/>
              </a:rPr>
              <a:t>Acceleration Measures Implemented Via Recent CTP Amendment 3.0 (EF) and 4.0 (HHF)</a:t>
            </a:r>
          </a:p>
          <a:p>
            <a:pPr marL="285750" marR="0" lvl="0" indent="-285750" algn="l" defTabSz="914400" rtl="0" eaLnBrk="0" fontAlgn="base" latinLnBrk="0" hangingPunct="0">
              <a:lnSpc>
                <a:spcPct val="100000"/>
              </a:lnSpc>
              <a:spcBef>
                <a:spcPct val="0"/>
              </a:spcBef>
              <a:spcAft>
                <a:spcPts val="1200"/>
              </a:spcAft>
              <a:buClrTx/>
              <a:buSzTx/>
              <a:buFont typeface="Arial" panose="020B0604020202020204" pitchFamily="34" charset="0"/>
              <a:buChar char="•"/>
              <a:tabLst/>
              <a:defRPr/>
            </a:pPr>
            <a:r>
              <a:rPr kumimoji="0" lang="en-US" altLang="en-US" sz="1600" b="1" i="0" u="none" strike="noStrike" kern="1200" cap="none" spc="0" normalizeH="0" baseline="0" noProof="0">
                <a:ln>
                  <a:noFill/>
                </a:ln>
                <a:solidFill>
                  <a:prstClr val="black"/>
                </a:solidFill>
                <a:effectLst/>
                <a:uLnTx/>
                <a:uFillTx/>
                <a:latin typeface="Boehringer Forward Text"/>
                <a:ea typeface="+mn-ea"/>
                <a:cs typeface="+mn-cs"/>
              </a:rPr>
              <a:t>LVEF cap (&lt;60%) </a:t>
            </a:r>
            <a:r>
              <a:rPr kumimoji="0" lang="en-US" altLang="en-US" sz="1600" b="0" i="0" u="none" strike="noStrike" kern="1200" cap="none" spc="0" normalizeH="0" baseline="0" noProof="0">
                <a:ln>
                  <a:noFill/>
                </a:ln>
                <a:solidFill>
                  <a:prstClr val="black"/>
                </a:solidFill>
                <a:effectLst/>
                <a:uLnTx/>
                <a:uFillTx/>
                <a:latin typeface="Boehringer Forward Text"/>
                <a:ea typeface="+mn-ea"/>
                <a:cs typeface="+mn-cs"/>
              </a:rPr>
              <a:t>and sustained enrollment of </a:t>
            </a:r>
            <a:r>
              <a:rPr kumimoji="0" lang="en-US" altLang="en-US" sz="1600" b="1" i="0" u="none" strike="noStrike" kern="1200" cap="none" spc="0" normalizeH="0" baseline="0" noProof="0">
                <a:ln>
                  <a:noFill/>
                </a:ln>
                <a:solidFill>
                  <a:prstClr val="black"/>
                </a:solidFill>
                <a:effectLst/>
                <a:uLnTx/>
                <a:uFillTx/>
                <a:latin typeface="Boehringer Forward Text"/>
                <a:ea typeface="+mn-ea"/>
                <a:cs typeface="+mn-cs"/>
              </a:rPr>
              <a:t>prior HHF patients </a:t>
            </a:r>
            <a:r>
              <a:rPr kumimoji="0" lang="en-US" altLang="en-US" sz="1600" b="0" i="0" u="none" strike="noStrike" kern="1200" cap="none" spc="0" normalizeH="0" baseline="0" noProof="0">
                <a:ln>
                  <a:noFill/>
                </a:ln>
                <a:solidFill>
                  <a:prstClr val="black"/>
                </a:solidFill>
                <a:effectLst/>
                <a:uLnTx/>
                <a:uFillTx/>
                <a:latin typeface="Boehringer Forward Text"/>
                <a:ea typeface="+mn-ea"/>
                <a:cs typeface="+mn-cs"/>
              </a:rPr>
              <a:t>(beyond n=6000) drives estimated event rates up to 15.1/100 pt-yrs - enables faster accrual of the required 912 primary events.</a:t>
            </a:r>
          </a:p>
          <a:p>
            <a:pPr marL="285750" marR="0" lvl="0" indent="-285750" algn="l" defTabSz="914400" rtl="0" eaLnBrk="0" fontAlgn="base" latinLnBrk="0" hangingPunct="0">
              <a:lnSpc>
                <a:spcPct val="100000"/>
              </a:lnSpc>
              <a:spcBef>
                <a:spcPct val="0"/>
              </a:spcBef>
              <a:spcAft>
                <a:spcPts val="1200"/>
              </a:spcAft>
              <a:buClrTx/>
              <a:buSzTx/>
              <a:buFont typeface="Arial" panose="020B0604020202020204" pitchFamily="34" charset="0"/>
              <a:buChar char="•"/>
              <a:tabLst/>
              <a:defRPr/>
            </a:pPr>
            <a:r>
              <a:rPr kumimoji="0" lang="en-US" altLang="en-US" sz="1600" b="0" i="0" u="none" strike="noStrike" kern="1200" cap="none" spc="0" normalizeH="0" baseline="0" noProof="0">
                <a:ln>
                  <a:noFill/>
                </a:ln>
                <a:solidFill>
                  <a:prstClr val="black"/>
                </a:solidFill>
                <a:effectLst/>
                <a:uLnTx/>
                <a:uFillTx/>
                <a:latin typeface="Boehringer Forward Text"/>
                <a:ea typeface="+mn-ea"/>
                <a:cs typeface="+mn-cs"/>
              </a:rPr>
              <a:t>76 new additional sites with high enrollment potential for recently HHF added</a:t>
            </a:r>
          </a:p>
        </p:txBody>
      </p:sp>
      <p:graphicFrame>
        <p:nvGraphicFramePr>
          <p:cNvPr id="13" name="Table 12">
            <a:extLst>
              <a:ext uri="{FF2B5EF4-FFF2-40B4-BE49-F238E27FC236}">
                <a16:creationId xmlns:a16="http://schemas.microsoft.com/office/drawing/2014/main" id="{ECE251C2-9199-868F-B0D4-0EBBD066F7CB}"/>
              </a:ext>
            </a:extLst>
          </p:cNvPr>
          <p:cNvGraphicFramePr>
            <a:graphicFrameLocks noGrp="1"/>
          </p:cNvGraphicFramePr>
          <p:nvPr/>
        </p:nvGraphicFramePr>
        <p:xfrm>
          <a:off x="416099" y="3108340"/>
          <a:ext cx="11233149" cy="1153160"/>
        </p:xfrm>
        <a:graphic>
          <a:graphicData uri="http://schemas.openxmlformats.org/drawingml/2006/table">
            <a:tbl>
              <a:tblPr/>
              <a:tblGrid>
                <a:gridCol w="3744383">
                  <a:extLst>
                    <a:ext uri="{9D8B030D-6E8A-4147-A177-3AD203B41FA5}">
                      <a16:colId xmlns:a16="http://schemas.microsoft.com/office/drawing/2014/main" val="1590704917"/>
                    </a:ext>
                  </a:extLst>
                </a:gridCol>
                <a:gridCol w="3744383">
                  <a:extLst>
                    <a:ext uri="{9D8B030D-6E8A-4147-A177-3AD203B41FA5}">
                      <a16:colId xmlns:a16="http://schemas.microsoft.com/office/drawing/2014/main" val="3082555960"/>
                    </a:ext>
                  </a:extLst>
                </a:gridCol>
                <a:gridCol w="3744383">
                  <a:extLst>
                    <a:ext uri="{9D8B030D-6E8A-4147-A177-3AD203B41FA5}">
                      <a16:colId xmlns:a16="http://schemas.microsoft.com/office/drawing/2014/main" val="1716635880"/>
                    </a:ext>
                  </a:extLst>
                </a:gridCol>
              </a:tblGrid>
              <a:tr h="0">
                <a:tc>
                  <a:txBody>
                    <a:bodyPr/>
                    <a:lstStyle/>
                    <a:p>
                      <a:pPr>
                        <a:buNone/>
                      </a:pPr>
                      <a:r>
                        <a:rPr lang="en-US" sz="1600" b="1">
                          <a:effectLst/>
                        </a:rPr>
                        <a:t>Metric</a:t>
                      </a:r>
                      <a:endParaRPr lang="en-US" sz="160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buNone/>
                      </a:pPr>
                      <a:r>
                        <a:rPr lang="en-US" sz="1600" b="1">
                          <a:effectLst/>
                        </a:rPr>
                        <a:t>Base Case (Protocol)</a:t>
                      </a:r>
                      <a:endParaRPr lang="en-US" sz="160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buNone/>
                      </a:pPr>
                      <a:r>
                        <a:rPr lang="en-US" sz="1600" b="1">
                          <a:effectLst/>
                        </a:rPr>
                        <a:t>Best Case (High‑Risk Enrichment)</a:t>
                      </a:r>
                      <a:endParaRPr lang="en-US" sz="160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extLst>
                  <a:ext uri="{0D108BD9-81ED-4DB2-BD59-A6C34878D82A}">
                    <a16:rowId xmlns:a16="http://schemas.microsoft.com/office/drawing/2014/main" val="63501628"/>
                  </a:ext>
                </a:extLst>
              </a:tr>
              <a:tr h="0">
                <a:tc>
                  <a:txBody>
                    <a:bodyPr/>
                    <a:lstStyle/>
                    <a:p>
                      <a:pPr>
                        <a:buNone/>
                      </a:pPr>
                      <a:r>
                        <a:rPr lang="en-US" sz="1600" b="1">
                          <a:effectLst/>
                        </a:rPr>
                        <a:t>Simulated event rates</a:t>
                      </a:r>
                      <a:endParaRPr lang="en-US" sz="160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lgn="ctr">
                        <a:spcAft>
                          <a:spcPts val="200"/>
                        </a:spcAft>
                        <a:buNone/>
                      </a:pPr>
                      <a:r>
                        <a:rPr lang="en-US" sz="1200" b="0">
                          <a:effectLst/>
                        </a:rPr>
                        <a:t>7.7</a:t>
                      </a: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lgn="ctr">
                        <a:spcAft>
                          <a:spcPts val="200"/>
                        </a:spcAft>
                        <a:buNone/>
                      </a:pPr>
                      <a:r>
                        <a:rPr lang="en-US" sz="1200" b="1">
                          <a:effectLst/>
                        </a:rPr>
                        <a:t>EF &lt; 60% </a:t>
                      </a:r>
                      <a:r>
                        <a:rPr lang="en-US" sz="1200" b="0">
                          <a:effectLst/>
                        </a:rPr>
                        <a:t>: </a:t>
                      </a:r>
                      <a:r>
                        <a:rPr lang="en-US" sz="1200"/>
                        <a:t>7.0- </a:t>
                      </a:r>
                      <a:r>
                        <a:rPr lang="en-US" sz="1200" b="1"/>
                        <a:t>8.1**</a:t>
                      </a:r>
                      <a:endParaRPr lang="en-US" sz="1200" b="1" i="1"/>
                    </a:p>
                    <a:p>
                      <a:pPr algn="ctr">
                        <a:spcAft>
                          <a:spcPts val="200"/>
                        </a:spcAft>
                        <a:buNone/>
                      </a:pPr>
                      <a:r>
                        <a:rPr lang="en-US" sz="1200" b="1" i="1">
                          <a:effectLst/>
                        </a:rPr>
                        <a:t>EF &lt; 60% &amp; recent HHF : </a:t>
                      </a:r>
                      <a:r>
                        <a:rPr lang="en-US" sz="1200"/>
                        <a:t>12.5- </a:t>
                      </a:r>
                      <a:r>
                        <a:rPr lang="en-US" sz="1200" b="1"/>
                        <a:t>15.1**</a:t>
                      </a:r>
                      <a:endParaRPr lang="en-US" sz="1200" b="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extLst>
                  <a:ext uri="{0D108BD9-81ED-4DB2-BD59-A6C34878D82A}">
                    <a16:rowId xmlns:a16="http://schemas.microsoft.com/office/drawing/2014/main" val="550421030"/>
                  </a:ext>
                </a:extLst>
              </a:tr>
              <a:tr h="0">
                <a:tc>
                  <a:txBody>
                    <a:bodyPr/>
                    <a:lstStyle/>
                    <a:p>
                      <a:pPr>
                        <a:buNone/>
                      </a:pPr>
                      <a:r>
                        <a:rPr lang="en-US" sz="1600" b="1">
                          <a:effectLst/>
                        </a:rPr>
                        <a:t>Total trial duration*</a:t>
                      </a:r>
                      <a:endParaRPr lang="en-US" sz="1600">
                        <a:effectLst/>
                      </a:endParaRP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lgn="ctr">
                        <a:buNone/>
                      </a:pPr>
                      <a:r>
                        <a:rPr lang="en-US" sz="1400" b="0">
                          <a:effectLst/>
                        </a:rPr>
                        <a:t>≈45 months</a:t>
                      </a: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tc>
                  <a:txBody>
                    <a:bodyPr/>
                    <a:lstStyle/>
                    <a:p>
                      <a:pPr algn="ctr">
                        <a:buNone/>
                      </a:pPr>
                      <a:r>
                        <a:rPr lang="en-US" sz="1400" b="0">
                          <a:effectLst/>
                        </a:rPr>
                        <a:t>≈40.9–42.5</a:t>
                      </a:r>
                    </a:p>
                  </a:txBody>
                  <a:tcPr anchor="ctr">
                    <a:lnL w="6350" cap="flat" cmpd="sng" algn="ctr">
                      <a:solidFill>
                        <a:srgbClr val="E6E6E6"/>
                      </a:solidFill>
                      <a:prstDash val="solid"/>
                      <a:round/>
                      <a:headEnd type="none" w="med" len="med"/>
                      <a:tailEnd type="none" w="med" len="med"/>
                    </a:lnL>
                    <a:lnR w="6350" cap="flat" cmpd="sng" algn="ctr">
                      <a:solidFill>
                        <a:srgbClr val="E6E6E6"/>
                      </a:solidFill>
                      <a:prstDash val="solid"/>
                      <a:round/>
                      <a:headEnd type="none" w="med" len="med"/>
                      <a:tailEnd type="none" w="med" len="med"/>
                    </a:lnR>
                    <a:lnT w="6350" cap="flat" cmpd="sng" algn="ctr">
                      <a:solidFill>
                        <a:srgbClr val="E6E6E6"/>
                      </a:solidFill>
                      <a:prstDash val="solid"/>
                      <a:round/>
                      <a:headEnd type="none" w="med" len="med"/>
                      <a:tailEnd type="none" w="med" len="med"/>
                    </a:lnT>
                    <a:lnB w="6350" cap="flat" cmpd="sng" algn="ctr">
                      <a:solidFill>
                        <a:srgbClr val="E6E6E6"/>
                      </a:solidFill>
                      <a:prstDash val="solid"/>
                      <a:round/>
                      <a:headEnd type="none" w="med" len="med"/>
                      <a:tailEnd type="none" w="med" len="med"/>
                    </a:lnB>
                    <a:solidFill>
                      <a:srgbClr val="F5F5F5"/>
                    </a:solidFill>
                  </a:tcPr>
                </a:tc>
                <a:extLst>
                  <a:ext uri="{0D108BD9-81ED-4DB2-BD59-A6C34878D82A}">
                    <a16:rowId xmlns:a16="http://schemas.microsoft.com/office/drawing/2014/main" val="924467534"/>
                  </a:ext>
                </a:extLst>
              </a:tr>
            </a:tbl>
          </a:graphicData>
        </a:graphic>
      </p:graphicFrame>
      <p:grpSp>
        <p:nvGrpSpPr>
          <p:cNvPr id="18" name="Group 17">
            <a:extLst>
              <a:ext uri="{FF2B5EF4-FFF2-40B4-BE49-F238E27FC236}">
                <a16:creationId xmlns:a16="http://schemas.microsoft.com/office/drawing/2014/main" id="{4EBB1E57-50F6-50DB-92DF-AA93242CB275}"/>
              </a:ext>
            </a:extLst>
          </p:cNvPr>
          <p:cNvGrpSpPr/>
          <p:nvPr/>
        </p:nvGrpSpPr>
        <p:grpSpPr>
          <a:xfrm>
            <a:off x="5467757" y="3939994"/>
            <a:ext cx="4425778" cy="664164"/>
            <a:chOff x="5472823" y="4919629"/>
            <a:chExt cx="4425778" cy="664164"/>
          </a:xfrm>
        </p:grpSpPr>
        <p:sp>
          <p:nvSpPr>
            <p:cNvPr id="12" name="Oval 11">
              <a:extLst>
                <a:ext uri="{FF2B5EF4-FFF2-40B4-BE49-F238E27FC236}">
                  <a16:creationId xmlns:a16="http://schemas.microsoft.com/office/drawing/2014/main" id="{0143EFDF-1701-F433-C458-08AC40C6EA7D}"/>
                </a:ext>
              </a:extLst>
            </p:cNvPr>
            <p:cNvSpPr/>
            <p:nvPr/>
          </p:nvSpPr>
          <p:spPr bwMode="gray">
            <a:xfrm>
              <a:off x="9154350" y="4951931"/>
              <a:ext cx="744251" cy="41304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 name="Oval 10">
              <a:extLst>
                <a:ext uri="{FF2B5EF4-FFF2-40B4-BE49-F238E27FC236}">
                  <a16:creationId xmlns:a16="http://schemas.microsoft.com/office/drawing/2014/main" id="{DA594EF4-2527-23DD-F2A8-4206DCC7EC9C}"/>
                </a:ext>
              </a:extLst>
            </p:cNvPr>
            <p:cNvSpPr/>
            <p:nvPr/>
          </p:nvSpPr>
          <p:spPr bwMode="gray">
            <a:xfrm>
              <a:off x="5472823" y="4919629"/>
              <a:ext cx="460345" cy="39671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 name="Content Placeholder 2">
              <a:extLst>
                <a:ext uri="{FF2B5EF4-FFF2-40B4-BE49-F238E27FC236}">
                  <a16:creationId xmlns:a16="http://schemas.microsoft.com/office/drawing/2014/main" id="{499448DE-A47A-EF7C-21F9-34B2ADDA5B9E}"/>
                </a:ext>
              </a:extLst>
            </p:cNvPr>
            <p:cNvSpPr txBox="1">
              <a:spLocks/>
            </p:cNvSpPr>
            <p:nvPr/>
          </p:nvSpPr>
          <p:spPr bwMode="gray">
            <a:xfrm>
              <a:off x="6690664" y="5001595"/>
              <a:ext cx="2314605" cy="582198"/>
            </a:xfrm>
            <a:prstGeom prst="rect">
              <a:avLst/>
            </a:prstGeom>
          </p:spPr>
          <p:txBody>
            <a:bodyPr vert="horz" lIns="0" tIns="0" rIns="0" bIns="0" rtlCol="0" anchor="t">
              <a:no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B050"/>
                  </a:solidFill>
                  <a:effectLst/>
                  <a:uLnTx/>
                  <a:uFillTx/>
                  <a:latin typeface="Boehringer Forward Text"/>
                  <a:ea typeface="+mn-ea"/>
                  <a:cs typeface="+mn-cs"/>
                </a:rPr>
                <a:t>4.1m between base and best-case planning</a:t>
              </a:r>
            </a:p>
            <a:p>
              <a:pPr marL="216000" marR="0" lvl="0" indent="-21600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1200" cap="none" spc="0" normalizeH="0" baseline="0" noProof="0">
                <a:ln>
                  <a:noFill/>
                </a:ln>
                <a:solidFill>
                  <a:srgbClr val="00B050"/>
                </a:solidFill>
                <a:effectLst/>
                <a:uLnTx/>
                <a:uFillTx/>
                <a:latin typeface="Boehringer Forward Text"/>
                <a:ea typeface="+mn-ea"/>
                <a:cs typeface="+mn-cs"/>
              </a:endParaRPr>
            </a:p>
          </p:txBody>
        </p:sp>
      </p:grpSp>
      <p:sp>
        <p:nvSpPr>
          <p:cNvPr id="17" name="TextBox 16">
            <a:extLst>
              <a:ext uri="{FF2B5EF4-FFF2-40B4-BE49-F238E27FC236}">
                <a16:creationId xmlns:a16="http://schemas.microsoft.com/office/drawing/2014/main" id="{8263A67C-D293-C822-E051-0737B3DD40FF}"/>
              </a:ext>
            </a:extLst>
          </p:cNvPr>
          <p:cNvSpPr txBox="1"/>
          <p:nvPr/>
        </p:nvSpPr>
        <p:spPr bwMode="gray">
          <a:xfrm>
            <a:off x="416099" y="4693785"/>
            <a:ext cx="11233149" cy="984885"/>
          </a:xfrm>
          <a:prstGeom prst="rect">
            <a:avLst/>
          </a:prstGeom>
          <a:solidFill>
            <a:schemeClr val="tx2"/>
          </a:solidFill>
        </p:spPr>
        <p:txBody>
          <a:bodyPr wrap="square">
            <a:spAutoFit/>
          </a:bodyPr>
          <a:lstStyle/>
          <a:p>
            <a:pPr marL="0" marR="0" lvl="0" indent="0" algn="l" defTabSz="914400" rtl="0" eaLnBrk="0" fontAlgn="base" latinLnBrk="0" hangingPunct="0">
              <a:lnSpc>
                <a:spcPct val="100000"/>
              </a:lnSpc>
              <a:spcBef>
                <a:spcPct val="0"/>
              </a:spcBef>
              <a:spcAft>
                <a:spcPts val="1200"/>
              </a:spcAft>
              <a:buClrTx/>
              <a:buSzTx/>
              <a:buFontTx/>
              <a:buNone/>
              <a:tabLst/>
              <a:defRPr/>
            </a:pPr>
            <a:r>
              <a:rPr kumimoji="0" lang="en-US" altLang="en-US" sz="1600" b="1" i="1" u="none" strike="noStrike" kern="1200" cap="none" spc="0" normalizeH="0" baseline="0" noProof="0">
                <a:ln>
                  <a:noFill/>
                </a:ln>
                <a:solidFill>
                  <a:schemeClr val="accent1"/>
                </a:solidFill>
                <a:effectLst/>
                <a:uLnTx/>
                <a:uFillTx/>
                <a:ea typeface="+mn-ea"/>
                <a:cs typeface="+mn-cs"/>
              </a:rPr>
              <a:t>Key Message</a:t>
            </a:r>
          </a:p>
          <a:p>
            <a:pPr marL="0" marR="0" lvl="0" indent="0" algn="l" defTabSz="914400" rtl="0" eaLnBrk="0" fontAlgn="base" latinLnBrk="0" hangingPunct="0">
              <a:lnSpc>
                <a:spcPct val="100000"/>
              </a:lnSpc>
              <a:spcBef>
                <a:spcPct val="0"/>
              </a:spcBef>
              <a:spcAft>
                <a:spcPts val="1200"/>
              </a:spcAft>
              <a:buClrTx/>
              <a:buSzTx/>
              <a:buFontTx/>
              <a:buNone/>
              <a:tabLst/>
              <a:defRPr/>
            </a:pPr>
            <a:r>
              <a:rPr kumimoji="0" lang="en-US" altLang="en-US" sz="1600" b="0" i="0" u="none" strike="noStrike" kern="1200" cap="none" spc="0" normalizeH="0" baseline="0" noProof="0">
                <a:ln>
                  <a:noFill/>
                </a:ln>
                <a:solidFill>
                  <a:schemeClr val="accent1"/>
                </a:solidFill>
                <a:effectLst/>
                <a:uLnTx/>
                <a:uFillTx/>
                <a:ea typeface="+mn-ea"/>
                <a:cs typeface="+mn-cs"/>
              </a:rPr>
              <a:t>Best-case scenario compresses total trial duration (FPI to LPO) to 40.9 months, saving 4.1 months versus base planning*.</a:t>
            </a:r>
          </a:p>
        </p:txBody>
      </p:sp>
    </p:spTree>
    <p:extLst>
      <p:ext uri="{BB962C8B-B14F-4D97-AF65-F5344CB8AC3E}">
        <p14:creationId xmlns:p14="http://schemas.microsoft.com/office/powerpoint/2010/main" val="4540821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D8183373-9D02-3666-2CA2-F07D669773EB}"/>
              </a:ext>
            </a:extLst>
          </p:cNvPr>
          <p:cNvSpPr>
            <a:spLocks noGrp="1"/>
          </p:cNvSpPr>
          <p:nvPr>
            <p:ph type="title"/>
          </p:nvPr>
        </p:nvSpPr>
        <p:spPr>
          <a:xfrm>
            <a:off x="479424" y="477000"/>
            <a:ext cx="11233151" cy="720000"/>
          </a:xfrm>
        </p:spPr>
        <p:txBody>
          <a:bodyPr/>
          <a:lstStyle/>
          <a:p>
            <a:r>
              <a:rPr lang="en-US" sz="3200"/>
              <a:t>EASi-HF Preserved” – Timelines Base Case vs Best Case</a:t>
            </a:r>
            <a:endParaRPr lang="en-US" sz="2800"/>
          </a:p>
        </p:txBody>
      </p:sp>
      <p:pic>
        <p:nvPicPr>
          <p:cNvPr id="2" name="Picture 1">
            <a:extLst>
              <a:ext uri="{FF2B5EF4-FFF2-40B4-BE49-F238E27FC236}">
                <a16:creationId xmlns:a16="http://schemas.microsoft.com/office/drawing/2014/main" id="{3D930DF9-69DE-BE39-7581-915DD16F03AD}"/>
              </a:ext>
            </a:extLst>
          </p:cNvPr>
          <p:cNvPicPr>
            <a:picLocks noChangeAspect="1"/>
          </p:cNvPicPr>
          <p:nvPr/>
        </p:nvPicPr>
        <p:blipFill>
          <a:blip r:embed="rId3"/>
          <a:stretch>
            <a:fillRect/>
          </a:stretch>
        </p:blipFill>
        <p:spPr>
          <a:xfrm>
            <a:off x="11265003" y="8458"/>
            <a:ext cx="895143" cy="340233"/>
          </a:xfrm>
          <a:prstGeom prst="rect">
            <a:avLst/>
          </a:prstGeom>
        </p:spPr>
      </p:pic>
      <p:sp>
        <p:nvSpPr>
          <p:cNvPr id="5" name="TextBox 4">
            <a:extLst>
              <a:ext uri="{FF2B5EF4-FFF2-40B4-BE49-F238E27FC236}">
                <a16:creationId xmlns:a16="http://schemas.microsoft.com/office/drawing/2014/main" id="{D5EB5B82-E729-F5C4-4967-B2D0B208BCF9}"/>
              </a:ext>
            </a:extLst>
          </p:cNvPr>
          <p:cNvSpPr txBox="1"/>
          <p:nvPr/>
        </p:nvSpPr>
        <p:spPr bwMode="gray">
          <a:xfrm>
            <a:off x="1116987" y="5248692"/>
            <a:ext cx="4419147" cy="928139"/>
          </a:xfrm>
          <a:prstGeom prst="rect">
            <a:avLst/>
          </a:prstGeom>
          <a:noFill/>
        </p:spPr>
        <p:txBody>
          <a:bodyPr wrap="squar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Boehringer Forward Text"/>
                <a:ea typeface="+mn-ea"/>
                <a:cs typeface="+mn-cs"/>
              </a:rPr>
              <a:t>Assumptions of base-case scenario:  </a:t>
            </a:r>
            <a:r>
              <a:rPr kumimoji="0" lang="en-US" sz="1100" b="0" i="0" u="none" strike="noStrike" kern="1200" cap="none" spc="0" normalizeH="0" baseline="0" noProof="0">
                <a:ln>
                  <a:noFill/>
                </a:ln>
                <a:solidFill>
                  <a:prstClr val="black"/>
                </a:solidFill>
                <a:effectLst/>
                <a:uLnTx/>
                <a:uFillTx/>
                <a:latin typeface="Boehringer Forward Text"/>
                <a:ea typeface="+mn-ea"/>
                <a:cs typeface="+mn-cs"/>
              </a:rPr>
              <a:t>Event rate for placebo: 7.7</a:t>
            </a:r>
            <a:endParaRPr lang="en-US" sz="1100">
              <a:solidFill>
                <a:prstClr val="black"/>
              </a:solidFill>
              <a:latin typeface="Boehringer Forward Text"/>
            </a:endParaRPr>
          </a:p>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Boehringer Forward Text"/>
                <a:ea typeface="+mn-ea"/>
                <a:cs typeface="+mn-cs"/>
              </a:rPr>
              <a:t>Actual recruitment assumptions; Cap of LVEF &gt;=60% implemented Jan 2026, Cap on no prior HHF implemented Nov 2027</a:t>
            </a:r>
          </a:p>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Boehringer Forward Text"/>
              <a:ea typeface="+mn-ea"/>
              <a:cs typeface="+mn-cs"/>
            </a:endParaRPr>
          </a:p>
        </p:txBody>
      </p:sp>
      <p:pic>
        <p:nvPicPr>
          <p:cNvPr id="6" name="Picture 5">
            <a:extLst>
              <a:ext uri="{FF2B5EF4-FFF2-40B4-BE49-F238E27FC236}">
                <a16:creationId xmlns:a16="http://schemas.microsoft.com/office/drawing/2014/main" id="{473A4955-94A5-D1AB-A066-D09D70135248}"/>
              </a:ext>
            </a:extLst>
          </p:cNvPr>
          <p:cNvPicPr>
            <a:picLocks noChangeAspect="1"/>
          </p:cNvPicPr>
          <p:nvPr/>
        </p:nvPicPr>
        <p:blipFill>
          <a:blip r:embed="rId4"/>
          <a:stretch>
            <a:fillRect/>
          </a:stretch>
        </p:blipFill>
        <p:spPr>
          <a:xfrm>
            <a:off x="996497" y="1325309"/>
            <a:ext cx="7798772" cy="3737404"/>
          </a:xfrm>
          <a:prstGeom prst="rect">
            <a:avLst/>
          </a:prstGeom>
        </p:spPr>
      </p:pic>
      <p:sp>
        <p:nvSpPr>
          <p:cNvPr id="4" name="Speech Bubble: Rectangle 3">
            <a:extLst>
              <a:ext uri="{FF2B5EF4-FFF2-40B4-BE49-F238E27FC236}">
                <a16:creationId xmlns:a16="http://schemas.microsoft.com/office/drawing/2014/main" id="{3DCCE6ED-E51D-B306-D6E4-3A16E7122D5C}"/>
              </a:ext>
            </a:extLst>
          </p:cNvPr>
          <p:cNvSpPr/>
          <p:nvPr/>
        </p:nvSpPr>
        <p:spPr bwMode="gray">
          <a:xfrm flipH="1">
            <a:off x="8844204" y="1856265"/>
            <a:ext cx="3092972" cy="1240971"/>
          </a:xfrm>
          <a:prstGeom prst="wedgeRectCallout">
            <a:avLst>
              <a:gd name="adj1" fmla="val 59058"/>
              <a:gd name="adj2" fmla="val 84006"/>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40000"/>
              </a:lnSpc>
              <a:buFont typeface="Arial" panose="020B0604020202020204" pitchFamily="34" charset="0"/>
              <a:buChar char="•"/>
            </a:pPr>
            <a:r>
              <a:rPr lang="en-US" sz="1200">
                <a:solidFill>
                  <a:schemeClr val="tx1"/>
                </a:solidFill>
              </a:rPr>
              <a:t>31-Aug- 26: Enrollment target of 6000 pts completed (~2m delay vs base case due to  EF ≥ 60% cap)</a:t>
            </a:r>
          </a:p>
          <a:p>
            <a:pPr marL="171450" indent="-171450">
              <a:lnSpc>
                <a:spcPct val="140000"/>
              </a:lnSpc>
              <a:buFont typeface="Arial" panose="020B0604020202020204" pitchFamily="34" charset="0"/>
              <a:buChar char="•"/>
            </a:pPr>
            <a:r>
              <a:rPr lang="en-US" sz="1200">
                <a:solidFill>
                  <a:schemeClr val="tx1"/>
                </a:solidFill>
              </a:rPr>
              <a:t>01-Sep-26: HHF &lt; 6m enrollment cap start (during trial FU)</a:t>
            </a:r>
          </a:p>
        </p:txBody>
      </p:sp>
      <p:sp>
        <p:nvSpPr>
          <p:cNvPr id="9" name="Speech Bubble: Rectangle 8">
            <a:extLst>
              <a:ext uri="{FF2B5EF4-FFF2-40B4-BE49-F238E27FC236}">
                <a16:creationId xmlns:a16="http://schemas.microsoft.com/office/drawing/2014/main" id="{3E64204F-63B8-3629-F3FD-F0118A52537C}"/>
              </a:ext>
            </a:extLst>
          </p:cNvPr>
          <p:cNvSpPr/>
          <p:nvPr/>
        </p:nvSpPr>
        <p:spPr bwMode="gray">
          <a:xfrm flipH="1">
            <a:off x="8957513" y="3590896"/>
            <a:ext cx="3234487" cy="1109059"/>
          </a:xfrm>
          <a:prstGeom prst="wedgeRectCallout">
            <a:avLst>
              <a:gd name="adj1" fmla="val 63663"/>
              <a:gd name="adj2" fmla="val 5550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40000"/>
              </a:lnSpc>
            </a:pPr>
            <a:r>
              <a:rPr lang="en-US" sz="1200" b="1">
                <a:solidFill>
                  <a:srgbClr val="00B050"/>
                </a:solidFill>
              </a:rPr>
              <a:t>Longer enrollment period due to EF capping</a:t>
            </a:r>
            <a:r>
              <a:rPr lang="en-US" sz="1200">
                <a:solidFill>
                  <a:srgbClr val="00B050"/>
                </a:solidFill>
              </a:rPr>
              <a:t> is expected to </a:t>
            </a:r>
            <a:r>
              <a:rPr lang="en-US" sz="1200" u="sng">
                <a:solidFill>
                  <a:srgbClr val="00B050"/>
                </a:solidFill>
              </a:rPr>
              <a:t>be offset </a:t>
            </a:r>
            <a:r>
              <a:rPr lang="en-US" sz="1200">
                <a:solidFill>
                  <a:srgbClr val="00B050"/>
                </a:solidFill>
              </a:rPr>
              <a:t>by </a:t>
            </a:r>
            <a:r>
              <a:rPr lang="en-US" sz="1200" b="1">
                <a:solidFill>
                  <a:srgbClr val="00B050"/>
                </a:solidFill>
              </a:rPr>
              <a:t>faster event accumulation</a:t>
            </a:r>
            <a:r>
              <a:rPr lang="en-US" sz="1200">
                <a:solidFill>
                  <a:srgbClr val="00B050"/>
                </a:solidFill>
              </a:rPr>
              <a:t>, leading to an overall ~4‑month acceleration</a:t>
            </a:r>
          </a:p>
        </p:txBody>
      </p:sp>
      <p:sp>
        <p:nvSpPr>
          <p:cNvPr id="13" name="Content Placeholder 2">
            <a:extLst>
              <a:ext uri="{FF2B5EF4-FFF2-40B4-BE49-F238E27FC236}">
                <a16:creationId xmlns:a16="http://schemas.microsoft.com/office/drawing/2014/main" id="{8830BF56-2291-D173-C8B4-D8A5DF4E3758}"/>
              </a:ext>
            </a:extLst>
          </p:cNvPr>
          <p:cNvSpPr txBox="1">
            <a:spLocks/>
          </p:cNvSpPr>
          <p:nvPr/>
        </p:nvSpPr>
        <p:spPr bwMode="gray">
          <a:xfrm>
            <a:off x="5710304" y="4777518"/>
            <a:ext cx="3004459" cy="198109"/>
          </a:xfrm>
          <a:prstGeom prst="rect">
            <a:avLst/>
          </a:prstGeom>
        </p:spPr>
        <p:txBody>
          <a:bodyPr vert="horz" lIns="0" tIns="0" rIns="0" bIns="0" rtlCol="0" anchor="t">
            <a:no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B050"/>
                </a:solidFill>
                <a:effectLst/>
                <a:uLnTx/>
                <a:uFillTx/>
                <a:latin typeface="Boehringer Forward Text"/>
                <a:ea typeface="+mn-ea"/>
                <a:cs typeface="+mn-cs"/>
              </a:rPr>
              <a:t>4.1m base vs. best-case</a:t>
            </a:r>
            <a:endParaRPr kumimoji="0" lang="en-US" sz="1400" b="0" i="0" u="none" strike="noStrike" kern="1200" cap="none" spc="0" normalizeH="0" baseline="0" noProof="0">
              <a:ln>
                <a:noFill/>
              </a:ln>
              <a:solidFill>
                <a:srgbClr val="00B050"/>
              </a:solidFill>
              <a:effectLst/>
              <a:uLnTx/>
              <a:uFillTx/>
              <a:latin typeface="Boehringer Forward Text"/>
              <a:ea typeface="+mn-ea"/>
              <a:cs typeface="+mn-cs"/>
            </a:endParaRPr>
          </a:p>
        </p:txBody>
      </p:sp>
    </p:spTree>
    <p:extLst>
      <p:ext uri="{BB962C8B-B14F-4D97-AF65-F5344CB8AC3E}">
        <p14:creationId xmlns:p14="http://schemas.microsoft.com/office/powerpoint/2010/main" val="55979404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8B4B93-209D-4606-866D-3D008F3EFE3F}"/>
              </a:ext>
            </a:extLst>
          </p:cNvPr>
          <p:cNvSpPr>
            <a:spLocks noGrp="1"/>
          </p:cNvSpPr>
          <p:nvPr>
            <p:ph type="title"/>
          </p:nvPr>
        </p:nvSpPr>
        <p:spPr/>
        <p:txBody>
          <a:bodyPr/>
          <a:lstStyle/>
          <a:p>
            <a:r>
              <a:rPr lang="en-US"/>
              <a:t>Status Update Summary </a:t>
            </a:r>
          </a:p>
        </p:txBody>
      </p:sp>
      <p:sp>
        <p:nvSpPr>
          <p:cNvPr id="3" name="Content Placeholder 2">
            <a:extLst>
              <a:ext uri="{FF2B5EF4-FFF2-40B4-BE49-F238E27FC236}">
                <a16:creationId xmlns:a16="http://schemas.microsoft.com/office/drawing/2014/main" id="{FA9443BF-8E74-AA06-D9B7-ADBA0EE167E3}"/>
              </a:ext>
            </a:extLst>
          </p:cNvPr>
          <p:cNvSpPr>
            <a:spLocks noGrp="1"/>
          </p:cNvSpPr>
          <p:nvPr>
            <p:ph idx="1"/>
          </p:nvPr>
        </p:nvSpPr>
        <p:spPr>
          <a:xfrm>
            <a:off x="479424" y="1233000"/>
            <a:ext cx="11233151" cy="4392000"/>
          </a:xfrm>
        </p:spPr>
        <p:txBody>
          <a:bodyPr/>
          <a:lstStyle/>
          <a:p>
            <a:r>
              <a:rPr lang="en-US"/>
              <a:t>Actual event rates are slightly below protocol assumptions, but within manageable range</a:t>
            </a:r>
          </a:p>
          <a:p>
            <a:r>
              <a:rPr lang="en-US"/>
              <a:t>Mitigation measures implemented and progressing as planned</a:t>
            </a:r>
          </a:p>
          <a:p>
            <a:pPr lvl="1">
              <a:buFont typeface="Boehringer Forward Text" panose="020B0504030403020204" pitchFamily="2" charset="0"/>
              <a:buChar char="→"/>
            </a:pPr>
            <a:r>
              <a:rPr lang="en-US" sz="1400"/>
              <a:t>EF cap ≥ 60 implemented as of Feb 2026 (Amendment CTP 3.0)</a:t>
            </a:r>
          </a:p>
          <a:p>
            <a:pPr lvl="1">
              <a:buFont typeface="Boehringer Forward Text" panose="020B0504030403020204" pitchFamily="2" charset="0"/>
              <a:buChar char="→"/>
            </a:pPr>
            <a:r>
              <a:rPr lang="en-US" sz="1400"/>
              <a:t>HHF cap (HHF &lt; 6 month prior to enrollment to be implemented Nov 2026 (applied 6 month during trial FU period)</a:t>
            </a:r>
          </a:p>
          <a:p>
            <a:pPr marL="216000" lvl="1"/>
            <a:r>
              <a:rPr lang="en-US"/>
              <a:t>Projected Acceleration Potential ~4.1 Month (best case most optimistic scenario)</a:t>
            </a:r>
          </a:p>
          <a:p>
            <a:pPr marL="216000" marR="0" lvl="0" indent="-216000" algn="l" defTabSz="914400" rtl="0" eaLnBrk="1" fontAlgn="auto" latinLnBrk="0" hangingPunct="1">
              <a:lnSpc>
                <a:spcPct val="140000"/>
              </a:lnSpc>
              <a:spcBef>
                <a:spcPts val="0"/>
              </a:spcBef>
              <a:spcAft>
                <a:spcPts val="600"/>
              </a:spcAft>
              <a:buClrTx/>
              <a:buSzTx/>
              <a:buFont typeface="Arial" panose="020B0604020202020204" pitchFamily="34" charset="0"/>
              <a:buChar char="•"/>
              <a:tabLst/>
              <a:defRPr/>
            </a:pPr>
            <a:r>
              <a:rPr kumimoji="0" lang="en-US" b="0" i="0" u="none" strike="noStrike" kern="1200" cap="none" spc="0" normalizeH="0" baseline="0" noProof="0">
                <a:ln>
                  <a:noFill/>
                </a:ln>
                <a:solidFill>
                  <a:prstClr val="black"/>
                </a:solidFill>
                <a:effectLst/>
                <a:uLnTx/>
                <a:uFillTx/>
                <a:latin typeface="Boehringer Forward Text"/>
                <a:ea typeface="+mn-ea"/>
                <a:cs typeface="+mn-cs"/>
              </a:rPr>
              <a:t>China has already recruited quite a proportion with highly risky patients</a:t>
            </a:r>
            <a:endParaRPr kumimoji="0" lang="en-GB" b="0" i="0" u="none" strike="noStrike" kern="1200" cap="none" spc="0" normalizeH="0" baseline="0" noProof="0">
              <a:ln>
                <a:noFill/>
              </a:ln>
              <a:solidFill>
                <a:prstClr val="black"/>
              </a:solidFill>
              <a:effectLst/>
              <a:uLnTx/>
              <a:uFillTx/>
              <a:latin typeface="Boehringer Forward Text"/>
              <a:ea typeface="+mn-ea"/>
              <a:cs typeface="+mn-cs"/>
            </a:endParaRPr>
          </a:p>
          <a:p>
            <a:pPr marL="432000" marR="0" lvl="1" indent="-216000" algn="l" defTabSz="914400" rtl="0" eaLnBrk="1" fontAlgn="auto" latinLnBrk="0" hangingPunct="1">
              <a:lnSpc>
                <a:spcPct val="140000"/>
              </a:lnSpc>
              <a:spcBef>
                <a:spcPts val="0"/>
              </a:spcBef>
              <a:spcAft>
                <a:spcPts val="600"/>
              </a:spcAft>
              <a:buClrTx/>
              <a:buSzTx/>
              <a:buFont typeface="Boehringer Forward Text" panose="020B0504030403020204" pitchFamily="2" charset="0"/>
              <a:buChar char="→"/>
              <a:tabLst/>
              <a:defRPr/>
            </a:pPr>
            <a:r>
              <a:rPr kumimoji="0" lang="en-GB" sz="1400" b="0" i="0" u="none" strike="noStrike" kern="1200" cap="none" spc="0" normalizeH="0" baseline="0" noProof="0">
                <a:ln>
                  <a:noFill/>
                </a:ln>
                <a:solidFill>
                  <a:prstClr val="black"/>
                </a:solidFill>
                <a:effectLst/>
                <a:uLnTx/>
                <a:uFillTx/>
                <a:latin typeface="Boehringer Forward Text"/>
                <a:ea typeface="+mn-ea"/>
                <a:cs typeface="+mn-cs"/>
              </a:rPr>
              <a:t>Excellent recruitment not in terms of quantity, but also quality</a:t>
            </a:r>
            <a:endParaRPr kumimoji="0" lang="en-US" sz="1400" b="0" i="0" u="none" strike="noStrike" kern="1200" cap="none" spc="0" normalizeH="0" baseline="0" noProof="0">
              <a:ln>
                <a:noFill/>
              </a:ln>
              <a:solidFill>
                <a:prstClr val="black"/>
              </a:solidFill>
              <a:effectLst/>
              <a:uLnTx/>
              <a:uFillTx/>
              <a:latin typeface="Boehringer Forward Text"/>
              <a:ea typeface="+mn-ea"/>
              <a:cs typeface="+mn-cs"/>
            </a:endParaRPr>
          </a:p>
          <a:p>
            <a:pPr marL="216000" lvl="1"/>
            <a:endParaRPr lang="en-US"/>
          </a:p>
        </p:txBody>
      </p:sp>
      <p:sp>
        <p:nvSpPr>
          <p:cNvPr id="4" name="Text Placeholder 3">
            <a:extLst>
              <a:ext uri="{FF2B5EF4-FFF2-40B4-BE49-F238E27FC236}">
                <a16:creationId xmlns:a16="http://schemas.microsoft.com/office/drawing/2014/main" id="{8CD41731-3D28-A65B-59BB-B05F1D277774}"/>
              </a:ext>
            </a:extLst>
          </p:cNvPr>
          <p:cNvSpPr>
            <a:spLocks noGrp="1"/>
          </p:cNvSpPr>
          <p:nvPr>
            <p:ph type="body" sz="quarter" idx="13"/>
          </p:nvPr>
        </p:nvSpPr>
        <p:spPr/>
        <p:txBody>
          <a:bodyPr/>
          <a:lstStyle/>
          <a:p>
            <a:endParaRPr lang="en-US"/>
          </a:p>
        </p:txBody>
      </p:sp>
      <p:sp>
        <p:nvSpPr>
          <p:cNvPr id="5" name="Footer Placeholder 4">
            <a:extLst>
              <a:ext uri="{FF2B5EF4-FFF2-40B4-BE49-F238E27FC236}">
                <a16:creationId xmlns:a16="http://schemas.microsoft.com/office/drawing/2014/main" id="{A659A199-B29E-6A2F-641C-609406F79322}"/>
              </a:ext>
            </a:extLst>
          </p:cNvPr>
          <p:cNvSpPr>
            <a:spLocks noGrp="1"/>
          </p:cNvSpPr>
          <p:nvPr>
            <p:ph type="ftr" sz="quarter" idx="19"/>
          </p:nvPr>
        </p:nvSpPr>
        <p:spPr/>
        <p:txBody>
          <a:bodyPr/>
          <a:lstStyle/>
          <a:p>
            <a:r>
              <a:rPr lang="en-US"/>
              <a:t>How-to slides     |     ONLY FOR INTERNAL USE</a:t>
            </a:r>
          </a:p>
        </p:txBody>
      </p:sp>
      <p:sp>
        <p:nvSpPr>
          <p:cNvPr id="6" name="Slide Number Placeholder 5">
            <a:extLst>
              <a:ext uri="{FF2B5EF4-FFF2-40B4-BE49-F238E27FC236}">
                <a16:creationId xmlns:a16="http://schemas.microsoft.com/office/drawing/2014/main" id="{82B4ABA2-82CC-85E7-60D8-8488C9AA6AEA}"/>
              </a:ext>
            </a:extLst>
          </p:cNvPr>
          <p:cNvSpPr>
            <a:spLocks noGrp="1"/>
          </p:cNvSpPr>
          <p:nvPr>
            <p:ph type="sldNum" sz="quarter" idx="20"/>
          </p:nvPr>
        </p:nvSpPr>
        <p:spPr/>
        <p:txBody>
          <a:bodyPr/>
          <a:lstStyle/>
          <a:p>
            <a:fld id="{DF4E8F9F-5B1F-4F5B-BE49-3245D8C18D9F}" type="slidenum">
              <a:rPr lang="en-US" smtClean="0"/>
              <a:pPr/>
              <a:t>47</a:t>
            </a:fld>
            <a:endParaRPr lang="en-US"/>
          </a:p>
        </p:txBody>
      </p:sp>
      <p:graphicFrame>
        <p:nvGraphicFramePr>
          <p:cNvPr id="7" name="Table 6">
            <a:extLst>
              <a:ext uri="{FF2B5EF4-FFF2-40B4-BE49-F238E27FC236}">
                <a16:creationId xmlns:a16="http://schemas.microsoft.com/office/drawing/2014/main" id="{A063E6AB-D7D6-B48B-4A8F-744743873A06}"/>
              </a:ext>
            </a:extLst>
          </p:cNvPr>
          <p:cNvGraphicFramePr>
            <a:graphicFrameLocks noGrp="1"/>
          </p:cNvGraphicFramePr>
          <p:nvPr>
            <p:extLst>
              <p:ext uri="{D42A27DB-BD31-4B8C-83A1-F6EECF244321}">
                <p14:modId xmlns:p14="http://schemas.microsoft.com/office/powerpoint/2010/main" val="3922591165"/>
              </p:ext>
            </p:extLst>
          </p:nvPr>
        </p:nvGraphicFramePr>
        <p:xfrm>
          <a:off x="704305" y="4267138"/>
          <a:ext cx="8127999" cy="1112520"/>
        </p:xfrm>
        <a:graphic>
          <a:graphicData uri="http://schemas.openxmlformats.org/drawingml/2006/table">
            <a:tbl>
              <a:tblPr firstRow="1" bandRow="1">
                <a:tableStyleId>{5C22544A-7EE6-4342-B048-85BDC9FD1C3A}</a:tableStyleId>
              </a:tblPr>
              <a:tblGrid>
                <a:gridCol w="2709333">
                  <a:extLst>
                    <a:ext uri="{9D8B030D-6E8A-4147-A177-3AD203B41FA5}">
                      <a16:colId xmlns:a16="http://schemas.microsoft.com/office/drawing/2014/main" val="309293996"/>
                    </a:ext>
                  </a:extLst>
                </a:gridCol>
                <a:gridCol w="2709333">
                  <a:extLst>
                    <a:ext uri="{9D8B030D-6E8A-4147-A177-3AD203B41FA5}">
                      <a16:colId xmlns:a16="http://schemas.microsoft.com/office/drawing/2014/main" val="2501589030"/>
                    </a:ext>
                  </a:extLst>
                </a:gridCol>
                <a:gridCol w="2709333">
                  <a:extLst>
                    <a:ext uri="{9D8B030D-6E8A-4147-A177-3AD203B41FA5}">
                      <a16:colId xmlns:a16="http://schemas.microsoft.com/office/drawing/2014/main" val="3829748170"/>
                    </a:ext>
                  </a:extLst>
                </a:gridCol>
              </a:tblGrid>
              <a:tr h="370840">
                <a:tc>
                  <a:txBody>
                    <a:bodyPr/>
                    <a:lstStyle/>
                    <a:p>
                      <a:endParaRPr lang="en-GB" sz="1400"/>
                    </a:p>
                  </a:txBody>
                  <a:tcPr/>
                </a:tc>
                <a:tc>
                  <a:txBody>
                    <a:bodyPr/>
                    <a:lstStyle/>
                    <a:p>
                      <a:r>
                        <a:rPr lang="en-US" sz="1400"/>
                        <a:t>China</a:t>
                      </a:r>
                      <a:endParaRPr lang="en-GB" sz="1400"/>
                    </a:p>
                  </a:txBody>
                  <a:tcPr/>
                </a:tc>
                <a:tc>
                  <a:txBody>
                    <a:bodyPr/>
                    <a:lstStyle/>
                    <a:p>
                      <a:r>
                        <a:rPr lang="en-US" sz="1400"/>
                        <a:t>Global</a:t>
                      </a:r>
                      <a:endParaRPr lang="en-GB" sz="1400"/>
                    </a:p>
                  </a:txBody>
                  <a:tcPr/>
                </a:tc>
                <a:extLst>
                  <a:ext uri="{0D108BD9-81ED-4DB2-BD59-A6C34878D82A}">
                    <a16:rowId xmlns:a16="http://schemas.microsoft.com/office/drawing/2014/main" val="160009162"/>
                  </a:ext>
                </a:extLst>
              </a:tr>
              <a:tr h="370840">
                <a:tc>
                  <a:txBody>
                    <a:bodyPr/>
                    <a:lstStyle/>
                    <a:p>
                      <a:r>
                        <a:rPr lang="en-US" sz="1400"/>
                        <a:t>EF&lt;60%</a:t>
                      </a:r>
                      <a:endParaRPr lang="en-GB" sz="1400"/>
                    </a:p>
                  </a:txBody>
                  <a:tcPr/>
                </a:tc>
                <a:tc>
                  <a:txBody>
                    <a:bodyPr/>
                    <a:lstStyle/>
                    <a:p>
                      <a:r>
                        <a:rPr lang="en-US" sz="1400"/>
                        <a:t>80%</a:t>
                      </a:r>
                      <a:endParaRPr lang="en-GB" sz="1400"/>
                    </a:p>
                  </a:txBody>
                  <a:tcPr/>
                </a:tc>
                <a:tc>
                  <a:txBody>
                    <a:bodyPr/>
                    <a:lstStyle/>
                    <a:p>
                      <a:r>
                        <a:rPr lang="en-GB" sz="1400"/>
                        <a:t>70%</a:t>
                      </a:r>
                    </a:p>
                  </a:txBody>
                  <a:tcPr/>
                </a:tc>
                <a:extLst>
                  <a:ext uri="{0D108BD9-81ED-4DB2-BD59-A6C34878D82A}">
                    <a16:rowId xmlns:a16="http://schemas.microsoft.com/office/drawing/2014/main" val="2544123419"/>
                  </a:ext>
                </a:extLst>
              </a:tr>
              <a:tr h="370840">
                <a:tc>
                  <a:txBody>
                    <a:bodyPr/>
                    <a:lstStyle/>
                    <a:p>
                      <a:r>
                        <a:rPr lang="en-US" sz="1400"/>
                        <a:t>HHF within 6 months</a:t>
                      </a:r>
                      <a:endParaRPr lang="en-GB" sz="1400"/>
                    </a:p>
                  </a:txBody>
                  <a:tcPr/>
                </a:tc>
                <a:tc>
                  <a:txBody>
                    <a:bodyPr/>
                    <a:lstStyle/>
                    <a:p>
                      <a:r>
                        <a:rPr lang="en-US" sz="1400"/>
                        <a:t>57%</a:t>
                      </a:r>
                      <a:endParaRPr lang="en-GB" sz="1400"/>
                    </a:p>
                  </a:txBody>
                  <a:tcPr/>
                </a:tc>
                <a:tc>
                  <a:txBody>
                    <a:bodyPr/>
                    <a:lstStyle/>
                    <a:p>
                      <a:r>
                        <a:rPr lang="en-US" sz="1400"/>
                        <a:t>10%</a:t>
                      </a:r>
                      <a:endParaRPr lang="en-GB" sz="1400"/>
                    </a:p>
                  </a:txBody>
                  <a:tcPr/>
                </a:tc>
                <a:extLst>
                  <a:ext uri="{0D108BD9-81ED-4DB2-BD59-A6C34878D82A}">
                    <a16:rowId xmlns:a16="http://schemas.microsoft.com/office/drawing/2014/main" val="3706365499"/>
                  </a:ext>
                </a:extLst>
              </a:tr>
            </a:tbl>
          </a:graphicData>
        </a:graphic>
      </p:graphicFrame>
    </p:spTree>
    <p:extLst>
      <p:ext uri="{BB962C8B-B14F-4D97-AF65-F5344CB8AC3E}">
        <p14:creationId xmlns:p14="http://schemas.microsoft.com/office/powerpoint/2010/main" val="418138208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6C5A98-00D4-C9C8-521F-CEC3E2FD6D62}"/>
            </a:ext>
          </a:extLst>
        </p:cNvPr>
        <p:cNvGrpSpPr/>
        <p:nvPr/>
      </p:nvGrpSpPr>
      <p:grpSpPr>
        <a:xfrm>
          <a:off x="0" y="0"/>
          <a:ext cx="0" cy="0"/>
          <a:chOff x="0" y="0"/>
          <a:chExt cx="0" cy="0"/>
        </a:xfrm>
      </p:grpSpPr>
      <p:sp>
        <p:nvSpPr>
          <p:cNvPr id="20" name="Titel 19">
            <a:extLst>
              <a:ext uri="{FF2B5EF4-FFF2-40B4-BE49-F238E27FC236}">
                <a16:creationId xmlns:a16="http://schemas.microsoft.com/office/drawing/2014/main" id="{6D538930-122F-3768-4435-A99544A9D4BA}"/>
              </a:ext>
            </a:extLst>
          </p:cNvPr>
          <p:cNvSpPr>
            <a:spLocks noGrp="1"/>
          </p:cNvSpPr>
          <p:nvPr>
            <p:ph type="ctrTitle"/>
          </p:nvPr>
        </p:nvSpPr>
        <p:spPr bwMode="gray"/>
        <p:txBody>
          <a:bodyPr/>
          <a:lstStyle/>
          <a:p>
            <a:r>
              <a:rPr lang="en-US"/>
              <a:t>1378-0018 EASi-HF Reduced </a:t>
            </a:r>
          </a:p>
        </p:txBody>
      </p:sp>
      <p:sp>
        <p:nvSpPr>
          <p:cNvPr id="3" name="Untertitel 2">
            <a:extLst>
              <a:ext uri="{FF2B5EF4-FFF2-40B4-BE49-F238E27FC236}">
                <a16:creationId xmlns:a16="http://schemas.microsoft.com/office/drawing/2014/main" id="{39E478FB-81A5-5E3B-C047-278274DD1FDC}"/>
              </a:ext>
            </a:extLst>
          </p:cNvPr>
          <p:cNvSpPr>
            <a:spLocks noGrp="1"/>
          </p:cNvSpPr>
          <p:nvPr>
            <p:ph type="subTitle" idx="1"/>
          </p:nvPr>
        </p:nvSpPr>
        <p:spPr bwMode="gray"/>
        <p:txBody>
          <a:bodyPr/>
          <a:lstStyle/>
          <a:p>
            <a:pPr lvl="1"/>
            <a:r>
              <a:rPr lang="en-US" sz="2400"/>
              <a:t>Thomas | 23 Mar 2026 | MS Teams</a:t>
            </a:r>
          </a:p>
        </p:txBody>
      </p:sp>
      <p:sp>
        <p:nvSpPr>
          <p:cNvPr id="5" name="Textfeld 4">
            <a:extLst>
              <a:ext uri="{FF2B5EF4-FFF2-40B4-BE49-F238E27FC236}">
                <a16:creationId xmlns:a16="http://schemas.microsoft.com/office/drawing/2014/main" id="{20ABDD8D-9840-A30F-C9D7-E50E375C25AC}"/>
              </a:ext>
            </a:extLst>
          </p:cNvPr>
          <p:cNvSpPr txBox="1"/>
          <p:nvPr/>
        </p:nvSpPr>
        <p:spPr bwMode="gray">
          <a:xfrm>
            <a:off x="1964267" y="1027289"/>
            <a:ext cx="0" cy="0"/>
          </a:xfrm>
          <a:prstGeom prst="rect">
            <a:avLst/>
          </a:prstGeom>
          <a:noFill/>
        </p:spPr>
        <p:txBody>
          <a:bodyPr wrap="none" lIns="0" tIns="0" rIns="0" bIns="0" rtlCol="0">
            <a:noAutofit/>
          </a:bodyPr>
          <a:lstStyle/>
          <a:p>
            <a:pPr marL="180000" indent="-180000" algn="l">
              <a:buFont typeface="Arial" panose="020B0604020202020204" pitchFamily="34" charset="0"/>
              <a:buChar char="•"/>
            </a:pPr>
            <a:endParaRPr lang="en-US" sz="1600"/>
          </a:p>
        </p:txBody>
      </p:sp>
      <p:sp>
        <p:nvSpPr>
          <p:cNvPr id="2" name="Fußzeilenplatzhalter 1">
            <a:extLst>
              <a:ext uri="{FF2B5EF4-FFF2-40B4-BE49-F238E27FC236}">
                <a16:creationId xmlns:a16="http://schemas.microsoft.com/office/drawing/2014/main" id="{B6B1104F-0AB8-15A2-ED8A-7BE6054F82CC}"/>
              </a:ext>
            </a:extLst>
          </p:cNvPr>
          <p:cNvSpPr>
            <a:spLocks noGrp="1"/>
          </p:cNvSpPr>
          <p:nvPr>
            <p:ph type="ftr" sz="quarter" idx="19"/>
          </p:nvPr>
        </p:nvSpPr>
        <p:spPr/>
        <p:txBody>
          <a:bodyPr/>
          <a:lstStyle/>
          <a:p>
            <a:r>
              <a:rPr lang="en-US"/>
              <a:t>EASi-HF Reduced    |    ONLY FOR INTERNAL USE</a:t>
            </a:r>
          </a:p>
        </p:txBody>
      </p:sp>
    </p:spTree>
    <p:extLst>
      <p:ext uri="{BB962C8B-B14F-4D97-AF65-F5344CB8AC3E}">
        <p14:creationId xmlns:p14="http://schemas.microsoft.com/office/powerpoint/2010/main" val="181281110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8818D616-2FBC-FEA6-23BF-F07B16E8ECB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8" progId="TCLayout.ActiveDocument.1">
                  <p:embed/>
                </p:oleObj>
              </mc:Choice>
              <mc:Fallback>
                <p:oleObj name="think-cell Slide" r:id="rId4" imgW="426" imgH="428" progId="TCLayout.ActiveDocument.1">
                  <p:embed/>
                  <p:pic>
                    <p:nvPicPr>
                      <p:cNvPr id="7" name="think-cell data - do not delete" hidden="1">
                        <a:extLst>
                          <a:ext uri="{FF2B5EF4-FFF2-40B4-BE49-F238E27FC236}">
                            <a16:creationId xmlns:a16="http://schemas.microsoft.com/office/drawing/2014/main" id="{8818D616-2FBC-FEA6-23BF-F07B16E8ECB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itle 2">
            <a:extLst>
              <a:ext uri="{FF2B5EF4-FFF2-40B4-BE49-F238E27FC236}">
                <a16:creationId xmlns:a16="http://schemas.microsoft.com/office/drawing/2014/main" id="{D53ABB3B-2908-9FCF-D434-6D5AD2BA99B9}"/>
              </a:ext>
            </a:extLst>
          </p:cNvPr>
          <p:cNvSpPr>
            <a:spLocks noGrp="1"/>
          </p:cNvSpPr>
          <p:nvPr>
            <p:ph type="title"/>
          </p:nvPr>
        </p:nvSpPr>
        <p:spPr>
          <a:xfrm>
            <a:off x="311404" y="295607"/>
            <a:ext cx="11338560" cy="490409"/>
          </a:xfrm>
        </p:spPr>
        <p:txBody>
          <a:bodyPr vert="horz" lIns="91440" tIns="45720" rIns="91440" bIns="45720" anchor="b" anchorCtr="0"/>
          <a:lstStyle/>
          <a:p>
            <a:r>
              <a:rPr lang="en-US">
                <a:cs typeface="Arial"/>
              </a:rPr>
              <a:t>Recruitment status_ As of 15A</a:t>
            </a:r>
            <a:r>
              <a:rPr lang="en-US" altLang="zh-CN">
                <a:cs typeface="Arial"/>
              </a:rPr>
              <a:t>pr2</a:t>
            </a:r>
            <a:r>
              <a:rPr lang="en-US">
                <a:cs typeface="Arial"/>
              </a:rPr>
              <a:t>026 </a:t>
            </a:r>
            <a:endParaRPr lang="en-US"/>
          </a:p>
        </p:txBody>
      </p:sp>
      <p:sp>
        <p:nvSpPr>
          <p:cNvPr id="4" name="Footer Placeholder 3">
            <a:extLst>
              <a:ext uri="{FF2B5EF4-FFF2-40B4-BE49-F238E27FC236}">
                <a16:creationId xmlns:a16="http://schemas.microsoft.com/office/drawing/2014/main" id="{B9CEB473-D412-C0D8-61B6-8E6785D91A9E}"/>
              </a:ext>
            </a:extLst>
          </p:cNvPr>
          <p:cNvSpPr>
            <a:spLocks noGrp="1"/>
          </p:cNvSpPr>
          <p:nvPr>
            <p:ph type="ftr" sz="quarter" idx="3"/>
          </p:nvPr>
        </p:nvSpPr>
        <p:spPr>
          <a:xfrm>
            <a:off x="920621" y="6170892"/>
            <a:ext cx="5362192" cy="539319"/>
          </a:xfrm>
        </p:spPr>
        <p:txBody>
          <a:bodyPr/>
          <a:lstStyle/>
          <a:p>
            <a:r>
              <a:rPr lang="en-US" sz="1100" b="1"/>
              <a:t>N</a:t>
            </a:r>
            <a:r>
              <a:rPr lang="en-US" altLang="zh-CN" sz="1100" b="1"/>
              <a:t>ote:</a:t>
            </a:r>
            <a:r>
              <a:rPr lang="en-US" sz="1100" b="1"/>
              <a:t>China Public Holiday: 01May2026 to 05May2026. </a:t>
            </a:r>
          </a:p>
        </p:txBody>
      </p:sp>
      <p:sp>
        <p:nvSpPr>
          <p:cNvPr id="15" name="Footer Placeholder 3">
            <a:extLst>
              <a:ext uri="{FF2B5EF4-FFF2-40B4-BE49-F238E27FC236}">
                <a16:creationId xmlns:a16="http://schemas.microsoft.com/office/drawing/2014/main" id="{90793A95-62A1-54E9-AC45-C2145536A0BC}"/>
              </a:ext>
            </a:extLst>
          </p:cNvPr>
          <p:cNvSpPr txBox="1">
            <a:spLocks/>
          </p:cNvSpPr>
          <p:nvPr/>
        </p:nvSpPr>
        <p:spPr bwMode="gray">
          <a:xfrm>
            <a:off x="920621" y="6055309"/>
            <a:ext cx="4166710" cy="338087"/>
          </a:xfrm>
          <a:prstGeom prst="rect">
            <a:avLst/>
          </a:prstGeom>
          <a:noFill/>
        </p:spPr>
        <p:txBody>
          <a:bodyPr vert="horz" lIns="91440" tIns="45720" rIns="91440" bIns="45720" rtlCol="0" anchor="b" anchorCtr="0"/>
          <a:lstStyle>
            <a:defPPr>
              <a:defRPr lang="en-US"/>
            </a:defPPr>
            <a:lvl1pPr marL="0" algn="l" defTabSz="914400" rtl="0" eaLnBrk="1" latinLnBrk="0" hangingPunct="1">
              <a:defRPr sz="800" kern="1200">
                <a:solidFill>
                  <a:schemeClr val="tx1"/>
                </a:solidFill>
                <a:latin typeface="Arial Narrow" panose="020B0606020202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050">
                <a:latin typeface="Arial Narrow"/>
              </a:rPr>
              <a:t>Global SF Rate : 43.9%（779/1773）      </a:t>
            </a:r>
            <a:r>
              <a:rPr lang="en-US" sz="1050" b="1">
                <a:solidFill>
                  <a:srgbClr val="00B050"/>
                </a:solidFill>
                <a:latin typeface="Arial Narrow"/>
              </a:rPr>
              <a:t>China SF Rate : 34.9%（67/192）</a:t>
            </a:r>
            <a:endParaRPr lang="en-US" sz="1050" b="1">
              <a:solidFill>
                <a:srgbClr val="00B050"/>
              </a:solidFill>
            </a:endParaRPr>
          </a:p>
        </p:txBody>
      </p:sp>
      <p:graphicFrame>
        <p:nvGraphicFramePr>
          <p:cNvPr id="5" name="Chart 4">
            <a:extLst>
              <a:ext uri="{FF2B5EF4-FFF2-40B4-BE49-F238E27FC236}">
                <a16:creationId xmlns:a16="http://schemas.microsoft.com/office/drawing/2014/main" id="{B0EDE382-B996-56F4-FB9E-D1F4DBE47A75}"/>
              </a:ext>
              <a:ext uri="{147F2762-F138-4A5C-976F-8EAC2B608ADB}">
                <a16:predDERef xmlns:a16="http://schemas.microsoft.com/office/drawing/2014/main" pred="{9A942435-F4CA-5D4B-CE38-6BC11C7EF4B2}"/>
              </a:ext>
            </a:extLst>
          </p:cNvPr>
          <p:cNvGraphicFramePr>
            <a:graphicFrameLocks/>
          </p:cNvGraphicFramePr>
          <p:nvPr/>
        </p:nvGraphicFramePr>
        <p:xfrm>
          <a:off x="311404" y="786016"/>
          <a:ext cx="11596461" cy="5433786"/>
        </p:xfrm>
        <a:graphic>
          <a:graphicData uri="http://schemas.openxmlformats.org/drawingml/2006/chart">
            <c:chart xmlns:c="http://schemas.openxmlformats.org/drawingml/2006/chart" xmlns:r="http://schemas.openxmlformats.org/officeDocument/2006/relationships" r:id="rId6"/>
          </a:graphicData>
        </a:graphic>
      </p:graphicFrame>
      <p:sp>
        <p:nvSpPr>
          <p:cNvPr id="16" name="Arrow: Down 15">
            <a:extLst>
              <a:ext uri="{FF2B5EF4-FFF2-40B4-BE49-F238E27FC236}">
                <a16:creationId xmlns:a16="http://schemas.microsoft.com/office/drawing/2014/main" id="{5ACCCD63-0CA8-0577-6183-2E5C4CB24A15}"/>
              </a:ext>
            </a:extLst>
          </p:cNvPr>
          <p:cNvSpPr/>
          <p:nvPr/>
        </p:nvSpPr>
        <p:spPr>
          <a:xfrm>
            <a:off x="4601421" y="2455095"/>
            <a:ext cx="176981" cy="498987"/>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endParaRPr lang="en-US" sz="1600"/>
          </a:p>
        </p:txBody>
      </p:sp>
    </p:spTree>
    <p:extLst>
      <p:ext uri="{BB962C8B-B14F-4D97-AF65-F5344CB8AC3E}">
        <p14:creationId xmlns:p14="http://schemas.microsoft.com/office/powerpoint/2010/main" val="4220045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8D8D91-833C-A1FD-A2AC-A11B3E487315}"/>
            </a:ext>
          </a:extLst>
        </p:cNvPr>
        <p:cNvGrpSpPr/>
        <p:nvPr/>
      </p:nvGrpSpPr>
      <p:grpSpPr>
        <a:xfrm>
          <a:off x="0" y="0"/>
          <a:ext cx="0" cy="0"/>
          <a:chOff x="0" y="0"/>
          <a:chExt cx="0" cy="0"/>
        </a:xfrm>
      </p:grpSpPr>
      <p:sp>
        <p:nvSpPr>
          <p:cNvPr id="20" name="Titel 19">
            <a:extLst>
              <a:ext uri="{FF2B5EF4-FFF2-40B4-BE49-F238E27FC236}">
                <a16:creationId xmlns:a16="http://schemas.microsoft.com/office/drawing/2014/main" id="{98B8DBD4-5315-5860-6016-EB303BEDBBB7}"/>
              </a:ext>
            </a:extLst>
          </p:cNvPr>
          <p:cNvSpPr>
            <a:spLocks noGrp="1"/>
          </p:cNvSpPr>
          <p:nvPr>
            <p:ph type="ctrTitle"/>
          </p:nvPr>
        </p:nvSpPr>
        <p:spPr bwMode="gray"/>
        <p:txBody>
          <a:bodyPr/>
          <a:lstStyle/>
          <a:p>
            <a:r>
              <a:rPr lang="en-US"/>
              <a:t>1378-0041 EASi-PROTKT </a:t>
            </a:r>
          </a:p>
        </p:txBody>
      </p:sp>
      <p:sp>
        <p:nvSpPr>
          <p:cNvPr id="3" name="Untertitel 2">
            <a:extLst>
              <a:ext uri="{FF2B5EF4-FFF2-40B4-BE49-F238E27FC236}">
                <a16:creationId xmlns:a16="http://schemas.microsoft.com/office/drawing/2014/main" id="{7B8870EC-599F-896B-A625-BD83CC6C9B41}"/>
              </a:ext>
            </a:extLst>
          </p:cNvPr>
          <p:cNvSpPr>
            <a:spLocks noGrp="1"/>
          </p:cNvSpPr>
          <p:nvPr>
            <p:ph type="subTitle" idx="1"/>
          </p:nvPr>
        </p:nvSpPr>
        <p:spPr bwMode="gray"/>
        <p:txBody>
          <a:bodyPr/>
          <a:lstStyle/>
          <a:p>
            <a:pPr lvl="1"/>
            <a:r>
              <a:rPr lang="en-US" sz="2400"/>
              <a:t>Juergen | 23 Mar 2026 | MS Teams</a:t>
            </a:r>
          </a:p>
        </p:txBody>
      </p:sp>
      <p:sp>
        <p:nvSpPr>
          <p:cNvPr id="5" name="Textfeld 4">
            <a:extLst>
              <a:ext uri="{FF2B5EF4-FFF2-40B4-BE49-F238E27FC236}">
                <a16:creationId xmlns:a16="http://schemas.microsoft.com/office/drawing/2014/main" id="{941A9D53-CA3E-F29B-8BA8-9C8845CACD77}"/>
              </a:ext>
            </a:extLst>
          </p:cNvPr>
          <p:cNvSpPr txBox="1"/>
          <p:nvPr/>
        </p:nvSpPr>
        <p:spPr bwMode="gray">
          <a:xfrm>
            <a:off x="1964267" y="1027289"/>
            <a:ext cx="0" cy="0"/>
          </a:xfrm>
          <a:prstGeom prst="rect">
            <a:avLst/>
          </a:prstGeom>
          <a:noFill/>
        </p:spPr>
        <p:txBody>
          <a:bodyPr wrap="none" lIns="0" tIns="0" rIns="0" bIns="0" rtlCol="0">
            <a:noAutofit/>
          </a:bodyPr>
          <a:lstStyle/>
          <a:p>
            <a:pPr marL="180000" indent="-180000" algn="l">
              <a:buFont typeface="Arial" panose="020B0604020202020204" pitchFamily="34" charset="0"/>
              <a:buChar char="•"/>
            </a:pPr>
            <a:endParaRPr lang="en-US" sz="1600"/>
          </a:p>
        </p:txBody>
      </p:sp>
      <p:sp>
        <p:nvSpPr>
          <p:cNvPr id="2" name="Fußzeilenplatzhalter 1">
            <a:extLst>
              <a:ext uri="{FF2B5EF4-FFF2-40B4-BE49-F238E27FC236}">
                <a16:creationId xmlns:a16="http://schemas.microsoft.com/office/drawing/2014/main" id="{E3A2E765-E1A7-10F5-D127-A82775E368C5}"/>
              </a:ext>
            </a:extLst>
          </p:cNvPr>
          <p:cNvSpPr>
            <a:spLocks noGrp="1"/>
          </p:cNvSpPr>
          <p:nvPr>
            <p:ph type="ftr" sz="quarter" idx="19"/>
          </p:nvPr>
        </p:nvSpPr>
        <p:spPr/>
        <p:txBody>
          <a:bodyPr vert="horz" lIns="0" tIns="0" rIns="0" bIns="0" rtlCol="0" anchor="b">
            <a:noAutofit/>
          </a:bodyPr>
          <a:lstStyle/>
          <a:p>
            <a:pPr>
              <a:spcAft>
                <a:spcPts val="300"/>
              </a:spcAft>
            </a:pPr>
            <a:r>
              <a:rPr lang="en-US" sz="800">
                <a:solidFill>
                  <a:schemeClr val="bg2"/>
                </a:solidFill>
              </a:rPr>
              <a:t>Presentation title    |    ONLY FOR INTERNAL USE</a:t>
            </a:r>
          </a:p>
        </p:txBody>
      </p:sp>
    </p:spTree>
    <p:extLst>
      <p:ext uri="{BB962C8B-B14F-4D97-AF65-F5344CB8AC3E}">
        <p14:creationId xmlns:p14="http://schemas.microsoft.com/office/powerpoint/2010/main" val="293160557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a:extLst>
              <a:ext uri="{FF2B5EF4-FFF2-40B4-BE49-F238E27FC236}">
                <a16:creationId xmlns:a16="http://schemas.microsoft.com/office/drawing/2014/main" id="{762425F8-6F22-AA03-1A24-BFE95FBD689D}"/>
              </a:ext>
            </a:extLst>
          </p:cNvPr>
          <p:cNvSpPr/>
          <p:nvPr/>
        </p:nvSpPr>
        <p:spPr bwMode="gray">
          <a:xfrm>
            <a:off x="147263" y="996058"/>
            <a:ext cx="11897474" cy="5126953"/>
          </a:xfrm>
          <a:prstGeom prst="rect">
            <a:avLst/>
          </a:prstGeom>
          <a:solidFill>
            <a:schemeClr val="bg1"/>
          </a:solidFill>
          <a:ln w="6350">
            <a:solidFill>
              <a:srgbClr val="B7B6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GB" sz="1600">
              <a:solidFill>
                <a:schemeClr val="tx1"/>
              </a:solidFill>
            </a:endParaRPr>
          </a:p>
        </p:txBody>
      </p:sp>
      <p:graphicFrame>
        <p:nvGraphicFramePr>
          <p:cNvPr id="4" name="Chart 6">
            <a:extLst>
              <a:ext uri="{FF2B5EF4-FFF2-40B4-BE49-F238E27FC236}">
                <a16:creationId xmlns:a16="http://schemas.microsoft.com/office/drawing/2014/main" id="{A6C95048-C585-4223-85D0-09618AF29E2F}"/>
              </a:ext>
            </a:extLst>
          </p:cNvPr>
          <p:cNvGraphicFramePr>
            <a:graphicFrameLocks/>
          </p:cNvGraphicFramePr>
          <p:nvPr/>
        </p:nvGraphicFramePr>
        <p:xfrm>
          <a:off x="280827" y="1073150"/>
          <a:ext cx="11513906" cy="3063924"/>
        </p:xfrm>
        <a:graphic>
          <a:graphicData uri="http://schemas.openxmlformats.org/drawingml/2006/chart">
            <c:chart xmlns:c="http://schemas.openxmlformats.org/drawingml/2006/chart" xmlns:r="http://schemas.openxmlformats.org/officeDocument/2006/relationships" r:id="rId3"/>
          </a:graphicData>
        </a:graphic>
      </p:graphicFrame>
      <p:sp>
        <p:nvSpPr>
          <p:cNvPr id="18" name="Title 1">
            <a:extLst>
              <a:ext uri="{FF2B5EF4-FFF2-40B4-BE49-F238E27FC236}">
                <a16:creationId xmlns:a16="http://schemas.microsoft.com/office/drawing/2014/main" id="{D17A68D9-B367-80BC-B937-7B76C98B58C2}"/>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endParaRPr lang="en-IN"/>
          </a:p>
        </p:txBody>
      </p:sp>
      <p:sp>
        <p:nvSpPr>
          <p:cNvPr id="23" name="标题 2">
            <a:extLst>
              <a:ext uri="{FF2B5EF4-FFF2-40B4-BE49-F238E27FC236}">
                <a16:creationId xmlns:a16="http://schemas.microsoft.com/office/drawing/2014/main" id="{1349757C-90D6-7E10-212C-8B1A44C30038}"/>
              </a:ext>
            </a:extLst>
          </p:cNvPr>
          <p:cNvSpPr>
            <a:spLocks noGrp="1"/>
          </p:cNvSpPr>
          <p:nvPr>
            <p:ph type="title"/>
          </p:nvPr>
        </p:nvSpPr>
        <p:spPr>
          <a:xfrm>
            <a:off x="479424" y="477000"/>
            <a:ext cx="11233151" cy="720000"/>
          </a:xfrm>
        </p:spPr>
        <p:txBody>
          <a:bodyPr wrap="square" anchor="t">
            <a:normAutofit fontScale="90000"/>
          </a:bodyPr>
          <a:lstStyle/>
          <a:p>
            <a:r>
              <a:rPr lang="en-US" altLang="zh-CN"/>
              <a:t>1378-0041 </a:t>
            </a:r>
            <a:r>
              <a:rPr lang="en-US" altLang="zh-CN" err="1"/>
              <a:t>EASi</a:t>
            </a:r>
            <a:r>
              <a:rPr lang="en-US" altLang="zh-CN"/>
              <a:t>-PROTKT</a:t>
            </a:r>
            <a:r>
              <a:rPr lang="en-US" altLang="zh-CN" baseline="30000"/>
              <a:t>TM</a:t>
            </a:r>
            <a:r>
              <a:rPr lang="en-US" altLang="zh-CN"/>
              <a:t> dated on 11</a:t>
            </a:r>
            <a:r>
              <a:rPr lang="en-US" altLang="zh-CN" baseline="30000"/>
              <a:t>th</a:t>
            </a:r>
            <a:r>
              <a:rPr lang="en-US" altLang="zh-CN"/>
              <a:t> April 2026 </a:t>
            </a:r>
            <a:r>
              <a:rPr lang="en-US" altLang="zh-CN" i="1">
                <a:solidFill>
                  <a:srgbClr val="EE6541"/>
                </a:solidFill>
              </a:rPr>
              <a:t>(Global recruitment status)</a:t>
            </a:r>
          </a:p>
        </p:txBody>
      </p:sp>
      <p:sp>
        <p:nvSpPr>
          <p:cNvPr id="35" name="Footer Placeholder 34">
            <a:extLst>
              <a:ext uri="{FF2B5EF4-FFF2-40B4-BE49-F238E27FC236}">
                <a16:creationId xmlns:a16="http://schemas.microsoft.com/office/drawing/2014/main" id="{889E629B-6D0C-A555-C849-E0DEE7E9A3F6}"/>
              </a:ext>
            </a:extLst>
          </p:cNvPr>
          <p:cNvSpPr>
            <a:spLocks noGrp="1"/>
          </p:cNvSpPr>
          <p:nvPr>
            <p:ph type="ftr" sz="quarter" idx="10"/>
          </p:nvPr>
        </p:nvSpPr>
        <p:spPr/>
        <p:txBody>
          <a:bodyPr/>
          <a:lstStyle/>
          <a:p>
            <a:r>
              <a:rPr lang="en-US" altLang="zh-CN"/>
              <a:t>EASi-PROTKT  | Confidential</a:t>
            </a:r>
            <a:endParaRPr lang="en-US"/>
          </a:p>
        </p:txBody>
      </p:sp>
      <p:sp>
        <p:nvSpPr>
          <p:cNvPr id="36" name="Slide Number Placeholder 35">
            <a:extLst>
              <a:ext uri="{FF2B5EF4-FFF2-40B4-BE49-F238E27FC236}">
                <a16:creationId xmlns:a16="http://schemas.microsoft.com/office/drawing/2014/main" id="{B75E637B-E7CA-003C-01F1-B7C30AD41830}"/>
              </a:ext>
            </a:extLst>
          </p:cNvPr>
          <p:cNvSpPr>
            <a:spLocks noGrp="1"/>
          </p:cNvSpPr>
          <p:nvPr>
            <p:ph type="sldNum" sz="quarter" idx="11"/>
          </p:nvPr>
        </p:nvSpPr>
        <p:spPr/>
        <p:txBody>
          <a:bodyPr/>
          <a:lstStyle/>
          <a:p>
            <a:fld id="{8FF9B0DE-3FEB-4AA0-B465-B80EF7C1333D}" type="slidenum">
              <a:rPr lang="en-US" smtClean="0"/>
              <a:pPr/>
              <a:t>51</a:t>
            </a:fld>
            <a:endParaRPr lang="en-US"/>
          </a:p>
        </p:txBody>
      </p:sp>
      <p:graphicFrame>
        <p:nvGraphicFramePr>
          <p:cNvPr id="7" name="表格 6">
            <a:extLst>
              <a:ext uri="{FF2B5EF4-FFF2-40B4-BE49-F238E27FC236}">
                <a16:creationId xmlns:a16="http://schemas.microsoft.com/office/drawing/2014/main" id="{2A1AF6DE-5CA6-C2B6-E616-D30993176285}"/>
              </a:ext>
            </a:extLst>
          </p:cNvPr>
          <p:cNvGraphicFramePr>
            <a:graphicFrameLocks noGrp="1"/>
          </p:cNvGraphicFramePr>
          <p:nvPr/>
        </p:nvGraphicFramePr>
        <p:xfrm>
          <a:off x="280827" y="4137074"/>
          <a:ext cx="11513900" cy="1883045"/>
        </p:xfrm>
        <a:graphic>
          <a:graphicData uri="http://schemas.openxmlformats.org/drawingml/2006/table">
            <a:tbl>
              <a:tblPr>
                <a:tableStyleId>{9D7B26C5-4107-4FEC-AEDC-1716B250A1EF}</a:tableStyleId>
              </a:tblPr>
              <a:tblGrid>
                <a:gridCol w="1150360">
                  <a:extLst>
                    <a:ext uri="{9D8B030D-6E8A-4147-A177-3AD203B41FA5}">
                      <a16:colId xmlns:a16="http://schemas.microsoft.com/office/drawing/2014/main" val="3473625976"/>
                    </a:ext>
                  </a:extLst>
                </a:gridCol>
                <a:gridCol w="518177">
                  <a:extLst>
                    <a:ext uri="{9D8B030D-6E8A-4147-A177-3AD203B41FA5}">
                      <a16:colId xmlns:a16="http://schemas.microsoft.com/office/drawing/2014/main" val="4151403882"/>
                    </a:ext>
                  </a:extLst>
                </a:gridCol>
                <a:gridCol w="518177">
                  <a:extLst>
                    <a:ext uri="{9D8B030D-6E8A-4147-A177-3AD203B41FA5}">
                      <a16:colId xmlns:a16="http://schemas.microsoft.com/office/drawing/2014/main" val="1262633647"/>
                    </a:ext>
                  </a:extLst>
                </a:gridCol>
                <a:gridCol w="518177">
                  <a:extLst>
                    <a:ext uri="{9D8B030D-6E8A-4147-A177-3AD203B41FA5}">
                      <a16:colId xmlns:a16="http://schemas.microsoft.com/office/drawing/2014/main" val="2511394184"/>
                    </a:ext>
                  </a:extLst>
                </a:gridCol>
                <a:gridCol w="518177">
                  <a:extLst>
                    <a:ext uri="{9D8B030D-6E8A-4147-A177-3AD203B41FA5}">
                      <a16:colId xmlns:a16="http://schemas.microsoft.com/office/drawing/2014/main" val="1006931387"/>
                    </a:ext>
                  </a:extLst>
                </a:gridCol>
                <a:gridCol w="518177">
                  <a:extLst>
                    <a:ext uri="{9D8B030D-6E8A-4147-A177-3AD203B41FA5}">
                      <a16:colId xmlns:a16="http://schemas.microsoft.com/office/drawing/2014/main" val="1580186530"/>
                    </a:ext>
                  </a:extLst>
                </a:gridCol>
                <a:gridCol w="518177">
                  <a:extLst>
                    <a:ext uri="{9D8B030D-6E8A-4147-A177-3AD203B41FA5}">
                      <a16:colId xmlns:a16="http://schemas.microsoft.com/office/drawing/2014/main" val="2077854728"/>
                    </a:ext>
                  </a:extLst>
                </a:gridCol>
                <a:gridCol w="518177">
                  <a:extLst>
                    <a:ext uri="{9D8B030D-6E8A-4147-A177-3AD203B41FA5}">
                      <a16:colId xmlns:a16="http://schemas.microsoft.com/office/drawing/2014/main" val="1923209731"/>
                    </a:ext>
                  </a:extLst>
                </a:gridCol>
                <a:gridCol w="518177">
                  <a:extLst>
                    <a:ext uri="{9D8B030D-6E8A-4147-A177-3AD203B41FA5}">
                      <a16:colId xmlns:a16="http://schemas.microsoft.com/office/drawing/2014/main" val="1904945596"/>
                    </a:ext>
                  </a:extLst>
                </a:gridCol>
                <a:gridCol w="518177">
                  <a:extLst>
                    <a:ext uri="{9D8B030D-6E8A-4147-A177-3AD203B41FA5}">
                      <a16:colId xmlns:a16="http://schemas.microsoft.com/office/drawing/2014/main" val="3832727492"/>
                    </a:ext>
                  </a:extLst>
                </a:gridCol>
                <a:gridCol w="518177">
                  <a:extLst>
                    <a:ext uri="{9D8B030D-6E8A-4147-A177-3AD203B41FA5}">
                      <a16:colId xmlns:a16="http://schemas.microsoft.com/office/drawing/2014/main" val="3120066975"/>
                    </a:ext>
                  </a:extLst>
                </a:gridCol>
                <a:gridCol w="518177">
                  <a:extLst>
                    <a:ext uri="{9D8B030D-6E8A-4147-A177-3AD203B41FA5}">
                      <a16:colId xmlns:a16="http://schemas.microsoft.com/office/drawing/2014/main" val="3924652231"/>
                    </a:ext>
                  </a:extLst>
                </a:gridCol>
                <a:gridCol w="518177">
                  <a:extLst>
                    <a:ext uri="{9D8B030D-6E8A-4147-A177-3AD203B41FA5}">
                      <a16:colId xmlns:a16="http://schemas.microsoft.com/office/drawing/2014/main" val="139508724"/>
                    </a:ext>
                  </a:extLst>
                </a:gridCol>
                <a:gridCol w="518177">
                  <a:extLst>
                    <a:ext uri="{9D8B030D-6E8A-4147-A177-3AD203B41FA5}">
                      <a16:colId xmlns:a16="http://schemas.microsoft.com/office/drawing/2014/main" val="1582784343"/>
                    </a:ext>
                  </a:extLst>
                </a:gridCol>
                <a:gridCol w="518177">
                  <a:extLst>
                    <a:ext uri="{9D8B030D-6E8A-4147-A177-3AD203B41FA5}">
                      <a16:colId xmlns:a16="http://schemas.microsoft.com/office/drawing/2014/main" val="4187133416"/>
                    </a:ext>
                  </a:extLst>
                </a:gridCol>
                <a:gridCol w="518177">
                  <a:extLst>
                    <a:ext uri="{9D8B030D-6E8A-4147-A177-3AD203B41FA5}">
                      <a16:colId xmlns:a16="http://schemas.microsoft.com/office/drawing/2014/main" val="3581936348"/>
                    </a:ext>
                  </a:extLst>
                </a:gridCol>
                <a:gridCol w="518177">
                  <a:extLst>
                    <a:ext uri="{9D8B030D-6E8A-4147-A177-3AD203B41FA5}">
                      <a16:colId xmlns:a16="http://schemas.microsoft.com/office/drawing/2014/main" val="2530529000"/>
                    </a:ext>
                  </a:extLst>
                </a:gridCol>
                <a:gridCol w="518177">
                  <a:extLst>
                    <a:ext uri="{9D8B030D-6E8A-4147-A177-3AD203B41FA5}">
                      <a16:colId xmlns:a16="http://schemas.microsoft.com/office/drawing/2014/main" val="3846253994"/>
                    </a:ext>
                  </a:extLst>
                </a:gridCol>
                <a:gridCol w="518177">
                  <a:extLst>
                    <a:ext uri="{9D8B030D-6E8A-4147-A177-3AD203B41FA5}">
                      <a16:colId xmlns:a16="http://schemas.microsoft.com/office/drawing/2014/main" val="420172467"/>
                    </a:ext>
                  </a:extLst>
                </a:gridCol>
                <a:gridCol w="518177">
                  <a:extLst>
                    <a:ext uri="{9D8B030D-6E8A-4147-A177-3AD203B41FA5}">
                      <a16:colId xmlns:a16="http://schemas.microsoft.com/office/drawing/2014/main" val="2349683200"/>
                    </a:ext>
                  </a:extLst>
                </a:gridCol>
                <a:gridCol w="518177">
                  <a:extLst>
                    <a:ext uri="{9D8B030D-6E8A-4147-A177-3AD203B41FA5}">
                      <a16:colId xmlns:a16="http://schemas.microsoft.com/office/drawing/2014/main" val="232587003"/>
                    </a:ext>
                  </a:extLst>
                </a:gridCol>
              </a:tblGrid>
              <a:tr h="376609">
                <a:tc>
                  <a:txBody>
                    <a:bodyPr/>
                    <a:lstStyle/>
                    <a:p>
                      <a:pPr algn="l" fontAlgn="t"/>
                      <a:r>
                        <a:rPr lang="en-US" sz="800" b="1" u="none" strike="noStrike">
                          <a:solidFill>
                            <a:schemeClr val="tx2"/>
                          </a:solidFill>
                          <a:effectLst/>
                          <a:latin typeface="+mn-lt"/>
                        </a:rPr>
                        <a:t> Months</a:t>
                      </a:r>
                      <a:endParaRPr lang="en-US" sz="800" b="1" i="0" u="none" strike="noStrike">
                        <a:solidFill>
                          <a:schemeClr val="tx2"/>
                        </a:solidFill>
                        <a:effectLst/>
                        <a:latin typeface="+mn-lt"/>
                        <a:ea typeface="等线" panose="02010600030101010101" pitchFamily="2" charset="-122"/>
                      </a:endParaRPr>
                    </a:p>
                  </a:txBody>
                  <a:tcPr marL="18288" marR="18288"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rtl="0" fontAlgn="b"/>
                      <a:r>
                        <a:rPr lang="en-US" sz="800" b="1" i="0" u="none" strike="noStrike">
                          <a:solidFill>
                            <a:schemeClr val="tx2"/>
                          </a:solidFill>
                          <a:effectLst/>
                          <a:latin typeface="+mn-lt"/>
                        </a:rPr>
                        <a:t>2025</a:t>
                      </a:r>
                      <a:r>
                        <a:rPr lang="en-US" sz="800" b="1" u="none" strike="noStrike">
                          <a:solidFill>
                            <a:schemeClr val="tx2"/>
                          </a:solidFill>
                          <a:effectLst/>
                          <a:latin typeface="+mn-lt"/>
                        </a:rPr>
                        <a:t>–</a:t>
                      </a:r>
                      <a:r>
                        <a:rPr lang="en-US" sz="800" b="1" i="0" u="none" strike="noStrike">
                          <a:solidFill>
                            <a:schemeClr val="tx2"/>
                          </a:solidFill>
                          <a:effectLst/>
                          <a:latin typeface="+mn-lt"/>
                        </a:rPr>
                        <a:t>07</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i="0" u="none" strike="noStrike">
                          <a:solidFill>
                            <a:schemeClr val="tx2"/>
                          </a:solidFill>
                          <a:effectLst/>
                          <a:latin typeface="+mn-lt"/>
                        </a:rPr>
                        <a:t>2025</a:t>
                      </a:r>
                      <a:r>
                        <a:rPr lang="en-US" sz="800" b="1" u="none" strike="noStrike">
                          <a:solidFill>
                            <a:schemeClr val="tx2"/>
                          </a:solidFill>
                          <a:effectLst/>
                          <a:latin typeface="+mn-lt"/>
                        </a:rPr>
                        <a:t>–</a:t>
                      </a:r>
                      <a:r>
                        <a:rPr lang="en-US" sz="800" b="1" i="0" u="none" strike="noStrike">
                          <a:solidFill>
                            <a:schemeClr val="tx2"/>
                          </a:solidFill>
                          <a:effectLst/>
                          <a:latin typeface="+mn-lt"/>
                        </a:rPr>
                        <a:t>08</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2025</a:t>
                      </a:r>
                      <a:r>
                        <a:rPr lang="en-US" altLang="zh-CN" sz="800" b="1" u="none" strike="noStrike">
                          <a:solidFill>
                            <a:schemeClr val="tx2"/>
                          </a:solidFill>
                          <a:effectLst/>
                          <a:latin typeface="+mn-lt"/>
                        </a:rPr>
                        <a:t>–</a:t>
                      </a:r>
                      <a:r>
                        <a:rPr lang="en-US" sz="800" b="1" u="none" strike="noStrike">
                          <a:solidFill>
                            <a:schemeClr val="tx2"/>
                          </a:solidFill>
                          <a:effectLst/>
                          <a:latin typeface="+mn-lt"/>
                        </a:rPr>
                        <a:t>09</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2025–10</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2025–11</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2025–12</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2026–01</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2026–02</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2026–03</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2026–04</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2026–05</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2026–06</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2026–07</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2026–08</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2026–09</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2026–10</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2026–11</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2026–12</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2027–01</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2027–02</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extLst>
                  <a:ext uri="{0D108BD9-81ED-4DB2-BD59-A6C34878D82A}">
                    <a16:rowId xmlns:a16="http://schemas.microsoft.com/office/drawing/2014/main" val="2191805895"/>
                  </a:ext>
                </a:extLst>
              </a:tr>
              <a:tr h="376609">
                <a:tc>
                  <a:txBody>
                    <a:bodyPr/>
                    <a:lstStyle/>
                    <a:p>
                      <a:pPr marL="0" algn="l" defTabSz="914400" rtl="0" eaLnBrk="1" fontAlgn="t" latinLnBrk="0" hangingPunct="1"/>
                      <a:r>
                        <a:rPr lang="en-US" altLang="zh-CN" sz="800" u="none" strike="noStrike" kern="1200">
                          <a:solidFill>
                            <a:schemeClr val="dk1"/>
                          </a:solidFill>
                          <a:effectLst/>
                          <a:latin typeface="+mn-lt"/>
                        </a:rPr>
                        <a:t>Screening</a:t>
                      </a:r>
                    </a:p>
                    <a:p>
                      <a:pPr marL="0" algn="l" defTabSz="914400" rtl="0" eaLnBrk="1" fontAlgn="t" latinLnBrk="0" hangingPunct="1"/>
                      <a:r>
                        <a:rPr lang="en-US" altLang="zh-CN" sz="800" u="none" strike="noStrike" kern="1200">
                          <a:solidFill>
                            <a:schemeClr val="dk1"/>
                          </a:solidFill>
                          <a:effectLst/>
                          <a:latin typeface="+mn-lt"/>
                        </a:rPr>
                        <a:t>(planned)</a:t>
                      </a:r>
                      <a:endParaRPr lang="zh-CN" altLang="en-US" sz="800" u="none" strike="noStrike" kern="1200">
                        <a:solidFill>
                          <a:schemeClr val="dk1"/>
                        </a:solidFill>
                        <a:effectLst/>
                        <a:latin typeface="+mn-lt"/>
                        <a:ea typeface="+mn-ea"/>
                        <a:cs typeface="+mn-cs"/>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6F5F3"/>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86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130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174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793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1412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2031</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2649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3268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3887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5317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6747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8177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9607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11037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12467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13897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15340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15340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18086393"/>
                  </a:ext>
                </a:extLst>
              </a:tr>
              <a:tr h="376609">
                <a:tc>
                  <a:txBody>
                    <a:bodyPr/>
                    <a:lstStyle/>
                    <a:p>
                      <a:r>
                        <a:rPr lang="en-US" altLang="zh-CN" sz="800" u="none" strike="noStrike" kern="1200">
                          <a:solidFill>
                            <a:schemeClr val="dk1"/>
                          </a:solidFill>
                          <a:effectLst/>
                          <a:latin typeface="+mn-lt"/>
                        </a:rPr>
                        <a:t>Screening</a:t>
                      </a:r>
                    </a:p>
                    <a:p>
                      <a:r>
                        <a:rPr lang="en-US" altLang="zh-CN" sz="800" u="none" strike="noStrike" kern="1200">
                          <a:solidFill>
                            <a:schemeClr val="dk1"/>
                          </a:solidFill>
                          <a:effectLst/>
                          <a:latin typeface="+mn-lt"/>
                        </a:rPr>
                        <a:t>(Actual)</a:t>
                      </a:r>
                      <a:endParaRPr lang="zh-CN" altLang="en-US" sz="800" u="none" strike="noStrike" kern="1200">
                        <a:solidFill>
                          <a:schemeClr val="dk1"/>
                        </a:solidFill>
                        <a:effectLst/>
                        <a:latin typeface="+mn-lt"/>
                        <a:ea typeface="+mn-ea"/>
                        <a:cs typeface="+mn-cs"/>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114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417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1146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1922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3249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4733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6372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7049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76609">
                <a:tc>
                  <a:txBody>
                    <a:bodyPr/>
                    <a:lstStyle/>
                    <a:p>
                      <a:pPr algn="l" fontAlgn="t"/>
                      <a:r>
                        <a:rPr lang="en-US" altLang="zh-CN" sz="800" u="none" strike="noStrike">
                          <a:effectLst/>
                          <a:latin typeface="+mn-lt"/>
                        </a:rPr>
                        <a:t>Randomized</a:t>
                      </a:r>
                    </a:p>
                    <a:p>
                      <a:pPr algn="l" fontAlgn="t"/>
                      <a:r>
                        <a:rPr lang="en-US" altLang="zh-CN" sz="800" u="none" strike="noStrike">
                          <a:effectLst/>
                          <a:latin typeface="+mn-lt"/>
                        </a:rPr>
                        <a:t> (Planned)</a:t>
                      </a:r>
                      <a:endParaRPr lang="en-US" altLang="zh-CN" sz="800" b="1" i="0" u="none" strike="noStrike">
                        <a:solidFill>
                          <a:srgbClr val="000000"/>
                        </a:solidFill>
                        <a:effectLst/>
                        <a:latin typeface="+mn-lt"/>
                        <a:ea typeface="等线" panose="02010600030101010101" pitchFamily="2" charset="-122"/>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100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134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610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1086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1562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2038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2514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2990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4090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5190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6290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7390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8490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9590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10690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11800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2902139818"/>
                  </a:ext>
                </a:extLst>
              </a:tr>
              <a:tr h="376609">
                <a:tc>
                  <a:txBody>
                    <a:bodyPr/>
                    <a:lstStyle/>
                    <a:p>
                      <a:pPr algn="l" fontAlgn="t"/>
                      <a:r>
                        <a:rPr lang="en-US" altLang="zh-CN" sz="800" u="none" strike="noStrike">
                          <a:effectLst/>
                          <a:latin typeface="+mn-lt"/>
                        </a:rPr>
                        <a:t>Randomized (Actual)</a:t>
                      </a:r>
                      <a:endParaRPr lang="en-US" altLang="zh-CN" sz="800" b="1" i="0" u="none" strike="noStrike">
                        <a:solidFill>
                          <a:srgbClr val="000000"/>
                        </a:solidFill>
                        <a:effectLst/>
                        <a:latin typeface="+mn-lt"/>
                        <a:ea typeface="等线" panose="02010600030101010101" pitchFamily="2" charset="-122"/>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168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485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1108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100" b="0" i="0" u="none" strike="noStrike">
                          <a:solidFill>
                            <a:srgbClr val="000000"/>
                          </a:solidFill>
                          <a:effectLst/>
                          <a:latin typeface="Calibri" panose="020F0502020204030204" pitchFamily="34" charset="0"/>
                          <a:ea typeface="等线" panose="02010600030101010101" pitchFamily="2" charset="-122"/>
                        </a:rPr>
                        <a:t>1761</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2807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3965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1100" b="0" i="0" u="none" strike="noStrike">
                          <a:solidFill>
                            <a:srgbClr val="000000"/>
                          </a:solidFill>
                          <a:effectLst/>
                          <a:latin typeface="Calibri" panose="020F0502020204030204" pitchFamily="34" charset="0"/>
                          <a:ea typeface="等线" panose="02010600030101010101" pitchFamily="2" charset="-122"/>
                        </a:rPr>
                        <a:t>4499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panose="020F0502020204030204" pitchFamily="34" charset="0"/>
                          <a:ea typeface="等线" panose="02010600030101010101" pitchFamily="2" charset="-122"/>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bl>
          </a:graphicData>
        </a:graphic>
      </p:graphicFrame>
      <p:sp>
        <p:nvSpPr>
          <p:cNvPr id="16" name="Rectangle 5">
            <a:extLst>
              <a:ext uri="{FF2B5EF4-FFF2-40B4-BE49-F238E27FC236}">
                <a16:creationId xmlns:a16="http://schemas.microsoft.com/office/drawing/2014/main" id="{06F3FAE2-9383-CBFE-A1FA-089E6330023E}"/>
              </a:ext>
            </a:extLst>
          </p:cNvPr>
          <p:cNvSpPr/>
          <p:nvPr/>
        </p:nvSpPr>
        <p:spPr>
          <a:xfrm>
            <a:off x="3591564" y="1702784"/>
            <a:ext cx="3354520" cy="601011"/>
          </a:xfrm>
          <a:prstGeom prst="rect">
            <a:avLst/>
          </a:prstGeom>
          <a:solidFill>
            <a:srgbClr val="FBF9A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numCol="2" rtlCol="0" anchor="ctr">
            <a:noAutofit/>
          </a:bodyPr>
          <a:lstStyle/>
          <a:p>
            <a:pPr lvl="0">
              <a:lnSpc>
                <a:spcPct val="110000"/>
              </a:lnSpc>
            </a:pPr>
            <a:r>
              <a:rPr lang="en-US" sz="1000">
                <a:solidFill>
                  <a:schemeClr val="tx1"/>
                </a:solidFill>
              </a:rPr>
              <a:t>Total Screened = 7049</a:t>
            </a:r>
          </a:p>
          <a:p>
            <a:pPr lvl="0">
              <a:lnSpc>
                <a:spcPct val="110000"/>
              </a:lnSpc>
            </a:pPr>
            <a:r>
              <a:rPr lang="en-US" sz="1000">
                <a:solidFill>
                  <a:schemeClr val="tx1"/>
                </a:solidFill>
              </a:rPr>
              <a:t>Total Randomized = 4499</a:t>
            </a:r>
          </a:p>
          <a:p>
            <a:pPr lvl="0">
              <a:lnSpc>
                <a:spcPct val="110000"/>
              </a:lnSpc>
            </a:pPr>
            <a:r>
              <a:rPr lang="en-US" sz="1000">
                <a:solidFill>
                  <a:schemeClr val="tx1"/>
                </a:solidFill>
              </a:rPr>
              <a:t>Total SF = 1934</a:t>
            </a:r>
          </a:p>
          <a:p>
            <a:pPr marL="282575" lvl="0">
              <a:lnSpc>
                <a:spcPct val="110000"/>
              </a:lnSpc>
            </a:pPr>
            <a:r>
              <a:rPr lang="en-US" sz="1000">
                <a:solidFill>
                  <a:schemeClr val="tx1"/>
                </a:solidFill>
              </a:rPr>
              <a:t>SFR = 27%</a:t>
            </a:r>
          </a:p>
          <a:p>
            <a:pPr marL="282575">
              <a:lnSpc>
                <a:spcPct val="110000"/>
              </a:lnSpc>
            </a:pPr>
            <a:r>
              <a:rPr lang="en-US" sz="1000">
                <a:solidFill>
                  <a:schemeClr val="tx1"/>
                </a:solidFill>
              </a:rPr>
              <a:t>In screening: 794</a:t>
            </a:r>
          </a:p>
        </p:txBody>
      </p:sp>
    </p:spTree>
    <p:extLst>
      <p:ext uri="{BB962C8B-B14F-4D97-AF65-F5344CB8AC3E}">
        <p14:creationId xmlns:p14="http://schemas.microsoft.com/office/powerpoint/2010/main" val="13304780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E8BEF-CCC1-5CAC-6A28-95B6755B8FD4}"/>
            </a:ext>
          </a:extLst>
        </p:cNvPr>
        <p:cNvGrpSpPr/>
        <p:nvPr/>
      </p:nvGrpSpPr>
      <p:grpSpPr>
        <a:xfrm>
          <a:off x="0" y="0"/>
          <a:ext cx="0" cy="0"/>
          <a:chOff x="0" y="0"/>
          <a:chExt cx="0" cy="0"/>
        </a:xfrm>
      </p:grpSpPr>
      <p:sp>
        <p:nvSpPr>
          <p:cNvPr id="60" name="Rectangle 59">
            <a:extLst>
              <a:ext uri="{FF2B5EF4-FFF2-40B4-BE49-F238E27FC236}">
                <a16:creationId xmlns:a16="http://schemas.microsoft.com/office/drawing/2014/main" id="{A26FB097-A12B-BFE9-DF8F-82D9680D7CF4}"/>
              </a:ext>
            </a:extLst>
          </p:cNvPr>
          <p:cNvSpPr/>
          <p:nvPr/>
        </p:nvSpPr>
        <p:spPr bwMode="gray">
          <a:xfrm>
            <a:off x="404812" y="1105884"/>
            <a:ext cx="11382376" cy="4968314"/>
          </a:xfrm>
          <a:prstGeom prst="rect">
            <a:avLst/>
          </a:prstGeom>
          <a:solidFill>
            <a:schemeClr val="bg1"/>
          </a:solidFill>
          <a:ln w="6350">
            <a:solidFill>
              <a:srgbClr val="B7B6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GB" sz="1600">
              <a:solidFill>
                <a:schemeClr val="tx1"/>
              </a:solidFill>
            </a:endParaRPr>
          </a:p>
        </p:txBody>
      </p:sp>
      <p:graphicFrame>
        <p:nvGraphicFramePr>
          <p:cNvPr id="4" name="Chart 6">
            <a:extLst>
              <a:ext uri="{FF2B5EF4-FFF2-40B4-BE49-F238E27FC236}">
                <a16:creationId xmlns:a16="http://schemas.microsoft.com/office/drawing/2014/main" id="{73207099-613B-4188-B37D-91BA5B30A0AB}"/>
              </a:ext>
            </a:extLst>
          </p:cNvPr>
          <p:cNvGraphicFramePr>
            <a:graphicFrameLocks/>
          </p:cNvGraphicFramePr>
          <p:nvPr/>
        </p:nvGraphicFramePr>
        <p:xfrm>
          <a:off x="479424" y="1196975"/>
          <a:ext cx="11233147" cy="2979046"/>
        </p:xfrm>
        <a:graphic>
          <a:graphicData uri="http://schemas.openxmlformats.org/drawingml/2006/chart">
            <c:chart xmlns:c="http://schemas.openxmlformats.org/drawingml/2006/chart" xmlns:r="http://schemas.openxmlformats.org/officeDocument/2006/relationships" r:id="rId3"/>
          </a:graphicData>
        </a:graphic>
      </p:graphicFrame>
      <p:sp>
        <p:nvSpPr>
          <p:cNvPr id="18" name="Title 1">
            <a:extLst>
              <a:ext uri="{FF2B5EF4-FFF2-40B4-BE49-F238E27FC236}">
                <a16:creationId xmlns:a16="http://schemas.microsoft.com/office/drawing/2014/main" id="{A5B29BBB-4175-474E-0862-74E969209E6B}"/>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endParaRPr lang="en-IN"/>
          </a:p>
        </p:txBody>
      </p:sp>
      <p:sp>
        <p:nvSpPr>
          <p:cNvPr id="23" name="标题 2">
            <a:extLst>
              <a:ext uri="{FF2B5EF4-FFF2-40B4-BE49-F238E27FC236}">
                <a16:creationId xmlns:a16="http://schemas.microsoft.com/office/drawing/2014/main" id="{4DAF5B0E-3B92-E7BD-E23A-61898C2A62C2}"/>
              </a:ext>
            </a:extLst>
          </p:cNvPr>
          <p:cNvSpPr>
            <a:spLocks noGrp="1"/>
          </p:cNvSpPr>
          <p:nvPr>
            <p:ph type="title"/>
          </p:nvPr>
        </p:nvSpPr>
        <p:spPr>
          <a:xfrm>
            <a:off x="479425" y="476250"/>
            <a:ext cx="11233150" cy="384721"/>
          </a:xfrm>
        </p:spPr>
        <p:txBody>
          <a:bodyPr wrap="square" anchor="t">
            <a:spAutoFit/>
          </a:bodyPr>
          <a:lstStyle/>
          <a:p>
            <a:r>
              <a:rPr kumimoji="0" lang="en-US" altLang="zh-CN" sz="2300" b="1" i="0" u="none" strike="noStrike" kern="1200" cap="none" spc="0" normalizeH="0" baseline="0" noProof="0">
                <a:ln>
                  <a:noFill/>
                </a:ln>
                <a:solidFill>
                  <a:srgbClr val="08312A"/>
                </a:solidFill>
                <a:effectLst/>
                <a:uLnTx/>
                <a:uFillTx/>
                <a:latin typeface="Boehringer Forward Head"/>
                <a:ea typeface="Meiryo UI"/>
                <a:cs typeface="+mj-cs"/>
              </a:rPr>
              <a:t>1378-0041 </a:t>
            </a:r>
            <a:r>
              <a:rPr kumimoji="0" lang="en-US" altLang="zh-CN" sz="2300" b="1" i="0" u="none" strike="noStrike" kern="1200" cap="none" spc="0" normalizeH="0" baseline="0" noProof="0" err="1">
                <a:ln>
                  <a:noFill/>
                </a:ln>
                <a:solidFill>
                  <a:srgbClr val="08312A"/>
                </a:solidFill>
                <a:effectLst/>
                <a:uLnTx/>
                <a:uFillTx/>
                <a:latin typeface="Boehringer Forward Head"/>
                <a:ea typeface="Meiryo UI"/>
                <a:cs typeface="+mj-cs"/>
              </a:rPr>
              <a:t>EASi</a:t>
            </a:r>
            <a:r>
              <a:rPr kumimoji="0" lang="en-US" altLang="zh-CN" sz="2300" b="1" i="0" u="none" strike="noStrike" kern="1200" cap="none" spc="0" normalizeH="0" baseline="0" noProof="0">
                <a:ln>
                  <a:noFill/>
                </a:ln>
                <a:solidFill>
                  <a:srgbClr val="08312A"/>
                </a:solidFill>
                <a:effectLst/>
                <a:uLnTx/>
                <a:uFillTx/>
                <a:latin typeface="Boehringer Forward Head"/>
                <a:ea typeface="Meiryo UI"/>
                <a:cs typeface="+mj-cs"/>
              </a:rPr>
              <a:t>-PROTKT</a:t>
            </a:r>
            <a:r>
              <a:rPr kumimoji="0" lang="en-US" altLang="zh-CN" sz="2300" b="1" i="0" u="none" strike="noStrike" kern="1200" cap="none" spc="0" normalizeH="0" baseline="30000" noProof="0">
                <a:ln>
                  <a:noFill/>
                </a:ln>
                <a:solidFill>
                  <a:srgbClr val="08312A"/>
                </a:solidFill>
                <a:effectLst/>
                <a:uLnTx/>
                <a:uFillTx/>
                <a:latin typeface="Boehringer Forward Head"/>
                <a:ea typeface="Meiryo UI"/>
                <a:cs typeface="+mj-cs"/>
              </a:rPr>
              <a:t>TM</a:t>
            </a:r>
            <a:r>
              <a:rPr kumimoji="0" lang="en-US" altLang="zh-CN" sz="2300" b="1" i="0" u="none" strike="noStrike" kern="1200" cap="none" spc="0" normalizeH="0" baseline="0" noProof="0">
                <a:ln>
                  <a:noFill/>
                </a:ln>
                <a:solidFill>
                  <a:srgbClr val="08312A"/>
                </a:solidFill>
                <a:effectLst/>
                <a:uLnTx/>
                <a:uFillTx/>
                <a:latin typeface="Boehringer Forward Head"/>
                <a:ea typeface="Meiryo UI"/>
                <a:cs typeface="+mj-cs"/>
              </a:rPr>
              <a:t> dated on </a:t>
            </a:r>
            <a:r>
              <a:rPr lang="en-US" altLang="zh-CN" sz="2300">
                <a:solidFill>
                  <a:srgbClr val="08312A"/>
                </a:solidFill>
                <a:latin typeface="Boehringer Forward Head"/>
                <a:ea typeface="Meiryo UI"/>
              </a:rPr>
              <a:t>11</a:t>
            </a:r>
            <a:r>
              <a:rPr lang="en-US" altLang="zh-CN" sz="2300" baseline="30000">
                <a:solidFill>
                  <a:srgbClr val="08312A"/>
                </a:solidFill>
                <a:latin typeface="Boehringer Forward Head"/>
                <a:ea typeface="Meiryo UI"/>
              </a:rPr>
              <a:t>th</a:t>
            </a:r>
            <a:r>
              <a:rPr kumimoji="0" lang="en-US" altLang="zh-CN" sz="2300" b="1" i="0" u="none" strike="noStrike" kern="1200" cap="none" spc="0" normalizeH="0" baseline="0" noProof="0">
                <a:ln>
                  <a:noFill/>
                </a:ln>
                <a:solidFill>
                  <a:srgbClr val="08312A"/>
                </a:solidFill>
                <a:effectLst/>
                <a:uLnTx/>
                <a:uFillTx/>
                <a:latin typeface="Boehringer Forward Head"/>
                <a:ea typeface="Meiryo UI"/>
                <a:cs typeface="+mj-cs"/>
              </a:rPr>
              <a:t> April 2026</a:t>
            </a:r>
            <a:r>
              <a:rPr lang="en-US" altLang="zh-CN" i="1">
                <a:solidFill>
                  <a:srgbClr val="EE6541"/>
                </a:solidFill>
              </a:rPr>
              <a:t>(China recruitment status)</a:t>
            </a:r>
          </a:p>
        </p:txBody>
      </p:sp>
      <p:sp>
        <p:nvSpPr>
          <p:cNvPr id="65" name="Rectangle 5">
            <a:extLst>
              <a:ext uri="{FF2B5EF4-FFF2-40B4-BE49-F238E27FC236}">
                <a16:creationId xmlns:a16="http://schemas.microsoft.com/office/drawing/2014/main" id="{3886E247-DBFE-7E91-31E8-E71B2D7E63A4}"/>
              </a:ext>
            </a:extLst>
          </p:cNvPr>
          <p:cNvSpPr/>
          <p:nvPr/>
        </p:nvSpPr>
        <p:spPr>
          <a:xfrm>
            <a:off x="3649784" y="1826609"/>
            <a:ext cx="3098488" cy="601011"/>
          </a:xfrm>
          <a:prstGeom prst="rect">
            <a:avLst/>
          </a:prstGeom>
          <a:solidFill>
            <a:srgbClr val="FBF9A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numCol="2" rtlCol="0" anchor="ctr">
            <a:noAutofit/>
          </a:bodyPr>
          <a:lstStyle/>
          <a:p>
            <a:pPr lvl="0">
              <a:lnSpc>
                <a:spcPct val="110000"/>
              </a:lnSpc>
            </a:pPr>
            <a:r>
              <a:rPr lang="en-US" sz="1000">
                <a:solidFill>
                  <a:schemeClr val="tx1"/>
                </a:solidFill>
              </a:rPr>
              <a:t>Total Screened = 316</a:t>
            </a:r>
          </a:p>
          <a:p>
            <a:pPr lvl="0">
              <a:lnSpc>
                <a:spcPct val="110000"/>
              </a:lnSpc>
            </a:pPr>
            <a:r>
              <a:rPr lang="en-US" sz="1000">
                <a:solidFill>
                  <a:schemeClr val="tx1"/>
                </a:solidFill>
              </a:rPr>
              <a:t>Total Randomized = 215</a:t>
            </a:r>
          </a:p>
          <a:p>
            <a:pPr lvl="0">
              <a:lnSpc>
                <a:spcPct val="110000"/>
              </a:lnSpc>
            </a:pPr>
            <a:r>
              <a:rPr lang="en-US" sz="1000">
                <a:solidFill>
                  <a:schemeClr val="tx1"/>
                </a:solidFill>
              </a:rPr>
              <a:t>Total SF = 64</a:t>
            </a:r>
          </a:p>
          <a:p>
            <a:pPr marL="282575" lvl="0">
              <a:lnSpc>
                <a:spcPct val="110000"/>
              </a:lnSpc>
            </a:pPr>
            <a:r>
              <a:rPr lang="en-US" sz="1000">
                <a:solidFill>
                  <a:schemeClr val="tx1"/>
                </a:solidFill>
              </a:rPr>
              <a:t>SFR = 20%</a:t>
            </a:r>
          </a:p>
          <a:p>
            <a:pPr marL="282575">
              <a:lnSpc>
                <a:spcPct val="110000"/>
              </a:lnSpc>
            </a:pPr>
            <a:r>
              <a:rPr lang="en-US" sz="1000">
                <a:solidFill>
                  <a:schemeClr val="tx1"/>
                </a:solidFill>
              </a:rPr>
              <a:t>In screening: 40</a:t>
            </a:r>
          </a:p>
        </p:txBody>
      </p:sp>
      <p:sp>
        <p:nvSpPr>
          <p:cNvPr id="67" name="Slide Number Placeholder 66">
            <a:extLst>
              <a:ext uri="{FF2B5EF4-FFF2-40B4-BE49-F238E27FC236}">
                <a16:creationId xmlns:a16="http://schemas.microsoft.com/office/drawing/2014/main" id="{68505FD9-1FA5-346B-9E24-EDA226A8CCCB}"/>
              </a:ext>
            </a:extLst>
          </p:cNvPr>
          <p:cNvSpPr>
            <a:spLocks noGrp="1"/>
          </p:cNvSpPr>
          <p:nvPr>
            <p:ph type="sldNum" sz="quarter" idx="11"/>
          </p:nvPr>
        </p:nvSpPr>
        <p:spPr/>
        <p:txBody>
          <a:bodyPr/>
          <a:lstStyle/>
          <a:p>
            <a:fld id="{8FF9B0DE-3FEB-4AA0-B465-B80EF7C1333D}" type="slidenum">
              <a:rPr lang="en-US" smtClean="0"/>
              <a:pPr/>
              <a:t>52</a:t>
            </a:fld>
            <a:endParaRPr lang="en-US"/>
          </a:p>
        </p:txBody>
      </p:sp>
      <p:graphicFrame>
        <p:nvGraphicFramePr>
          <p:cNvPr id="2" name="表格 1">
            <a:extLst>
              <a:ext uri="{FF2B5EF4-FFF2-40B4-BE49-F238E27FC236}">
                <a16:creationId xmlns:a16="http://schemas.microsoft.com/office/drawing/2014/main" id="{EA5C28A8-3824-5F7F-ABEB-6D6736D65E4A}"/>
              </a:ext>
            </a:extLst>
          </p:cNvPr>
          <p:cNvGraphicFramePr>
            <a:graphicFrameLocks noGrp="1"/>
          </p:cNvGraphicFramePr>
          <p:nvPr>
            <p:extLst>
              <p:ext uri="{D42A27DB-BD31-4B8C-83A1-F6EECF244321}">
                <p14:modId xmlns:p14="http://schemas.microsoft.com/office/powerpoint/2010/main" val="557442209"/>
              </p:ext>
            </p:extLst>
          </p:nvPr>
        </p:nvGraphicFramePr>
        <p:xfrm>
          <a:off x="479424" y="4260899"/>
          <a:ext cx="11233147" cy="1728420"/>
        </p:xfrm>
        <a:graphic>
          <a:graphicData uri="http://schemas.openxmlformats.org/drawingml/2006/table">
            <a:tbl>
              <a:tblPr>
                <a:tableStyleId>{9D7B26C5-4107-4FEC-AEDC-1716B250A1EF}</a:tableStyleId>
              </a:tblPr>
              <a:tblGrid>
                <a:gridCol w="1233319">
                  <a:extLst>
                    <a:ext uri="{9D8B030D-6E8A-4147-A177-3AD203B41FA5}">
                      <a16:colId xmlns:a16="http://schemas.microsoft.com/office/drawing/2014/main" val="3473625976"/>
                    </a:ext>
                  </a:extLst>
                </a:gridCol>
                <a:gridCol w="555546">
                  <a:extLst>
                    <a:ext uri="{9D8B030D-6E8A-4147-A177-3AD203B41FA5}">
                      <a16:colId xmlns:a16="http://schemas.microsoft.com/office/drawing/2014/main" val="2511394184"/>
                    </a:ext>
                  </a:extLst>
                </a:gridCol>
                <a:gridCol w="555546">
                  <a:extLst>
                    <a:ext uri="{9D8B030D-6E8A-4147-A177-3AD203B41FA5}">
                      <a16:colId xmlns:a16="http://schemas.microsoft.com/office/drawing/2014/main" val="1006931387"/>
                    </a:ext>
                  </a:extLst>
                </a:gridCol>
                <a:gridCol w="555546">
                  <a:extLst>
                    <a:ext uri="{9D8B030D-6E8A-4147-A177-3AD203B41FA5}">
                      <a16:colId xmlns:a16="http://schemas.microsoft.com/office/drawing/2014/main" val="1580186530"/>
                    </a:ext>
                  </a:extLst>
                </a:gridCol>
                <a:gridCol w="555546">
                  <a:extLst>
                    <a:ext uri="{9D8B030D-6E8A-4147-A177-3AD203B41FA5}">
                      <a16:colId xmlns:a16="http://schemas.microsoft.com/office/drawing/2014/main" val="2077854728"/>
                    </a:ext>
                  </a:extLst>
                </a:gridCol>
                <a:gridCol w="555546">
                  <a:extLst>
                    <a:ext uri="{9D8B030D-6E8A-4147-A177-3AD203B41FA5}">
                      <a16:colId xmlns:a16="http://schemas.microsoft.com/office/drawing/2014/main" val="1923209731"/>
                    </a:ext>
                  </a:extLst>
                </a:gridCol>
                <a:gridCol w="555546">
                  <a:extLst>
                    <a:ext uri="{9D8B030D-6E8A-4147-A177-3AD203B41FA5}">
                      <a16:colId xmlns:a16="http://schemas.microsoft.com/office/drawing/2014/main" val="1904945596"/>
                    </a:ext>
                  </a:extLst>
                </a:gridCol>
                <a:gridCol w="555546">
                  <a:extLst>
                    <a:ext uri="{9D8B030D-6E8A-4147-A177-3AD203B41FA5}">
                      <a16:colId xmlns:a16="http://schemas.microsoft.com/office/drawing/2014/main" val="3832727492"/>
                    </a:ext>
                  </a:extLst>
                </a:gridCol>
                <a:gridCol w="555546">
                  <a:extLst>
                    <a:ext uri="{9D8B030D-6E8A-4147-A177-3AD203B41FA5}">
                      <a16:colId xmlns:a16="http://schemas.microsoft.com/office/drawing/2014/main" val="3120066975"/>
                    </a:ext>
                  </a:extLst>
                </a:gridCol>
                <a:gridCol w="555546">
                  <a:extLst>
                    <a:ext uri="{9D8B030D-6E8A-4147-A177-3AD203B41FA5}">
                      <a16:colId xmlns:a16="http://schemas.microsoft.com/office/drawing/2014/main" val="3924652231"/>
                    </a:ext>
                  </a:extLst>
                </a:gridCol>
                <a:gridCol w="555546">
                  <a:extLst>
                    <a:ext uri="{9D8B030D-6E8A-4147-A177-3AD203B41FA5}">
                      <a16:colId xmlns:a16="http://schemas.microsoft.com/office/drawing/2014/main" val="139508724"/>
                    </a:ext>
                  </a:extLst>
                </a:gridCol>
                <a:gridCol w="555546">
                  <a:extLst>
                    <a:ext uri="{9D8B030D-6E8A-4147-A177-3AD203B41FA5}">
                      <a16:colId xmlns:a16="http://schemas.microsoft.com/office/drawing/2014/main" val="1582784343"/>
                    </a:ext>
                  </a:extLst>
                </a:gridCol>
                <a:gridCol w="555546">
                  <a:extLst>
                    <a:ext uri="{9D8B030D-6E8A-4147-A177-3AD203B41FA5}">
                      <a16:colId xmlns:a16="http://schemas.microsoft.com/office/drawing/2014/main" val="4187133416"/>
                    </a:ext>
                  </a:extLst>
                </a:gridCol>
                <a:gridCol w="555546">
                  <a:extLst>
                    <a:ext uri="{9D8B030D-6E8A-4147-A177-3AD203B41FA5}">
                      <a16:colId xmlns:a16="http://schemas.microsoft.com/office/drawing/2014/main" val="3581936348"/>
                    </a:ext>
                  </a:extLst>
                </a:gridCol>
                <a:gridCol w="555546">
                  <a:extLst>
                    <a:ext uri="{9D8B030D-6E8A-4147-A177-3AD203B41FA5}">
                      <a16:colId xmlns:a16="http://schemas.microsoft.com/office/drawing/2014/main" val="2530529000"/>
                    </a:ext>
                  </a:extLst>
                </a:gridCol>
                <a:gridCol w="555546">
                  <a:extLst>
                    <a:ext uri="{9D8B030D-6E8A-4147-A177-3AD203B41FA5}">
                      <a16:colId xmlns:a16="http://schemas.microsoft.com/office/drawing/2014/main" val="3846253994"/>
                    </a:ext>
                  </a:extLst>
                </a:gridCol>
                <a:gridCol w="555546">
                  <a:extLst>
                    <a:ext uri="{9D8B030D-6E8A-4147-A177-3AD203B41FA5}">
                      <a16:colId xmlns:a16="http://schemas.microsoft.com/office/drawing/2014/main" val="420172467"/>
                    </a:ext>
                  </a:extLst>
                </a:gridCol>
                <a:gridCol w="555546">
                  <a:extLst>
                    <a:ext uri="{9D8B030D-6E8A-4147-A177-3AD203B41FA5}">
                      <a16:colId xmlns:a16="http://schemas.microsoft.com/office/drawing/2014/main" val="2349683200"/>
                    </a:ext>
                  </a:extLst>
                </a:gridCol>
                <a:gridCol w="555546">
                  <a:extLst>
                    <a:ext uri="{9D8B030D-6E8A-4147-A177-3AD203B41FA5}">
                      <a16:colId xmlns:a16="http://schemas.microsoft.com/office/drawing/2014/main" val="232587003"/>
                    </a:ext>
                  </a:extLst>
                </a:gridCol>
              </a:tblGrid>
              <a:tr h="345684">
                <a:tc>
                  <a:txBody>
                    <a:bodyPr/>
                    <a:lstStyle/>
                    <a:p>
                      <a:pPr algn="l" fontAlgn="t"/>
                      <a:r>
                        <a:rPr lang="en-US" sz="800" b="1" u="none" strike="noStrike">
                          <a:solidFill>
                            <a:schemeClr val="tx2"/>
                          </a:solidFill>
                          <a:effectLst/>
                          <a:latin typeface="+mn-lt"/>
                        </a:rPr>
                        <a:t> Months</a:t>
                      </a:r>
                      <a:endParaRPr lang="en-US" sz="800" b="1" i="0" u="none" strike="noStrike">
                        <a:solidFill>
                          <a:schemeClr val="tx2"/>
                        </a:solidFill>
                        <a:effectLst/>
                        <a:latin typeface="+mn-lt"/>
                        <a:ea typeface="等线" panose="02010600030101010101" pitchFamily="2" charset="-122"/>
                      </a:endParaRPr>
                    </a:p>
                  </a:txBody>
                  <a:tcPr marL="18288" marR="18288"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2025</a:t>
                      </a:r>
                      <a:r>
                        <a:rPr lang="en-US" altLang="zh-CN" sz="800" b="1" u="none" strike="noStrike">
                          <a:solidFill>
                            <a:schemeClr val="tx2"/>
                          </a:solidFill>
                          <a:effectLst/>
                          <a:latin typeface="+mn-lt"/>
                        </a:rPr>
                        <a:t>–</a:t>
                      </a:r>
                      <a:r>
                        <a:rPr lang="en-US" sz="800" b="1" u="none" strike="noStrike">
                          <a:solidFill>
                            <a:schemeClr val="tx2"/>
                          </a:solidFill>
                          <a:effectLst/>
                          <a:latin typeface="+mn-lt"/>
                        </a:rPr>
                        <a:t>09</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2025–10</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2025–11</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2025–12</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2026–01</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2026–02</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2026–03</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2026–04</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2026–05</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2026–06</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2026–07</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2026–08</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2026–09</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srgbClr val="00E47C"/>
                          </a:solidFill>
                          <a:effectLst/>
                          <a:uLnTx/>
                          <a:uFillTx/>
                          <a:latin typeface="Boehringer Forward Text"/>
                          <a:ea typeface="Meiryo UI"/>
                          <a:cs typeface="+mn-cs"/>
                        </a:rPr>
                        <a:t>2026–10</a:t>
                      </a: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2026–11</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2026–12</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2027–01</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tc>
                  <a:txBody>
                    <a:bodyPr/>
                    <a:lstStyle/>
                    <a:p>
                      <a:pPr algn="ctr" rtl="0" fontAlgn="b"/>
                      <a:r>
                        <a:rPr lang="en-US" sz="800" b="1" u="none" strike="noStrike">
                          <a:solidFill>
                            <a:schemeClr val="tx2"/>
                          </a:solidFill>
                          <a:effectLst/>
                          <a:latin typeface="+mn-lt"/>
                        </a:rPr>
                        <a:t>2027–02</a:t>
                      </a:r>
                      <a:endParaRPr lang="en-US" sz="800" b="1" i="0" u="none" strike="noStrike">
                        <a:solidFill>
                          <a:schemeClr val="tx2"/>
                        </a:solidFill>
                        <a:effectLst/>
                        <a:latin typeface="+mn-lt"/>
                      </a:endParaRPr>
                    </a:p>
                  </a:txBody>
                  <a:tcPr marL="18288" marR="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2"/>
                    </a:solidFill>
                  </a:tcPr>
                </a:tc>
                <a:extLst>
                  <a:ext uri="{0D108BD9-81ED-4DB2-BD59-A6C34878D82A}">
                    <a16:rowId xmlns:a16="http://schemas.microsoft.com/office/drawing/2014/main" val="2191805895"/>
                  </a:ext>
                </a:extLst>
              </a:tr>
              <a:tr h="345684">
                <a:tc>
                  <a:txBody>
                    <a:bodyPr/>
                    <a:lstStyle/>
                    <a:p>
                      <a:pPr marL="0" algn="l" defTabSz="914400" rtl="0" eaLnBrk="1" fontAlgn="t" latinLnBrk="0" hangingPunct="1"/>
                      <a:r>
                        <a:rPr lang="en-US" altLang="zh-CN" sz="800" u="none" strike="noStrike" kern="1200">
                          <a:solidFill>
                            <a:schemeClr val="dk1"/>
                          </a:solidFill>
                          <a:effectLst/>
                          <a:latin typeface="+mn-lt"/>
                        </a:rPr>
                        <a:t>Screening</a:t>
                      </a:r>
                    </a:p>
                    <a:p>
                      <a:pPr marL="0" algn="l" defTabSz="914400" rtl="0" eaLnBrk="1" fontAlgn="t" latinLnBrk="0" hangingPunct="1"/>
                      <a:r>
                        <a:rPr lang="en-US" altLang="zh-CN" sz="800" u="none" strike="noStrike" kern="1200">
                          <a:solidFill>
                            <a:schemeClr val="dk1"/>
                          </a:solidFill>
                          <a:effectLst/>
                          <a:latin typeface="+mn-lt"/>
                        </a:rPr>
                        <a:t>(planned)</a:t>
                      </a:r>
                      <a:endParaRPr lang="zh-CN" altLang="en-US" sz="800" u="none" strike="noStrike" kern="1200">
                        <a:solidFill>
                          <a:schemeClr val="dk1"/>
                        </a:solidFill>
                        <a:effectLst/>
                        <a:latin typeface="+mn-lt"/>
                        <a:ea typeface="+mn-ea"/>
                        <a:cs typeface="+mn-cs"/>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6F5F3"/>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900" b="0" i="0" u="none" strike="noStrike">
                          <a:solidFill>
                            <a:srgbClr val="000000"/>
                          </a:solidFill>
                          <a:effectLst/>
                          <a:latin typeface="Calibri" panose="020F0502020204030204" pitchFamily="34" charset="0"/>
                          <a:ea typeface="等线" panose="02010600030101010101" pitchFamily="2" charset="-122"/>
                        </a:rPr>
                        <a:t>50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88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150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220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300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392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481</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588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687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786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880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970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1022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1062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1062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18086393"/>
                  </a:ext>
                </a:extLst>
              </a:tr>
              <a:tr h="345684">
                <a:tc>
                  <a:txBody>
                    <a:bodyPr/>
                    <a:lstStyle/>
                    <a:p>
                      <a:r>
                        <a:rPr lang="en-US" altLang="zh-CN" sz="800" u="none" strike="noStrike" kern="1200">
                          <a:solidFill>
                            <a:schemeClr val="dk1"/>
                          </a:solidFill>
                          <a:effectLst/>
                          <a:latin typeface="+mn-lt"/>
                        </a:rPr>
                        <a:t>Screening</a:t>
                      </a:r>
                    </a:p>
                    <a:p>
                      <a:r>
                        <a:rPr lang="en-US" altLang="zh-CN" sz="800" u="none" strike="noStrike" kern="1200">
                          <a:solidFill>
                            <a:schemeClr val="dk1"/>
                          </a:solidFill>
                          <a:effectLst/>
                          <a:latin typeface="+mn-lt"/>
                        </a:rPr>
                        <a:t>(Actual)</a:t>
                      </a:r>
                      <a:endParaRPr lang="zh-CN" altLang="en-US" sz="800" u="none" strike="noStrike" kern="1200">
                        <a:solidFill>
                          <a:schemeClr val="dk1"/>
                        </a:solidFill>
                        <a:effectLst/>
                        <a:latin typeface="+mn-lt"/>
                        <a:ea typeface="+mn-ea"/>
                        <a:cs typeface="+mn-cs"/>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55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91</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147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172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273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316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345684">
                <a:tc>
                  <a:txBody>
                    <a:bodyPr/>
                    <a:lstStyle/>
                    <a:p>
                      <a:pPr algn="l" fontAlgn="t"/>
                      <a:r>
                        <a:rPr lang="en-US" altLang="zh-CN" sz="800" u="none" strike="noStrike">
                          <a:effectLst/>
                          <a:latin typeface="+mn-lt"/>
                        </a:rPr>
                        <a:t>Randomized</a:t>
                      </a:r>
                    </a:p>
                    <a:p>
                      <a:pPr algn="l" fontAlgn="t"/>
                      <a:r>
                        <a:rPr lang="en-US" altLang="zh-CN" sz="800" u="none" strike="noStrike">
                          <a:effectLst/>
                          <a:latin typeface="+mn-lt"/>
                        </a:rPr>
                        <a:t> (Planned)</a:t>
                      </a:r>
                      <a:endParaRPr lang="en-US" altLang="zh-CN" sz="800" b="1" i="0" u="none" strike="noStrike">
                        <a:solidFill>
                          <a:srgbClr val="000000"/>
                        </a:solidFill>
                        <a:effectLst/>
                        <a:latin typeface="+mn-lt"/>
                        <a:ea typeface="等线" panose="02010600030101010101" pitchFamily="2" charset="-122"/>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12</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48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98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164</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229</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295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360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425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490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545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600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665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730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900" b="0" i="0" u="none" strike="noStrike">
                          <a:solidFill>
                            <a:srgbClr val="000000"/>
                          </a:solidFill>
                          <a:effectLst/>
                          <a:latin typeface="Calibri" panose="020F0502020204030204" pitchFamily="34" charset="0"/>
                          <a:ea typeface="等线" panose="02010600030101010101" pitchFamily="2" charset="-122"/>
                        </a:rPr>
                        <a:t>770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en-US" altLang="zh-CN" sz="900" b="0" i="0" u="none" strike="noStrike">
                          <a:solidFill>
                            <a:srgbClr val="000000"/>
                          </a:solidFill>
                          <a:effectLst/>
                          <a:latin typeface="Calibri" panose="020F0502020204030204" pitchFamily="34" charset="0"/>
                          <a:ea typeface="等线" panose="02010600030101010101" pitchFamily="2" charset="-122"/>
                        </a:rPr>
                        <a:t>797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2902139818"/>
                  </a:ext>
                </a:extLst>
              </a:tr>
              <a:tr h="345684">
                <a:tc>
                  <a:txBody>
                    <a:bodyPr/>
                    <a:lstStyle/>
                    <a:p>
                      <a:pPr algn="l" fontAlgn="t"/>
                      <a:r>
                        <a:rPr lang="en-US" altLang="zh-CN" sz="800" u="none" strike="noStrike">
                          <a:effectLst/>
                          <a:latin typeface="+mn-lt"/>
                        </a:rPr>
                        <a:t>Randomized (Actual)</a:t>
                      </a:r>
                      <a:endParaRPr lang="en-US" altLang="zh-CN" sz="800" b="1" i="0" u="none" strike="noStrike">
                        <a:solidFill>
                          <a:srgbClr val="000000"/>
                        </a:solidFill>
                        <a:effectLst/>
                        <a:latin typeface="+mn-lt"/>
                        <a:ea typeface="等线" panose="02010600030101010101" pitchFamily="2" charset="-122"/>
                      </a:endParaRPr>
                    </a:p>
                  </a:txBody>
                  <a:tcPr marL="45720" marR="45720" anchor="ctr">
                    <a:lnL w="12700" cap="flat" cmpd="sng" algn="ctr">
                      <a:no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rgbClr val="F6F5F3"/>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0</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3</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27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57</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98</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126</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panose="020F0502020204030204" pitchFamily="34" charset="0"/>
                          <a:ea typeface="等线" panose="02010600030101010101" pitchFamily="2" charset="-122"/>
                        </a:rPr>
                        <a:t>185</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rtl="0" fontAlgn="b">
                        <a:buNone/>
                      </a:pPr>
                      <a:r>
                        <a:rPr lang="en-US" altLang="zh-CN" sz="1000" b="0" i="0" u="none" strike="noStrike">
                          <a:solidFill>
                            <a:srgbClr val="000000"/>
                          </a:solidFill>
                          <a:effectLst/>
                          <a:latin typeface="Calibri"/>
                          <a:ea typeface="等线"/>
                        </a:rPr>
                        <a:t>215</a:t>
                      </a:r>
                      <a:endParaRPr lang="en-US" altLang="zh-CN" sz="1000" b="0" i="0" u="none" strike="noStrike">
                        <a:solidFill>
                          <a:srgbClr val="000000"/>
                        </a:solidFill>
                        <a:effectLst/>
                        <a:latin typeface="Calibri" panose="020F0502020204030204" pitchFamily="34" charset="0"/>
                        <a:ea typeface="等线" panose="02010600030101010101" pitchFamily="2" charset="-122"/>
                      </a:endParaRP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tc>
                  <a:txBody>
                    <a:bodyPr/>
                    <a:lstStyle/>
                    <a:p>
                      <a:pPr algn="ctr" fontAlgn="t">
                        <a:buNone/>
                      </a:pPr>
                      <a:r>
                        <a:rPr lang="zh-CN" altLang="en-US" sz="1100" b="0" i="0" u="none" strike="noStrike">
                          <a:solidFill>
                            <a:srgbClr val="000000"/>
                          </a:solidFill>
                          <a:effectLst/>
                          <a:latin typeface="Calibri"/>
                          <a:ea typeface="等线"/>
                        </a:rPr>
                        <a:t>　</a:t>
                      </a:r>
                    </a:p>
                  </a:txBody>
                  <a:tcPr marL="6350" marR="6350" marT="6350" marB="0" anchor="ctr">
                    <a:lnL w="6350" cap="flat" cmpd="sng" algn="ctr">
                      <a:solidFill>
                        <a:srgbClr val="B7B6B2"/>
                      </a:solidFill>
                      <a:prstDash val="solid"/>
                      <a:round/>
                      <a:headEnd type="none" w="med" len="med"/>
                      <a:tailEnd type="none" w="med" len="med"/>
                    </a:lnL>
                    <a:lnR w="6350" cap="flat" cmpd="sng" algn="ctr">
                      <a:solidFill>
                        <a:srgbClr val="B7B6B2"/>
                      </a:solidFill>
                      <a:prstDash val="solid"/>
                      <a:round/>
                      <a:headEnd type="none" w="med" len="med"/>
                      <a:tailEnd type="none" w="med" len="med"/>
                    </a:lnR>
                    <a:lnT w="6350" cap="flat" cmpd="sng" algn="ctr">
                      <a:solidFill>
                        <a:srgbClr val="B7B6B2"/>
                      </a:solidFill>
                      <a:prstDash val="solid"/>
                      <a:round/>
                      <a:headEnd type="none" w="med" len="med"/>
                      <a:tailEnd type="none" w="med" len="med"/>
                    </a:lnT>
                    <a:lnB w="6350" cap="flat" cmpd="sng" algn="ctr">
                      <a:solidFill>
                        <a:srgbClr val="B7B6B2"/>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bl>
          </a:graphicData>
        </a:graphic>
      </p:graphicFrame>
      <p:sp>
        <p:nvSpPr>
          <p:cNvPr id="5" name="Footer Placeholder 34">
            <a:extLst>
              <a:ext uri="{FF2B5EF4-FFF2-40B4-BE49-F238E27FC236}">
                <a16:creationId xmlns:a16="http://schemas.microsoft.com/office/drawing/2014/main" id="{0E53D203-CBFE-A8B0-5C17-BCB9B0606FBF}"/>
              </a:ext>
            </a:extLst>
          </p:cNvPr>
          <p:cNvSpPr>
            <a:spLocks noGrp="1"/>
          </p:cNvSpPr>
          <p:nvPr>
            <p:ph type="ftr" sz="quarter" idx="10"/>
          </p:nvPr>
        </p:nvSpPr>
        <p:spPr>
          <a:xfrm>
            <a:off x="6312024" y="6246836"/>
            <a:ext cx="5040560" cy="288000"/>
          </a:xfrm>
        </p:spPr>
        <p:txBody>
          <a:bodyPr/>
          <a:lstStyle/>
          <a:p>
            <a:r>
              <a:rPr lang="en-US" altLang="zh-CN"/>
              <a:t>EASi-PROTKT  | Confidential</a:t>
            </a:r>
            <a:endParaRPr lang="en-US"/>
          </a:p>
        </p:txBody>
      </p:sp>
    </p:spTree>
    <p:extLst>
      <p:ext uri="{BB962C8B-B14F-4D97-AF65-F5344CB8AC3E}">
        <p14:creationId xmlns:p14="http://schemas.microsoft.com/office/powerpoint/2010/main" val="408960937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 name="object 8"/>
          <p:cNvSpPr txBox="1">
            <a:spLocks noGrp="1"/>
          </p:cNvSpPr>
          <p:nvPr>
            <p:ph type="title"/>
          </p:nvPr>
        </p:nvSpPr>
        <p:spPr>
          <a:xfrm>
            <a:off x="58009" y="156700"/>
            <a:ext cx="12217402" cy="382156"/>
          </a:xfrm>
          <a:prstGeom prst="rect">
            <a:avLst/>
          </a:prstGeom>
        </p:spPr>
        <p:txBody>
          <a:bodyPr vert="horz" wrap="square" lIns="0" tIns="12700" rIns="0" bIns="0" rtlCol="0">
            <a:spAutoFit/>
          </a:bodyPr>
          <a:lstStyle/>
          <a:p>
            <a:pPr marL="12700">
              <a:spcBef>
                <a:spcPts val="100"/>
              </a:spcBef>
            </a:pPr>
            <a:r>
              <a:rPr sz="2400">
                <a:solidFill>
                  <a:srgbClr val="07302A"/>
                </a:solidFill>
              </a:rPr>
              <a:t>1</a:t>
            </a:r>
            <a:r>
              <a:rPr lang="en-US" sz="2400">
                <a:solidFill>
                  <a:srgbClr val="07302A"/>
                </a:solidFill>
              </a:rPr>
              <a:t>378-0041</a:t>
            </a:r>
            <a:r>
              <a:rPr sz="2400" spc="-65">
                <a:solidFill>
                  <a:srgbClr val="07302A"/>
                </a:solidFill>
              </a:rPr>
              <a:t> </a:t>
            </a:r>
            <a:r>
              <a:rPr lang="en-US" sz="2400" spc="-20" err="1">
                <a:solidFill>
                  <a:srgbClr val="07302A"/>
                </a:solidFill>
              </a:rPr>
              <a:t>EASi</a:t>
            </a:r>
            <a:r>
              <a:rPr lang="en-US" sz="2400" spc="-20">
                <a:solidFill>
                  <a:srgbClr val="07302A"/>
                </a:solidFill>
              </a:rPr>
              <a:t>-PROTKT™</a:t>
            </a:r>
            <a:r>
              <a:rPr lang="en-US" sz="2400">
                <a:solidFill>
                  <a:srgbClr val="07302A"/>
                </a:solidFill>
              </a:rPr>
              <a:t> Hong Kong</a:t>
            </a:r>
            <a:r>
              <a:rPr sz="2400">
                <a:solidFill>
                  <a:srgbClr val="07302A"/>
                </a:solidFill>
              </a:rPr>
              <a:t> recruitment </a:t>
            </a:r>
            <a:r>
              <a:rPr lang="en-US" sz="2400">
                <a:solidFill>
                  <a:srgbClr val="07302A"/>
                </a:solidFill>
              </a:rPr>
              <a:t>- 16-Ap</a:t>
            </a:r>
            <a:r>
              <a:rPr lang="en-US" altLang="zh-CN" sz="2400">
                <a:solidFill>
                  <a:srgbClr val="07302A"/>
                </a:solidFill>
              </a:rPr>
              <a:t>r</a:t>
            </a:r>
            <a:r>
              <a:rPr lang="en-US" sz="2400">
                <a:solidFill>
                  <a:srgbClr val="07302A"/>
                </a:solidFill>
              </a:rPr>
              <a:t>-2026</a:t>
            </a:r>
            <a:endParaRPr lang="zh-CN" altLang="en-US" sz="2400">
              <a:solidFill>
                <a:srgbClr val="07302A"/>
              </a:solidFill>
            </a:endParaRPr>
          </a:p>
        </p:txBody>
      </p:sp>
      <p:graphicFrame>
        <p:nvGraphicFramePr>
          <p:cNvPr id="50" name="表格 49">
            <a:extLst>
              <a:ext uri="{FF2B5EF4-FFF2-40B4-BE49-F238E27FC236}">
                <a16:creationId xmlns:a16="http://schemas.microsoft.com/office/drawing/2014/main" id="{3F9538FC-83D3-8694-974E-2A2E8274F54B}"/>
              </a:ext>
            </a:extLst>
          </p:cNvPr>
          <p:cNvGraphicFramePr>
            <a:graphicFrameLocks noGrp="1"/>
          </p:cNvGraphicFramePr>
          <p:nvPr/>
        </p:nvGraphicFramePr>
        <p:xfrm>
          <a:off x="345774" y="4955984"/>
          <a:ext cx="11384474" cy="1616420"/>
        </p:xfrm>
        <a:graphic>
          <a:graphicData uri="http://schemas.openxmlformats.org/drawingml/2006/table">
            <a:tbl>
              <a:tblPr/>
              <a:tblGrid>
                <a:gridCol w="1840232">
                  <a:extLst>
                    <a:ext uri="{9D8B030D-6E8A-4147-A177-3AD203B41FA5}">
                      <a16:colId xmlns:a16="http://schemas.microsoft.com/office/drawing/2014/main" val="1580549570"/>
                    </a:ext>
                  </a:extLst>
                </a:gridCol>
                <a:gridCol w="561426">
                  <a:extLst>
                    <a:ext uri="{9D8B030D-6E8A-4147-A177-3AD203B41FA5}">
                      <a16:colId xmlns:a16="http://schemas.microsoft.com/office/drawing/2014/main" val="1729184046"/>
                    </a:ext>
                  </a:extLst>
                </a:gridCol>
                <a:gridCol w="561426">
                  <a:extLst>
                    <a:ext uri="{9D8B030D-6E8A-4147-A177-3AD203B41FA5}">
                      <a16:colId xmlns:a16="http://schemas.microsoft.com/office/drawing/2014/main" val="2637859938"/>
                    </a:ext>
                  </a:extLst>
                </a:gridCol>
                <a:gridCol w="561426">
                  <a:extLst>
                    <a:ext uri="{9D8B030D-6E8A-4147-A177-3AD203B41FA5}">
                      <a16:colId xmlns:a16="http://schemas.microsoft.com/office/drawing/2014/main" val="1053407008"/>
                    </a:ext>
                  </a:extLst>
                </a:gridCol>
                <a:gridCol w="561426">
                  <a:extLst>
                    <a:ext uri="{9D8B030D-6E8A-4147-A177-3AD203B41FA5}">
                      <a16:colId xmlns:a16="http://schemas.microsoft.com/office/drawing/2014/main" val="2461847077"/>
                    </a:ext>
                  </a:extLst>
                </a:gridCol>
                <a:gridCol w="561426">
                  <a:extLst>
                    <a:ext uri="{9D8B030D-6E8A-4147-A177-3AD203B41FA5}">
                      <a16:colId xmlns:a16="http://schemas.microsoft.com/office/drawing/2014/main" val="516494949"/>
                    </a:ext>
                  </a:extLst>
                </a:gridCol>
                <a:gridCol w="561426">
                  <a:extLst>
                    <a:ext uri="{9D8B030D-6E8A-4147-A177-3AD203B41FA5}">
                      <a16:colId xmlns:a16="http://schemas.microsoft.com/office/drawing/2014/main" val="3751877370"/>
                    </a:ext>
                  </a:extLst>
                </a:gridCol>
                <a:gridCol w="561426">
                  <a:extLst>
                    <a:ext uri="{9D8B030D-6E8A-4147-A177-3AD203B41FA5}">
                      <a16:colId xmlns:a16="http://schemas.microsoft.com/office/drawing/2014/main" val="194641082"/>
                    </a:ext>
                  </a:extLst>
                </a:gridCol>
                <a:gridCol w="561426">
                  <a:extLst>
                    <a:ext uri="{9D8B030D-6E8A-4147-A177-3AD203B41FA5}">
                      <a16:colId xmlns:a16="http://schemas.microsoft.com/office/drawing/2014/main" val="60841777"/>
                    </a:ext>
                  </a:extLst>
                </a:gridCol>
                <a:gridCol w="561426">
                  <a:extLst>
                    <a:ext uri="{9D8B030D-6E8A-4147-A177-3AD203B41FA5}">
                      <a16:colId xmlns:a16="http://schemas.microsoft.com/office/drawing/2014/main" val="1412356754"/>
                    </a:ext>
                  </a:extLst>
                </a:gridCol>
                <a:gridCol w="561426">
                  <a:extLst>
                    <a:ext uri="{9D8B030D-6E8A-4147-A177-3AD203B41FA5}">
                      <a16:colId xmlns:a16="http://schemas.microsoft.com/office/drawing/2014/main" val="3306115830"/>
                    </a:ext>
                  </a:extLst>
                </a:gridCol>
                <a:gridCol w="561426">
                  <a:extLst>
                    <a:ext uri="{9D8B030D-6E8A-4147-A177-3AD203B41FA5}">
                      <a16:colId xmlns:a16="http://schemas.microsoft.com/office/drawing/2014/main" val="2833419304"/>
                    </a:ext>
                  </a:extLst>
                </a:gridCol>
                <a:gridCol w="561426">
                  <a:extLst>
                    <a:ext uri="{9D8B030D-6E8A-4147-A177-3AD203B41FA5}">
                      <a16:colId xmlns:a16="http://schemas.microsoft.com/office/drawing/2014/main" val="281576266"/>
                    </a:ext>
                  </a:extLst>
                </a:gridCol>
                <a:gridCol w="561426">
                  <a:extLst>
                    <a:ext uri="{9D8B030D-6E8A-4147-A177-3AD203B41FA5}">
                      <a16:colId xmlns:a16="http://schemas.microsoft.com/office/drawing/2014/main" val="458822936"/>
                    </a:ext>
                  </a:extLst>
                </a:gridCol>
                <a:gridCol w="561426">
                  <a:extLst>
                    <a:ext uri="{9D8B030D-6E8A-4147-A177-3AD203B41FA5}">
                      <a16:colId xmlns:a16="http://schemas.microsoft.com/office/drawing/2014/main" val="919898516"/>
                    </a:ext>
                  </a:extLst>
                </a:gridCol>
                <a:gridCol w="561426">
                  <a:extLst>
                    <a:ext uri="{9D8B030D-6E8A-4147-A177-3AD203B41FA5}">
                      <a16:colId xmlns:a16="http://schemas.microsoft.com/office/drawing/2014/main" val="3055330001"/>
                    </a:ext>
                  </a:extLst>
                </a:gridCol>
                <a:gridCol w="561426">
                  <a:extLst>
                    <a:ext uri="{9D8B030D-6E8A-4147-A177-3AD203B41FA5}">
                      <a16:colId xmlns:a16="http://schemas.microsoft.com/office/drawing/2014/main" val="410936124"/>
                    </a:ext>
                  </a:extLst>
                </a:gridCol>
                <a:gridCol w="561426">
                  <a:extLst>
                    <a:ext uri="{9D8B030D-6E8A-4147-A177-3AD203B41FA5}">
                      <a16:colId xmlns:a16="http://schemas.microsoft.com/office/drawing/2014/main" val="1498218639"/>
                    </a:ext>
                  </a:extLst>
                </a:gridCol>
              </a:tblGrid>
              <a:tr h="258984">
                <a:tc>
                  <a:txBody>
                    <a:bodyPr/>
                    <a:lstStyle/>
                    <a:p>
                      <a:pPr algn="l" fontAlgn="t"/>
                      <a:r>
                        <a:rPr lang="en-US" sz="1050" b="1" i="0" u="none" strike="noStrike">
                          <a:solidFill>
                            <a:srgbClr val="000000"/>
                          </a:solidFill>
                          <a:effectLst/>
                          <a:latin typeface="Calibri"/>
                          <a:ea typeface="等线"/>
                        </a:rPr>
                        <a:t> Months</a:t>
                      </a:r>
                    </a:p>
                  </a:txBody>
                  <a:tcPr marL="5156" marR="5156" marT="5156" marB="0">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r">
                        <a:buNone/>
                      </a:pPr>
                      <a:r>
                        <a:rPr lang="en-US" sz="1050" b="1" i="0" u="none" strike="noStrike">
                          <a:solidFill>
                            <a:srgbClr val="000000"/>
                          </a:solidFill>
                          <a:effectLst/>
                          <a:latin typeface="Calibri"/>
                          <a:ea typeface="等线"/>
                        </a:rPr>
                        <a:t>Oct-25</a:t>
                      </a:r>
                    </a:p>
                  </a:txBody>
                  <a:tcPr marL="5155" marR="5155" marT="5155" marB="0" anchor="b">
                    <a:lnL w="6350">
                      <a:solidFill>
                        <a:srgbClr val="003266"/>
                      </a:solidFill>
                    </a:lnL>
                    <a:lnR w="6350">
                      <a:solidFill>
                        <a:srgbClr val="003266"/>
                      </a:solidFill>
                    </a:lnR>
                    <a:lnT w="6350">
                      <a:solidFill>
                        <a:srgbClr val="003266"/>
                      </a:solidFill>
                    </a:lnT>
                    <a:lnB w="6350">
                      <a:solidFill>
                        <a:srgbClr val="003266"/>
                      </a:solidFill>
                    </a:lnB>
                    <a:solidFill>
                      <a:srgbClr val="00E37B"/>
                    </a:solidFill>
                  </a:tcPr>
                </a:tc>
                <a:tc>
                  <a:txBody>
                    <a:bodyPr/>
                    <a:lstStyle/>
                    <a:p>
                      <a:pPr algn="r" rtl="0" fontAlgn="b"/>
                      <a:r>
                        <a:rPr lang="en-US" sz="1050" b="1" i="0" u="none" strike="noStrike">
                          <a:solidFill>
                            <a:srgbClr val="000000"/>
                          </a:solidFill>
                          <a:effectLst/>
                          <a:latin typeface="Calibri"/>
                          <a:ea typeface="等线"/>
                        </a:rPr>
                        <a:t>Nov-25</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Dec-25</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Jan-26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Feb-26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Mar-26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Apr-26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May-26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Jun-26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Jul-26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Aug-26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Sep-26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Oct-26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Nov-26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Dec-26</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Jan-27</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r" rtl="0" fontAlgn="b"/>
                      <a:r>
                        <a:rPr lang="en-US" sz="1050" b="1" i="0" u="none" strike="noStrike">
                          <a:solidFill>
                            <a:srgbClr val="000000"/>
                          </a:solidFill>
                          <a:effectLst/>
                          <a:latin typeface="Calibri"/>
                          <a:ea typeface="等线"/>
                        </a:rPr>
                        <a:t>Feb-27</a:t>
                      </a:r>
                    </a:p>
                  </a:txBody>
                  <a:tcPr marL="5156" marR="5156" marT="5156"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extLst>
                  <a:ext uri="{0D108BD9-81ED-4DB2-BD59-A6C34878D82A}">
                    <a16:rowId xmlns:a16="http://schemas.microsoft.com/office/drawing/2014/main" val="3860035529"/>
                  </a:ext>
                </a:extLst>
              </a:tr>
              <a:tr h="339359">
                <a:tc>
                  <a:txBody>
                    <a:bodyPr/>
                    <a:lstStyle/>
                    <a:p>
                      <a:pPr algn="l" fontAlgn="t"/>
                      <a:r>
                        <a:rPr lang="en-US" sz="1050" b="1" i="0" u="none" strike="noStrike">
                          <a:solidFill>
                            <a:srgbClr val="000000"/>
                          </a:solidFill>
                          <a:effectLst/>
                          <a:latin typeface="Calibri"/>
                          <a:ea typeface="等线"/>
                        </a:rPr>
                        <a:t>Patients Enrolled/Randomized (Actual)</a:t>
                      </a:r>
                    </a:p>
                  </a:txBody>
                  <a:tcPr marL="5156" marR="5156" marT="5156" marB="0">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a:buNone/>
                      </a:pPr>
                      <a:r>
                        <a:rPr lang="zh-CN" altLang="en-US" sz="1050" b="0" i="0" u="none" strike="noStrike">
                          <a:solidFill>
                            <a:schemeClr val="tx1"/>
                          </a:solidFill>
                          <a:effectLst/>
                          <a:latin typeface="Calibri"/>
                          <a:ea typeface="等线"/>
                        </a:rPr>
                        <a:t>0</a:t>
                      </a:r>
                    </a:p>
                  </a:txBody>
                  <a:tcPr marL="5155" marR="5155" marT="5155" marB="0" anchor="ctr">
                    <a:lnL w="6350">
                      <a:solidFill>
                        <a:srgbClr val="003266"/>
                      </a:solidFill>
                    </a:lnL>
                    <a:lnR w="6350">
                      <a:solidFill>
                        <a:srgbClr val="003266"/>
                      </a:solidFill>
                    </a:lnR>
                    <a:lnT w="6350">
                      <a:solidFill>
                        <a:srgbClr val="003266"/>
                      </a:solidFill>
                    </a:lnT>
                    <a:lnB w="12700">
                      <a:solidFill>
                        <a:schemeClr val="tx1"/>
                      </a:solidFill>
                    </a:lnB>
                    <a:solidFill>
                      <a:schemeClr val="bg1"/>
                    </a:solidFill>
                  </a:tcPr>
                </a:tc>
                <a:tc>
                  <a:txBody>
                    <a:bodyPr/>
                    <a:lstStyle/>
                    <a:p>
                      <a:pPr algn="ctr" rtl="0" fontAlgn="b"/>
                      <a:r>
                        <a:rPr lang="zh-CN" altLang="en-US" sz="1050" b="0" i="0" u="none" strike="noStrike">
                          <a:solidFill>
                            <a:schemeClr val="tx1"/>
                          </a:solidFill>
                          <a:effectLst/>
                          <a:latin typeface="Calibri"/>
                          <a:ea typeface="等线"/>
                        </a:rPr>
                        <a:t>0</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rtl="0" fontAlgn="b"/>
                      <a:r>
                        <a:rPr lang="en-US" altLang="zh-CN" sz="1050" b="0" i="0" u="none" strike="noStrike">
                          <a:solidFill>
                            <a:schemeClr val="tx1"/>
                          </a:solidFill>
                          <a:effectLst/>
                          <a:latin typeface="Calibri"/>
                          <a:ea typeface="等线"/>
                        </a:rPr>
                        <a:t>17</a:t>
                      </a:r>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rtl="0" fontAlgn="b"/>
                      <a:r>
                        <a:rPr lang="en-US" altLang="zh-CN" sz="1050" b="0" i="0" u="none" strike="noStrike">
                          <a:solidFill>
                            <a:schemeClr val="tx1"/>
                          </a:solidFill>
                          <a:effectLst/>
                          <a:latin typeface="Calibri"/>
                          <a:ea typeface="等线"/>
                        </a:rPr>
                        <a:t>20</a:t>
                      </a:r>
                      <a:endParaRPr lang="zh-CN" altLang="en-US" sz="1050" b="0" i="0" u="none" strike="noStrike">
                        <a:solidFill>
                          <a:schemeClr val="tx1"/>
                        </a:solidFill>
                        <a:effectLst/>
                        <a:latin typeface="Calibri"/>
                        <a:ea typeface="等线"/>
                      </a:endParaRP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22</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en-US" altLang="zh-CN" sz="1050" b="0" i="0" u="none" strike="noStrike">
                          <a:solidFill>
                            <a:schemeClr val="tx1"/>
                          </a:solidFill>
                          <a:effectLst/>
                          <a:latin typeface="Calibri"/>
                          <a:ea typeface="等线"/>
                        </a:rPr>
                        <a:t>27</a:t>
                      </a:r>
                      <a:endParaRPr lang="zh-CN" altLang="en-US" sz="1050" b="0" i="0" u="none" strike="noStrike">
                        <a:solidFill>
                          <a:schemeClr val="tx1"/>
                        </a:solidFill>
                        <a:effectLst/>
                        <a:latin typeface="Calibri"/>
                        <a:ea typeface="等线"/>
                      </a:endParaRP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en-US" altLang="zh-CN" sz="1050" b="0" i="0" u="none" strike="noStrike">
                          <a:solidFill>
                            <a:schemeClr val="tx1"/>
                          </a:solidFill>
                          <a:effectLst/>
                          <a:latin typeface="Calibri"/>
                          <a:ea typeface="等线"/>
                        </a:rPr>
                        <a:t>28</a:t>
                      </a:r>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36668353"/>
                  </a:ext>
                </a:extLst>
              </a:tr>
              <a:tr h="339359">
                <a:tc>
                  <a:txBody>
                    <a:bodyPr/>
                    <a:lstStyle/>
                    <a:p>
                      <a:pPr algn="l" fontAlgn="t"/>
                      <a:r>
                        <a:rPr lang="en-US" sz="1050" b="1" i="0" u="none" strike="noStrike">
                          <a:solidFill>
                            <a:srgbClr val="000000"/>
                          </a:solidFill>
                          <a:effectLst/>
                          <a:latin typeface="Calibri"/>
                          <a:ea typeface="等线"/>
                        </a:rPr>
                        <a:t>Patients Enrolled/Randomized (</a:t>
                      </a:r>
                      <a:r>
                        <a:rPr lang="en-US" sz="1050" b="1" i="0" u="none" strike="noStrike" err="1">
                          <a:solidFill>
                            <a:srgbClr val="000000"/>
                          </a:solidFill>
                          <a:effectLst/>
                          <a:latin typeface="Calibri"/>
                          <a:ea typeface="等线"/>
                        </a:rPr>
                        <a:t>orginial</a:t>
                      </a:r>
                      <a:r>
                        <a:rPr lang="en-US" sz="1050" b="1" i="0" u="none" strike="noStrike">
                          <a:solidFill>
                            <a:srgbClr val="000000"/>
                          </a:solidFill>
                          <a:effectLst/>
                          <a:latin typeface="Calibri"/>
                          <a:ea typeface="等线"/>
                        </a:rPr>
                        <a:t> plan)</a:t>
                      </a:r>
                    </a:p>
                  </a:txBody>
                  <a:tcPr marL="5156" marR="5156" marT="5156" marB="0">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rtl="0">
                        <a:buNone/>
                      </a:pPr>
                      <a:r>
                        <a:rPr lang="en-US" altLang="zh-CN" sz="1050" b="0" i="0" u="none" strike="noStrike">
                          <a:solidFill>
                            <a:schemeClr val="tx1"/>
                          </a:solidFill>
                          <a:effectLst/>
                          <a:latin typeface="Calibri"/>
                          <a:ea typeface="等线"/>
                        </a:rPr>
                        <a:t>0</a:t>
                      </a:r>
                      <a:endParaRPr lang="zh-CN" altLang="en-US">
                        <a:solidFill>
                          <a:schemeClr val="tx1"/>
                        </a:solidFill>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rtl="0">
                        <a:buNone/>
                      </a:pPr>
                      <a:r>
                        <a:rPr lang="en-US" altLang="zh-CN" sz="1050" b="0" i="0" u="none" strike="noStrike">
                          <a:solidFill>
                            <a:schemeClr val="tx1"/>
                          </a:solidFill>
                          <a:effectLst/>
                          <a:latin typeface="Calibri"/>
                          <a:ea typeface="等线"/>
                        </a:rPr>
                        <a:t>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rtl="0">
                        <a:buNone/>
                      </a:pPr>
                      <a:r>
                        <a:rPr lang="en-US" altLang="zh-CN" sz="1050" b="0" i="0" u="none" strike="noStrike">
                          <a:solidFill>
                            <a:schemeClr val="tx1"/>
                          </a:solidFill>
                          <a:effectLst/>
                          <a:latin typeface="Calibri"/>
                          <a:ea typeface="等线"/>
                        </a:rPr>
                        <a:t>2</a:t>
                      </a:r>
                      <a:endParaRPr lang="en-US" altLang="zh-CN" sz="1050" b="0" i="0" u="none" strike="noStrike">
                        <a:solidFill>
                          <a:schemeClr val="tx1"/>
                        </a:solidFill>
                        <a:effectLst/>
                        <a:latin typeface="Calibri" panose="020F0502020204030204" pitchFamily="34" charset="0"/>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rtl="0">
                        <a:buNone/>
                      </a:pPr>
                      <a:r>
                        <a:rPr lang="en-US" altLang="zh-CN" sz="1050" b="0" i="0" u="none" strike="noStrike">
                          <a:solidFill>
                            <a:schemeClr val="tx1"/>
                          </a:solidFill>
                          <a:effectLst/>
                          <a:latin typeface="Calibri"/>
                          <a:ea typeface="等线"/>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50" b="0" i="0" u="none" strike="noStrike">
                          <a:solidFill>
                            <a:schemeClr val="tx1"/>
                          </a:solidFill>
                          <a:effectLst/>
                          <a:latin typeface="Calibri"/>
                          <a:ea typeface="等线"/>
                        </a:rPr>
                        <a:t>36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46974254"/>
                  </a:ext>
                </a:extLst>
              </a:tr>
              <a:tr h="339359">
                <a:tc>
                  <a:txBody>
                    <a:bodyPr/>
                    <a:lstStyle/>
                    <a:p>
                      <a:pPr algn="l" fontAlgn="t"/>
                      <a:r>
                        <a:rPr lang="en-US" sz="1050" b="1" i="0" u="none" strike="noStrike">
                          <a:solidFill>
                            <a:srgbClr val="000000"/>
                          </a:solidFill>
                          <a:effectLst/>
                          <a:latin typeface="Calibri"/>
                          <a:ea typeface="等线"/>
                        </a:rPr>
                        <a:t>Patient Screened(Actual)</a:t>
                      </a:r>
                    </a:p>
                  </a:txBody>
                  <a:tcPr marL="5156" marR="5156" marT="5156" marB="0">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a:buNone/>
                      </a:pPr>
                      <a:r>
                        <a:rPr lang="zh-CN" altLang="en-US" sz="1050" b="0" i="0" u="none" strike="noStrike">
                          <a:solidFill>
                            <a:schemeClr val="tx1"/>
                          </a:solidFill>
                          <a:effectLst/>
                          <a:latin typeface="Calibri"/>
                          <a:ea typeface="等线"/>
                        </a:rPr>
                        <a:t>0</a:t>
                      </a:r>
                    </a:p>
                  </a:txBody>
                  <a:tcPr marL="6350" marR="6350" marT="635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chemeClr val="bg1"/>
                    </a:solidFill>
                  </a:tcPr>
                </a:tc>
                <a:tc>
                  <a:txBody>
                    <a:bodyPr/>
                    <a:lstStyle/>
                    <a:p>
                      <a:pPr algn="ctr" rtl="0" fontAlgn="b"/>
                      <a:r>
                        <a:rPr lang="zh-CN" altLang="en-US" sz="1050" b="0" i="0" u="none" strike="noStrike">
                          <a:solidFill>
                            <a:schemeClr val="tx1"/>
                          </a:solidFill>
                          <a:effectLst/>
                          <a:latin typeface="Calibri"/>
                          <a:ea typeface="等线"/>
                        </a:rPr>
                        <a:t>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CN" sz="1050" b="0" i="0" u="none" strike="noStrike">
                          <a:solidFill>
                            <a:schemeClr val="tx1"/>
                          </a:solidFill>
                          <a:effectLst/>
                          <a:latin typeface="Calibri"/>
                          <a:ea typeface="等线"/>
                        </a:rPr>
                        <a:t>20</a:t>
                      </a:r>
                      <a:endParaRPr lang="zh-CN" altLang="en-US" sz="1050" b="0" i="0" u="none" strike="noStrike">
                        <a:solidFill>
                          <a:schemeClr val="tx1"/>
                        </a:solidFill>
                        <a:effectLst/>
                        <a:latin typeface="Calibri"/>
                        <a:ea typeface="等线"/>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23</a:t>
                      </a:r>
                      <a:endParaRPr lang="zh-CN">
                        <a:solidFill>
                          <a:schemeClr val="tx1"/>
                        </a:solidFill>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27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50" b="0" i="0" u="none" strike="noStrike">
                          <a:solidFill>
                            <a:schemeClr val="tx1"/>
                          </a:solidFill>
                          <a:effectLst/>
                          <a:latin typeface="Calibri"/>
                          <a:ea typeface="等线"/>
                        </a:rPr>
                        <a:t>32</a:t>
                      </a:r>
                      <a:endParaRPr lang="zh-CN" altLang="en-US" sz="1050" b="0" i="0" u="none" strike="noStrike">
                        <a:solidFill>
                          <a:schemeClr val="tx1"/>
                        </a:solidFill>
                        <a:effectLst/>
                        <a:latin typeface="Calibri"/>
                        <a:ea typeface="等线"/>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50" b="0" i="0" u="none" strike="noStrike">
                          <a:solidFill>
                            <a:schemeClr val="tx1"/>
                          </a:solidFill>
                          <a:effectLst/>
                          <a:latin typeface="Calibri"/>
                          <a:ea typeface="等线"/>
                        </a:rPr>
                        <a:t>32</a:t>
                      </a:r>
                      <a:endParaRPr lang="zh-CN" altLang="en-US" sz="1050" b="0" i="0" u="none" strike="noStrike">
                        <a:solidFill>
                          <a:schemeClr val="tx1"/>
                        </a:solidFill>
                        <a:effectLst/>
                        <a:latin typeface="Calibri"/>
                        <a:ea typeface="等线"/>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50" b="0" i="0" u="none" strike="noStrike">
                          <a:solidFill>
                            <a:schemeClr val="tx1"/>
                          </a:solidFill>
                          <a:effectLst/>
                          <a:latin typeface="Calibri"/>
                          <a:ea typeface="等线"/>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7756951"/>
                  </a:ext>
                </a:extLst>
              </a:tr>
              <a:tr h="339359">
                <a:tc>
                  <a:txBody>
                    <a:bodyPr/>
                    <a:lstStyle/>
                    <a:p>
                      <a:pPr algn="l" fontAlgn="t"/>
                      <a:r>
                        <a:rPr lang="en-US" sz="1050" b="1" i="0" u="none" strike="noStrike">
                          <a:solidFill>
                            <a:srgbClr val="000000"/>
                          </a:solidFill>
                          <a:effectLst/>
                          <a:latin typeface="Calibri"/>
                          <a:ea typeface="等线"/>
                        </a:rPr>
                        <a:t>Patient Screened(Planned)</a:t>
                      </a:r>
                    </a:p>
                  </a:txBody>
                  <a:tcPr marL="5156" marR="5156" marT="5156" marB="0">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rtl="0">
                        <a:buNone/>
                      </a:pPr>
                      <a:r>
                        <a:rPr lang="en-US" altLang="zh-CN" sz="1050" b="0" i="0" u="none" strike="noStrike">
                          <a:solidFill>
                            <a:schemeClr val="tx1"/>
                          </a:solidFill>
                          <a:effectLst/>
                          <a:latin typeface="Calibri"/>
                          <a:ea typeface="等线"/>
                        </a:rPr>
                        <a:t>1</a:t>
                      </a:r>
                      <a:endParaRPr lang="zh-CN" altLang="en-US">
                        <a:solidFill>
                          <a:schemeClr val="tx1"/>
                        </a:solidFill>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rtl="0">
                        <a:buNone/>
                      </a:pPr>
                      <a:r>
                        <a:rPr lang="en-US" altLang="zh-CN" sz="1050" b="0" i="0" u="none" strike="noStrike">
                          <a:solidFill>
                            <a:schemeClr val="tx1"/>
                          </a:solidFill>
                          <a:effectLst/>
                          <a:latin typeface="Calibri"/>
                          <a:ea typeface="等线"/>
                        </a:rPr>
                        <a:t>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rtl="0">
                        <a:buNone/>
                      </a:pPr>
                      <a:r>
                        <a:rPr lang="en-US" altLang="zh-CN" sz="1050" b="0" i="0" u="none" strike="noStrike">
                          <a:solidFill>
                            <a:schemeClr val="tx1"/>
                          </a:solidFill>
                          <a:effectLst/>
                          <a:latin typeface="Calibri"/>
                          <a:ea typeface="等线"/>
                        </a:rPr>
                        <a:t>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17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28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36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43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vl="0" algn="ctr">
                        <a:buNone/>
                      </a:pPr>
                      <a:r>
                        <a:rPr lang="en-US" altLang="zh-CN" sz="1050" b="0" i="0" u="none" strike="noStrike">
                          <a:solidFill>
                            <a:schemeClr val="tx1"/>
                          </a:solidFill>
                          <a:effectLst/>
                          <a:latin typeface="Calibri"/>
                          <a:ea typeface="等线"/>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50" b="0" i="0" u="none" strike="noStrike">
                          <a:solidFill>
                            <a:schemeClr val="tx1"/>
                          </a:solidFill>
                          <a:effectLst/>
                          <a:latin typeface="Calibri"/>
                          <a:ea typeface="等线"/>
                        </a:rPr>
                        <a:t>50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78727040"/>
                  </a:ext>
                </a:extLst>
              </a:tr>
            </a:tbl>
          </a:graphicData>
        </a:graphic>
      </p:graphicFrame>
      <p:sp>
        <p:nvSpPr>
          <p:cNvPr id="4" name="文本框 3">
            <a:extLst>
              <a:ext uri="{FF2B5EF4-FFF2-40B4-BE49-F238E27FC236}">
                <a16:creationId xmlns:a16="http://schemas.microsoft.com/office/drawing/2014/main" id="{C516B75B-58AC-7C96-F364-6003E2522BAC}"/>
              </a:ext>
            </a:extLst>
          </p:cNvPr>
          <p:cNvSpPr txBox="1"/>
          <p:nvPr/>
        </p:nvSpPr>
        <p:spPr bwMode="gray">
          <a:xfrm>
            <a:off x="9469119" y="1003406"/>
            <a:ext cx="2668693" cy="870303"/>
          </a:xfrm>
          <a:prstGeom prst="rect">
            <a:avLst/>
          </a:prstGeom>
          <a:noFill/>
        </p:spPr>
        <p:txBody>
          <a:bodyPr wrap="square" lIns="0" tIns="0" rIns="0" bIns="0" rtlCol="0">
            <a:spAutoFit/>
          </a:bodyPr>
          <a:lstStyle/>
          <a:p>
            <a:pPr marL="180000" indent="-180000" algn="l">
              <a:lnSpc>
                <a:spcPct val="140000"/>
              </a:lnSpc>
              <a:buFont typeface="Arial" panose="020B0604020202020204" pitchFamily="34" charset="0"/>
              <a:buChar char="•"/>
            </a:pPr>
            <a:r>
              <a:rPr lang="en-US" altLang="zh-CN" sz="1400"/>
              <a:t>Aligned with the global team: the HK commitment will be increased to 50 patients.</a:t>
            </a:r>
            <a:endParaRPr lang="zh-CN" altLang="en-US" sz="1400"/>
          </a:p>
        </p:txBody>
      </p:sp>
      <p:graphicFrame>
        <p:nvGraphicFramePr>
          <p:cNvPr id="2" name="Chart 6">
            <a:extLst>
              <a:ext uri="{FF2B5EF4-FFF2-40B4-BE49-F238E27FC236}">
                <a16:creationId xmlns:a16="http://schemas.microsoft.com/office/drawing/2014/main" id="{1E7AB683-13AE-4F02-B0A6-F8B91DD36E24}"/>
              </a:ext>
            </a:extLst>
          </p:cNvPr>
          <p:cNvGraphicFramePr>
            <a:graphicFrameLocks/>
          </p:cNvGraphicFramePr>
          <p:nvPr/>
        </p:nvGraphicFramePr>
        <p:xfrm>
          <a:off x="544530" y="698643"/>
          <a:ext cx="8733033" cy="410966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402029527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object 2"/>
          <p:cNvSpPr/>
          <p:nvPr/>
        </p:nvSpPr>
        <p:spPr>
          <a:xfrm>
            <a:off x="481252" y="6165722"/>
            <a:ext cx="356235" cy="356235"/>
          </a:xfrm>
          <a:custGeom>
            <a:avLst/>
            <a:gdLst/>
            <a:ahLst/>
            <a:cxnLst/>
            <a:rect l="l" t="t" r="r" b="b"/>
            <a:pathLst>
              <a:path w="356234" h="356234">
                <a:moveTo>
                  <a:pt x="80202" y="326833"/>
                </a:moveTo>
                <a:lnTo>
                  <a:pt x="49544" y="301579"/>
                </a:lnTo>
                <a:lnTo>
                  <a:pt x="16237" y="253096"/>
                </a:lnTo>
                <a:lnTo>
                  <a:pt x="1817" y="203967"/>
                </a:lnTo>
                <a:lnTo>
                  <a:pt x="0" y="178040"/>
                </a:lnTo>
                <a:lnTo>
                  <a:pt x="6295" y="130969"/>
                </a:lnTo>
                <a:lnTo>
                  <a:pt x="21958" y="93710"/>
                </a:lnTo>
                <a:lnTo>
                  <a:pt x="52090" y="52191"/>
                </a:lnTo>
                <a:lnTo>
                  <a:pt x="88099" y="24333"/>
                </a:lnTo>
                <a:lnTo>
                  <a:pt x="130659" y="6367"/>
                </a:lnTo>
                <a:lnTo>
                  <a:pt x="178093" y="0"/>
                </a:lnTo>
                <a:lnTo>
                  <a:pt x="225541" y="6367"/>
                </a:lnTo>
                <a:lnTo>
                  <a:pt x="245978" y="14990"/>
                </a:lnTo>
                <a:lnTo>
                  <a:pt x="178093" y="14990"/>
                </a:lnTo>
                <a:lnTo>
                  <a:pt x="135166" y="20821"/>
                </a:lnTo>
                <a:lnTo>
                  <a:pt x="96614" y="37271"/>
                </a:lnTo>
                <a:lnTo>
                  <a:pt x="63802" y="62921"/>
                </a:lnTo>
                <a:lnTo>
                  <a:pt x="38527" y="96120"/>
                </a:lnTo>
                <a:lnTo>
                  <a:pt x="22231" y="135380"/>
                </a:lnTo>
                <a:lnTo>
                  <a:pt x="16605" y="178040"/>
                </a:lnTo>
                <a:lnTo>
                  <a:pt x="16556" y="178417"/>
                </a:lnTo>
                <a:lnTo>
                  <a:pt x="16456" y="179171"/>
                </a:lnTo>
                <a:lnTo>
                  <a:pt x="19110" y="208240"/>
                </a:lnTo>
                <a:lnTo>
                  <a:pt x="19227" y="209530"/>
                </a:lnTo>
                <a:lnTo>
                  <a:pt x="27658" y="238486"/>
                </a:lnTo>
                <a:lnTo>
                  <a:pt x="41926" y="266456"/>
                </a:lnTo>
                <a:lnTo>
                  <a:pt x="62207" y="293859"/>
                </a:lnTo>
                <a:lnTo>
                  <a:pt x="80202" y="293859"/>
                </a:lnTo>
                <a:lnTo>
                  <a:pt x="80202" y="326833"/>
                </a:lnTo>
                <a:close/>
              </a:path>
              <a:path w="356234" h="356234">
                <a:moveTo>
                  <a:pt x="313803" y="293859"/>
                </a:moveTo>
                <a:lnTo>
                  <a:pt x="293602" y="293859"/>
                </a:lnTo>
                <a:lnTo>
                  <a:pt x="302291" y="283334"/>
                </a:lnTo>
                <a:lnTo>
                  <a:pt x="309076" y="274318"/>
                </a:lnTo>
                <a:lnTo>
                  <a:pt x="328180" y="239491"/>
                </a:lnTo>
                <a:lnTo>
                  <a:pt x="338412" y="198940"/>
                </a:lnTo>
                <a:lnTo>
                  <a:pt x="339730" y="178040"/>
                </a:lnTo>
                <a:lnTo>
                  <a:pt x="334043" y="135380"/>
                </a:lnTo>
                <a:lnTo>
                  <a:pt x="333956" y="134726"/>
                </a:lnTo>
                <a:lnTo>
                  <a:pt x="317660" y="95785"/>
                </a:lnTo>
                <a:lnTo>
                  <a:pt x="292493" y="62921"/>
                </a:lnTo>
                <a:lnTo>
                  <a:pt x="292385" y="62779"/>
                </a:lnTo>
                <a:lnTo>
                  <a:pt x="259671" y="37271"/>
                </a:lnTo>
                <a:lnTo>
                  <a:pt x="221060" y="20821"/>
                </a:lnTo>
                <a:lnTo>
                  <a:pt x="178093" y="14990"/>
                </a:lnTo>
                <a:lnTo>
                  <a:pt x="245978" y="14990"/>
                </a:lnTo>
                <a:lnTo>
                  <a:pt x="304158" y="52191"/>
                </a:lnTo>
                <a:lnTo>
                  <a:pt x="331974" y="88232"/>
                </a:lnTo>
                <a:lnTo>
                  <a:pt x="349892" y="130751"/>
                </a:lnTo>
                <a:lnTo>
                  <a:pt x="356238" y="178040"/>
                </a:lnTo>
                <a:lnTo>
                  <a:pt x="353690" y="208240"/>
                </a:lnTo>
                <a:lnTo>
                  <a:pt x="346256" y="237452"/>
                </a:lnTo>
                <a:lnTo>
                  <a:pt x="334250" y="264692"/>
                </a:lnTo>
                <a:lnTo>
                  <a:pt x="317987" y="288981"/>
                </a:lnTo>
                <a:lnTo>
                  <a:pt x="313803" y="293859"/>
                </a:lnTo>
                <a:close/>
              </a:path>
              <a:path w="356234" h="356234">
                <a:moveTo>
                  <a:pt x="133473" y="93710"/>
                </a:moveTo>
                <a:lnTo>
                  <a:pt x="123712" y="80959"/>
                </a:lnTo>
                <a:lnTo>
                  <a:pt x="178093" y="38606"/>
                </a:lnTo>
                <a:lnTo>
                  <a:pt x="204572" y="59228"/>
                </a:lnTo>
                <a:lnTo>
                  <a:pt x="178093" y="59228"/>
                </a:lnTo>
                <a:lnTo>
                  <a:pt x="133473" y="93710"/>
                </a:lnTo>
                <a:close/>
              </a:path>
              <a:path w="356234" h="356234">
                <a:moveTo>
                  <a:pt x="222734" y="93710"/>
                </a:moveTo>
                <a:lnTo>
                  <a:pt x="178093" y="59228"/>
                </a:lnTo>
                <a:lnTo>
                  <a:pt x="204572" y="59228"/>
                </a:lnTo>
                <a:lnTo>
                  <a:pt x="232476" y="80959"/>
                </a:lnTo>
                <a:lnTo>
                  <a:pt x="222734" y="93710"/>
                </a:lnTo>
                <a:close/>
              </a:path>
              <a:path w="356234" h="356234">
                <a:moveTo>
                  <a:pt x="151070" y="354197"/>
                </a:moveTo>
                <a:lnTo>
                  <a:pt x="144723" y="353087"/>
                </a:lnTo>
                <a:lnTo>
                  <a:pt x="144346" y="353087"/>
                </a:lnTo>
                <a:lnTo>
                  <a:pt x="142084" y="352334"/>
                </a:lnTo>
                <a:lnTo>
                  <a:pt x="140198" y="351957"/>
                </a:lnTo>
                <a:lnTo>
                  <a:pt x="139465" y="351957"/>
                </a:lnTo>
                <a:lnTo>
                  <a:pt x="133453" y="350450"/>
                </a:lnTo>
                <a:lnTo>
                  <a:pt x="133453" y="106816"/>
                </a:lnTo>
                <a:lnTo>
                  <a:pt x="151070" y="106816"/>
                </a:lnTo>
                <a:lnTo>
                  <a:pt x="151070" y="354197"/>
                </a:lnTo>
                <a:close/>
              </a:path>
              <a:path w="356234" h="356234">
                <a:moveTo>
                  <a:pt x="186724" y="355704"/>
                </a:moveTo>
                <a:lnTo>
                  <a:pt x="169107" y="355704"/>
                </a:lnTo>
                <a:lnTo>
                  <a:pt x="169107" y="106816"/>
                </a:lnTo>
                <a:lnTo>
                  <a:pt x="186724" y="106816"/>
                </a:lnTo>
                <a:lnTo>
                  <a:pt x="186724" y="355704"/>
                </a:lnTo>
                <a:close/>
              </a:path>
              <a:path w="356234" h="356234">
                <a:moveTo>
                  <a:pt x="204740" y="354595"/>
                </a:moveTo>
                <a:lnTo>
                  <a:pt x="204740" y="106816"/>
                </a:lnTo>
                <a:lnTo>
                  <a:pt x="222357" y="106816"/>
                </a:lnTo>
                <a:lnTo>
                  <a:pt x="222357" y="350073"/>
                </a:lnTo>
                <a:lnTo>
                  <a:pt x="221280" y="350450"/>
                </a:lnTo>
                <a:lnTo>
                  <a:pt x="216722" y="351957"/>
                </a:lnTo>
                <a:lnTo>
                  <a:pt x="211863" y="353087"/>
                </a:lnTo>
                <a:lnTo>
                  <a:pt x="204740" y="354595"/>
                </a:lnTo>
                <a:close/>
              </a:path>
              <a:path w="356234" h="356234">
                <a:moveTo>
                  <a:pt x="80202" y="293859"/>
                </a:moveTo>
                <a:lnTo>
                  <a:pt x="62207" y="293859"/>
                </a:lnTo>
                <a:lnTo>
                  <a:pt x="62207" y="222635"/>
                </a:lnTo>
                <a:lnTo>
                  <a:pt x="80202" y="222635"/>
                </a:lnTo>
                <a:lnTo>
                  <a:pt x="80202" y="293859"/>
                </a:lnTo>
                <a:close/>
              </a:path>
              <a:path w="356234" h="356234">
                <a:moveTo>
                  <a:pt x="115458" y="344818"/>
                </a:moveTo>
                <a:lnTo>
                  <a:pt x="112085" y="344064"/>
                </a:lnTo>
                <a:lnTo>
                  <a:pt x="104209" y="340316"/>
                </a:lnTo>
                <a:lnTo>
                  <a:pt x="97841" y="336946"/>
                </a:lnTo>
                <a:lnTo>
                  <a:pt x="97841" y="222635"/>
                </a:lnTo>
                <a:lnTo>
                  <a:pt x="115458" y="222635"/>
                </a:lnTo>
                <a:lnTo>
                  <a:pt x="115458" y="344818"/>
                </a:lnTo>
                <a:close/>
              </a:path>
              <a:path w="356234" h="356234">
                <a:moveTo>
                  <a:pt x="240373" y="345215"/>
                </a:moveTo>
                <a:lnTo>
                  <a:pt x="240373" y="222635"/>
                </a:lnTo>
                <a:lnTo>
                  <a:pt x="258368" y="222635"/>
                </a:lnTo>
                <a:lnTo>
                  <a:pt x="258368" y="336946"/>
                </a:lnTo>
                <a:lnTo>
                  <a:pt x="252733" y="339584"/>
                </a:lnTo>
                <a:lnTo>
                  <a:pt x="249360" y="341091"/>
                </a:lnTo>
                <a:lnTo>
                  <a:pt x="240373" y="345215"/>
                </a:lnTo>
                <a:close/>
              </a:path>
              <a:path w="356234" h="356234">
                <a:moveTo>
                  <a:pt x="275985" y="326833"/>
                </a:moveTo>
                <a:lnTo>
                  <a:pt x="275985" y="222635"/>
                </a:lnTo>
                <a:lnTo>
                  <a:pt x="293602" y="222635"/>
                </a:lnTo>
                <a:lnTo>
                  <a:pt x="293602" y="293859"/>
                </a:lnTo>
                <a:lnTo>
                  <a:pt x="313803" y="293859"/>
                </a:lnTo>
                <a:lnTo>
                  <a:pt x="310425" y="297798"/>
                </a:lnTo>
                <a:lnTo>
                  <a:pt x="301911" y="306086"/>
                </a:lnTo>
                <a:lnTo>
                  <a:pt x="290935" y="315284"/>
                </a:lnTo>
                <a:lnTo>
                  <a:pt x="275985" y="326833"/>
                </a:lnTo>
                <a:close/>
              </a:path>
              <a:path w="356234" h="356234">
                <a:moveTo>
                  <a:pt x="184106" y="356103"/>
                </a:moveTo>
                <a:lnTo>
                  <a:pt x="172102" y="356103"/>
                </a:lnTo>
                <a:lnTo>
                  <a:pt x="168935" y="355704"/>
                </a:lnTo>
                <a:lnTo>
                  <a:pt x="186875" y="355704"/>
                </a:lnTo>
                <a:lnTo>
                  <a:pt x="184106" y="356103"/>
                </a:lnTo>
                <a:close/>
              </a:path>
            </a:pathLst>
          </a:custGeom>
          <a:solidFill>
            <a:srgbClr val="07302A"/>
          </a:solidFill>
        </p:spPr>
        <p:txBody>
          <a:bodyPr wrap="square" lIns="0" tIns="0" rIns="0" bIns="0" rtlCol="0"/>
          <a:lstStyle/>
          <a:p>
            <a:endParaRPr/>
          </a:p>
        </p:txBody>
      </p:sp>
      <p:sp>
        <p:nvSpPr>
          <p:cNvPr id="8" name="object 8"/>
          <p:cNvSpPr txBox="1">
            <a:spLocks noGrp="1"/>
          </p:cNvSpPr>
          <p:nvPr>
            <p:ph type="title"/>
          </p:nvPr>
        </p:nvSpPr>
        <p:spPr>
          <a:xfrm>
            <a:off x="351444" y="212565"/>
            <a:ext cx="11233151" cy="397545"/>
          </a:xfrm>
          <a:prstGeom prst="rect">
            <a:avLst/>
          </a:prstGeom>
        </p:spPr>
        <p:txBody>
          <a:bodyPr vert="horz" wrap="square" lIns="0" tIns="12700" rIns="0" bIns="0" rtlCol="0">
            <a:spAutoFit/>
          </a:bodyPr>
          <a:lstStyle/>
          <a:p>
            <a:pPr marL="12700">
              <a:spcBef>
                <a:spcPts val="100"/>
              </a:spcBef>
            </a:pPr>
            <a:r>
              <a:rPr lang="en-US" altLang="zh-CN" sz="2400">
                <a:solidFill>
                  <a:srgbClr val="07302A"/>
                </a:solidFill>
              </a:rPr>
              <a:t>1</a:t>
            </a:r>
            <a:r>
              <a:rPr lang="en-US" sz="2400">
                <a:solidFill>
                  <a:srgbClr val="07302A"/>
                </a:solidFill>
              </a:rPr>
              <a:t>378-0041</a:t>
            </a:r>
            <a:r>
              <a:rPr lang="zh-CN" altLang="en-US" sz="2400">
                <a:solidFill>
                  <a:srgbClr val="07302A"/>
                </a:solidFill>
              </a:rPr>
              <a:t> </a:t>
            </a:r>
            <a:r>
              <a:rPr lang="en-US" sz="2400" err="1">
                <a:solidFill>
                  <a:srgbClr val="07302A"/>
                </a:solidFill>
              </a:rPr>
              <a:t>EASi</a:t>
            </a:r>
            <a:r>
              <a:rPr lang="en-US" sz="2400">
                <a:solidFill>
                  <a:srgbClr val="07302A"/>
                </a:solidFill>
              </a:rPr>
              <a:t>-PROTKT™ </a:t>
            </a:r>
            <a:r>
              <a:rPr lang="en-US" sz="2500">
                <a:solidFill>
                  <a:schemeClr val="tx1"/>
                </a:solidFill>
              </a:rPr>
              <a:t>Taiwan</a:t>
            </a:r>
            <a:r>
              <a:rPr lang="en-US" sz="2500">
                <a:solidFill>
                  <a:schemeClr val="tx1"/>
                </a:solidFill>
                <a:latin typeface="Boehringer Forward Head"/>
                <a:cs typeface="Boehringer Forward Head"/>
              </a:rPr>
              <a:t> </a:t>
            </a:r>
            <a:r>
              <a:rPr sz="2500" spc="-10">
                <a:solidFill>
                  <a:schemeClr val="tx1"/>
                </a:solidFill>
                <a:latin typeface="Boehringer Forward Head"/>
                <a:cs typeface="Boehringer Forward Head"/>
              </a:rPr>
              <a:t>recruitment</a:t>
            </a:r>
            <a:r>
              <a:rPr sz="2500" spc="-70">
                <a:solidFill>
                  <a:schemeClr val="tx1"/>
                </a:solidFill>
                <a:latin typeface="Boehringer Forward Head"/>
                <a:cs typeface="Boehringer Forward Head"/>
              </a:rPr>
              <a:t> </a:t>
            </a:r>
            <a:r>
              <a:rPr sz="2500" spc="-10">
                <a:solidFill>
                  <a:schemeClr val="tx1"/>
                </a:solidFill>
                <a:latin typeface="Boehringer Forward Head"/>
                <a:cs typeface="Boehringer Forward Head"/>
              </a:rPr>
              <a:t>status</a:t>
            </a:r>
            <a:r>
              <a:rPr lang="en-US" sz="2500" spc="-10">
                <a:solidFill>
                  <a:schemeClr val="tx1"/>
                </a:solidFill>
                <a:latin typeface="Boehringer Forward Head"/>
                <a:cs typeface="Boehringer Forward Head"/>
              </a:rPr>
              <a:t>- </a:t>
            </a:r>
            <a:r>
              <a:rPr lang="en-US" sz="2500" spc="-10">
                <a:solidFill>
                  <a:schemeClr val="accent5"/>
                </a:solidFill>
              </a:rPr>
              <a:t>21</a:t>
            </a:r>
            <a:r>
              <a:rPr lang="en-US" altLang="zh-TW" sz="2500" spc="-20">
                <a:solidFill>
                  <a:schemeClr val="accent5"/>
                </a:solidFill>
              </a:rPr>
              <a:t>-Apr-2026</a:t>
            </a:r>
            <a:endParaRPr lang="en-US" sz="2500" spc="-10">
              <a:solidFill>
                <a:schemeClr val="accent5"/>
              </a:solidFill>
              <a:latin typeface="Boehringer Forward Head"/>
              <a:cs typeface="Boehringer Forward Head"/>
            </a:endParaRPr>
          </a:p>
        </p:txBody>
      </p:sp>
      <p:sp>
        <p:nvSpPr>
          <p:cNvPr id="40" name="object 40"/>
          <p:cNvSpPr txBox="1"/>
          <p:nvPr/>
        </p:nvSpPr>
        <p:spPr>
          <a:xfrm>
            <a:off x="9146664" y="6401729"/>
            <a:ext cx="222250" cy="135890"/>
          </a:xfrm>
          <a:prstGeom prst="rect">
            <a:avLst/>
          </a:prstGeom>
        </p:spPr>
        <p:txBody>
          <a:bodyPr vert="horz" wrap="square" lIns="0" tIns="2540" rIns="0" bIns="0" rtlCol="0">
            <a:spAutoFit/>
          </a:bodyPr>
          <a:lstStyle/>
          <a:p>
            <a:pPr>
              <a:lnSpc>
                <a:spcPct val="100000"/>
              </a:lnSpc>
              <a:spcBef>
                <a:spcPts val="20"/>
              </a:spcBef>
            </a:pPr>
            <a:r>
              <a:rPr sz="800" spc="-25">
                <a:solidFill>
                  <a:srgbClr val="07302A"/>
                </a:solidFill>
                <a:latin typeface="Boehringer Forward Text"/>
                <a:cs typeface="Boehringer Forward Text"/>
              </a:rPr>
              <a:t>CD&amp;</a:t>
            </a:r>
            <a:endParaRPr sz="800">
              <a:latin typeface="Boehringer Forward Text"/>
              <a:cs typeface="Boehringer Forward Text"/>
            </a:endParaRPr>
          </a:p>
        </p:txBody>
      </p:sp>
      <p:sp>
        <p:nvSpPr>
          <p:cNvPr id="41" name="object 41"/>
          <p:cNvSpPr txBox="1"/>
          <p:nvPr/>
        </p:nvSpPr>
        <p:spPr>
          <a:xfrm>
            <a:off x="9369167" y="6401729"/>
            <a:ext cx="458470" cy="135890"/>
          </a:xfrm>
          <a:prstGeom prst="rect">
            <a:avLst/>
          </a:prstGeom>
        </p:spPr>
        <p:txBody>
          <a:bodyPr vert="horz" wrap="square" lIns="0" tIns="2540" rIns="0" bIns="0" rtlCol="0">
            <a:spAutoFit/>
          </a:bodyPr>
          <a:lstStyle/>
          <a:p>
            <a:pPr>
              <a:lnSpc>
                <a:spcPct val="100000"/>
              </a:lnSpc>
              <a:spcBef>
                <a:spcPts val="20"/>
              </a:spcBef>
            </a:pPr>
            <a:r>
              <a:rPr sz="800">
                <a:solidFill>
                  <a:srgbClr val="07302A"/>
                </a:solidFill>
                <a:latin typeface="Boehringer Forward Text"/>
                <a:cs typeface="Boehringer Forward Text"/>
              </a:rPr>
              <a:t>O</a:t>
            </a:r>
            <a:r>
              <a:rPr sz="800" spc="-30">
                <a:solidFill>
                  <a:srgbClr val="07302A"/>
                </a:solidFill>
                <a:latin typeface="Boehringer Forward Text"/>
                <a:cs typeface="Boehringer Forward Text"/>
              </a:rPr>
              <a:t> </a:t>
            </a:r>
            <a:r>
              <a:rPr sz="800" spc="-10">
                <a:solidFill>
                  <a:srgbClr val="07302A"/>
                </a:solidFill>
                <a:latin typeface="Boehringer Forward Text"/>
                <a:cs typeface="Boehringer Forward Text"/>
              </a:rPr>
              <a:t>Templa</a:t>
            </a:r>
            <a:endParaRPr sz="800">
              <a:latin typeface="Boehringer Forward Text"/>
              <a:cs typeface="Boehringer Forward Text"/>
            </a:endParaRPr>
          </a:p>
        </p:txBody>
      </p:sp>
      <p:sp>
        <p:nvSpPr>
          <p:cNvPr id="42" name="object 42"/>
          <p:cNvSpPr txBox="1"/>
          <p:nvPr/>
        </p:nvSpPr>
        <p:spPr>
          <a:xfrm>
            <a:off x="9827847" y="6401729"/>
            <a:ext cx="459105" cy="135890"/>
          </a:xfrm>
          <a:prstGeom prst="rect">
            <a:avLst/>
          </a:prstGeom>
        </p:spPr>
        <p:txBody>
          <a:bodyPr vert="horz" wrap="square" lIns="0" tIns="2540" rIns="0" bIns="0" rtlCol="0">
            <a:spAutoFit/>
          </a:bodyPr>
          <a:lstStyle/>
          <a:p>
            <a:pPr>
              <a:lnSpc>
                <a:spcPct val="100000"/>
              </a:lnSpc>
              <a:spcBef>
                <a:spcPts val="20"/>
              </a:spcBef>
            </a:pPr>
            <a:r>
              <a:rPr sz="800">
                <a:solidFill>
                  <a:srgbClr val="07302A"/>
                </a:solidFill>
                <a:latin typeface="Boehringer Forward Text"/>
                <a:cs typeface="Boehringer Forward Text"/>
              </a:rPr>
              <a:t>te</a:t>
            </a:r>
            <a:r>
              <a:rPr sz="800" spc="445">
                <a:solidFill>
                  <a:srgbClr val="07302A"/>
                </a:solidFill>
                <a:latin typeface="Boehringer Forward Text"/>
                <a:cs typeface="Boehringer Forward Text"/>
              </a:rPr>
              <a:t> </a:t>
            </a:r>
            <a:r>
              <a:rPr sz="800">
                <a:solidFill>
                  <a:srgbClr val="07302A"/>
                </a:solidFill>
                <a:latin typeface="Boehringer Forward Text"/>
                <a:cs typeface="Boehringer Forward Text"/>
              </a:rPr>
              <a:t>|</a:t>
            </a:r>
            <a:r>
              <a:rPr sz="800" spc="455">
                <a:solidFill>
                  <a:srgbClr val="07302A"/>
                </a:solidFill>
                <a:latin typeface="Boehringer Forward Text"/>
                <a:cs typeface="Boehringer Forward Text"/>
              </a:rPr>
              <a:t> </a:t>
            </a:r>
            <a:r>
              <a:rPr sz="800" spc="-25">
                <a:solidFill>
                  <a:srgbClr val="07302A"/>
                </a:solidFill>
                <a:latin typeface="Boehringer Forward Text"/>
                <a:cs typeface="Boehringer Forward Text"/>
              </a:rPr>
              <a:t>ON</a:t>
            </a:r>
            <a:endParaRPr sz="800">
              <a:latin typeface="Boehringer Forward Text"/>
              <a:cs typeface="Boehringer Forward Text"/>
            </a:endParaRPr>
          </a:p>
        </p:txBody>
      </p:sp>
      <p:sp>
        <p:nvSpPr>
          <p:cNvPr id="43" name="object 43"/>
          <p:cNvSpPr txBox="1"/>
          <p:nvPr/>
        </p:nvSpPr>
        <p:spPr>
          <a:xfrm>
            <a:off x="10286588" y="6401729"/>
            <a:ext cx="381635" cy="135890"/>
          </a:xfrm>
          <a:prstGeom prst="rect">
            <a:avLst/>
          </a:prstGeom>
        </p:spPr>
        <p:txBody>
          <a:bodyPr vert="horz" wrap="square" lIns="0" tIns="2540" rIns="0" bIns="0" rtlCol="0">
            <a:spAutoFit/>
          </a:bodyPr>
          <a:lstStyle/>
          <a:p>
            <a:pPr>
              <a:lnSpc>
                <a:spcPct val="100000"/>
              </a:lnSpc>
              <a:spcBef>
                <a:spcPts val="20"/>
              </a:spcBef>
            </a:pPr>
            <a:r>
              <a:rPr sz="800">
                <a:solidFill>
                  <a:srgbClr val="07302A"/>
                </a:solidFill>
                <a:latin typeface="Boehringer Forward Text"/>
                <a:cs typeface="Boehringer Forward Text"/>
              </a:rPr>
              <a:t>Y</a:t>
            </a:r>
            <a:r>
              <a:rPr sz="800" spc="-45">
                <a:solidFill>
                  <a:srgbClr val="07302A"/>
                </a:solidFill>
                <a:latin typeface="Boehringer Forward Text"/>
                <a:cs typeface="Boehringer Forward Text"/>
              </a:rPr>
              <a:t> </a:t>
            </a:r>
            <a:r>
              <a:rPr sz="800">
                <a:solidFill>
                  <a:srgbClr val="07302A"/>
                </a:solidFill>
                <a:latin typeface="Boehringer Forward Text"/>
                <a:cs typeface="Boehringer Forward Text"/>
              </a:rPr>
              <a:t>FOR</a:t>
            </a:r>
            <a:r>
              <a:rPr sz="800" spc="-10">
                <a:solidFill>
                  <a:srgbClr val="07302A"/>
                </a:solidFill>
                <a:latin typeface="Boehringer Forward Text"/>
                <a:cs typeface="Boehringer Forward Text"/>
              </a:rPr>
              <a:t> </a:t>
            </a:r>
            <a:r>
              <a:rPr sz="800" spc="-2900">
                <a:solidFill>
                  <a:srgbClr val="07302A"/>
                </a:solidFill>
                <a:latin typeface="Boehringer Forward Text"/>
                <a:cs typeface="Boehringer Forward Text"/>
              </a:rPr>
              <a:t>I</a:t>
            </a:r>
            <a:r>
              <a:rPr sz="800" spc="200">
                <a:solidFill>
                  <a:srgbClr val="07302A"/>
                </a:solidFill>
                <a:latin typeface="Boehringer Forward Text"/>
                <a:cs typeface="Boehringer Forward Text"/>
              </a:rPr>
              <a:t>L</a:t>
            </a:r>
            <a:endParaRPr sz="800">
              <a:latin typeface="Boehringer Forward Text"/>
              <a:cs typeface="Boehringer Forward Text"/>
            </a:endParaRPr>
          </a:p>
        </p:txBody>
      </p:sp>
      <p:sp>
        <p:nvSpPr>
          <p:cNvPr id="44" name="object 44"/>
          <p:cNvSpPr txBox="1"/>
          <p:nvPr/>
        </p:nvSpPr>
        <p:spPr>
          <a:xfrm>
            <a:off x="10667583" y="6401729"/>
            <a:ext cx="349250" cy="135890"/>
          </a:xfrm>
          <a:prstGeom prst="rect">
            <a:avLst/>
          </a:prstGeom>
        </p:spPr>
        <p:txBody>
          <a:bodyPr vert="horz" wrap="square" lIns="0" tIns="2540" rIns="0" bIns="0" rtlCol="0">
            <a:spAutoFit/>
          </a:bodyPr>
          <a:lstStyle/>
          <a:p>
            <a:pPr>
              <a:lnSpc>
                <a:spcPct val="100000"/>
              </a:lnSpc>
              <a:spcBef>
                <a:spcPts val="20"/>
              </a:spcBef>
            </a:pPr>
            <a:r>
              <a:rPr sz="800" spc="-10">
                <a:solidFill>
                  <a:srgbClr val="07302A"/>
                </a:solidFill>
                <a:latin typeface="Boehringer Forward Text"/>
                <a:cs typeface="Boehringer Forward Text"/>
              </a:rPr>
              <a:t>NTERN</a:t>
            </a:r>
            <a:endParaRPr sz="800">
              <a:latin typeface="Boehringer Forward Text"/>
              <a:cs typeface="Boehringer Forward Text"/>
            </a:endParaRPr>
          </a:p>
        </p:txBody>
      </p:sp>
      <p:sp>
        <p:nvSpPr>
          <p:cNvPr id="45" name="object 45"/>
          <p:cNvSpPr txBox="1"/>
          <p:nvPr/>
        </p:nvSpPr>
        <p:spPr>
          <a:xfrm>
            <a:off x="11016374" y="6401729"/>
            <a:ext cx="335280" cy="135890"/>
          </a:xfrm>
          <a:prstGeom prst="rect">
            <a:avLst/>
          </a:prstGeom>
        </p:spPr>
        <p:txBody>
          <a:bodyPr vert="horz" wrap="square" lIns="0" tIns="2540" rIns="0" bIns="0" rtlCol="0">
            <a:spAutoFit/>
          </a:bodyPr>
          <a:lstStyle/>
          <a:p>
            <a:pPr>
              <a:lnSpc>
                <a:spcPct val="100000"/>
              </a:lnSpc>
              <a:spcBef>
                <a:spcPts val="20"/>
              </a:spcBef>
            </a:pPr>
            <a:r>
              <a:rPr sz="800">
                <a:solidFill>
                  <a:srgbClr val="07302A"/>
                </a:solidFill>
                <a:latin typeface="Boehringer Forward Text"/>
                <a:cs typeface="Boehringer Forward Text"/>
              </a:rPr>
              <a:t>L</a:t>
            </a:r>
            <a:r>
              <a:rPr sz="800" spc="-40">
                <a:solidFill>
                  <a:srgbClr val="07302A"/>
                </a:solidFill>
                <a:latin typeface="Boehringer Forward Text"/>
                <a:cs typeface="Boehringer Forward Text"/>
              </a:rPr>
              <a:t> </a:t>
            </a:r>
            <a:r>
              <a:rPr sz="800" spc="150">
                <a:solidFill>
                  <a:srgbClr val="07302A"/>
                </a:solidFill>
                <a:latin typeface="Boehringer Forward Text"/>
                <a:cs typeface="Boehringer Forward Text"/>
              </a:rPr>
              <a:t>U</a:t>
            </a:r>
            <a:r>
              <a:rPr sz="800" spc="140">
                <a:solidFill>
                  <a:srgbClr val="07302A"/>
                </a:solidFill>
                <a:latin typeface="Boehringer Forward Text"/>
                <a:cs typeface="Boehringer Forward Text"/>
              </a:rPr>
              <a:t>S</a:t>
            </a:r>
            <a:r>
              <a:rPr sz="800" spc="-2495">
                <a:solidFill>
                  <a:srgbClr val="07302A"/>
                </a:solidFill>
                <a:latin typeface="Boehringer Forward Text"/>
                <a:cs typeface="Boehringer Forward Text"/>
              </a:rPr>
              <a:t>E</a:t>
            </a:r>
            <a:r>
              <a:rPr sz="800" spc="145">
                <a:solidFill>
                  <a:srgbClr val="07302A"/>
                </a:solidFill>
                <a:latin typeface="Boehringer Forward Text"/>
                <a:cs typeface="Boehringer Forward Text"/>
              </a:rPr>
              <a:t>A</a:t>
            </a:r>
            <a:endParaRPr sz="800">
              <a:latin typeface="Boehringer Forward Text"/>
              <a:cs typeface="Boehringer Forward Text"/>
            </a:endParaRPr>
          </a:p>
        </p:txBody>
      </p:sp>
      <p:sp>
        <p:nvSpPr>
          <p:cNvPr id="46" name="object 46"/>
          <p:cNvSpPr txBox="1"/>
          <p:nvPr/>
        </p:nvSpPr>
        <p:spPr>
          <a:xfrm>
            <a:off x="11584595" y="6401729"/>
            <a:ext cx="128270" cy="135890"/>
          </a:xfrm>
          <a:prstGeom prst="rect">
            <a:avLst/>
          </a:prstGeom>
        </p:spPr>
        <p:txBody>
          <a:bodyPr vert="horz" wrap="square" lIns="0" tIns="2540" rIns="0" bIns="0" rtlCol="0">
            <a:spAutoFit/>
          </a:bodyPr>
          <a:lstStyle/>
          <a:p>
            <a:pPr>
              <a:lnSpc>
                <a:spcPct val="100000"/>
              </a:lnSpc>
              <a:spcBef>
                <a:spcPts val="20"/>
              </a:spcBef>
            </a:pPr>
            <a:r>
              <a:rPr sz="800" spc="-25">
                <a:solidFill>
                  <a:srgbClr val="07302A"/>
                </a:solidFill>
                <a:latin typeface="Boehringer Forward Text"/>
                <a:cs typeface="Boehringer Forward Text"/>
              </a:rPr>
              <a:t>10</a:t>
            </a:r>
            <a:endParaRPr sz="800">
              <a:latin typeface="Boehringer Forward Text"/>
              <a:cs typeface="Boehringer Forward Text"/>
            </a:endParaRPr>
          </a:p>
        </p:txBody>
      </p:sp>
      <p:graphicFrame>
        <p:nvGraphicFramePr>
          <p:cNvPr id="5" name="表格 4">
            <a:extLst>
              <a:ext uri="{FF2B5EF4-FFF2-40B4-BE49-F238E27FC236}">
                <a16:creationId xmlns:a16="http://schemas.microsoft.com/office/drawing/2014/main" id="{95B06F24-04F6-B4DF-A189-B99BA6912928}"/>
              </a:ext>
            </a:extLst>
          </p:cNvPr>
          <p:cNvGraphicFramePr>
            <a:graphicFrameLocks noGrp="1"/>
          </p:cNvGraphicFramePr>
          <p:nvPr/>
        </p:nvGraphicFramePr>
        <p:xfrm>
          <a:off x="351444" y="5146027"/>
          <a:ext cx="11519752" cy="1499408"/>
        </p:xfrm>
        <a:graphic>
          <a:graphicData uri="http://schemas.openxmlformats.org/drawingml/2006/table">
            <a:tbl>
              <a:tblPr/>
              <a:tblGrid>
                <a:gridCol w="1774588">
                  <a:extLst>
                    <a:ext uri="{9D8B030D-6E8A-4147-A177-3AD203B41FA5}">
                      <a16:colId xmlns:a16="http://schemas.microsoft.com/office/drawing/2014/main" val="1580549570"/>
                    </a:ext>
                  </a:extLst>
                </a:gridCol>
                <a:gridCol w="541398">
                  <a:extLst>
                    <a:ext uri="{9D8B030D-6E8A-4147-A177-3AD203B41FA5}">
                      <a16:colId xmlns:a16="http://schemas.microsoft.com/office/drawing/2014/main" val="751949442"/>
                    </a:ext>
                  </a:extLst>
                </a:gridCol>
                <a:gridCol w="541398">
                  <a:extLst>
                    <a:ext uri="{9D8B030D-6E8A-4147-A177-3AD203B41FA5}">
                      <a16:colId xmlns:a16="http://schemas.microsoft.com/office/drawing/2014/main" val="1729184046"/>
                    </a:ext>
                  </a:extLst>
                </a:gridCol>
                <a:gridCol w="541398">
                  <a:extLst>
                    <a:ext uri="{9D8B030D-6E8A-4147-A177-3AD203B41FA5}">
                      <a16:colId xmlns:a16="http://schemas.microsoft.com/office/drawing/2014/main" val="2637859938"/>
                    </a:ext>
                  </a:extLst>
                </a:gridCol>
                <a:gridCol w="541398">
                  <a:extLst>
                    <a:ext uri="{9D8B030D-6E8A-4147-A177-3AD203B41FA5}">
                      <a16:colId xmlns:a16="http://schemas.microsoft.com/office/drawing/2014/main" val="1053407008"/>
                    </a:ext>
                  </a:extLst>
                </a:gridCol>
                <a:gridCol w="541398">
                  <a:extLst>
                    <a:ext uri="{9D8B030D-6E8A-4147-A177-3AD203B41FA5}">
                      <a16:colId xmlns:a16="http://schemas.microsoft.com/office/drawing/2014/main" val="2461847077"/>
                    </a:ext>
                  </a:extLst>
                </a:gridCol>
                <a:gridCol w="541398">
                  <a:extLst>
                    <a:ext uri="{9D8B030D-6E8A-4147-A177-3AD203B41FA5}">
                      <a16:colId xmlns:a16="http://schemas.microsoft.com/office/drawing/2014/main" val="516494949"/>
                    </a:ext>
                  </a:extLst>
                </a:gridCol>
                <a:gridCol w="541398">
                  <a:extLst>
                    <a:ext uri="{9D8B030D-6E8A-4147-A177-3AD203B41FA5}">
                      <a16:colId xmlns:a16="http://schemas.microsoft.com/office/drawing/2014/main" val="3751877370"/>
                    </a:ext>
                  </a:extLst>
                </a:gridCol>
                <a:gridCol w="541398">
                  <a:extLst>
                    <a:ext uri="{9D8B030D-6E8A-4147-A177-3AD203B41FA5}">
                      <a16:colId xmlns:a16="http://schemas.microsoft.com/office/drawing/2014/main" val="194641082"/>
                    </a:ext>
                  </a:extLst>
                </a:gridCol>
                <a:gridCol w="541398">
                  <a:extLst>
                    <a:ext uri="{9D8B030D-6E8A-4147-A177-3AD203B41FA5}">
                      <a16:colId xmlns:a16="http://schemas.microsoft.com/office/drawing/2014/main" val="60841777"/>
                    </a:ext>
                  </a:extLst>
                </a:gridCol>
                <a:gridCol w="541398">
                  <a:extLst>
                    <a:ext uri="{9D8B030D-6E8A-4147-A177-3AD203B41FA5}">
                      <a16:colId xmlns:a16="http://schemas.microsoft.com/office/drawing/2014/main" val="1412356754"/>
                    </a:ext>
                  </a:extLst>
                </a:gridCol>
                <a:gridCol w="541398">
                  <a:extLst>
                    <a:ext uri="{9D8B030D-6E8A-4147-A177-3AD203B41FA5}">
                      <a16:colId xmlns:a16="http://schemas.microsoft.com/office/drawing/2014/main" val="3306115830"/>
                    </a:ext>
                  </a:extLst>
                </a:gridCol>
                <a:gridCol w="541398">
                  <a:extLst>
                    <a:ext uri="{9D8B030D-6E8A-4147-A177-3AD203B41FA5}">
                      <a16:colId xmlns:a16="http://schemas.microsoft.com/office/drawing/2014/main" val="2833419304"/>
                    </a:ext>
                  </a:extLst>
                </a:gridCol>
                <a:gridCol w="541398">
                  <a:extLst>
                    <a:ext uri="{9D8B030D-6E8A-4147-A177-3AD203B41FA5}">
                      <a16:colId xmlns:a16="http://schemas.microsoft.com/office/drawing/2014/main" val="281576266"/>
                    </a:ext>
                  </a:extLst>
                </a:gridCol>
                <a:gridCol w="541398">
                  <a:extLst>
                    <a:ext uri="{9D8B030D-6E8A-4147-A177-3AD203B41FA5}">
                      <a16:colId xmlns:a16="http://schemas.microsoft.com/office/drawing/2014/main" val="458822936"/>
                    </a:ext>
                  </a:extLst>
                </a:gridCol>
                <a:gridCol w="541398">
                  <a:extLst>
                    <a:ext uri="{9D8B030D-6E8A-4147-A177-3AD203B41FA5}">
                      <a16:colId xmlns:a16="http://schemas.microsoft.com/office/drawing/2014/main" val="919898516"/>
                    </a:ext>
                  </a:extLst>
                </a:gridCol>
                <a:gridCol w="541398">
                  <a:extLst>
                    <a:ext uri="{9D8B030D-6E8A-4147-A177-3AD203B41FA5}">
                      <a16:colId xmlns:a16="http://schemas.microsoft.com/office/drawing/2014/main" val="3055330001"/>
                    </a:ext>
                  </a:extLst>
                </a:gridCol>
                <a:gridCol w="541398">
                  <a:extLst>
                    <a:ext uri="{9D8B030D-6E8A-4147-A177-3AD203B41FA5}">
                      <a16:colId xmlns:a16="http://schemas.microsoft.com/office/drawing/2014/main" val="410936124"/>
                    </a:ext>
                  </a:extLst>
                </a:gridCol>
                <a:gridCol w="541398">
                  <a:extLst>
                    <a:ext uri="{9D8B030D-6E8A-4147-A177-3AD203B41FA5}">
                      <a16:colId xmlns:a16="http://schemas.microsoft.com/office/drawing/2014/main" val="1498218639"/>
                    </a:ext>
                  </a:extLst>
                </a:gridCol>
              </a:tblGrid>
              <a:tr h="279000">
                <a:tc>
                  <a:txBody>
                    <a:bodyPr/>
                    <a:lstStyle/>
                    <a:p>
                      <a:pPr algn="ctr" fontAlgn="t"/>
                      <a:r>
                        <a:rPr lang="en-US" sz="1000" b="1" i="0" u="none" strike="noStrike">
                          <a:solidFill>
                            <a:srgbClr val="000000"/>
                          </a:solidFill>
                          <a:effectLst/>
                          <a:latin typeface="Aptos" panose="020B0004020202020204" pitchFamily="34" charset="0"/>
                          <a:ea typeface="Calibri"/>
                          <a:cs typeface="Calibri"/>
                        </a:rPr>
                        <a:t> Months</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a:buNone/>
                      </a:pPr>
                      <a:r>
                        <a:rPr lang="en-US" sz="1000" b="1" i="0" u="none" strike="noStrike">
                          <a:solidFill>
                            <a:srgbClr val="000000"/>
                          </a:solidFill>
                          <a:effectLst/>
                          <a:latin typeface="Aptos" panose="020B0004020202020204" pitchFamily="34" charset="0"/>
                          <a:ea typeface="Calibri"/>
                          <a:cs typeface="Calibri"/>
                        </a:rPr>
                        <a:t>Sep-25</a:t>
                      </a:r>
                    </a:p>
                  </a:txBody>
                  <a:tcPr marL="5155" marR="5155" marT="5155" marB="0" anchor="ctr">
                    <a:lnL w="6350">
                      <a:solidFill>
                        <a:srgbClr val="003266"/>
                      </a:solidFill>
                    </a:lnL>
                    <a:lnR w="6350" cap="flat" cmpd="sng" algn="ctr">
                      <a:solidFill>
                        <a:srgbClr val="003266"/>
                      </a:solidFill>
                      <a:prstDash val="solid"/>
                      <a:round/>
                      <a:headEnd type="none" w="med" len="med"/>
                      <a:tailEnd type="none" w="med" len="med"/>
                    </a:lnR>
                    <a:lnT w="6350">
                      <a:solidFill>
                        <a:srgbClr val="003266"/>
                      </a:solidFill>
                    </a:lnT>
                    <a:lnB w="6350" cap="flat" cmpd="sng" algn="ctr">
                      <a:solidFill>
                        <a:srgbClr val="003266"/>
                      </a:solidFill>
                      <a:prstDash val="solid"/>
                      <a:round/>
                      <a:headEnd type="none" w="med" len="med"/>
                      <a:tailEnd type="none" w="med" len="med"/>
                    </a:lnB>
                    <a:solidFill>
                      <a:srgbClr val="00E37B"/>
                    </a:solidFill>
                  </a:tcPr>
                </a:tc>
                <a:tc>
                  <a:txBody>
                    <a:bodyPr/>
                    <a:lstStyle/>
                    <a:p>
                      <a:pPr lvl="0" algn="ctr">
                        <a:buNone/>
                      </a:pPr>
                      <a:r>
                        <a:rPr lang="en-US" sz="1000" b="1" i="0" u="none" strike="noStrike">
                          <a:solidFill>
                            <a:srgbClr val="000000"/>
                          </a:solidFill>
                          <a:effectLst/>
                          <a:latin typeface="Aptos" panose="020B0004020202020204" pitchFamily="34" charset="0"/>
                          <a:ea typeface="Calibri"/>
                          <a:cs typeface="Calibri"/>
                        </a:rPr>
                        <a:t>Oct-25</a:t>
                      </a:r>
                    </a:p>
                  </a:txBody>
                  <a:tcPr marL="5155" marR="5155" marT="5155" marB="0" anchor="ctr">
                    <a:lnL w="6350">
                      <a:solidFill>
                        <a:srgbClr val="003266"/>
                      </a:solidFill>
                    </a:lnL>
                    <a:lnR w="6350">
                      <a:solidFill>
                        <a:srgbClr val="003266"/>
                      </a:solidFill>
                    </a:lnR>
                    <a:lnT w="6350">
                      <a:solidFill>
                        <a:srgbClr val="003266"/>
                      </a:solidFill>
                    </a:lnT>
                    <a:lnB w="6350">
                      <a:solidFill>
                        <a:srgbClr val="003266"/>
                      </a:solidFill>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Nov-25</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Dec-25</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Jan-26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Feb-26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Mar-26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Apr-26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May-26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Jun-26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Jul-26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Aug-26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Sep-26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Oct-26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Nov-26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Dec-26</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Jan-27</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sz="1000" b="1" i="0" u="none" strike="noStrike">
                          <a:solidFill>
                            <a:srgbClr val="000000"/>
                          </a:solidFill>
                          <a:effectLst/>
                          <a:latin typeface="Aptos" panose="020B0004020202020204" pitchFamily="34" charset="0"/>
                          <a:ea typeface="Calibri"/>
                          <a:cs typeface="Calibri"/>
                        </a:rPr>
                        <a:t>Feb-27</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extLst>
                  <a:ext uri="{0D108BD9-81ED-4DB2-BD59-A6C34878D82A}">
                    <a16:rowId xmlns:a16="http://schemas.microsoft.com/office/drawing/2014/main" val="3860035529"/>
                  </a:ext>
                </a:extLst>
              </a:tr>
              <a:tr h="331204">
                <a:tc>
                  <a:txBody>
                    <a:bodyPr/>
                    <a:lstStyle/>
                    <a:p>
                      <a:pPr algn="ctr" fontAlgn="t"/>
                      <a:r>
                        <a:rPr lang="en-US" sz="1000" b="1" i="0" u="none" strike="noStrike">
                          <a:solidFill>
                            <a:srgbClr val="000000"/>
                          </a:solidFill>
                          <a:effectLst/>
                          <a:latin typeface="Aptos" panose="020B0004020202020204" pitchFamily="34" charset="0"/>
                          <a:ea typeface="Calibri"/>
                          <a:cs typeface="Calibri"/>
                        </a:rPr>
                        <a:t>Patients Enrolled/Randomized (Actual)</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a:buNone/>
                      </a:pPr>
                      <a:r>
                        <a:rPr lang="en-US" altLang="zh-CN" sz="1000" b="1" i="0" u="none" strike="noStrike">
                          <a:solidFill>
                            <a:srgbClr val="000000"/>
                          </a:solidFill>
                          <a:effectLst/>
                          <a:latin typeface="Aptos" panose="020B0004020202020204" pitchFamily="34" charset="0"/>
                          <a:ea typeface="+mj-ea"/>
                          <a:cs typeface="Calibri"/>
                        </a:rPr>
                        <a:t>0</a:t>
                      </a:r>
                      <a:endParaRPr lang="zh-CN" altLang="en-US" sz="1000" b="1" i="0" u="none" strike="noStrike">
                        <a:solidFill>
                          <a:srgbClr val="000000"/>
                        </a:solidFill>
                        <a:effectLst/>
                        <a:latin typeface="Aptos" panose="020B0004020202020204" pitchFamily="34" charset="0"/>
                        <a:ea typeface="+mj-ea"/>
                        <a:cs typeface="Calibri"/>
                      </a:endParaRPr>
                    </a:p>
                  </a:txBody>
                  <a:tcPr marL="5155" marR="5155" marT="5155" marB="0" anchor="ctr">
                    <a:lnL w="6350">
                      <a:solidFill>
                        <a:srgbClr val="003266"/>
                      </a:solidFill>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vl="0" algn="ctr">
                        <a:buNone/>
                      </a:pPr>
                      <a:r>
                        <a:rPr lang="en-US" altLang="zh-CN" sz="1000" b="1" i="0" u="none" strike="noStrike">
                          <a:solidFill>
                            <a:srgbClr val="000000"/>
                          </a:solidFill>
                          <a:effectLst/>
                          <a:latin typeface="Aptos" panose="020B0004020202020204" pitchFamily="34" charset="0"/>
                          <a:ea typeface="+mj-ea"/>
                          <a:cs typeface="Calibri"/>
                        </a:rPr>
                        <a:t>2</a:t>
                      </a:r>
                    </a:p>
                  </a:txBody>
                  <a:tcPr marL="5155" marR="5155" marT="5155" marB="0" anchor="ctr">
                    <a:lnL w="6350">
                      <a:solidFill>
                        <a:srgbClr val="003266"/>
                      </a:solidFill>
                    </a:lnL>
                    <a:lnR w="6350">
                      <a:solidFill>
                        <a:srgbClr val="003266"/>
                      </a:solidFill>
                    </a:lnR>
                    <a:lnT w="6350">
                      <a:solidFill>
                        <a:srgbClr val="003266"/>
                      </a:solidFill>
                    </a:lnT>
                    <a:lnB w="12700" cap="flat" cmpd="sng" algn="ctr">
                      <a:solidFill>
                        <a:schemeClr val="tx1"/>
                      </a:solidFill>
                      <a:prstDash val="solid"/>
                      <a:round/>
                      <a:headEnd type="none" w="med" len="med"/>
                      <a:tailEnd type="none" w="med" len="med"/>
                    </a:lnB>
                    <a:solidFill>
                      <a:schemeClr val="bg1"/>
                    </a:solidFill>
                  </a:tcPr>
                </a:tc>
                <a:tc>
                  <a:txBody>
                    <a:bodyPr/>
                    <a:lstStyle/>
                    <a:p>
                      <a:pPr algn="ctr" rtl="0" fontAlgn="b"/>
                      <a:r>
                        <a:rPr lang="en-US" altLang="zh-CN" sz="1000" b="1" i="0" u="none" strike="noStrike">
                          <a:solidFill>
                            <a:srgbClr val="000000"/>
                          </a:solidFill>
                          <a:effectLst/>
                          <a:latin typeface="Aptos" panose="020B0004020202020204" pitchFamily="34" charset="0"/>
                          <a:ea typeface="+mj-ea"/>
                          <a:cs typeface="Calibri"/>
                        </a:rPr>
                        <a:t>10</a:t>
                      </a:r>
                      <a:endParaRPr lang="zh-CN" altLang="en-US" sz="1000" b="1" i="0" u="none" strike="noStrike">
                        <a:solidFill>
                          <a:srgbClr val="000000"/>
                        </a:solidFill>
                        <a:effectLst/>
                        <a:latin typeface="Aptos" panose="020B0004020202020204" pitchFamily="34" charset="0"/>
                        <a:ea typeface="+mj-ea"/>
                        <a:cs typeface="Calibri"/>
                      </a:endParaRP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rtl="0" fontAlgn="b"/>
                      <a:r>
                        <a:rPr lang="en-US" altLang="zh-CN" sz="1000" b="1" i="0" u="none" strike="noStrike">
                          <a:solidFill>
                            <a:srgbClr val="000000"/>
                          </a:solidFill>
                          <a:effectLst/>
                          <a:latin typeface="Aptos"/>
                          <a:ea typeface="+mj-ea"/>
                          <a:cs typeface="Calibri"/>
                        </a:rPr>
                        <a:t>29</a:t>
                      </a:r>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rtl="0" fontAlgn="b"/>
                      <a:r>
                        <a:rPr lang="en-US" altLang="zh-CN" sz="1000" b="1" i="0" u="none" strike="noStrike">
                          <a:solidFill>
                            <a:srgbClr val="000000"/>
                          </a:solidFill>
                          <a:effectLst/>
                          <a:latin typeface="Aptos"/>
                          <a:ea typeface="+mj-ea"/>
                          <a:cs typeface="Calibri"/>
                        </a:rPr>
                        <a:t>36</a:t>
                      </a:r>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326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3266"/>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en-US" altLang="zh-CN" sz="1000" b="1" i="0" u="none" strike="noStrike">
                          <a:solidFill>
                            <a:srgbClr val="000000"/>
                          </a:solidFill>
                          <a:effectLst/>
                          <a:latin typeface="Aptos"/>
                          <a:ea typeface="+mj-ea"/>
                          <a:cs typeface="Calibri"/>
                        </a:rPr>
                        <a:t>59</a:t>
                      </a:r>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en-US" altLang="zh-CN" sz="1000" b="1" i="0" u="none" strike="noStrike">
                          <a:solidFill>
                            <a:srgbClr val="000000"/>
                          </a:solidFill>
                          <a:effectLst/>
                          <a:latin typeface="Aptos"/>
                          <a:ea typeface="+mj-ea"/>
                          <a:cs typeface="Calibri"/>
                        </a:rPr>
                        <a:t>73</a:t>
                      </a:r>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74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5156" marR="5156" marT="515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36668353"/>
                  </a:ext>
                </a:extLst>
              </a:tr>
              <a:tr h="331204">
                <a:tc>
                  <a:txBody>
                    <a:bodyPr/>
                    <a:lstStyle/>
                    <a:p>
                      <a:pPr algn="ctr" fontAlgn="t"/>
                      <a:r>
                        <a:rPr lang="en-US" sz="1000" b="1" i="0" u="none" strike="noStrike">
                          <a:solidFill>
                            <a:srgbClr val="000000"/>
                          </a:solidFill>
                          <a:effectLst/>
                          <a:latin typeface="Aptos"/>
                          <a:ea typeface="Calibri"/>
                          <a:cs typeface="Calibri"/>
                        </a:rPr>
                        <a:t>Patients Enrolled/Randomized (</a:t>
                      </a:r>
                      <a:r>
                        <a:rPr lang="en-US" sz="1000" b="1" i="0" u="none" strike="noStrike" err="1">
                          <a:solidFill>
                            <a:srgbClr val="000000"/>
                          </a:solidFill>
                          <a:effectLst/>
                          <a:latin typeface="Aptos"/>
                          <a:ea typeface="Calibri"/>
                          <a:cs typeface="Calibri"/>
                        </a:rPr>
                        <a:t>orginial</a:t>
                      </a:r>
                      <a:r>
                        <a:rPr lang="en-US" sz="1000" b="1" i="0" u="none" strike="noStrike">
                          <a:solidFill>
                            <a:srgbClr val="000000"/>
                          </a:solidFill>
                          <a:effectLst/>
                          <a:latin typeface="Aptos"/>
                          <a:ea typeface="Calibri"/>
                          <a:cs typeface="Calibri"/>
                        </a:rPr>
                        <a:t> plan)</a:t>
                      </a:r>
                    </a:p>
                  </a:txBody>
                  <a:tcPr marL="5156" marR="5156" marT="5156"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fontAlgn="t"/>
                      <a:r>
                        <a:rPr lang="en-US" altLang="zh-TW" sz="1000" b="1" i="0" u="none" strike="noStrike">
                          <a:solidFill>
                            <a:srgbClr val="000000"/>
                          </a:solidFill>
                          <a:effectLst/>
                          <a:latin typeface="Aptos" panose="020B0004020202020204" pitchFamily="34" charset="0"/>
                          <a:ea typeface="Calibri"/>
                          <a:cs typeface="Calibri"/>
                        </a:rPr>
                        <a:t>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TW" sz="1000" b="1" i="0" u="none" strike="noStrike">
                          <a:solidFill>
                            <a:srgbClr val="000000"/>
                          </a:solidFill>
                          <a:effectLst/>
                          <a:latin typeface="Aptos" panose="020B0004020202020204" pitchFamily="34" charset="0"/>
                          <a:ea typeface="Calibri"/>
                          <a:cs typeface="Calibri"/>
                        </a:rPr>
                        <a:t>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TW" sz="1000" b="1" i="0" u="none" strike="noStrike">
                          <a:solidFill>
                            <a:srgbClr val="000000"/>
                          </a:solidFill>
                          <a:effectLst/>
                          <a:latin typeface="Aptos" panose="020B0004020202020204" pitchFamily="34" charset="0"/>
                          <a:ea typeface="Calibri"/>
                          <a:cs typeface="Calibri"/>
                        </a:rPr>
                        <a:t>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12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18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25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32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47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55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71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altLang="zh-TW" sz="1000" b="1" i="0" u="none" strike="noStrike">
                          <a:solidFill>
                            <a:srgbClr val="000000"/>
                          </a:solidFill>
                          <a:effectLst/>
                          <a:latin typeface="Aptos" panose="020B0004020202020204" pitchFamily="34" charset="0"/>
                          <a:ea typeface="Calibri"/>
                          <a:cs typeface="Calibri"/>
                        </a:rPr>
                        <a:t>79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TW" sz="1000" b="1" i="0" u="none" strike="noStrike">
                          <a:solidFill>
                            <a:srgbClr val="000000"/>
                          </a:solidFill>
                          <a:effectLst/>
                          <a:latin typeface="Aptos" panose="020B0004020202020204" pitchFamily="34" charset="0"/>
                          <a:ea typeface="Calibri"/>
                          <a:cs typeface="Calibri"/>
                        </a:rPr>
                        <a:t>87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TW" sz="1000" b="1" i="0" u="none" strike="noStrike">
                          <a:solidFill>
                            <a:srgbClr val="000000"/>
                          </a:solidFill>
                          <a:effectLst/>
                          <a:latin typeface="Aptos" panose="020B0004020202020204" pitchFamily="34" charset="0"/>
                          <a:ea typeface="Calibri"/>
                          <a:cs typeface="Calibri"/>
                        </a:rPr>
                        <a:t>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46974254"/>
                  </a:ext>
                </a:extLst>
              </a:tr>
              <a:tr h="279000">
                <a:tc>
                  <a:txBody>
                    <a:bodyPr/>
                    <a:lstStyle/>
                    <a:p>
                      <a:pPr algn="ctr" fontAlgn="t"/>
                      <a:r>
                        <a:rPr lang="en-US" sz="1000" b="1" i="0" u="none" strike="noStrike">
                          <a:solidFill>
                            <a:srgbClr val="000000"/>
                          </a:solidFill>
                          <a:effectLst/>
                          <a:latin typeface="Aptos" panose="020B0004020202020204" pitchFamily="34" charset="0"/>
                          <a:ea typeface="Calibri"/>
                          <a:cs typeface="Calibri"/>
                        </a:rPr>
                        <a:t>Patient Screened(Actual)</a:t>
                      </a:r>
                    </a:p>
                  </a:txBody>
                  <a:tcPr marL="5156" marR="5156" marT="5156"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lvl="0" algn="ctr">
                        <a:buNone/>
                      </a:pPr>
                      <a:r>
                        <a:rPr lang="en-US" altLang="zh-CN" sz="1000" b="1" i="0" u="none" strike="noStrike">
                          <a:solidFill>
                            <a:srgbClr val="000000"/>
                          </a:solidFill>
                          <a:effectLst/>
                          <a:latin typeface="Aptos" panose="020B0004020202020204" pitchFamily="34" charset="0"/>
                          <a:ea typeface="+mj-ea"/>
                          <a:cs typeface="Calibri"/>
                        </a:rPr>
                        <a:t>0</a:t>
                      </a:r>
                      <a:endParaRPr lang="zh-CN" altLang="en-US" sz="1000" b="1" i="0" u="none" strike="noStrike">
                        <a:solidFill>
                          <a:srgbClr val="000000"/>
                        </a:solidFill>
                        <a:effectLst/>
                        <a:latin typeface="Aptos" panose="020B0004020202020204" pitchFamily="34" charset="0"/>
                        <a:ea typeface="+mj-ea"/>
                        <a:cs typeface="Calibri"/>
                      </a:endParaRPr>
                    </a:p>
                  </a:txBody>
                  <a:tcPr marL="6350" marR="6350" marT="6350" marB="0"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0">
                      <a:noFill/>
                    </a:lnTlToBr>
                    <a:lnBlToTr w="0">
                      <a:noFill/>
                    </a:lnBlToTr>
                    <a:solidFill>
                      <a:schemeClr val="bg1"/>
                    </a:solidFill>
                  </a:tcPr>
                </a:tc>
                <a:tc>
                  <a:txBody>
                    <a:bodyPr/>
                    <a:lstStyle/>
                    <a:p>
                      <a:pPr lvl="0" algn="ctr">
                        <a:buNone/>
                      </a:pPr>
                      <a:r>
                        <a:rPr lang="en-US" altLang="zh-CN" sz="1000" b="1" i="0" u="none" strike="noStrike">
                          <a:solidFill>
                            <a:srgbClr val="000000"/>
                          </a:solidFill>
                          <a:effectLst/>
                          <a:latin typeface="Aptos" panose="020B0004020202020204" pitchFamily="34" charset="0"/>
                          <a:ea typeface="+mj-ea"/>
                          <a:cs typeface="Calibri"/>
                        </a:rPr>
                        <a:t>8</a:t>
                      </a:r>
                    </a:p>
                  </a:txBody>
                  <a:tcPr marL="6350" marR="6350" marT="6350" marB="0" anchor="ctr">
                    <a:lnL w="12700">
                      <a:solidFill>
                        <a:schemeClr val="tx1"/>
                      </a:solidFill>
                    </a:lnL>
                    <a:lnR w="12700">
                      <a:solidFill>
                        <a:schemeClr val="tx1"/>
                      </a:solid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0">
                      <a:noFill/>
                    </a:lnTlToBr>
                    <a:lnBlToTr w="0">
                      <a:noFill/>
                    </a:lnBlToTr>
                    <a:solidFill>
                      <a:schemeClr val="bg1"/>
                    </a:solidFill>
                  </a:tcPr>
                </a:tc>
                <a:tc>
                  <a:txBody>
                    <a:bodyPr/>
                    <a:lstStyle/>
                    <a:p>
                      <a:pPr algn="ctr" rtl="0" fontAlgn="b"/>
                      <a:r>
                        <a:rPr lang="en-US" altLang="zh-CN" sz="1000" b="1" i="0" u="none" strike="noStrike">
                          <a:solidFill>
                            <a:srgbClr val="000000"/>
                          </a:solidFill>
                          <a:effectLst/>
                          <a:latin typeface="Aptos" panose="020B0004020202020204" pitchFamily="34" charset="0"/>
                          <a:ea typeface="+mj-ea"/>
                          <a:cs typeface="Calibri"/>
                        </a:rPr>
                        <a:t>29</a:t>
                      </a:r>
                      <a:endParaRPr lang="zh-CN" altLang="en-US" sz="1000" b="1" i="0" u="none" strike="noStrike">
                        <a:solidFill>
                          <a:srgbClr val="000000"/>
                        </a:solidFill>
                        <a:effectLst/>
                        <a:latin typeface="Aptos" panose="020B0004020202020204" pitchFamily="34" charset="0"/>
                        <a:ea typeface="+mj-ea"/>
                        <a:cs typeface="Calibri" panose="020F0502020204030204" pitchFamily="34" charset="0"/>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CN" sz="1000" b="1" i="0" u="none" strike="noStrike">
                          <a:solidFill>
                            <a:srgbClr val="000000"/>
                          </a:solidFill>
                          <a:effectLst/>
                          <a:latin typeface="Aptos"/>
                          <a:ea typeface="+mj-ea"/>
                          <a:cs typeface="Calibri"/>
                        </a:rPr>
                        <a:t>54</a:t>
                      </a:r>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CN" sz="1000" b="1" i="0" u="none" strike="noStrike">
                          <a:solidFill>
                            <a:srgbClr val="000000"/>
                          </a:solidFill>
                          <a:effectLst/>
                          <a:latin typeface="Aptos"/>
                          <a:ea typeface="+mj-ea"/>
                          <a:cs typeface="Calibri"/>
                        </a:rPr>
                        <a:t>62</a:t>
                      </a:r>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00" b="1" i="0" u="none" strike="noStrike">
                          <a:solidFill>
                            <a:srgbClr val="000000"/>
                          </a:solidFill>
                          <a:effectLst/>
                          <a:latin typeface="Aptos"/>
                          <a:ea typeface="+mj-ea"/>
                          <a:cs typeface="Calibri"/>
                        </a:rPr>
                        <a:t>81</a:t>
                      </a:r>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en-US" altLang="zh-CN" sz="1000" b="1" i="0" u="none" strike="noStrike">
                          <a:solidFill>
                            <a:srgbClr val="000000"/>
                          </a:solidFill>
                          <a:effectLst/>
                          <a:latin typeface="Aptos"/>
                          <a:ea typeface="+mj-ea"/>
                          <a:cs typeface="Calibri"/>
                        </a:rPr>
                        <a:t>96</a:t>
                      </a:r>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100</a:t>
                      </a:r>
                      <a:endParaRPr lang="zh-CN" altLang="en-US" sz="1000" b="1" i="0" u="none" strike="noStrike">
                        <a:solidFill>
                          <a:srgbClr val="000000"/>
                        </a:solidFill>
                        <a:effectLst/>
                        <a:latin typeface="Aptos" panose="020B0004020202020204" pitchFamily="34" charset="0"/>
                        <a:ea typeface="+mj-ea"/>
                        <a:cs typeface="Calibri"/>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t"/>
                      <a:r>
                        <a:rPr lang="zh-CN" altLang="en-US" sz="1000" b="1" i="0" u="none" strike="noStrike">
                          <a:solidFill>
                            <a:srgbClr val="000000"/>
                          </a:solidFill>
                          <a:effectLst/>
                          <a:latin typeface="Aptos"/>
                          <a:ea typeface="+mj-ea"/>
                          <a:cs typeface="Calibri"/>
                        </a:rPr>
                        <a:t>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7756951"/>
                  </a:ext>
                </a:extLst>
              </a:tr>
              <a:tr h="279000">
                <a:tc>
                  <a:txBody>
                    <a:bodyPr/>
                    <a:lstStyle/>
                    <a:p>
                      <a:pPr algn="ctr" fontAlgn="t"/>
                      <a:r>
                        <a:rPr lang="en-US" sz="1000" b="1" i="0" u="none" strike="noStrike">
                          <a:solidFill>
                            <a:srgbClr val="000000"/>
                          </a:solidFill>
                          <a:effectLst/>
                          <a:latin typeface="Aptos" panose="020B0004020202020204" pitchFamily="34" charset="0"/>
                          <a:ea typeface="Calibri"/>
                          <a:cs typeface="Calibri"/>
                        </a:rPr>
                        <a:t>Patient Screened(Planned)</a:t>
                      </a:r>
                    </a:p>
                  </a:txBody>
                  <a:tcPr marL="5156" marR="5156" marT="5156"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E37B"/>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26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39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53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63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73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83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93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103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113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b"/>
                      <a:r>
                        <a:rPr lang="en-US" altLang="zh-TW" sz="1000" b="1" i="0" u="none" strike="noStrike">
                          <a:solidFill>
                            <a:srgbClr val="000000"/>
                          </a:solidFill>
                          <a:effectLst/>
                          <a:latin typeface="Aptos" panose="020B0004020202020204" pitchFamily="34" charset="0"/>
                          <a:ea typeface="新細明體"/>
                        </a:rPr>
                        <a:t>123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78727040"/>
                  </a:ext>
                </a:extLst>
              </a:tr>
            </a:tbl>
          </a:graphicData>
        </a:graphic>
      </p:graphicFrame>
      <p:pic>
        <p:nvPicPr>
          <p:cNvPr id="6" name="圖片 5" descr="一張含有 文字, 行, 圖表, 繪圖 的圖片&#10;&#10;AI 產生的內容可能不正確。">
            <a:extLst>
              <a:ext uri="{FF2B5EF4-FFF2-40B4-BE49-F238E27FC236}">
                <a16:creationId xmlns:a16="http://schemas.microsoft.com/office/drawing/2014/main" id="{EF620B7E-F8B9-C082-4372-FD131717246F}"/>
              </a:ext>
            </a:extLst>
          </p:cNvPr>
          <p:cNvPicPr>
            <a:picLocks noChangeAspect="1"/>
          </p:cNvPicPr>
          <p:nvPr/>
        </p:nvPicPr>
        <p:blipFill>
          <a:blip r:embed="rId3"/>
          <a:stretch>
            <a:fillRect/>
          </a:stretch>
        </p:blipFill>
        <p:spPr>
          <a:xfrm>
            <a:off x="483855" y="801806"/>
            <a:ext cx="11235662" cy="4185315"/>
          </a:xfrm>
          <a:prstGeom prst="rect">
            <a:avLst/>
          </a:prstGeom>
        </p:spPr>
      </p:pic>
    </p:spTree>
    <p:extLst>
      <p:ext uri="{BB962C8B-B14F-4D97-AF65-F5344CB8AC3E}">
        <p14:creationId xmlns:p14="http://schemas.microsoft.com/office/powerpoint/2010/main" val="423844331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AD5A5178-5923-3E99-2AA9-C3709FD23872}"/>
              </a:ext>
            </a:extLst>
          </p:cNvPr>
          <p:cNvSpPr/>
          <p:nvPr/>
        </p:nvSpPr>
        <p:spPr bwMode="gray">
          <a:xfrm>
            <a:off x="0" y="0"/>
            <a:ext cx="3632200" cy="6858000"/>
          </a:xfrm>
          <a:prstGeom prst="rect">
            <a:avLst/>
          </a:prstGeom>
          <a:solidFill>
            <a:schemeClr val="bg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GB" sz="1600">
              <a:solidFill>
                <a:schemeClr val="tx1"/>
              </a:solidFill>
            </a:endParaRPr>
          </a:p>
        </p:txBody>
      </p:sp>
      <p:sp>
        <p:nvSpPr>
          <p:cNvPr id="2" name="标题 1">
            <a:extLst>
              <a:ext uri="{FF2B5EF4-FFF2-40B4-BE49-F238E27FC236}">
                <a16:creationId xmlns:a16="http://schemas.microsoft.com/office/drawing/2014/main" id="{A3F80B08-64D0-CFE3-37D4-3C2BB742BC68}"/>
              </a:ext>
            </a:extLst>
          </p:cNvPr>
          <p:cNvSpPr>
            <a:spLocks noGrp="1"/>
          </p:cNvSpPr>
          <p:nvPr>
            <p:ph type="title"/>
          </p:nvPr>
        </p:nvSpPr>
        <p:spPr>
          <a:xfrm>
            <a:off x="479425" y="476250"/>
            <a:ext cx="2886075" cy="861774"/>
          </a:xfrm>
        </p:spPr>
        <p:txBody>
          <a:bodyPr wrap="square" anchor="t">
            <a:spAutoFit/>
          </a:bodyPr>
          <a:lstStyle/>
          <a:p>
            <a:r>
              <a:rPr lang="en-US" altLang="zh-CN" sz="2800">
                <a:solidFill>
                  <a:schemeClr val="tx2"/>
                </a:solidFill>
              </a:rPr>
              <a:t>Actions of Boost Enrollment</a:t>
            </a:r>
            <a:endParaRPr lang="zh-CN" altLang="en-US" sz="2800">
              <a:solidFill>
                <a:schemeClr val="tx2"/>
              </a:solidFill>
            </a:endParaRPr>
          </a:p>
        </p:txBody>
      </p:sp>
      <p:pic>
        <p:nvPicPr>
          <p:cNvPr id="24" name="Grafik 5">
            <a:extLst>
              <a:ext uri="{FF2B5EF4-FFF2-40B4-BE49-F238E27FC236}">
                <a16:creationId xmlns:a16="http://schemas.microsoft.com/office/drawing/2014/main" id="{8699F313-0C6C-C63C-21CA-BCC4F8ECED36}"/>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bwMode="gray">
          <a:xfrm>
            <a:off x="479424" y="6165000"/>
            <a:ext cx="1234800" cy="372727"/>
          </a:xfrm>
          <a:prstGeom prst="rect">
            <a:avLst/>
          </a:prstGeom>
        </p:spPr>
      </p:pic>
      <p:sp>
        <p:nvSpPr>
          <p:cNvPr id="26" name="Rectangle 25">
            <a:extLst>
              <a:ext uri="{FF2B5EF4-FFF2-40B4-BE49-F238E27FC236}">
                <a16:creationId xmlns:a16="http://schemas.microsoft.com/office/drawing/2014/main" id="{392D01A1-A804-4F72-4584-E9F28DDA5C42}"/>
              </a:ext>
            </a:extLst>
          </p:cNvPr>
          <p:cNvSpPr/>
          <p:nvPr/>
        </p:nvSpPr>
        <p:spPr bwMode="gray">
          <a:xfrm>
            <a:off x="3889624" y="476250"/>
            <a:ext cx="802965" cy="5473700"/>
          </a:xfrm>
          <a:prstGeom prst="rect">
            <a:avLst/>
          </a:prstGeom>
          <a:solidFill>
            <a:srgbClr val="F6F5F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GB" sz="1600">
              <a:solidFill>
                <a:schemeClr val="tx1"/>
              </a:solidFill>
            </a:endParaRPr>
          </a:p>
        </p:txBody>
      </p:sp>
      <p:sp>
        <p:nvSpPr>
          <p:cNvPr id="27" name="内容占位符 2">
            <a:extLst>
              <a:ext uri="{FF2B5EF4-FFF2-40B4-BE49-F238E27FC236}">
                <a16:creationId xmlns:a16="http://schemas.microsoft.com/office/drawing/2014/main" id="{975564BE-AFFD-1F24-DCA3-7486DB9C7D8B}"/>
              </a:ext>
            </a:extLst>
          </p:cNvPr>
          <p:cNvSpPr txBox="1">
            <a:spLocks/>
          </p:cNvSpPr>
          <p:nvPr/>
        </p:nvSpPr>
        <p:spPr>
          <a:xfrm>
            <a:off x="4832271" y="2841626"/>
            <a:ext cx="6740621" cy="1663404"/>
          </a:xfrm>
          <a:prstGeom prst="rect">
            <a:avLst/>
          </a:prstGeom>
        </p:spPr>
        <p:txBody>
          <a:bodyPr wrap="square" lIns="0" tIns="0" rIns="0" bIns="0">
            <a:sp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nSpc>
                <a:spcPct val="110000"/>
              </a:lnSpc>
              <a:spcAft>
                <a:spcPts val="400"/>
              </a:spcAft>
              <a:buNone/>
            </a:pPr>
            <a:r>
              <a:rPr lang="en-US" altLang="zh-CN" sz="1800" b="1"/>
              <a:t>New Site Initiations</a:t>
            </a:r>
          </a:p>
          <a:p>
            <a:pPr>
              <a:lnSpc>
                <a:spcPct val="110000"/>
              </a:lnSpc>
              <a:spcAft>
                <a:spcPts val="400"/>
              </a:spcAft>
              <a:buFont typeface="Wingdings" panose="05000000000000000000" pitchFamily="2" charset="2"/>
              <a:buChar char="Ø"/>
            </a:pPr>
            <a:r>
              <a:rPr lang="en-US" altLang="zh-CN" sz="1800"/>
              <a:t>List from leading PI’s suggestions </a:t>
            </a:r>
          </a:p>
          <a:p>
            <a:pPr>
              <a:lnSpc>
                <a:spcPct val="110000"/>
              </a:lnSpc>
              <a:spcAft>
                <a:spcPts val="400"/>
              </a:spcAft>
              <a:buFont typeface="Wingdings" panose="05000000000000000000" pitchFamily="2" charset="2"/>
              <a:buChar char="Ø"/>
            </a:pPr>
            <a:r>
              <a:rPr lang="en-US" altLang="zh-CN" sz="1800"/>
              <a:t>List from the other studies running in cardiovascular departments</a:t>
            </a:r>
          </a:p>
          <a:p>
            <a:pPr marL="0" indent="0">
              <a:lnSpc>
                <a:spcPct val="110000"/>
              </a:lnSpc>
              <a:spcAft>
                <a:spcPts val="400"/>
              </a:spcAft>
              <a:buNone/>
            </a:pPr>
            <a:r>
              <a:rPr lang="en-US" altLang="zh-CN" sz="1800"/>
              <a:t>  </a:t>
            </a:r>
          </a:p>
        </p:txBody>
      </p:sp>
      <p:cxnSp>
        <p:nvCxnSpPr>
          <p:cNvPr id="28" name="Straight Connector 27">
            <a:extLst>
              <a:ext uri="{FF2B5EF4-FFF2-40B4-BE49-F238E27FC236}">
                <a16:creationId xmlns:a16="http://schemas.microsoft.com/office/drawing/2014/main" id="{AF8A5BB1-20D5-2720-5BA6-6470574D1242}"/>
              </a:ext>
            </a:extLst>
          </p:cNvPr>
          <p:cNvCxnSpPr>
            <a:cxnSpLocks/>
          </p:cNvCxnSpPr>
          <p:nvPr/>
        </p:nvCxnSpPr>
        <p:spPr bwMode="gray">
          <a:xfrm>
            <a:off x="4842277" y="2605857"/>
            <a:ext cx="6740621" cy="0"/>
          </a:xfrm>
          <a:prstGeom prst="line">
            <a:avLst/>
          </a:prstGeom>
          <a:ln w="6350">
            <a:solidFill>
              <a:srgbClr val="B7B6B2"/>
            </a:solidFill>
            <a:prstDash val="dash"/>
          </a:ln>
        </p:spPr>
        <p:style>
          <a:lnRef idx="1">
            <a:schemeClr val="accent1"/>
          </a:lnRef>
          <a:fillRef idx="0">
            <a:schemeClr val="accent1"/>
          </a:fillRef>
          <a:effectRef idx="0">
            <a:schemeClr val="accent1"/>
          </a:effectRef>
          <a:fontRef idx="minor">
            <a:schemeClr val="tx1"/>
          </a:fontRef>
        </p:style>
      </p:cxnSp>
      <p:pic>
        <p:nvPicPr>
          <p:cNvPr id="29" name="Graphic 28">
            <a:extLst>
              <a:ext uri="{FF2B5EF4-FFF2-40B4-BE49-F238E27FC236}">
                <a16:creationId xmlns:a16="http://schemas.microsoft.com/office/drawing/2014/main" id="{0AD3FEF6-A094-DEEC-7341-836C1D139DD0}"/>
              </a:ext>
            </a:extLst>
          </p:cNvPr>
          <p:cNvPicPr>
            <a:picLocks noChangeAspect="1"/>
          </p:cNvPicPr>
          <p:nvPr/>
        </p:nvPicPr>
        <p:blipFill>
          <a:blip>
            <a:extLst>
              <a:ext uri="{96DAC541-7B7A-43D3-8B79-37D633B846F1}">
                <asvg:svgBlip xmlns:asvg="http://schemas.microsoft.com/office/drawing/2016/SVG/main" r:embed="rId4"/>
              </a:ext>
            </a:extLst>
          </a:blip>
          <a:srcRect l="416" r="416"/>
          <a:stretch/>
        </p:blipFill>
        <p:spPr>
          <a:xfrm>
            <a:off x="4051132" y="2841626"/>
            <a:ext cx="459631" cy="463490"/>
          </a:xfrm>
          <a:prstGeom prst="rect">
            <a:avLst/>
          </a:prstGeom>
        </p:spPr>
      </p:pic>
      <p:sp>
        <p:nvSpPr>
          <p:cNvPr id="32" name="内容占位符 2">
            <a:extLst>
              <a:ext uri="{FF2B5EF4-FFF2-40B4-BE49-F238E27FC236}">
                <a16:creationId xmlns:a16="http://schemas.microsoft.com/office/drawing/2014/main" id="{A283581F-665B-7678-D50C-7A579A41A272}"/>
              </a:ext>
            </a:extLst>
          </p:cNvPr>
          <p:cNvSpPr txBox="1">
            <a:spLocks/>
          </p:cNvSpPr>
          <p:nvPr/>
        </p:nvSpPr>
        <p:spPr>
          <a:xfrm>
            <a:off x="4824600" y="661608"/>
            <a:ext cx="6740621" cy="1869679"/>
          </a:xfrm>
          <a:prstGeom prst="rect">
            <a:avLst/>
          </a:prstGeom>
        </p:spPr>
        <p:txBody>
          <a:bodyPr wrap="square" lIns="0" tIns="0" rIns="0" bIns="0">
            <a:sp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nSpc>
                <a:spcPct val="110000"/>
              </a:lnSpc>
              <a:spcAft>
                <a:spcPts val="400"/>
              </a:spcAft>
              <a:buNone/>
            </a:pPr>
            <a:r>
              <a:rPr lang="en-US" altLang="zh-CN" sz="1800" b="1"/>
              <a:t>Investigator Engagement</a:t>
            </a:r>
          </a:p>
          <a:p>
            <a:pPr>
              <a:lnSpc>
                <a:spcPct val="110000"/>
              </a:lnSpc>
              <a:spcAft>
                <a:spcPts val="400"/>
              </a:spcAft>
              <a:buFont typeface="Wingdings" panose="05000000000000000000" pitchFamily="2" charset="2"/>
              <a:buChar char="Ø"/>
            </a:pPr>
            <a:r>
              <a:rPr lang="en-US" altLang="zh-CN" sz="1800"/>
              <a:t>Enhancement of site engagement visits</a:t>
            </a:r>
          </a:p>
          <a:p>
            <a:pPr>
              <a:lnSpc>
                <a:spcPct val="110000"/>
              </a:lnSpc>
              <a:spcAft>
                <a:spcPts val="400"/>
              </a:spcAft>
              <a:buFont typeface="Wingdings" panose="05000000000000000000" pitchFamily="2" charset="2"/>
              <a:buChar char="Ø"/>
            </a:pPr>
            <a:r>
              <a:rPr lang="en-US" altLang="zh-CN" sz="1800"/>
              <a:t>Interim Face to Face Investigator Meeting </a:t>
            </a:r>
          </a:p>
          <a:p>
            <a:pPr lvl="1">
              <a:lnSpc>
                <a:spcPct val="110000"/>
              </a:lnSpc>
              <a:spcAft>
                <a:spcPts val="400"/>
              </a:spcAft>
            </a:pPr>
            <a:r>
              <a:rPr lang="en-US" altLang="zh-CN" sz="1400"/>
              <a:t>Panel discussion designed to exchange the insights of enrollment from investigators</a:t>
            </a:r>
          </a:p>
          <a:p>
            <a:pPr lvl="1"/>
            <a:r>
              <a:rPr lang="en-US" altLang="zh-CN" sz="1400"/>
              <a:t>High‑recruitment awards to be presented during the meeting</a:t>
            </a:r>
          </a:p>
        </p:txBody>
      </p:sp>
      <p:sp>
        <p:nvSpPr>
          <p:cNvPr id="33" name="内容占位符 2">
            <a:extLst>
              <a:ext uri="{FF2B5EF4-FFF2-40B4-BE49-F238E27FC236}">
                <a16:creationId xmlns:a16="http://schemas.microsoft.com/office/drawing/2014/main" id="{D7AAEA3E-86F5-A734-F6C6-048603782FE8}"/>
              </a:ext>
            </a:extLst>
          </p:cNvPr>
          <p:cNvSpPr txBox="1">
            <a:spLocks/>
          </p:cNvSpPr>
          <p:nvPr/>
        </p:nvSpPr>
        <p:spPr>
          <a:xfrm>
            <a:off x="4824601" y="4761602"/>
            <a:ext cx="6740621" cy="1016625"/>
          </a:xfrm>
          <a:prstGeom prst="rect">
            <a:avLst/>
          </a:prstGeom>
        </p:spPr>
        <p:txBody>
          <a:bodyPr wrap="square" lIns="0" tIns="0" rIns="0" bIns="0">
            <a:sp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indent="0">
              <a:lnSpc>
                <a:spcPct val="110000"/>
              </a:lnSpc>
              <a:spcAft>
                <a:spcPts val="400"/>
              </a:spcAft>
              <a:buNone/>
            </a:pPr>
            <a:r>
              <a:rPr lang="en-US" altLang="zh-CN" sz="1800"/>
              <a:t> </a:t>
            </a:r>
            <a:r>
              <a:rPr lang="en-US" altLang="zh-CN" sz="1800" b="1"/>
              <a:t>Recruitment Vendor Support</a:t>
            </a:r>
          </a:p>
          <a:p>
            <a:r>
              <a:rPr lang="en-US" altLang="zh-CN"/>
              <a:t>Explore the 2</a:t>
            </a:r>
            <a:r>
              <a:rPr lang="en-US" altLang="zh-CN" baseline="30000"/>
              <a:t>nd</a:t>
            </a:r>
            <a:r>
              <a:rPr lang="en-US" altLang="zh-CN"/>
              <a:t> recruitment vendor to enhance the collaboration of cross departments of the site</a:t>
            </a:r>
          </a:p>
        </p:txBody>
      </p:sp>
      <p:cxnSp>
        <p:nvCxnSpPr>
          <p:cNvPr id="34" name="Straight Connector 33">
            <a:extLst>
              <a:ext uri="{FF2B5EF4-FFF2-40B4-BE49-F238E27FC236}">
                <a16:creationId xmlns:a16="http://schemas.microsoft.com/office/drawing/2014/main" id="{0EEBDC89-6DC0-A9EC-DB7E-11657C89A0FA}"/>
              </a:ext>
            </a:extLst>
          </p:cNvPr>
          <p:cNvCxnSpPr>
            <a:cxnSpLocks/>
          </p:cNvCxnSpPr>
          <p:nvPr/>
        </p:nvCxnSpPr>
        <p:spPr bwMode="gray">
          <a:xfrm>
            <a:off x="4842277" y="4735464"/>
            <a:ext cx="6740621" cy="0"/>
          </a:xfrm>
          <a:prstGeom prst="line">
            <a:avLst/>
          </a:prstGeom>
          <a:ln w="6350">
            <a:solidFill>
              <a:srgbClr val="B7B6B2"/>
            </a:solidFill>
            <a:prstDash val="dash"/>
          </a:ln>
        </p:spPr>
        <p:style>
          <a:lnRef idx="1">
            <a:schemeClr val="accent1"/>
          </a:lnRef>
          <a:fillRef idx="0">
            <a:schemeClr val="accent1"/>
          </a:fillRef>
          <a:effectRef idx="0">
            <a:schemeClr val="accent1"/>
          </a:effectRef>
          <a:fontRef idx="minor">
            <a:schemeClr val="tx1"/>
          </a:fontRef>
        </p:style>
      </p:cxnSp>
      <p:pic>
        <p:nvPicPr>
          <p:cNvPr id="37" name="Graphic 36">
            <a:extLst>
              <a:ext uri="{FF2B5EF4-FFF2-40B4-BE49-F238E27FC236}">
                <a16:creationId xmlns:a16="http://schemas.microsoft.com/office/drawing/2014/main" id="{FE380FBF-E579-0368-A1C0-0B20B749CF32}"/>
              </a:ext>
            </a:extLst>
          </p:cNvPr>
          <p:cNvPicPr>
            <a:picLocks noChangeAspect="1"/>
          </p:cNvPicPr>
          <p:nvPr/>
        </p:nvPicPr>
        <p:blipFill>
          <a:blip>
            <a:extLst>
              <a:ext uri="{96DAC541-7B7A-43D3-8B79-37D633B846F1}">
                <asvg:svgBlip xmlns:asvg="http://schemas.microsoft.com/office/drawing/2016/SVG/main" r:embed="rId5"/>
              </a:ext>
            </a:extLst>
          </a:blip>
          <a:srcRect l="416" r="416"/>
          <a:stretch/>
        </p:blipFill>
        <p:spPr>
          <a:xfrm>
            <a:off x="4015504" y="675392"/>
            <a:ext cx="459631" cy="463490"/>
          </a:xfrm>
          <a:prstGeom prst="rect">
            <a:avLst/>
          </a:prstGeom>
        </p:spPr>
      </p:pic>
      <p:pic>
        <p:nvPicPr>
          <p:cNvPr id="38" name="Graphic 37">
            <a:extLst>
              <a:ext uri="{FF2B5EF4-FFF2-40B4-BE49-F238E27FC236}">
                <a16:creationId xmlns:a16="http://schemas.microsoft.com/office/drawing/2014/main" id="{81BAF255-FC9B-5D1C-5555-5857216821A1}"/>
              </a:ext>
            </a:extLst>
          </p:cNvPr>
          <p:cNvPicPr>
            <a:picLocks noChangeAspect="1"/>
          </p:cNvPicPr>
          <p:nvPr/>
        </p:nvPicPr>
        <p:blipFill>
          <a:blip>
            <a:extLst>
              <a:ext uri="{96DAC541-7B7A-43D3-8B79-37D633B846F1}">
                <asvg:svgBlip xmlns:asvg="http://schemas.microsoft.com/office/drawing/2016/SVG/main" r:embed="rId6"/>
              </a:ext>
            </a:extLst>
          </a:blip>
          <a:srcRect l="416" r="416"/>
          <a:stretch/>
        </p:blipFill>
        <p:spPr>
          <a:xfrm>
            <a:off x="4065960" y="4828728"/>
            <a:ext cx="459631" cy="463490"/>
          </a:xfrm>
          <a:prstGeom prst="rect">
            <a:avLst/>
          </a:prstGeom>
        </p:spPr>
      </p:pic>
      <p:sp>
        <p:nvSpPr>
          <p:cNvPr id="25" name="Rectangle 24">
            <a:extLst>
              <a:ext uri="{FF2B5EF4-FFF2-40B4-BE49-F238E27FC236}">
                <a16:creationId xmlns:a16="http://schemas.microsoft.com/office/drawing/2014/main" id="{DA094E66-4ECB-74FD-27DA-7F3B235FD8DA}"/>
              </a:ext>
            </a:extLst>
          </p:cNvPr>
          <p:cNvSpPr/>
          <p:nvPr/>
        </p:nvSpPr>
        <p:spPr bwMode="gray">
          <a:xfrm>
            <a:off x="3757613" y="476250"/>
            <a:ext cx="7954962" cy="5473700"/>
          </a:xfrm>
          <a:prstGeom prst="rect">
            <a:avLst/>
          </a:prstGeom>
          <a:noFill/>
          <a:ln w="6350">
            <a:solidFill>
              <a:srgbClr val="B7B6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GB" sz="1600">
              <a:solidFill>
                <a:schemeClr val="tx1"/>
              </a:solidFill>
            </a:endParaRPr>
          </a:p>
        </p:txBody>
      </p:sp>
      <p:pic>
        <p:nvPicPr>
          <p:cNvPr id="41" name="Graphic 40">
            <a:extLst>
              <a:ext uri="{FF2B5EF4-FFF2-40B4-BE49-F238E27FC236}">
                <a16:creationId xmlns:a16="http://schemas.microsoft.com/office/drawing/2014/main" id="{0FA8585A-80AC-75F1-F82F-1FA626DEB270}"/>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235448" y="2743772"/>
            <a:ext cx="2957551" cy="2957551"/>
          </a:xfrm>
          <a:prstGeom prst="rect">
            <a:avLst/>
          </a:prstGeom>
        </p:spPr>
      </p:pic>
      <p:sp>
        <p:nvSpPr>
          <p:cNvPr id="42" name="Footer Placeholder 41">
            <a:extLst>
              <a:ext uri="{FF2B5EF4-FFF2-40B4-BE49-F238E27FC236}">
                <a16:creationId xmlns:a16="http://schemas.microsoft.com/office/drawing/2014/main" id="{93858CC7-2CB3-C5C4-033F-E3905C5BCD1F}"/>
              </a:ext>
            </a:extLst>
          </p:cNvPr>
          <p:cNvSpPr>
            <a:spLocks noGrp="1"/>
          </p:cNvSpPr>
          <p:nvPr>
            <p:ph type="ftr" sz="quarter" idx="10"/>
          </p:nvPr>
        </p:nvSpPr>
        <p:spPr/>
        <p:txBody>
          <a:bodyPr/>
          <a:lstStyle/>
          <a:p>
            <a:r>
              <a:rPr lang="en-US"/>
              <a:t>Confidential</a:t>
            </a:r>
          </a:p>
        </p:txBody>
      </p:sp>
      <p:sp>
        <p:nvSpPr>
          <p:cNvPr id="43" name="Slide Number Placeholder 42">
            <a:extLst>
              <a:ext uri="{FF2B5EF4-FFF2-40B4-BE49-F238E27FC236}">
                <a16:creationId xmlns:a16="http://schemas.microsoft.com/office/drawing/2014/main" id="{9D3149AF-5954-C324-A2F4-0B919841E798}"/>
              </a:ext>
            </a:extLst>
          </p:cNvPr>
          <p:cNvSpPr>
            <a:spLocks noGrp="1"/>
          </p:cNvSpPr>
          <p:nvPr>
            <p:ph type="sldNum" sz="quarter" idx="11"/>
          </p:nvPr>
        </p:nvSpPr>
        <p:spPr/>
        <p:txBody>
          <a:bodyPr/>
          <a:lstStyle/>
          <a:p>
            <a:fld id="{8FF9B0DE-3FEB-4AA0-B465-B80EF7C1333D}" type="slidenum">
              <a:rPr lang="en-US" smtClean="0"/>
              <a:pPr/>
              <a:t>55</a:t>
            </a:fld>
            <a:endParaRPr lang="en-US"/>
          </a:p>
        </p:txBody>
      </p:sp>
    </p:spTree>
    <p:extLst>
      <p:ext uri="{BB962C8B-B14F-4D97-AF65-F5344CB8AC3E}">
        <p14:creationId xmlns:p14="http://schemas.microsoft.com/office/powerpoint/2010/main" val="217452018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0CC5FB3-1C06-02FE-3BCD-3129603E20E5}"/>
              </a:ext>
            </a:extLst>
          </p:cNvPr>
          <p:cNvSpPr>
            <a:spLocks noGrp="1"/>
          </p:cNvSpPr>
          <p:nvPr>
            <p:ph type="title"/>
          </p:nvPr>
        </p:nvSpPr>
        <p:spPr/>
        <p:txBody>
          <a:bodyPr/>
          <a:lstStyle/>
          <a:p>
            <a:r>
              <a:rPr lang="en-US" altLang="zh-CN"/>
              <a:t>Metalyse</a:t>
            </a:r>
            <a:endParaRPr lang="zh-CN" altLang="en-US"/>
          </a:p>
        </p:txBody>
      </p:sp>
      <p:sp>
        <p:nvSpPr>
          <p:cNvPr id="4" name="灯片编号占位符 3">
            <a:extLst>
              <a:ext uri="{FF2B5EF4-FFF2-40B4-BE49-F238E27FC236}">
                <a16:creationId xmlns:a16="http://schemas.microsoft.com/office/drawing/2014/main" id="{8F2527C9-F2AF-EEAF-65C0-0D278F3816C5}"/>
              </a:ext>
            </a:extLst>
          </p:cNvPr>
          <p:cNvSpPr>
            <a:spLocks noGrp="1"/>
          </p:cNvSpPr>
          <p:nvPr>
            <p:ph type="sldNum" sz="quarter" idx="16"/>
          </p:nvPr>
        </p:nvSpPr>
        <p:spPr/>
        <p:txBody>
          <a:bodyPr/>
          <a:lstStyle/>
          <a:p>
            <a:fld id="{8FF9B0DE-3FEB-4AA0-B465-B80EF7C1333D}" type="slidenum">
              <a:rPr lang="en-US" smtClean="0"/>
              <a:pPr/>
              <a:t>56</a:t>
            </a:fld>
            <a:endParaRPr lang="en-US"/>
          </a:p>
        </p:txBody>
      </p:sp>
    </p:spTree>
    <p:extLst>
      <p:ext uri="{BB962C8B-B14F-4D97-AF65-F5344CB8AC3E}">
        <p14:creationId xmlns:p14="http://schemas.microsoft.com/office/powerpoint/2010/main" val="357459710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FD58C2-0DF6-E377-5944-8776597C2B0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4DE92A3-1FD2-FD90-1B6C-D86E3A9B6AC5}"/>
              </a:ext>
            </a:extLst>
          </p:cNvPr>
          <p:cNvSpPr>
            <a:spLocks noGrp="1"/>
          </p:cNvSpPr>
          <p:nvPr>
            <p:ph type="title"/>
          </p:nvPr>
        </p:nvSpPr>
        <p:spPr/>
        <p:txBody>
          <a:bodyPr/>
          <a:lstStyle/>
          <a:p>
            <a:r>
              <a:rPr lang="en-US" altLang="zh-CN"/>
              <a:t>TA Portfolio Key Update - Late Stage Assets</a:t>
            </a:r>
            <a:endParaRPr lang="en-US" b="0">
              <a:solidFill>
                <a:srgbClr val="000000"/>
              </a:solidFill>
            </a:endParaRPr>
          </a:p>
          <a:p>
            <a:endParaRPr lang="en-US" altLang="zh-CN"/>
          </a:p>
        </p:txBody>
      </p:sp>
      <p:sp>
        <p:nvSpPr>
          <p:cNvPr id="4" name="Footer Placeholder 3">
            <a:extLst>
              <a:ext uri="{FF2B5EF4-FFF2-40B4-BE49-F238E27FC236}">
                <a16:creationId xmlns:a16="http://schemas.microsoft.com/office/drawing/2014/main" id="{830311E8-B2B4-79A0-EFC1-B1C394C046D1}"/>
              </a:ext>
            </a:extLst>
          </p:cNvPr>
          <p:cNvSpPr>
            <a:spLocks noGrp="1"/>
          </p:cNvSpPr>
          <p:nvPr>
            <p:ph type="ftr" sz="quarter" idx="16"/>
          </p:nvPr>
        </p:nvSpPr>
        <p:spPr bwMode="gray">
          <a:xfrm>
            <a:off x="6312024" y="6246836"/>
            <a:ext cx="5040560" cy="288000"/>
          </a:xfrm>
          <a:prstGeom prst="rect">
            <a:avLst/>
          </a:prstGeom>
        </p:spPr>
        <p:txBody>
          <a:bodyPr vert="horz" lIns="0" tIns="0" rIns="0" bIns="0" rtlCol="0" anchor="b">
            <a:noAutofit/>
          </a:bodyPr>
          <a:lstStyle>
            <a:defPPr>
              <a:defRPr lang="zh-CN"/>
            </a:defPPr>
            <a:lvl1pPr marL="0" indent="0" algn="r" defTabSz="914400" rtl="0" eaLnBrk="1" latinLnBrk="0" hangingPunct="1">
              <a:spcAft>
                <a:spcPts val="300"/>
              </a:spcAft>
              <a:defRPr sz="800" kern="1200">
                <a:solidFill>
                  <a:schemeClr val="bg2"/>
                </a:solidFill>
                <a:latin typeface="+mn-lt"/>
                <a:ea typeface="+mn-ea"/>
                <a:cs typeface="+mn-cs"/>
              </a:defRPr>
            </a:lvl1pPr>
            <a:lvl2pPr marL="0" indent="0" algn="l" defTabSz="914400" rtl="0" eaLnBrk="1" latinLnBrk="0" hangingPunct="1">
              <a:defRPr sz="800" kern="1200">
                <a:solidFill>
                  <a:schemeClr val="tx1"/>
                </a:solidFill>
                <a:latin typeface="+mn-lt"/>
                <a:ea typeface="+mn-ea"/>
                <a:cs typeface="+mn-cs"/>
              </a:defRPr>
            </a:lvl2pPr>
            <a:lvl3pPr marL="0" indent="0" algn="l" defTabSz="914400" rtl="0" eaLnBrk="1" latinLnBrk="0" hangingPunct="1">
              <a:defRPr sz="800" kern="1200">
                <a:solidFill>
                  <a:schemeClr val="tx1"/>
                </a:solidFill>
                <a:latin typeface="+mn-lt"/>
                <a:ea typeface="+mn-ea"/>
                <a:cs typeface="+mn-cs"/>
              </a:defRPr>
            </a:lvl3pPr>
            <a:lvl4pPr marL="0" indent="0" algn="l" defTabSz="914400" rtl="0" eaLnBrk="1" latinLnBrk="0" hangingPunct="1">
              <a:defRPr sz="800" kern="1200">
                <a:solidFill>
                  <a:schemeClr val="tx1"/>
                </a:solidFill>
                <a:latin typeface="+mn-lt"/>
                <a:ea typeface="+mn-ea"/>
                <a:cs typeface="+mn-cs"/>
              </a:defRPr>
            </a:lvl4pPr>
            <a:lvl5pPr marL="0" indent="0" algn="l" defTabSz="914400" rtl="0" eaLnBrk="1" latinLnBrk="0" hangingPunct="1">
              <a:defRPr sz="800" kern="1200">
                <a:solidFill>
                  <a:schemeClr val="tx1"/>
                </a:solidFill>
                <a:latin typeface="+mn-lt"/>
                <a:ea typeface="+mn-ea"/>
                <a:cs typeface="+mn-cs"/>
              </a:defRPr>
            </a:lvl5pPr>
            <a:lvl6pPr marL="0" indent="0" algn="l" defTabSz="914400" rtl="0" eaLnBrk="1" latinLnBrk="0" hangingPunct="1">
              <a:defRPr sz="800" kern="1200">
                <a:solidFill>
                  <a:schemeClr val="tx1"/>
                </a:solidFill>
                <a:latin typeface="+mn-lt"/>
                <a:ea typeface="+mn-ea"/>
                <a:cs typeface="+mn-cs"/>
              </a:defRPr>
            </a:lvl6pPr>
            <a:lvl7pPr marL="0" indent="0" algn="l" defTabSz="914400" rtl="0" eaLnBrk="1" latinLnBrk="0" hangingPunct="1">
              <a:defRPr sz="800" kern="1200">
                <a:solidFill>
                  <a:schemeClr val="tx1"/>
                </a:solidFill>
                <a:latin typeface="+mn-lt"/>
                <a:ea typeface="+mn-ea"/>
                <a:cs typeface="+mn-cs"/>
              </a:defRPr>
            </a:lvl7pPr>
            <a:lvl8pPr marL="0" indent="0" algn="l" defTabSz="914400" rtl="0" eaLnBrk="1" latinLnBrk="0" hangingPunct="1">
              <a:defRPr sz="800" kern="1200">
                <a:solidFill>
                  <a:schemeClr val="tx1"/>
                </a:solidFill>
                <a:latin typeface="+mn-lt"/>
                <a:ea typeface="+mn-ea"/>
                <a:cs typeface="+mn-cs"/>
              </a:defRPr>
            </a:lvl8pPr>
            <a:lvl9pPr marL="0" indent="0" algn="l" defTabSz="914400" rtl="0" eaLnBrk="1" latinLnBrk="0" hangingPunct="1">
              <a:defRPr sz="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300"/>
              </a:spcAft>
              <a:buClrTx/>
              <a:buSzTx/>
              <a:buFontTx/>
              <a:buNone/>
              <a:tabLst/>
              <a:defRPr/>
            </a:pPr>
            <a:r>
              <a:rPr lang="en-US" altLang="zh-CN"/>
              <a:t>TA CEC Portfolio Update|    ONLY FOR INTERNAL USE</a:t>
            </a:r>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5" name="Slide Number Placeholder 4">
            <a:extLst>
              <a:ext uri="{FF2B5EF4-FFF2-40B4-BE49-F238E27FC236}">
                <a16:creationId xmlns:a16="http://schemas.microsoft.com/office/drawing/2014/main" id="{E1694D0B-7E30-7A48-6794-663C47D21F09}"/>
              </a:ext>
            </a:extLst>
          </p:cNvPr>
          <p:cNvSpPr>
            <a:spLocks noGrp="1"/>
          </p:cNvSpPr>
          <p:nvPr>
            <p:ph type="sldNum" sz="quarter" idx="17"/>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6" name="Table 6">
            <a:extLst>
              <a:ext uri="{FF2B5EF4-FFF2-40B4-BE49-F238E27FC236}">
                <a16:creationId xmlns:a16="http://schemas.microsoft.com/office/drawing/2014/main" id="{1E9C4B09-0C49-7A7F-B933-8C7D4EA6E656}"/>
              </a:ext>
            </a:extLst>
          </p:cNvPr>
          <p:cNvGraphicFramePr>
            <a:graphicFrameLocks noGrp="1"/>
          </p:cNvGraphicFramePr>
          <p:nvPr>
            <p:extLst>
              <p:ext uri="{D42A27DB-BD31-4B8C-83A1-F6EECF244321}">
                <p14:modId xmlns:p14="http://schemas.microsoft.com/office/powerpoint/2010/main" val="542865020"/>
              </p:ext>
            </p:extLst>
          </p:nvPr>
        </p:nvGraphicFramePr>
        <p:xfrm>
          <a:off x="479422" y="1412874"/>
          <a:ext cx="11233152" cy="4215965"/>
        </p:xfrm>
        <a:graphic>
          <a:graphicData uri="http://schemas.openxmlformats.org/drawingml/2006/table">
            <a:tbl>
              <a:tblPr firstRow="1" bandRow="1">
                <a:tableStyleId>{7E9639D4-E3E2-4D34-9284-5A2195B3D0D7}</a:tableStyleId>
              </a:tblPr>
              <a:tblGrid>
                <a:gridCol w="1481580">
                  <a:extLst>
                    <a:ext uri="{9D8B030D-6E8A-4147-A177-3AD203B41FA5}">
                      <a16:colId xmlns:a16="http://schemas.microsoft.com/office/drawing/2014/main" val="3183558779"/>
                    </a:ext>
                  </a:extLst>
                </a:gridCol>
                <a:gridCol w="1101687">
                  <a:extLst>
                    <a:ext uri="{9D8B030D-6E8A-4147-A177-3AD203B41FA5}">
                      <a16:colId xmlns:a16="http://schemas.microsoft.com/office/drawing/2014/main" val="4060529730"/>
                    </a:ext>
                  </a:extLst>
                </a:gridCol>
                <a:gridCol w="1260833">
                  <a:extLst>
                    <a:ext uri="{9D8B030D-6E8A-4147-A177-3AD203B41FA5}">
                      <a16:colId xmlns:a16="http://schemas.microsoft.com/office/drawing/2014/main" val="1540706906"/>
                    </a:ext>
                  </a:extLst>
                </a:gridCol>
                <a:gridCol w="5003358">
                  <a:extLst>
                    <a:ext uri="{9D8B030D-6E8A-4147-A177-3AD203B41FA5}">
                      <a16:colId xmlns:a16="http://schemas.microsoft.com/office/drawing/2014/main" val="1815427223"/>
                    </a:ext>
                  </a:extLst>
                </a:gridCol>
                <a:gridCol w="2385694">
                  <a:extLst>
                    <a:ext uri="{9D8B030D-6E8A-4147-A177-3AD203B41FA5}">
                      <a16:colId xmlns:a16="http://schemas.microsoft.com/office/drawing/2014/main" val="3539556881"/>
                    </a:ext>
                  </a:extLst>
                </a:gridCol>
              </a:tblGrid>
              <a:tr h="691954">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Asset Name (</a:t>
                      </a:r>
                      <a:r>
                        <a:rPr lang="en-US" altLang="zh-CN" sz="1200" err="1"/>
                        <a:t>MoA</a:t>
                      </a:r>
                      <a:r>
                        <a:rPr lang="en-US" altLang="zh-CN" sz="1200"/>
                        <a:t>)</a:t>
                      </a:r>
                      <a:endParaRPr lang="zh-CN" altLang="en-US" sz="1200"/>
                    </a:p>
                  </a:txBody>
                  <a:tcPr anchor="ctr">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Indication</a:t>
                      </a:r>
                      <a:endParaRPr lang="zh-CN" altLang="en-US" sz="1200"/>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China Approval </a:t>
                      </a:r>
                    </a:p>
                    <a:p>
                      <a:pPr lvl="0" algn="ctr">
                        <a:buNone/>
                      </a:pPr>
                      <a:r>
                        <a:rPr lang="en-US" altLang="zh-CN" sz="1200"/>
                        <a:t>(base case)</a:t>
                      </a:r>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Update  (</a:t>
                      </a:r>
                      <a:r>
                        <a:rPr lang="en-US" altLang="zh-CN" sz="1200" i="1">
                          <a:solidFill>
                            <a:schemeClr val="bg1">
                              <a:lumMod val="75000"/>
                            </a:schemeClr>
                          </a:solidFill>
                        </a:rPr>
                        <a:t>please include key achievements, issues/risks, and etc.)</a:t>
                      </a:r>
                      <a:endParaRPr lang="zh-CN" altLang="en-US" sz="1200" i="1">
                        <a:solidFill>
                          <a:schemeClr val="bg1">
                            <a:lumMod val="75000"/>
                          </a:schemeClr>
                        </a:solidFill>
                      </a:endParaRPr>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Next Step</a:t>
                      </a:r>
                      <a:endParaRPr lang="zh-CN" altLang="en-US" sz="1200"/>
                    </a:p>
                  </a:txBody>
                  <a:tcPr anchor="ctr">
                    <a:lnL w="6350" cap="flat" cmpd="sng" algn="ctr">
                      <a:solidFill>
                        <a:srgbClr val="076D7E"/>
                      </a:solidFill>
                      <a:prstDash val="solid"/>
                      <a:round/>
                      <a:headEnd type="none" w="med" len="med"/>
                      <a:tailEnd type="none" w="med" len="med"/>
                    </a:lnL>
                    <a:solidFill>
                      <a:srgbClr val="076D7E"/>
                    </a:solidFill>
                  </a:tcPr>
                </a:tc>
                <a:extLst>
                  <a:ext uri="{0D108BD9-81ED-4DB2-BD59-A6C34878D82A}">
                    <a16:rowId xmlns:a16="http://schemas.microsoft.com/office/drawing/2014/main" val="4731445"/>
                  </a:ext>
                </a:extLst>
              </a:tr>
              <a:tr h="3524011">
                <a:tc>
                  <a:txBody>
                    <a:bodyPr/>
                    <a:lstStyle/>
                    <a:p>
                      <a:r>
                        <a:rPr lang="en-US" altLang="zh-CN" sz="1200" i="1" kern="1200">
                          <a:solidFill>
                            <a:schemeClr val="tx1"/>
                          </a:solidFill>
                          <a:latin typeface="+mn-lt"/>
                          <a:ea typeface="+mn-ea"/>
                          <a:cs typeface="+mn-cs"/>
                        </a:rPr>
                        <a:t>Metalyse</a:t>
                      </a:r>
                      <a:endParaRPr lang="zh-CN" altLang="en-US" sz="1200" i="1" kern="1200" err="1">
                        <a:solidFill>
                          <a:schemeClr val="tx1"/>
                        </a:solidFill>
                        <a:latin typeface="+mn-lt"/>
                        <a:ea typeface="+mn-ea"/>
                        <a:cs typeface="+mn-cs"/>
                      </a:endParaRPr>
                    </a:p>
                  </a:txBody>
                  <a:tcPr anchor="ctr"/>
                </a:tc>
                <a:tc>
                  <a:txBody>
                    <a:bodyPr/>
                    <a:lstStyle/>
                    <a:p>
                      <a:pPr marL="0" marR="0" lvl="0" indent="0" algn="l" rtl="0" eaLnBrk="1" fontAlgn="auto" latinLnBrk="0" hangingPunct="1">
                        <a:lnSpc>
                          <a:spcPct val="100000"/>
                        </a:lnSpc>
                        <a:spcBef>
                          <a:spcPts val="0"/>
                        </a:spcBef>
                        <a:spcAft>
                          <a:spcPts val="0"/>
                        </a:spcAft>
                        <a:buClrTx/>
                        <a:buSzTx/>
                        <a:buFontTx/>
                        <a:buNone/>
                      </a:pPr>
                      <a:r>
                        <a:rPr lang="en-US" altLang="zh-CN" sz="1200" i="1" kern="1200">
                          <a:solidFill>
                            <a:schemeClr val="tx1"/>
                          </a:solidFill>
                          <a:latin typeface="+mn-lt"/>
                          <a:ea typeface="+mn-ea"/>
                          <a:cs typeface="+mn-cs"/>
                        </a:rPr>
                        <a:t>AIS </a:t>
                      </a:r>
                    </a:p>
                    <a:p>
                      <a:pPr marL="0" marR="0" lvl="0" indent="0" algn="l">
                        <a:lnSpc>
                          <a:spcPct val="100000"/>
                        </a:lnSpc>
                        <a:spcBef>
                          <a:spcPts val="0"/>
                        </a:spcBef>
                        <a:spcAft>
                          <a:spcPts val="0"/>
                        </a:spcAft>
                        <a:buClrTx/>
                        <a:buSzTx/>
                        <a:buFontTx/>
                        <a:buNone/>
                      </a:pPr>
                      <a:r>
                        <a:rPr lang="en-US" altLang="zh-CN" sz="1200" i="1" kern="1200">
                          <a:solidFill>
                            <a:schemeClr val="tx1"/>
                          </a:solidFill>
                          <a:latin typeface="+mn-lt"/>
                          <a:ea typeface="+mn-ea"/>
                          <a:cs typeface="+mn-cs"/>
                        </a:rPr>
                        <a:t>Late Window</a:t>
                      </a:r>
                      <a:endParaRPr kumimoji="1" lang="en-US" altLang="zh-CN" sz="1200" i="1" kern="1200">
                        <a:solidFill>
                          <a:schemeClr val="tx1"/>
                        </a:solidFill>
                        <a:latin typeface="+mn-lt"/>
                        <a:ea typeface="+mn-ea"/>
                        <a:cs typeface="+mn-cs"/>
                      </a:endParaRPr>
                    </a:p>
                  </a:txBody>
                  <a:tcPr anchor="ctr">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kern="1200">
                          <a:solidFill>
                            <a:schemeClr val="tx1"/>
                          </a:solidFill>
                          <a:latin typeface="+mn-lt"/>
                          <a:ea typeface="+mn-ea"/>
                          <a:cs typeface="+mn-cs"/>
                        </a:rPr>
                        <a:t>Jun 2029</a:t>
                      </a: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dirty="0"/>
                        <a:t>TENACITY (1123-0060)</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dirty="0">
                          <a:solidFill>
                            <a:schemeClr val="tx1"/>
                          </a:solidFill>
                        </a:rPr>
                        <a:t>Global: 12/1325 patients randomized</a:t>
                      </a:r>
                    </a:p>
                    <a:p>
                      <a:pPr marL="171450" lvl="0" indent="-171450">
                        <a:buFont typeface="Arial" panose="020B0604020202020204" pitchFamily="34" charset="0"/>
                        <a:buChar char="•"/>
                        <a:defRPr/>
                      </a:pPr>
                      <a:r>
                        <a:rPr lang="en-US" altLang="zh-CN" sz="1200" dirty="0">
                          <a:solidFill>
                            <a:schemeClr val="tx1"/>
                          </a:solidFill>
                        </a:rPr>
                        <a:t>China:</a:t>
                      </a:r>
                      <a:r>
                        <a:rPr lang="en-US" altLang="zh-CN" sz="1200" dirty="0">
                          <a:solidFill>
                            <a:schemeClr val="tx1"/>
                          </a:solidFill>
                          <a:latin typeface="+mn-lt"/>
                        </a:rPr>
                        <a:t>6/339 </a:t>
                      </a:r>
                      <a:r>
                        <a:rPr lang="en-US" altLang="zh-CN" sz="1200" dirty="0">
                          <a:solidFill>
                            <a:schemeClr val="tx1"/>
                          </a:solidFill>
                        </a:rPr>
                        <a:t>patients randomized, </a:t>
                      </a:r>
                      <a:r>
                        <a:rPr kumimoji="0" lang="en-US" altLang="zh-CN" sz="1200" b="0" i="0" u="none" strike="noStrike" kern="1200" cap="none" spc="0" normalizeH="0" baseline="0" noProof="0" dirty="0">
                          <a:ln>
                            <a:noFill/>
                          </a:ln>
                          <a:solidFill>
                            <a:schemeClr val="tx1"/>
                          </a:solidFill>
                          <a:effectLst/>
                          <a:uLnTx/>
                          <a:uFillTx/>
                          <a:latin typeface="+mn-lt"/>
                          <a:ea typeface="+mn-ea"/>
                          <a:cs typeface="+mn-cs"/>
                        </a:rPr>
                        <a:t>26/55sites </a:t>
                      </a:r>
                      <a:r>
                        <a:rPr kumimoji="0" lang="en-US" altLang="zh-CN" sz="1200" b="0" i="0" u="none" strike="noStrike" kern="1200" cap="none" spc="0" normalizeH="0" baseline="0" noProof="0" dirty="0" err="1">
                          <a:ln>
                            <a:noFill/>
                          </a:ln>
                          <a:solidFill>
                            <a:schemeClr val="tx1"/>
                          </a:solidFill>
                          <a:effectLst/>
                          <a:uLnTx/>
                          <a:uFillTx/>
                          <a:latin typeface="+mn-lt"/>
                          <a:ea typeface="+mn-ea"/>
                          <a:cs typeface="+mn-cs"/>
                        </a:rPr>
                        <a:t>actived</a:t>
                      </a:r>
                      <a:endParaRPr lang="en-US" altLang="zh-CN" sz="1200" dirty="0">
                        <a:solidFill>
                          <a:schemeClr val="tx1"/>
                        </a:solidFill>
                      </a:endParaRPr>
                    </a:p>
                    <a:p>
                      <a:pPr marL="171450" marR="0" lvl="0" indent="-171450" algn="l" rtl="0" eaLnBrk="1" fontAlgn="auto" latinLnBrk="0" hangingPunct="1">
                        <a:lnSpc>
                          <a:spcPct val="100000"/>
                        </a:lnSpc>
                        <a:spcBef>
                          <a:spcPts val="0"/>
                        </a:spcBef>
                        <a:spcAft>
                          <a:spcPts val="0"/>
                        </a:spcAft>
                        <a:buClrTx/>
                        <a:buSzTx/>
                        <a:buFont typeface="Arial" panose="020B0604020202020204" pitchFamily="34" charset="0"/>
                        <a:buChar char="•"/>
                      </a:pPr>
                      <a:endParaRPr lang="en-US" altLang="zh-CN" sz="1200" dirty="0">
                        <a:solidFill>
                          <a:schemeClr val="tx2">
                            <a:lumMod val="75000"/>
                          </a:schemeClr>
                        </a:solidFill>
                      </a:endParaRPr>
                    </a:p>
                    <a:p>
                      <a:pPr marL="171450" marR="0" lvl="0" indent="-171450" algn="l" rtl="0" eaLnBrk="1" fontAlgn="auto" latinLnBrk="0" hangingPunct="1">
                        <a:lnSpc>
                          <a:spcPct val="100000"/>
                        </a:lnSpc>
                        <a:spcBef>
                          <a:spcPts val="0"/>
                        </a:spcBef>
                        <a:spcAft>
                          <a:spcPts val="0"/>
                        </a:spcAft>
                        <a:buClrTx/>
                        <a:buSzTx/>
                        <a:buFont typeface="Arial" panose="020B0604020202020204" pitchFamily="34" charset="0"/>
                        <a:buChar char="•"/>
                      </a:pPr>
                      <a:endParaRPr lang="en-US" altLang="zh-CN" sz="1200" dirty="0">
                        <a:solidFill>
                          <a:srgbClr val="00B050"/>
                        </a:solidFill>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kern="1200" noProof="0" dirty="0" err="1">
                          <a:solidFill>
                            <a:schemeClr val="tx1"/>
                          </a:solidFill>
                          <a:latin typeface="+mn-lt"/>
                          <a:ea typeface="+mn-ea"/>
                          <a:cs typeface="+mn-cs"/>
                        </a:rPr>
                        <a:t>PersisTENce</a:t>
                      </a:r>
                      <a:r>
                        <a:rPr lang="en-US" altLang="zh-CN" sz="1200" kern="1200" noProof="0" dirty="0">
                          <a:solidFill>
                            <a:schemeClr val="tx1"/>
                          </a:solidFill>
                          <a:latin typeface="+mn-lt"/>
                          <a:ea typeface="+mn-ea"/>
                          <a:cs typeface="+mn-cs"/>
                        </a:rPr>
                        <a:t> (1123-0074)</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dirty="0">
                          <a:solidFill>
                            <a:schemeClr val="tx1"/>
                          </a:solidFill>
                          <a:latin typeface="+mn-lt"/>
                          <a:ea typeface="+mn-ea"/>
                          <a:cs typeface="+mn-cs"/>
                        </a:rPr>
                        <a:t>CTA submitted on 30 Apr</a:t>
                      </a:r>
                      <a:endParaRPr lang="en-US" altLang="zh-CN" sz="1200" kern="1200" noProof="0" dirty="0">
                        <a:solidFill>
                          <a:srgbClr val="00B050"/>
                        </a:solidFill>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200" kern="1200" noProof="0" dirty="0">
                        <a:solidFill>
                          <a:schemeClr val="accent2">
                            <a:lumMod val="75000"/>
                          </a:schemeClr>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200" dirty="0"/>
                        <a:t>TENECITY </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dirty="0"/>
                        <a:t>Site initiation activities</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dirty="0"/>
                        <a:t>Enrollment ongoing</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200" dirty="0"/>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200" dirty="0"/>
                    </a:p>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200" kern="1200" noProof="0" dirty="0" err="1">
                          <a:solidFill>
                            <a:schemeClr val="tx1"/>
                          </a:solidFill>
                          <a:latin typeface="+mn-lt"/>
                          <a:ea typeface="+mn-ea"/>
                          <a:cs typeface="+mn-cs"/>
                        </a:rPr>
                        <a:t>PersisTENce</a:t>
                      </a:r>
                      <a:r>
                        <a:rPr lang="en-US" altLang="zh-CN" sz="1200" kern="1200" noProof="0" dirty="0">
                          <a:solidFill>
                            <a:schemeClr val="tx1"/>
                          </a:solidFill>
                          <a:latin typeface="+mn-lt"/>
                          <a:ea typeface="+mn-ea"/>
                          <a:cs typeface="+mn-cs"/>
                        </a:rPr>
                        <a:t> </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dirty="0">
                          <a:solidFill>
                            <a:schemeClr val="tx1"/>
                          </a:solidFill>
                          <a:latin typeface="+mn-lt"/>
                          <a:ea typeface="+mn-ea"/>
                          <a:cs typeface="+mn-cs"/>
                        </a:rPr>
                        <a:t> CTA approval or CDE feedback is expected by 31-Jul-2026.</a:t>
                      </a:r>
                      <a:endParaRPr lang="en-US" altLang="zh-CN" sz="1200" dirty="0"/>
                    </a:p>
                  </a:txBody>
                  <a:tcPr anchor="ct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1251782790"/>
                  </a:ext>
                </a:extLst>
              </a:tr>
            </a:tbl>
          </a:graphicData>
        </a:graphic>
      </p:graphicFrame>
      <p:sp>
        <p:nvSpPr>
          <p:cNvPr id="11" name="Star: 5 Points 10">
            <a:extLst>
              <a:ext uri="{FF2B5EF4-FFF2-40B4-BE49-F238E27FC236}">
                <a16:creationId xmlns:a16="http://schemas.microsoft.com/office/drawing/2014/main" id="{710A32EE-4612-6A7B-9F7B-0459F82007F5}"/>
              </a:ext>
            </a:extLst>
          </p:cNvPr>
          <p:cNvSpPr/>
          <p:nvPr/>
        </p:nvSpPr>
        <p:spPr bwMode="gray">
          <a:xfrm>
            <a:off x="1685051" y="6570146"/>
            <a:ext cx="146304" cy="144000"/>
          </a:xfrm>
          <a:prstGeom prst="star5">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1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 name="TextBox 11">
            <a:extLst>
              <a:ext uri="{FF2B5EF4-FFF2-40B4-BE49-F238E27FC236}">
                <a16:creationId xmlns:a16="http://schemas.microsoft.com/office/drawing/2014/main" id="{249FD567-35FF-1739-332B-8994935051FB}"/>
              </a:ext>
            </a:extLst>
          </p:cNvPr>
          <p:cNvSpPr txBox="1"/>
          <p:nvPr/>
        </p:nvSpPr>
        <p:spPr bwMode="gray">
          <a:xfrm>
            <a:off x="1857183" y="6534836"/>
            <a:ext cx="857607" cy="177677"/>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One HP Priority</a:t>
            </a:r>
            <a:endParaRPr kumimoji="0" lang="zh-CN" altLang="en-US" sz="9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 name="TextBox 12">
            <a:extLst>
              <a:ext uri="{FF2B5EF4-FFF2-40B4-BE49-F238E27FC236}">
                <a16:creationId xmlns:a16="http://schemas.microsoft.com/office/drawing/2014/main" id="{91F8D6F1-829C-B588-6702-ACAFE98C0A9A}"/>
              </a:ext>
            </a:extLst>
          </p:cNvPr>
          <p:cNvSpPr txBox="1"/>
          <p:nvPr/>
        </p:nvSpPr>
        <p:spPr bwMode="gray">
          <a:xfrm>
            <a:off x="2975726" y="6544072"/>
            <a:ext cx="597921" cy="177677"/>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TA Priority</a:t>
            </a:r>
            <a:endParaRPr kumimoji="0" lang="zh-CN" altLang="en-US" sz="9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 name="Star: 4 Points 13">
            <a:extLst>
              <a:ext uri="{FF2B5EF4-FFF2-40B4-BE49-F238E27FC236}">
                <a16:creationId xmlns:a16="http://schemas.microsoft.com/office/drawing/2014/main" id="{234434DD-E966-D0D9-D3A6-D7115FFE33F1}"/>
              </a:ext>
            </a:extLst>
          </p:cNvPr>
          <p:cNvSpPr/>
          <p:nvPr/>
        </p:nvSpPr>
        <p:spPr bwMode="gray">
          <a:xfrm>
            <a:off x="2777254" y="6552146"/>
            <a:ext cx="180000" cy="180000"/>
          </a:xfrm>
          <a:prstGeom prst="star4">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100" b="1"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101776653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7E58266-F502-470C-58F5-B2A61A8320F6}"/>
              </a:ext>
            </a:extLst>
          </p:cNvPr>
          <p:cNvSpPr>
            <a:spLocks noGrp="1"/>
          </p:cNvSpPr>
          <p:nvPr>
            <p:ph type="title"/>
          </p:nvPr>
        </p:nvSpPr>
        <p:spPr>
          <a:xfrm>
            <a:off x="355828" y="477602"/>
            <a:ext cx="11233151" cy="720000"/>
          </a:xfrm>
        </p:spPr>
        <p:txBody>
          <a:bodyPr/>
          <a:lstStyle/>
          <a:p>
            <a:r>
              <a:rPr kumimoji="0" lang="en-US" altLang="zh-CN" sz="2500" b="1" i="0" u="none" strike="noStrike" kern="1200" cap="none" spc="0" normalizeH="0" baseline="0" noProof="0" err="1">
                <a:ln>
                  <a:noFill/>
                </a:ln>
                <a:solidFill>
                  <a:srgbClr val="08312A"/>
                </a:solidFill>
                <a:effectLst/>
                <a:uLnTx/>
                <a:uFillTx/>
                <a:latin typeface="Boehringer Forward Head"/>
                <a:ea typeface="+mj-ea"/>
                <a:cs typeface="+mj-cs"/>
              </a:rPr>
              <a:t>Metalyse</a:t>
            </a:r>
            <a:r>
              <a:rPr kumimoji="0" lang="en-US" altLang="zh-CN" sz="2500" b="1" i="0" u="none" strike="noStrike" kern="1200" cap="none" spc="0" normalizeH="0" baseline="0" noProof="0">
                <a:ln>
                  <a:noFill/>
                </a:ln>
                <a:solidFill>
                  <a:srgbClr val="08312A"/>
                </a:solidFill>
                <a:effectLst/>
                <a:uLnTx/>
                <a:uFillTx/>
                <a:latin typeface="Boehringer Forward Head"/>
                <a:ea typeface="+mj-ea"/>
                <a:cs typeface="+mj-cs"/>
              </a:rPr>
              <a:t> Development Plan - TENACITY</a:t>
            </a:r>
            <a:endParaRPr lang="zh-CN" altLang="en-US"/>
          </a:p>
        </p:txBody>
      </p:sp>
      <p:sp>
        <p:nvSpPr>
          <p:cNvPr id="5" name="页脚占位符 4">
            <a:extLst>
              <a:ext uri="{FF2B5EF4-FFF2-40B4-BE49-F238E27FC236}">
                <a16:creationId xmlns:a16="http://schemas.microsoft.com/office/drawing/2014/main" id="{90AA29C2-73D8-FB3E-CBBB-92FCB20AE2C6}"/>
              </a:ext>
            </a:extLst>
          </p:cNvPr>
          <p:cNvSpPr>
            <a:spLocks noGrp="1"/>
          </p:cNvSpPr>
          <p:nvPr>
            <p:ph type="ftr" sz="quarter" idx="19"/>
          </p:nvPr>
        </p:nvSpPr>
        <p:spPr bwMode="gray">
          <a:xfrm>
            <a:off x="6312024" y="6246836"/>
            <a:ext cx="5040560" cy="288000"/>
          </a:xfrm>
          <a:prstGeom prst="rect">
            <a:avLst/>
          </a:prstGeom>
        </p:spPr>
        <p:txBody>
          <a:bodyPr vert="horz" lIns="0" tIns="0" rIns="0" bIns="0" rtlCol="0" anchor="b">
            <a:noAutofit/>
          </a:bodyPr>
          <a:lstStyle>
            <a:defPPr>
              <a:defRPr lang="zh-CN"/>
            </a:defPPr>
            <a:lvl1pPr marL="0" indent="0" algn="r" defTabSz="914400" rtl="0" eaLnBrk="1" latinLnBrk="0" hangingPunct="1">
              <a:spcAft>
                <a:spcPts val="300"/>
              </a:spcAft>
              <a:defRPr sz="800" kern="1200">
                <a:solidFill>
                  <a:schemeClr val="bg2"/>
                </a:solidFill>
                <a:latin typeface="+mn-lt"/>
                <a:ea typeface="+mn-ea"/>
                <a:cs typeface="+mn-cs"/>
              </a:defRPr>
            </a:lvl1pPr>
            <a:lvl2pPr marL="0" indent="0" algn="l" defTabSz="914400" rtl="0" eaLnBrk="1" latinLnBrk="0" hangingPunct="1">
              <a:defRPr sz="800" kern="1200">
                <a:solidFill>
                  <a:schemeClr val="tx1"/>
                </a:solidFill>
                <a:latin typeface="+mn-lt"/>
                <a:ea typeface="+mn-ea"/>
                <a:cs typeface="+mn-cs"/>
              </a:defRPr>
            </a:lvl2pPr>
            <a:lvl3pPr marL="0" indent="0" algn="l" defTabSz="914400" rtl="0" eaLnBrk="1" latinLnBrk="0" hangingPunct="1">
              <a:defRPr sz="800" kern="1200">
                <a:solidFill>
                  <a:schemeClr val="tx1"/>
                </a:solidFill>
                <a:latin typeface="+mn-lt"/>
                <a:ea typeface="+mn-ea"/>
                <a:cs typeface="+mn-cs"/>
              </a:defRPr>
            </a:lvl3pPr>
            <a:lvl4pPr marL="0" indent="0" algn="l" defTabSz="914400" rtl="0" eaLnBrk="1" latinLnBrk="0" hangingPunct="1">
              <a:defRPr sz="800" kern="1200">
                <a:solidFill>
                  <a:schemeClr val="tx1"/>
                </a:solidFill>
                <a:latin typeface="+mn-lt"/>
                <a:ea typeface="+mn-ea"/>
                <a:cs typeface="+mn-cs"/>
              </a:defRPr>
            </a:lvl4pPr>
            <a:lvl5pPr marL="0" indent="0" algn="l" defTabSz="914400" rtl="0" eaLnBrk="1" latinLnBrk="0" hangingPunct="1">
              <a:defRPr sz="800" kern="1200">
                <a:solidFill>
                  <a:schemeClr val="tx1"/>
                </a:solidFill>
                <a:latin typeface="+mn-lt"/>
                <a:ea typeface="+mn-ea"/>
                <a:cs typeface="+mn-cs"/>
              </a:defRPr>
            </a:lvl5pPr>
            <a:lvl6pPr marL="0" indent="0" algn="l" defTabSz="914400" rtl="0" eaLnBrk="1" latinLnBrk="0" hangingPunct="1">
              <a:defRPr sz="800" kern="1200">
                <a:solidFill>
                  <a:schemeClr val="tx1"/>
                </a:solidFill>
                <a:latin typeface="+mn-lt"/>
                <a:ea typeface="+mn-ea"/>
                <a:cs typeface="+mn-cs"/>
              </a:defRPr>
            </a:lvl6pPr>
            <a:lvl7pPr marL="0" indent="0" algn="l" defTabSz="914400" rtl="0" eaLnBrk="1" latinLnBrk="0" hangingPunct="1">
              <a:defRPr sz="800" kern="1200">
                <a:solidFill>
                  <a:schemeClr val="tx1"/>
                </a:solidFill>
                <a:latin typeface="+mn-lt"/>
                <a:ea typeface="+mn-ea"/>
                <a:cs typeface="+mn-cs"/>
              </a:defRPr>
            </a:lvl7pPr>
            <a:lvl8pPr marL="0" indent="0" algn="l" defTabSz="914400" rtl="0" eaLnBrk="1" latinLnBrk="0" hangingPunct="1">
              <a:defRPr sz="800" kern="1200">
                <a:solidFill>
                  <a:schemeClr val="tx1"/>
                </a:solidFill>
                <a:latin typeface="+mn-lt"/>
                <a:ea typeface="+mn-ea"/>
                <a:cs typeface="+mn-cs"/>
              </a:defRPr>
            </a:lvl8pPr>
            <a:lvl9pPr marL="0" indent="0" algn="l" defTabSz="914400" rtl="0" eaLnBrk="1" latinLnBrk="0" hangingPunct="1">
              <a:defRPr sz="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300"/>
              </a:spcAft>
              <a:buClrTx/>
              <a:buSzTx/>
              <a:buFontTx/>
              <a:buNone/>
              <a:tabLst/>
              <a:defRPr/>
            </a:pPr>
            <a:r>
              <a:rPr lang="en-US"/>
              <a:t>Presentation title    |    ONLY FOR INTERNAL USE</a:t>
            </a:r>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6" name="灯片编号占位符 5">
            <a:extLst>
              <a:ext uri="{FF2B5EF4-FFF2-40B4-BE49-F238E27FC236}">
                <a16:creationId xmlns:a16="http://schemas.microsoft.com/office/drawing/2014/main" id="{29E36A3A-5AEC-D0C1-E20E-E677A5CB442F}"/>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7" name="表格 6">
            <a:extLst>
              <a:ext uri="{FF2B5EF4-FFF2-40B4-BE49-F238E27FC236}">
                <a16:creationId xmlns:a16="http://schemas.microsoft.com/office/drawing/2014/main" id="{3AE6136D-A5B5-1ABF-798A-7EECEA43A0AB}"/>
              </a:ext>
            </a:extLst>
          </p:cNvPr>
          <p:cNvGraphicFramePr>
            <a:graphicFrameLocks noGrp="1"/>
          </p:cNvGraphicFramePr>
          <p:nvPr/>
        </p:nvGraphicFramePr>
        <p:xfrm>
          <a:off x="1060741" y="1317085"/>
          <a:ext cx="10615280" cy="510540"/>
        </p:xfrm>
        <a:graphic>
          <a:graphicData uri="http://schemas.openxmlformats.org/drawingml/2006/table">
            <a:tbl>
              <a:tblPr firstRow="1" bandRow="1">
                <a:tableStyleId>{5C22544A-7EE6-4342-B048-85BDC9FD1C3A}</a:tableStyleId>
              </a:tblPr>
              <a:tblGrid>
                <a:gridCol w="530764">
                  <a:extLst>
                    <a:ext uri="{9D8B030D-6E8A-4147-A177-3AD203B41FA5}">
                      <a16:colId xmlns:a16="http://schemas.microsoft.com/office/drawing/2014/main" val="3785311854"/>
                    </a:ext>
                  </a:extLst>
                </a:gridCol>
                <a:gridCol w="530764">
                  <a:extLst>
                    <a:ext uri="{9D8B030D-6E8A-4147-A177-3AD203B41FA5}">
                      <a16:colId xmlns:a16="http://schemas.microsoft.com/office/drawing/2014/main" val="3932488537"/>
                    </a:ext>
                  </a:extLst>
                </a:gridCol>
                <a:gridCol w="530764">
                  <a:extLst>
                    <a:ext uri="{9D8B030D-6E8A-4147-A177-3AD203B41FA5}">
                      <a16:colId xmlns:a16="http://schemas.microsoft.com/office/drawing/2014/main" val="3394873220"/>
                    </a:ext>
                  </a:extLst>
                </a:gridCol>
                <a:gridCol w="530764">
                  <a:extLst>
                    <a:ext uri="{9D8B030D-6E8A-4147-A177-3AD203B41FA5}">
                      <a16:colId xmlns:a16="http://schemas.microsoft.com/office/drawing/2014/main" val="403805082"/>
                    </a:ext>
                  </a:extLst>
                </a:gridCol>
                <a:gridCol w="530764">
                  <a:extLst>
                    <a:ext uri="{9D8B030D-6E8A-4147-A177-3AD203B41FA5}">
                      <a16:colId xmlns:a16="http://schemas.microsoft.com/office/drawing/2014/main" val="1502066311"/>
                    </a:ext>
                  </a:extLst>
                </a:gridCol>
                <a:gridCol w="530764">
                  <a:extLst>
                    <a:ext uri="{9D8B030D-6E8A-4147-A177-3AD203B41FA5}">
                      <a16:colId xmlns:a16="http://schemas.microsoft.com/office/drawing/2014/main" val="1078825649"/>
                    </a:ext>
                  </a:extLst>
                </a:gridCol>
                <a:gridCol w="530764">
                  <a:extLst>
                    <a:ext uri="{9D8B030D-6E8A-4147-A177-3AD203B41FA5}">
                      <a16:colId xmlns:a16="http://schemas.microsoft.com/office/drawing/2014/main" val="307221141"/>
                    </a:ext>
                  </a:extLst>
                </a:gridCol>
                <a:gridCol w="530764">
                  <a:extLst>
                    <a:ext uri="{9D8B030D-6E8A-4147-A177-3AD203B41FA5}">
                      <a16:colId xmlns:a16="http://schemas.microsoft.com/office/drawing/2014/main" val="4263978768"/>
                    </a:ext>
                  </a:extLst>
                </a:gridCol>
                <a:gridCol w="530764">
                  <a:extLst>
                    <a:ext uri="{9D8B030D-6E8A-4147-A177-3AD203B41FA5}">
                      <a16:colId xmlns:a16="http://schemas.microsoft.com/office/drawing/2014/main" val="2415447908"/>
                    </a:ext>
                  </a:extLst>
                </a:gridCol>
                <a:gridCol w="530764">
                  <a:extLst>
                    <a:ext uri="{9D8B030D-6E8A-4147-A177-3AD203B41FA5}">
                      <a16:colId xmlns:a16="http://schemas.microsoft.com/office/drawing/2014/main" val="457411630"/>
                    </a:ext>
                  </a:extLst>
                </a:gridCol>
                <a:gridCol w="530764">
                  <a:extLst>
                    <a:ext uri="{9D8B030D-6E8A-4147-A177-3AD203B41FA5}">
                      <a16:colId xmlns:a16="http://schemas.microsoft.com/office/drawing/2014/main" val="3912468353"/>
                    </a:ext>
                  </a:extLst>
                </a:gridCol>
                <a:gridCol w="530764">
                  <a:extLst>
                    <a:ext uri="{9D8B030D-6E8A-4147-A177-3AD203B41FA5}">
                      <a16:colId xmlns:a16="http://schemas.microsoft.com/office/drawing/2014/main" val="4023208423"/>
                    </a:ext>
                  </a:extLst>
                </a:gridCol>
                <a:gridCol w="530764">
                  <a:extLst>
                    <a:ext uri="{9D8B030D-6E8A-4147-A177-3AD203B41FA5}">
                      <a16:colId xmlns:a16="http://schemas.microsoft.com/office/drawing/2014/main" val="3166337906"/>
                    </a:ext>
                  </a:extLst>
                </a:gridCol>
                <a:gridCol w="530764">
                  <a:extLst>
                    <a:ext uri="{9D8B030D-6E8A-4147-A177-3AD203B41FA5}">
                      <a16:colId xmlns:a16="http://schemas.microsoft.com/office/drawing/2014/main" val="3573938434"/>
                    </a:ext>
                  </a:extLst>
                </a:gridCol>
                <a:gridCol w="530764">
                  <a:extLst>
                    <a:ext uri="{9D8B030D-6E8A-4147-A177-3AD203B41FA5}">
                      <a16:colId xmlns:a16="http://schemas.microsoft.com/office/drawing/2014/main" val="21364384"/>
                    </a:ext>
                  </a:extLst>
                </a:gridCol>
                <a:gridCol w="530764">
                  <a:extLst>
                    <a:ext uri="{9D8B030D-6E8A-4147-A177-3AD203B41FA5}">
                      <a16:colId xmlns:a16="http://schemas.microsoft.com/office/drawing/2014/main" val="3513749545"/>
                    </a:ext>
                  </a:extLst>
                </a:gridCol>
                <a:gridCol w="530764">
                  <a:extLst>
                    <a:ext uri="{9D8B030D-6E8A-4147-A177-3AD203B41FA5}">
                      <a16:colId xmlns:a16="http://schemas.microsoft.com/office/drawing/2014/main" val="2591754953"/>
                    </a:ext>
                  </a:extLst>
                </a:gridCol>
                <a:gridCol w="530764">
                  <a:extLst>
                    <a:ext uri="{9D8B030D-6E8A-4147-A177-3AD203B41FA5}">
                      <a16:colId xmlns:a16="http://schemas.microsoft.com/office/drawing/2014/main" val="3436882205"/>
                    </a:ext>
                  </a:extLst>
                </a:gridCol>
                <a:gridCol w="530764">
                  <a:extLst>
                    <a:ext uri="{9D8B030D-6E8A-4147-A177-3AD203B41FA5}">
                      <a16:colId xmlns:a16="http://schemas.microsoft.com/office/drawing/2014/main" val="1858644724"/>
                    </a:ext>
                  </a:extLst>
                </a:gridCol>
                <a:gridCol w="530764">
                  <a:extLst>
                    <a:ext uri="{9D8B030D-6E8A-4147-A177-3AD203B41FA5}">
                      <a16:colId xmlns:a16="http://schemas.microsoft.com/office/drawing/2014/main" val="3126517440"/>
                    </a:ext>
                  </a:extLst>
                </a:gridCol>
              </a:tblGrid>
              <a:tr h="200057">
                <a:tc gridSpan="4">
                  <a:txBody>
                    <a:bodyPr/>
                    <a:lstStyle/>
                    <a:p>
                      <a:pPr algn="ctr"/>
                      <a:r>
                        <a:rPr lang="en-US" altLang="zh-CN" sz="1050"/>
                        <a:t>2025</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2026</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2027</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2028</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2029</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extLst>
                  <a:ext uri="{0D108BD9-81ED-4DB2-BD59-A6C34878D82A}">
                    <a16:rowId xmlns:a16="http://schemas.microsoft.com/office/drawing/2014/main" val="2760742378"/>
                  </a:ext>
                </a:extLst>
              </a:tr>
              <a:tr h="200057">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extLst>
                  <a:ext uri="{0D108BD9-81ED-4DB2-BD59-A6C34878D82A}">
                    <a16:rowId xmlns:a16="http://schemas.microsoft.com/office/drawing/2014/main" val="3089569247"/>
                  </a:ext>
                </a:extLst>
              </a:tr>
            </a:tbl>
          </a:graphicData>
        </a:graphic>
      </p:graphicFrame>
      <p:sp>
        <p:nvSpPr>
          <p:cNvPr id="8" name="文本框 7">
            <a:extLst>
              <a:ext uri="{FF2B5EF4-FFF2-40B4-BE49-F238E27FC236}">
                <a16:creationId xmlns:a16="http://schemas.microsoft.com/office/drawing/2014/main" id="{8102CF76-6886-7567-88EF-2CEC0BCEE50D}"/>
              </a:ext>
            </a:extLst>
          </p:cNvPr>
          <p:cNvSpPr txBox="1"/>
          <p:nvPr/>
        </p:nvSpPr>
        <p:spPr bwMode="gray">
          <a:xfrm>
            <a:off x="874862" y="4184574"/>
            <a:ext cx="518442"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Jan 10 </a:t>
            </a:r>
          </a:p>
        </p:txBody>
      </p:sp>
      <p:grpSp>
        <p:nvGrpSpPr>
          <p:cNvPr id="9" name="组合 8">
            <a:extLst>
              <a:ext uri="{FF2B5EF4-FFF2-40B4-BE49-F238E27FC236}">
                <a16:creationId xmlns:a16="http://schemas.microsoft.com/office/drawing/2014/main" id="{5312CD72-082A-889D-04E5-0DB475F90B70}"/>
              </a:ext>
            </a:extLst>
          </p:cNvPr>
          <p:cNvGrpSpPr/>
          <p:nvPr/>
        </p:nvGrpSpPr>
        <p:grpSpPr>
          <a:xfrm>
            <a:off x="36555" y="4460394"/>
            <a:ext cx="999295" cy="388377"/>
            <a:chOff x="0" y="3230959"/>
            <a:chExt cx="1078256" cy="447229"/>
          </a:xfrm>
        </p:grpSpPr>
        <p:grpSp>
          <p:nvGrpSpPr>
            <p:cNvPr id="10" name="Group 14">
              <a:extLst>
                <a:ext uri="{FF2B5EF4-FFF2-40B4-BE49-F238E27FC236}">
                  <a16:creationId xmlns:a16="http://schemas.microsoft.com/office/drawing/2014/main" id="{46E4B9F6-3710-093D-2C95-1309DA77866D}"/>
                </a:ext>
              </a:extLst>
            </p:cNvPr>
            <p:cNvGrpSpPr/>
            <p:nvPr/>
          </p:nvGrpSpPr>
          <p:grpSpPr>
            <a:xfrm>
              <a:off x="0" y="3230959"/>
              <a:ext cx="1078256" cy="447229"/>
              <a:chOff x="0" y="2654487"/>
              <a:chExt cx="808692" cy="335422"/>
            </a:xfrm>
          </p:grpSpPr>
          <p:sp>
            <p:nvSpPr>
              <p:cNvPr id="12" name="Freeform: Shape 152">
                <a:extLst>
                  <a:ext uri="{FF2B5EF4-FFF2-40B4-BE49-F238E27FC236}">
                    <a16:creationId xmlns:a16="http://schemas.microsoft.com/office/drawing/2014/main" id="{9CB55AAC-BD0E-A667-291C-6789F8DB96D5}"/>
                  </a:ext>
                </a:extLst>
              </p:cNvPr>
              <p:cNvSpPr/>
              <p:nvPr/>
            </p:nvSpPr>
            <p:spPr bwMode="auto">
              <a:xfrm>
                <a:off x="11868" y="2726749"/>
                <a:ext cx="772731" cy="190906"/>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solidFill>
                  <a:srgbClr val="00467E"/>
                </a:solidFill>
                <a:prstDash val="solid"/>
                <a:round/>
                <a:headEnd type="none" w="med" len="med"/>
                <a:tailEnd type="none" w="med" len="med"/>
              </a:ln>
              <a:effectLst/>
            </p:spPr>
            <p:txBody>
              <a:bodyPr vert="horz" wrap="square" lIns="487680" tIns="45720" rIns="91440" bIns="4572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rPr>
                  <a:t>China</a:t>
                </a: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sp>
            <p:nvSpPr>
              <p:cNvPr id="13" name="Oval 134">
                <a:extLst>
                  <a:ext uri="{FF2B5EF4-FFF2-40B4-BE49-F238E27FC236}">
                    <a16:creationId xmlns:a16="http://schemas.microsoft.com/office/drawing/2014/main" id="{2C8EC00B-BB93-374A-EFD7-126FDC0D2435}"/>
                  </a:ext>
                </a:extLst>
              </p:cNvPr>
              <p:cNvSpPr/>
              <p:nvPr/>
            </p:nvSpPr>
            <p:spPr>
              <a:xfrm>
                <a:off x="0" y="2654487"/>
                <a:ext cx="335422" cy="335422"/>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121920" tIns="60960" rIns="121920" bIns="6096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BISans" panose="02000503040000020004"/>
                  <a:ea typeface="+mn-ea"/>
                  <a:cs typeface="+mn-cs"/>
                </a:endParaRPr>
              </a:p>
            </p:txBody>
          </p:sp>
          <p:sp>
            <p:nvSpPr>
              <p:cNvPr id="14" name="Rectangle: Rounded Corners 116">
                <a:extLst>
                  <a:ext uri="{FF2B5EF4-FFF2-40B4-BE49-F238E27FC236}">
                    <a16:creationId xmlns:a16="http://schemas.microsoft.com/office/drawing/2014/main" id="{C9691F43-40EA-D43A-9E1A-D1077BE9E28E}"/>
                  </a:ext>
                </a:extLst>
              </p:cNvPr>
              <p:cNvSpPr/>
              <p:nvPr/>
            </p:nvSpPr>
            <p:spPr bwMode="auto">
              <a:xfrm>
                <a:off x="772116" y="2695688"/>
                <a:ext cx="36576" cy="259738"/>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grpSp>
        <p:pic>
          <p:nvPicPr>
            <p:cNvPr id="11" name="Picture 2" descr="Image result for China flag circle png">
              <a:extLst>
                <a:ext uri="{FF2B5EF4-FFF2-40B4-BE49-F238E27FC236}">
                  <a16:creationId xmlns:a16="http://schemas.microsoft.com/office/drawing/2014/main" id="{0306F4B5-485B-D7AA-C3B1-E564F6C5AB9E}"/>
                </a:ext>
              </a:extLst>
            </p:cNvPr>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36217" y="3267175"/>
              <a:ext cx="374799" cy="37479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5" name="组合 14">
            <a:extLst>
              <a:ext uri="{FF2B5EF4-FFF2-40B4-BE49-F238E27FC236}">
                <a16:creationId xmlns:a16="http://schemas.microsoft.com/office/drawing/2014/main" id="{D51A559A-EE0C-9140-65E6-8CE30CB02016}"/>
              </a:ext>
            </a:extLst>
          </p:cNvPr>
          <p:cNvGrpSpPr/>
          <p:nvPr/>
        </p:nvGrpSpPr>
        <p:grpSpPr>
          <a:xfrm>
            <a:off x="47280" y="2473120"/>
            <a:ext cx="1013461" cy="388379"/>
            <a:chOff x="16026" y="1475391"/>
            <a:chExt cx="1078255" cy="447229"/>
          </a:xfrm>
        </p:grpSpPr>
        <p:sp>
          <p:nvSpPr>
            <p:cNvPr id="16" name="Freeform: Shape 147">
              <a:extLst>
                <a:ext uri="{FF2B5EF4-FFF2-40B4-BE49-F238E27FC236}">
                  <a16:creationId xmlns:a16="http://schemas.microsoft.com/office/drawing/2014/main" id="{88106366-3166-DC17-985D-145DBA5D9E5E}"/>
                </a:ext>
              </a:extLst>
            </p:cNvPr>
            <p:cNvSpPr/>
            <p:nvPr/>
          </p:nvSpPr>
          <p:spPr bwMode="auto">
            <a:xfrm>
              <a:off x="31850" y="1571734"/>
              <a:ext cx="1030308" cy="254541"/>
            </a:xfrm>
            <a:custGeom>
              <a:avLst/>
              <a:gdLst>
                <a:gd name="connsiteX0" fmla="*/ 95453 w 852935"/>
                <a:gd name="connsiteY0" fmla="*/ 0 h 190906"/>
                <a:gd name="connsiteX1" fmla="*/ 852935 w 852935"/>
                <a:gd name="connsiteY1" fmla="*/ 0 h 190906"/>
                <a:gd name="connsiteX2" fmla="*/ 852935 w 852935"/>
                <a:gd name="connsiteY2" fmla="*/ 190906 h 190906"/>
                <a:gd name="connsiteX3" fmla="*/ 95453 w 852935"/>
                <a:gd name="connsiteY3" fmla="*/ 190906 h 190906"/>
                <a:gd name="connsiteX4" fmla="*/ 0 w 852935"/>
                <a:gd name="connsiteY4" fmla="*/ 95453 h 190906"/>
                <a:gd name="connsiteX5" fmla="*/ 95453 w 852935"/>
                <a:gd name="connsiteY5" fmla="*/ 0 h 19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935" h="190906">
                  <a:moveTo>
                    <a:pt x="95453" y="0"/>
                  </a:moveTo>
                  <a:lnTo>
                    <a:pt x="852935" y="0"/>
                  </a:lnTo>
                  <a:lnTo>
                    <a:pt x="852935" y="190906"/>
                  </a:lnTo>
                  <a:lnTo>
                    <a:pt x="95453" y="190906"/>
                  </a:lnTo>
                  <a:cubicBezTo>
                    <a:pt x="42736" y="190906"/>
                    <a:pt x="0" y="148170"/>
                    <a:pt x="0" y="95453"/>
                  </a:cubicBezTo>
                  <a:cubicBezTo>
                    <a:pt x="0" y="42736"/>
                    <a:pt x="42736" y="0"/>
                    <a:pt x="95453" y="0"/>
                  </a:cubicBezTo>
                  <a:close/>
                </a:path>
              </a:pathLst>
            </a:custGeom>
            <a:solidFill>
              <a:srgbClr val="00467E"/>
            </a:solidFill>
            <a:ln w="9525" cap="flat" cmpd="sng" algn="ctr">
              <a:noFill/>
              <a:prstDash val="solid"/>
              <a:round/>
              <a:headEnd type="none" w="med" len="med"/>
              <a:tailEnd type="none" w="med" len="med"/>
            </a:ln>
            <a:effectLst/>
          </p:spPr>
          <p:txBody>
            <a:bodyPr vert="horz" wrap="square" lIns="487680" tIns="45720" rIns="91440" bIns="45720" numCol="1" rtlCol="0" anchor="ctr" anchorCtr="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0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rPr>
                <a:t>EU</a:t>
              </a: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sp>
          <p:nvSpPr>
            <p:cNvPr id="17" name="Oval 4">
              <a:extLst>
                <a:ext uri="{FF2B5EF4-FFF2-40B4-BE49-F238E27FC236}">
                  <a16:creationId xmlns:a16="http://schemas.microsoft.com/office/drawing/2014/main" id="{E6B439E6-7F2B-8A0B-78A8-474C270E970A}"/>
                </a:ext>
              </a:extLst>
            </p:cNvPr>
            <p:cNvSpPr/>
            <p:nvPr/>
          </p:nvSpPr>
          <p:spPr>
            <a:xfrm>
              <a:off x="16026" y="1475391"/>
              <a:ext cx="447229" cy="447229"/>
            </a:xfrm>
            <a:prstGeom prst="ellipse">
              <a:avLst/>
            </a:prstGeom>
            <a:solidFill>
              <a:schemeClr val="bg1"/>
            </a:solidFill>
            <a:ln w="12700">
              <a:noFill/>
            </a:ln>
            <a:effectLst>
              <a:outerShdw blurRad="381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121920" tIns="60960" rIns="121920" bIns="6096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BISans" panose="02000503040000020004"/>
                <a:ea typeface="+mn-ea"/>
                <a:cs typeface="+mn-cs"/>
              </a:endParaRPr>
            </a:p>
          </p:txBody>
        </p:sp>
        <p:sp>
          <p:nvSpPr>
            <p:cNvPr id="18" name="Rectangle: Rounded Corners 116">
              <a:extLst>
                <a:ext uri="{FF2B5EF4-FFF2-40B4-BE49-F238E27FC236}">
                  <a16:creationId xmlns:a16="http://schemas.microsoft.com/office/drawing/2014/main" id="{94090302-3909-8473-51D4-8A639BC5A66C}"/>
                </a:ext>
              </a:extLst>
            </p:cNvPr>
            <p:cNvSpPr/>
            <p:nvPr/>
          </p:nvSpPr>
          <p:spPr bwMode="auto">
            <a:xfrm>
              <a:off x="1045513" y="1525846"/>
              <a:ext cx="48768" cy="346317"/>
            </a:xfrm>
            <a:prstGeom prst="roundRect">
              <a:avLst>
                <a:gd name="adj" fmla="val 50000"/>
              </a:avLst>
            </a:prstGeom>
            <a:solidFill>
              <a:srgbClr val="003366"/>
            </a:solidFill>
            <a:ln w="9525" cap="flat" cmpd="sng" algn="ctr">
              <a:solidFill>
                <a:schemeClr val="accent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100" b="1" i="0" u="none" strike="noStrike" kern="0" cap="none" spc="0" normalizeH="0" baseline="0" noProof="0">
                <a:ln>
                  <a:noFill/>
                </a:ln>
                <a:solidFill>
                  <a:srgbClr val="FFFFFF"/>
                </a:solidFill>
                <a:effectLst/>
                <a:uLnTx/>
                <a:uFillTx/>
                <a:latin typeface="BISans" panose="02000503040000020004"/>
                <a:ea typeface="+mn-ea"/>
                <a:cs typeface="Calibri" panose="020F0502020204030204" pitchFamily="34" charset="0"/>
              </a:endParaRPr>
            </a:p>
          </p:txBody>
        </p:sp>
        <p:pic>
          <p:nvPicPr>
            <p:cNvPr id="19" name="Picture 6" descr="Image result for world circle png">
              <a:extLst>
                <a:ext uri="{FF2B5EF4-FFF2-40B4-BE49-F238E27FC236}">
                  <a16:creationId xmlns:a16="http://schemas.microsoft.com/office/drawing/2014/main" id="{9CCDA631-678E-A9C2-0EF8-D3E052A7C0CE}"/>
                </a:ext>
              </a:extLst>
            </p:cNvPr>
            <p:cNvPicPr>
              <a:picLocks noChangeAspect="1" noChangeArrowheads="1"/>
            </p:cNvPicPr>
            <p:nvPr/>
          </p:nvPicPr>
          <p:blipFill rotWithShape="1">
            <a:blip r:embed="rId28" cstate="print">
              <a:extLst>
                <a:ext uri="{28A0092B-C50C-407E-A947-70E740481C1C}">
                  <a14:useLocalDpi xmlns:a14="http://schemas.microsoft.com/office/drawing/2010/main" val="0"/>
                </a:ext>
              </a:extLst>
            </a:blip>
            <a:srcRect l="4094" t="4010" r="4094" b="4010"/>
            <a:stretch/>
          </p:blipFill>
          <p:spPr bwMode="auto">
            <a:xfrm>
              <a:off x="52758" y="1511607"/>
              <a:ext cx="373767" cy="374797"/>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文本框 19">
            <a:extLst>
              <a:ext uri="{FF2B5EF4-FFF2-40B4-BE49-F238E27FC236}">
                <a16:creationId xmlns:a16="http://schemas.microsoft.com/office/drawing/2014/main" id="{B898F0AD-6DD2-CBDF-05A6-8FD9B3F533E8}"/>
              </a:ext>
            </a:extLst>
          </p:cNvPr>
          <p:cNvSpPr txBox="1"/>
          <p:nvPr/>
        </p:nvSpPr>
        <p:spPr bwMode="gray">
          <a:xfrm>
            <a:off x="1518410" y="2320796"/>
            <a:ext cx="351058" cy="12311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Mar 27</a:t>
            </a:r>
          </a:p>
        </p:txBody>
      </p:sp>
      <p:pic>
        <p:nvPicPr>
          <p:cNvPr id="21" name="Picture 2">
            <a:extLst>
              <a:ext uri="{FF2B5EF4-FFF2-40B4-BE49-F238E27FC236}">
                <a16:creationId xmlns:a16="http://schemas.microsoft.com/office/drawing/2014/main" id="{E744B54A-54A1-FB5D-BC12-6072020986F1}"/>
              </a:ext>
            </a:extLst>
          </p:cNvPr>
          <p:cNvPicPr>
            <a:picLocks noChangeAspect="1"/>
          </p:cNvPicPr>
          <p:nvPr/>
        </p:nvPicPr>
        <p:blipFill>
          <a:blip r:embed="rId29"/>
          <a:stretch>
            <a:fillRect/>
          </a:stretch>
        </p:blipFill>
        <p:spPr>
          <a:xfrm>
            <a:off x="10800000" y="360000"/>
            <a:ext cx="1208232" cy="491197"/>
          </a:xfrm>
          <a:prstGeom prst="rect">
            <a:avLst/>
          </a:prstGeom>
        </p:spPr>
      </p:pic>
      <p:sp>
        <p:nvSpPr>
          <p:cNvPr id="24" name="OTLSHAPE_T_e17f3958430f4cff8650518c93c7635e_Shape">
            <a:extLst>
              <a:ext uri="{FF2B5EF4-FFF2-40B4-BE49-F238E27FC236}">
                <a16:creationId xmlns:a16="http://schemas.microsoft.com/office/drawing/2014/main" id="{590373D5-EAD9-B854-9D89-98FD193C6E51}"/>
              </a:ext>
            </a:extLst>
          </p:cNvPr>
          <p:cNvSpPr/>
          <p:nvPr>
            <p:custDataLst>
              <p:tags r:id="rId1"/>
            </p:custDataLst>
          </p:nvPr>
        </p:nvSpPr>
        <p:spPr bwMode="auto">
          <a:xfrm>
            <a:off x="3525832" y="4496995"/>
            <a:ext cx="2306353" cy="324000"/>
          </a:xfrm>
          <a:prstGeom prst="roundRect">
            <a:avLst/>
          </a:prstGeom>
          <a:solidFill>
            <a:srgbClr val="076D7E">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rPr>
              <a:t>Ph3, up to 50 sites, N=~339</a:t>
            </a:r>
          </a:p>
        </p:txBody>
      </p:sp>
      <p:sp>
        <p:nvSpPr>
          <p:cNvPr id="25" name="OTLSHAPE_T_e17f3958430f4cff8650518c93c7635e_StartDate">
            <a:extLst>
              <a:ext uri="{FF2B5EF4-FFF2-40B4-BE49-F238E27FC236}">
                <a16:creationId xmlns:a16="http://schemas.microsoft.com/office/drawing/2014/main" id="{1D26DF0B-6697-665B-F30B-D182AA391B2B}"/>
              </a:ext>
            </a:extLst>
          </p:cNvPr>
          <p:cNvSpPr txBox="1"/>
          <p:nvPr>
            <p:custDataLst>
              <p:tags r:id="rId2"/>
            </p:custDataLst>
          </p:nvPr>
        </p:nvSpPr>
        <p:spPr>
          <a:xfrm>
            <a:off x="2981385" y="4227014"/>
            <a:ext cx="1096435"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Feb 2026</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26" name="OTLSHAPE_T_e17f3958430f4cff8650518c93c7635e_Shape">
            <a:extLst>
              <a:ext uri="{FF2B5EF4-FFF2-40B4-BE49-F238E27FC236}">
                <a16:creationId xmlns:a16="http://schemas.microsoft.com/office/drawing/2014/main" id="{C35A7A54-3B12-6BDD-D0F2-C0C6B4C4B71D}"/>
              </a:ext>
            </a:extLst>
          </p:cNvPr>
          <p:cNvSpPr/>
          <p:nvPr>
            <p:custDataLst>
              <p:tags r:id="rId3"/>
            </p:custDataLst>
          </p:nvPr>
        </p:nvSpPr>
        <p:spPr bwMode="auto">
          <a:xfrm>
            <a:off x="2327273" y="4496995"/>
            <a:ext cx="1200727" cy="324000"/>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CTA Review + EC + HGRAC + 1</a:t>
            </a:r>
            <a:r>
              <a:rPr kumimoji="0" lang="en-US" altLang="zh-CN" sz="700" b="1" i="0" u="none" strike="noStrike" kern="1200" cap="none" spc="0" normalizeH="0" baseline="3000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st</a:t>
            </a: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 SIV</a:t>
            </a:r>
            <a:endParaRPr kumimoji="0" lang="zh-CN" altLang="en-US"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27" name="OTLSHAPE_T_e17f3958430f4cff8650518c93c7635e_StartDate">
            <a:extLst>
              <a:ext uri="{FF2B5EF4-FFF2-40B4-BE49-F238E27FC236}">
                <a16:creationId xmlns:a16="http://schemas.microsoft.com/office/drawing/2014/main" id="{4B8CB3D4-6708-63F3-A0D3-BB975B15B7E3}"/>
              </a:ext>
            </a:extLst>
          </p:cNvPr>
          <p:cNvSpPr txBox="1"/>
          <p:nvPr>
            <p:custDataLst>
              <p:tags r:id="rId4"/>
            </p:custDataLst>
          </p:nvPr>
        </p:nvSpPr>
        <p:spPr>
          <a:xfrm>
            <a:off x="2055495" y="4235806"/>
            <a:ext cx="910164"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8 Aug 2025</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28" name="Rectangle 77">
            <a:extLst>
              <a:ext uri="{FF2B5EF4-FFF2-40B4-BE49-F238E27FC236}">
                <a16:creationId xmlns:a16="http://schemas.microsoft.com/office/drawing/2014/main" id="{1F1ECB6D-F682-3E32-F8D7-D198749B72A2}"/>
              </a:ext>
            </a:extLst>
          </p:cNvPr>
          <p:cNvSpPr/>
          <p:nvPr/>
        </p:nvSpPr>
        <p:spPr>
          <a:xfrm>
            <a:off x="3469900" y="5014451"/>
            <a:ext cx="626660" cy="246221"/>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1</a:t>
            </a:r>
            <a:r>
              <a:rPr kumimoji="0" lang="en-US" altLang="zh-CN" sz="1000" b="1" i="0" u="none" strike="noStrike" kern="1200" cap="none" spc="0" normalizeH="0" baseline="3000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st</a:t>
            </a: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SIV</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29" name="OTLSHAPE_M_39ea6ebc19a94c9fab6ef5006c31df58_Shape">
            <a:extLst>
              <a:ext uri="{FF2B5EF4-FFF2-40B4-BE49-F238E27FC236}">
                <a16:creationId xmlns:a16="http://schemas.microsoft.com/office/drawing/2014/main" id="{0905811D-38C7-7CDE-0488-0E2CD7A0E851}"/>
              </a:ext>
            </a:extLst>
          </p:cNvPr>
          <p:cNvSpPr/>
          <p:nvPr>
            <p:custDataLst>
              <p:tags r:id="rId5"/>
            </p:custDataLst>
          </p:nvPr>
        </p:nvSpPr>
        <p:spPr bwMode="auto">
          <a:xfrm rot="16200000">
            <a:off x="2391210" y="4741999"/>
            <a:ext cx="77323" cy="79771"/>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91440" tIns="45721" rIns="91440" bIns="45721" numCol="1" rtlCol="0" anchor="t" anchorCtr="0" compatLnSpc="1">
            <a:prstTxWarp prst="textNoShape">
              <a:avLst/>
            </a:prstTxWarp>
          </a:bodyPr>
          <a:lstStyle/>
          <a:p>
            <a:pPr marL="0" marR="0" lvl="0" indent="0" algn="l" defTabSz="914332"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30" name="OTLSHAPE_M_39ea6ebc19a94c9fab6ef5006c31df58_Title">
            <a:extLst>
              <a:ext uri="{FF2B5EF4-FFF2-40B4-BE49-F238E27FC236}">
                <a16:creationId xmlns:a16="http://schemas.microsoft.com/office/drawing/2014/main" id="{C44A83CC-2589-9F8D-C283-E935DC557262}"/>
              </a:ext>
            </a:extLst>
          </p:cNvPr>
          <p:cNvSpPr txBox="1"/>
          <p:nvPr>
            <p:custDataLst>
              <p:tags r:id="rId6"/>
            </p:custDataLst>
          </p:nvPr>
        </p:nvSpPr>
        <p:spPr>
          <a:xfrm>
            <a:off x="2146657" y="5033339"/>
            <a:ext cx="928201" cy="153888"/>
          </a:xfrm>
          <a:prstGeom prst="rect">
            <a:avLst/>
          </a:prstGeom>
          <a:noFill/>
        </p:spPr>
        <p:txBody>
          <a:bodyPr vert="horz" wrap="square" lIns="0" tIns="0" rIns="0" bIns="0" rtlCol="0" anchor="ctr" anchorCtr="0">
            <a:spAutoFit/>
          </a:bodyPr>
          <a:lstStyle/>
          <a:p>
            <a:pPr marL="0" marR="0" lvl="0" indent="0" algn="l"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CTA Sub</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31" name="Rectangle 73">
            <a:extLst>
              <a:ext uri="{FF2B5EF4-FFF2-40B4-BE49-F238E27FC236}">
                <a16:creationId xmlns:a16="http://schemas.microsoft.com/office/drawing/2014/main" id="{FA8774E1-31D8-15C2-FFDD-5593AFE67CBA}"/>
              </a:ext>
            </a:extLst>
          </p:cNvPr>
          <p:cNvSpPr/>
          <p:nvPr/>
        </p:nvSpPr>
        <p:spPr>
          <a:xfrm>
            <a:off x="5697463" y="5016062"/>
            <a:ext cx="375423"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LPI</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35" name="Star: 4 Points 143">
            <a:extLst>
              <a:ext uri="{FF2B5EF4-FFF2-40B4-BE49-F238E27FC236}">
                <a16:creationId xmlns:a16="http://schemas.microsoft.com/office/drawing/2014/main" id="{DF99D0E4-E552-72B9-85AC-1FFD3D93D965}"/>
              </a:ext>
            </a:extLst>
          </p:cNvPr>
          <p:cNvSpPr/>
          <p:nvPr/>
        </p:nvSpPr>
        <p:spPr bwMode="auto">
          <a:xfrm>
            <a:off x="3660144" y="4812234"/>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36" name="Star: 4 Points 143">
            <a:extLst>
              <a:ext uri="{FF2B5EF4-FFF2-40B4-BE49-F238E27FC236}">
                <a16:creationId xmlns:a16="http://schemas.microsoft.com/office/drawing/2014/main" id="{262A737A-06DA-1630-9885-B452E61230BF}"/>
              </a:ext>
            </a:extLst>
          </p:cNvPr>
          <p:cNvSpPr/>
          <p:nvPr/>
        </p:nvSpPr>
        <p:spPr bwMode="auto">
          <a:xfrm>
            <a:off x="5778769" y="4818594"/>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44" name="OTLSHAPE_T_e17f3958430f4cff8650518c93c7635e_Shape">
            <a:extLst>
              <a:ext uri="{FF2B5EF4-FFF2-40B4-BE49-F238E27FC236}">
                <a16:creationId xmlns:a16="http://schemas.microsoft.com/office/drawing/2014/main" id="{6693D0F3-7F4B-BB84-A13D-AD05E8EB4D3A}"/>
              </a:ext>
            </a:extLst>
          </p:cNvPr>
          <p:cNvSpPr/>
          <p:nvPr>
            <p:custDataLst>
              <p:tags r:id="rId7"/>
            </p:custDataLst>
          </p:nvPr>
        </p:nvSpPr>
        <p:spPr bwMode="auto">
          <a:xfrm>
            <a:off x="1062965" y="4496995"/>
            <a:ext cx="802286" cy="324000"/>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endParaRPr kumimoji="0" lang="zh-CN" altLang="en-US" sz="8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45" name="OTLSHAPE_M_39ea6ebc19a94c9fab6ef5006c31df58_Title">
            <a:extLst>
              <a:ext uri="{FF2B5EF4-FFF2-40B4-BE49-F238E27FC236}">
                <a16:creationId xmlns:a16="http://schemas.microsoft.com/office/drawing/2014/main" id="{AECCCE01-EFC2-E640-0A1E-6BD15B9871F7}"/>
              </a:ext>
            </a:extLst>
          </p:cNvPr>
          <p:cNvSpPr txBox="1"/>
          <p:nvPr>
            <p:custDataLst>
              <p:tags r:id="rId8"/>
            </p:custDataLst>
          </p:nvPr>
        </p:nvSpPr>
        <p:spPr>
          <a:xfrm>
            <a:off x="627818" y="5040485"/>
            <a:ext cx="928201" cy="153888"/>
          </a:xfrm>
          <a:prstGeom prst="rect">
            <a:avLst/>
          </a:prstGeom>
          <a:noFill/>
        </p:spPr>
        <p:txBody>
          <a:bodyPr vert="horz" wrap="square" lIns="0" tIns="0" rIns="0" bIns="0" rtlCol="0" anchor="ctr" anchorCtr="0">
            <a:spAutoFit/>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Pre - IND</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46" name="文本框 45">
            <a:extLst>
              <a:ext uri="{FF2B5EF4-FFF2-40B4-BE49-F238E27FC236}">
                <a16:creationId xmlns:a16="http://schemas.microsoft.com/office/drawing/2014/main" id="{CEEF0323-08D8-0A11-1F55-37693BBAC3AA}"/>
              </a:ext>
            </a:extLst>
          </p:cNvPr>
          <p:cNvSpPr txBox="1"/>
          <p:nvPr/>
        </p:nvSpPr>
        <p:spPr bwMode="gray">
          <a:xfrm>
            <a:off x="748819" y="2278475"/>
            <a:ext cx="623228"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Jan 13 </a:t>
            </a:r>
          </a:p>
        </p:txBody>
      </p:sp>
      <p:sp>
        <p:nvSpPr>
          <p:cNvPr id="47" name="OTLSHAPE_T_5a934a26f311425e8ebaa0f45e6533ad_Shape">
            <a:extLst>
              <a:ext uri="{FF2B5EF4-FFF2-40B4-BE49-F238E27FC236}">
                <a16:creationId xmlns:a16="http://schemas.microsoft.com/office/drawing/2014/main" id="{B74C5DF1-2521-B08E-1A73-E59AB0572EBB}"/>
              </a:ext>
            </a:extLst>
          </p:cNvPr>
          <p:cNvSpPr/>
          <p:nvPr>
            <p:custDataLst>
              <p:tags r:id="rId9"/>
            </p:custDataLst>
          </p:nvPr>
        </p:nvSpPr>
        <p:spPr bwMode="auto">
          <a:xfrm>
            <a:off x="5851366" y="2506048"/>
            <a:ext cx="660222" cy="324000"/>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48" name="OTLSHAPE_T_e17f3958430f4cff8650518c93c7635e_Shape">
            <a:extLst>
              <a:ext uri="{FF2B5EF4-FFF2-40B4-BE49-F238E27FC236}">
                <a16:creationId xmlns:a16="http://schemas.microsoft.com/office/drawing/2014/main" id="{7AEDFACF-2B33-8005-947F-D8B35D158F24}"/>
              </a:ext>
            </a:extLst>
          </p:cNvPr>
          <p:cNvSpPr/>
          <p:nvPr>
            <p:custDataLst>
              <p:tags r:id="rId10"/>
            </p:custDataLst>
          </p:nvPr>
        </p:nvSpPr>
        <p:spPr bwMode="auto">
          <a:xfrm>
            <a:off x="3513233" y="2496822"/>
            <a:ext cx="2318952" cy="324000"/>
          </a:xfrm>
          <a:prstGeom prst="roundRect">
            <a:avLst/>
          </a:prstGeom>
          <a:solidFill>
            <a:srgbClr val="076D7E">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rPr>
              <a:t>Ph3, N=1325</a:t>
            </a:r>
          </a:p>
        </p:txBody>
      </p:sp>
      <p:sp>
        <p:nvSpPr>
          <p:cNvPr id="49" name="OTLSHAPE_T_e17f3958430f4cff8650518c93c7635e_StartDate">
            <a:extLst>
              <a:ext uri="{FF2B5EF4-FFF2-40B4-BE49-F238E27FC236}">
                <a16:creationId xmlns:a16="http://schemas.microsoft.com/office/drawing/2014/main" id="{A06128FF-E70C-1164-6FDD-ECB621835AE6}"/>
              </a:ext>
            </a:extLst>
          </p:cNvPr>
          <p:cNvSpPr txBox="1"/>
          <p:nvPr>
            <p:custDataLst>
              <p:tags r:id="rId11"/>
            </p:custDataLst>
          </p:nvPr>
        </p:nvSpPr>
        <p:spPr>
          <a:xfrm>
            <a:off x="3421966" y="2331948"/>
            <a:ext cx="709719"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Feb 2026</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50" name="OTLSHAPE_T_e17f3958430f4cff8650518c93c7635e_Shape">
            <a:extLst>
              <a:ext uri="{FF2B5EF4-FFF2-40B4-BE49-F238E27FC236}">
                <a16:creationId xmlns:a16="http://schemas.microsoft.com/office/drawing/2014/main" id="{F9A4DB18-9CCD-70CA-56C7-DCB850892416}"/>
              </a:ext>
            </a:extLst>
          </p:cNvPr>
          <p:cNvSpPr/>
          <p:nvPr>
            <p:custDataLst>
              <p:tags r:id="rId12"/>
            </p:custDataLst>
          </p:nvPr>
        </p:nvSpPr>
        <p:spPr bwMode="auto">
          <a:xfrm>
            <a:off x="2853679" y="2496822"/>
            <a:ext cx="660221" cy="324000"/>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CTA Review + 1</a:t>
            </a:r>
            <a:r>
              <a:rPr kumimoji="0" lang="en-US" altLang="zh-CN" sz="700" b="1" i="0" u="none" strike="noStrike" kern="1200" cap="none" spc="0" normalizeH="0" baseline="3000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st</a:t>
            </a: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 SIV</a:t>
            </a:r>
            <a:endParaRPr kumimoji="0" lang="zh-CN" altLang="en-US"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51" name="OTLSHAPE_T_e17f3958430f4cff8650518c93c7635e_StartDate">
            <a:extLst>
              <a:ext uri="{FF2B5EF4-FFF2-40B4-BE49-F238E27FC236}">
                <a16:creationId xmlns:a16="http://schemas.microsoft.com/office/drawing/2014/main" id="{B053855E-2F49-3F7A-DA8A-BB3B91B4DF67}"/>
              </a:ext>
            </a:extLst>
          </p:cNvPr>
          <p:cNvSpPr txBox="1"/>
          <p:nvPr>
            <p:custDataLst>
              <p:tags r:id="rId13"/>
            </p:custDataLst>
          </p:nvPr>
        </p:nvSpPr>
        <p:spPr>
          <a:xfrm>
            <a:off x="2436799" y="2302083"/>
            <a:ext cx="910164"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4 Nov  2025</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52" name="Rectangle 77">
            <a:extLst>
              <a:ext uri="{FF2B5EF4-FFF2-40B4-BE49-F238E27FC236}">
                <a16:creationId xmlns:a16="http://schemas.microsoft.com/office/drawing/2014/main" id="{440CD9C0-5031-041E-C663-32AE2D127F61}"/>
              </a:ext>
            </a:extLst>
          </p:cNvPr>
          <p:cNvSpPr/>
          <p:nvPr/>
        </p:nvSpPr>
        <p:spPr>
          <a:xfrm>
            <a:off x="3461584" y="2998786"/>
            <a:ext cx="626660" cy="246221"/>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1</a:t>
            </a:r>
            <a:r>
              <a:rPr kumimoji="0" lang="en-US" altLang="zh-CN" sz="1000" b="1" i="0" u="none" strike="noStrike" kern="1200" cap="none" spc="0" normalizeH="0" baseline="3000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st</a:t>
            </a: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SIV</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3" name="OTLSHAPE_M_39ea6ebc19a94c9fab6ef5006c31df58_Shape">
            <a:extLst>
              <a:ext uri="{FF2B5EF4-FFF2-40B4-BE49-F238E27FC236}">
                <a16:creationId xmlns:a16="http://schemas.microsoft.com/office/drawing/2014/main" id="{D074998E-A092-D87E-A7F1-ACE139878F9F}"/>
              </a:ext>
            </a:extLst>
          </p:cNvPr>
          <p:cNvSpPr/>
          <p:nvPr>
            <p:custDataLst>
              <p:tags r:id="rId14"/>
            </p:custDataLst>
          </p:nvPr>
        </p:nvSpPr>
        <p:spPr bwMode="auto">
          <a:xfrm rot="16200000">
            <a:off x="2829383" y="2766870"/>
            <a:ext cx="77323" cy="79771"/>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91440" tIns="45721" rIns="91440" bIns="45721" numCol="1" rtlCol="0" anchor="t" anchorCtr="0" compatLnSpc="1">
            <a:prstTxWarp prst="textNoShape">
              <a:avLst/>
            </a:prstTxWarp>
          </a:bodyPr>
          <a:lstStyle/>
          <a:p>
            <a:pPr marL="0" marR="0" lvl="0" indent="0" algn="l" defTabSz="914332"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54" name="OTLSHAPE_M_39ea6ebc19a94c9fab6ef5006c31df58_Title">
            <a:extLst>
              <a:ext uri="{FF2B5EF4-FFF2-40B4-BE49-F238E27FC236}">
                <a16:creationId xmlns:a16="http://schemas.microsoft.com/office/drawing/2014/main" id="{A1BDCD3E-E9DD-4520-2DE3-AF2E33E157A8}"/>
              </a:ext>
            </a:extLst>
          </p:cNvPr>
          <p:cNvSpPr txBox="1"/>
          <p:nvPr>
            <p:custDataLst>
              <p:tags r:id="rId15"/>
            </p:custDataLst>
          </p:nvPr>
        </p:nvSpPr>
        <p:spPr>
          <a:xfrm>
            <a:off x="2650289" y="3011490"/>
            <a:ext cx="928201" cy="153888"/>
          </a:xfrm>
          <a:prstGeom prst="rect">
            <a:avLst/>
          </a:prstGeom>
          <a:noFill/>
        </p:spPr>
        <p:txBody>
          <a:bodyPr vert="horz" wrap="square" lIns="0" tIns="0" rIns="0" bIns="0" rtlCol="0" anchor="ctr" anchorCtr="0">
            <a:spAutoFit/>
          </a:bodyPr>
          <a:lstStyle/>
          <a:p>
            <a:pPr marL="0" marR="0" lvl="0" indent="0" algn="l"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CTA Sub</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5" name="Rectangle 73">
            <a:extLst>
              <a:ext uri="{FF2B5EF4-FFF2-40B4-BE49-F238E27FC236}">
                <a16:creationId xmlns:a16="http://schemas.microsoft.com/office/drawing/2014/main" id="{6A62C7FE-6BF0-3255-A8DD-B8AF6E5708F9}"/>
              </a:ext>
            </a:extLst>
          </p:cNvPr>
          <p:cNvSpPr/>
          <p:nvPr/>
        </p:nvSpPr>
        <p:spPr>
          <a:xfrm>
            <a:off x="5650513" y="3007373"/>
            <a:ext cx="375423"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LPI</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6" name="OTLSHAPE_T_e17f3958430f4cff8650518c93c7635e_StartDate">
            <a:extLst>
              <a:ext uri="{FF2B5EF4-FFF2-40B4-BE49-F238E27FC236}">
                <a16:creationId xmlns:a16="http://schemas.microsoft.com/office/drawing/2014/main" id="{E73DBB71-FF62-24F3-2D39-5FF5F42C396B}"/>
              </a:ext>
            </a:extLst>
          </p:cNvPr>
          <p:cNvSpPr txBox="1"/>
          <p:nvPr>
            <p:custDataLst>
              <p:tags r:id="rId16"/>
            </p:custDataLst>
          </p:nvPr>
        </p:nvSpPr>
        <p:spPr>
          <a:xfrm>
            <a:off x="5359346" y="2283165"/>
            <a:ext cx="911145"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Mar 2027</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57" name="Rectangle 55">
            <a:extLst>
              <a:ext uri="{FF2B5EF4-FFF2-40B4-BE49-F238E27FC236}">
                <a16:creationId xmlns:a16="http://schemas.microsoft.com/office/drawing/2014/main" id="{E6EB7D46-DD37-CBEC-CD6F-C2A52A4AD536}"/>
              </a:ext>
            </a:extLst>
          </p:cNvPr>
          <p:cNvSpPr/>
          <p:nvPr/>
        </p:nvSpPr>
        <p:spPr>
          <a:xfrm>
            <a:off x="6765557" y="3007373"/>
            <a:ext cx="453971"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CSR</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9" name="Star: 4 Points 143">
            <a:extLst>
              <a:ext uri="{FF2B5EF4-FFF2-40B4-BE49-F238E27FC236}">
                <a16:creationId xmlns:a16="http://schemas.microsoft.com/office/drawing/2014/main" id="{2E4F3BE8-8ED6-EAA4-BC75-3771180DB67F}"/>
              </a:ext>
            </a:extLst>
          </p:cNvPr>
          <p:cNvSpPr/>
          <p:nvPr/>
        </p:nvSpPr>
        <p:spPr bwMode="auto">
          <a:xfrm>
            <a:off x="3640480" y="2869729"/>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60" name="Star: 4 Points 143">
            <a:extLst>
              <a:ext uri="{FF2B5EF4-FFF2-40B4-BE49-F238E27FC236}">
                <a16:creationId xmlns:a16="http://schemas.microsoft.com/office/drawing/2014/main" id="{7A542434-1636-DA53-0B89-7950836A073E}"/>
              </a:ext>
            </a:extLst>
          </p:cNvPr>
          <p:cNvSpPr/>
          <p:nvPr/>
        </p:nvSpPr>
        <p:spPr bwMode="auto">
          <a:xfrm>
            <a:off x="5740409" y="2840259"/>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61" name="Star: 4 Points 143">
            <a:extLst>
              <a:ext uri="{FF2B5EF4-FFF2-40B4-BE49-F238E27FC236}">
                <a16:creationId xmlns:a16="http://schemas.microsoft.com/office/drawing/2014/main" id="{5C61BF8A-188B-0B2B-7E48-B1231BB24C1D}"/>
              </a:ext>
            </a:extLst>
          </p:cNvPr>
          <p:cNvSpPr/>
          <p:nvPr/>
        </p:nvSpPr>
        <p:spPr bwMode="auto">
          <a:xfrm>
            <a:off x="6417344" y="2841932"/>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62" name="Rectangle 100">
            <a:extLst>
              <a:ext uri="{FF2B5EF4-FFF2-40B4-BE49-F238E27FC236}">
                <a16:creationId xmlns:a16="http://schemas.microsoft.com/office/drawing/2014/main" id="{0350790F-A599-6BEC-625B-F453A1EB9BCB}"/>
              </a:ext>
            </a:extLst>
          </p:cNvPr>
          <p:cNvSpPr/>
          <p:nvPr/>
        </p:nvSpPr>
        <p:spPr>
          <a:xfrm>
            <a:off x="7057436" y="2359961"/>
            <a:ext cx="670376" cy="215444"/>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Nov 2027</a:t>
            </a:r>
            <a:endParaRPr kumimoji="0" lang="en-US" altLang="zh-CN" sz="8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63" name="Rectangle 55">
            <a:extLst>
              <a:ext uri="{FF2B5EF4-FFF2-40B4-BE49-F238E27FC236}">
                <a16:creationId xmlns:a16="http://schemas.microsoft.com/office/drawing/2014/main" id="{D7B4C09E-0D7B-407C-15C5-E8276A0EB8BA}"/>
              </a:ext>
            </a:extLst>
          </p:cNvPr>
          <p:cNvSpPr/>
          <p:nvPr/>
        </p:nvSpPr>
        <p:spPr>
          <a:xfrm>
            <a:off x="7079916" y="2748415"/>
            <a:ext cx="761747"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NDA sub.</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64" name="Rectangle 100">
            <a:extLst>
              <a:ext uri="{FF2B5EF4-FFF2-40B4-BE49-F238E27FC236}">
                <a16:creationId xmlns:a16="http://schemas.microsoft.com/office/drawing/2014/main" id="{7E626035-754C-59E8-8336-E66F8B24FBC5}"/>
              </a:ext>
            </a:extLst>
          </p:cNvPr>
          <p:cNvSpPr/>
          <p:nvPr/>
        </p:nvSpPr>
        <p:spPr>
          <a:xfrm>
            <a:off x="8947897" y="2378021"/>
            <a:ext cx="1207382" cy="215444"/>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Dec 2028/Jan 2029</a:t>
            </a:r>
          </a:p>
        </p:txBody>
      </p:sp>
      <p:sp>
        <p:nvSpPr>
          <p:cNvPr id="65" name="五角星 55">
            <a:extLst>
              <a:ext uri="{FF2B5EF4-FFF2-40B4-BE49-F238E27FC236}">
                <a16:creationId xmlns:a16="http://schemas.microsoft.com/office/drawing/2014/main" id="{F2FDD318-CA0C-7BB0-0B2A-561E14F76DEE}"/>
              </a:ext>
            </a:extLst>
          </p:cNvPr>
          <p:cNvSpPr>
            <a:spLocks/>
          </p:cNvSpPr>
          <p:nvPr/>
        </p:nvSpPr>
        <p:spPr bwMode="auto">
          <a:xfrm>
            <a:off x="7204260" y="2591357"/>
            <a:ext cx="144001" cy="144000"/>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377" rtl="0" eaLnBrk="0" fontAlgn="auto" latinLnBrk="0" hangingPunct="0">
              <a:lnSpc>
                <a:spcPct val="100000"/>
              </a:lnSpc>
              <a:spcBef>
                <a:spcPts val="0"/>
              </a:spcBef>
              <a:spcAft>
                <a:spcPts val="0"/>
              </a:spcAft>
              <a:buClrTx/>
              <a:buSzTx/>
              <a:buFontTx/>
              <a:buNone/>
              <a:tabLst/>
              <a:defRPr/>
            </a:pPr>
            <a:endParaRPr kumimoji="0" lang="zh-CN" altLang="en-US" sz="1067" b="0" i="0" u="none" strike="noStrike" kern="1200" cap="none" spc="0" normalizeH="0" baseline="0" noProof="0">
              <a:ln>
                <a:noFill/>
              </a:ln>
              <a:solidFill>
                <a:srgbClr val="FF0000"/>
              </a:solidFill>
              <a:effectLst/>
              <a:uLnTx/>
              <a:uFillTx/>
              <a:latin typeface="Boehringer Forward Text"/>
              <a:ea typeface="等线" panose="02010600030101010101" pitchFamily="2" charset="-122"/>
              <a:cs typeface="+mn-cs"/>
            </a:endParaRPr>
          </a:p>
        </p:txBody>
      </p:sp>
      <p:sp>
        <p:nvSpPr>
          <p:cNvPr id="66" name="Rectangle 55">
            <a:extLst>
              <a:ext uri="{FF2B5EF4-FFF2-40B4-BE49-F238E27FC236}">
                <a16:creationId xmlns:a16="http://schemas.microsoft.com/office/drawing/2014/main" id="{4CADCC43-190D-901C-E354-19F3686581FC}"/>
              </a:ext>
            </a:extLst>
          </p:cNvPr>
          <p:cNvSpPr/>
          <p:nvPr/>
        </p:nvSpPr>
        <p:spPr>
          <a:xfrm>
            <a:off x="9177926" y="2977912"/>
            <a:ext cx="771365"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NDA app.</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pic>
        <p:nvPicPr>
          <p:cNvPr id="67" name="Graphic 317" descr="Flag with solid fill">
            <a:extLst>
              <a:ext uri="{FF2B5EF4-FFF2-40B4-BE49-F238E27FC236}">
                <a16:creationId xmlns:a16="http://schemas.microsoft.com/office/drawing/2014/main" id="{F48C4305-FF82-86D2-7D63-52AAFBE91D05}"/>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9427378" y="2565434"/>
            <a:ext cx="210312" cy="210312"/>
          </a:xfrm>
          <a:prstGeom prst="rect">
            <a:avLst/>
          </a:prstGeom>
        </p:spPr>
      </p:pic>
      <p:sp>
        <p:nvSpPr>
          <p:cNvPr id="68" name="OTLSHAPE_T_e17f3958430f4cff8650518c93c7635e_Shape">
            <a:extLst>
              <a:ext uri="{FF2B5EF4-FFF2-40B4-BE49-F238E27FC236}">
                <a16:creationId xmlns:a16="http://schemas.microsoft.com/office/drawing/2014/main" id="{37E5BF1C-8075-79D3-7726-C25FC919692A}"/>
              </a:ext>
            </a:extLst>
          </p:cNvPr>
          <p:cNvSpPr/>
          <p:nvPr>
            <p:custDataLst>
              <p:tags r:id="rId17"/>
            </p:custDataLst>
          </p:nvPr>
        </p:nvSpPr>
        <p:spPr bwMode="auto">
          <a:xfrm>
            <a:off x="1107551" y="2496822"/>
            <a:ext cx="531055" cy="324000"/>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endParaRPr kumimoji="0" lang="zh-CN" altLang="en-US" sz="8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69" name="OTLSHAPE_M_39ea6ebc19a94c9fab6ef5006c31df58_Title">
            <a:extLst>
              <a:ext uri="{FF2B5EF4-FFF2-40B4-BE49-F238E27FC236}">
                <a16:creationId xmlns:a16="http://schemas.microsoft.com/office/drawing/2014/main" id="{707FC96D-7312-43F9-534A-D3B7AFFF221C}"/>
              </a:ext>
            </a:extLst>
          </p:cNvPr>
          <p:cNvSpPr txBox="1"/>
          <p:nvPr>
            <p:custDataLst>
              <p:tags r:id="rId18"/>
            </p:custDataLst>
          </p:nvPr>
        </p:nvSpPr>
        <p:spPr>
          <a:xfrm>
            <a:off x="622588" y="3017157"/>
            <a:ext cx="928201" cy="153888"/>
          </a:xfrm>
          <a:prstGeom prst="rect">
            <a:avLst/>
          </a:prstGeom>
          <a:noFill/>
        </p:spPr>
        <p:txBody>
          <a:bodyPr vert="horz" wrap="square" lIns="0" tIns="0" rIns="0" bIns="0" rtlCol="0" anchor="ctr" anchorCtr="0">
            <a:spAutoFit/>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Pre - IND</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70" name="文本框 69">
            <a:extLst>
              <a:ext uri="{FF2B5EF4-FFF2-40B4-BE49-F238E27FC236}">
                <a16:creationId xmlns:a16="http://schemas.microsoft.com/office/drawing/2014/main" id="{B06EA2E1-625D-43D2-9C4D-152EA5CA1E17}"/>
              </a:ext>
            </a:extLst>
          </p:cNvPr>
          <p:cNvSpPr txBox="1"/>
          <p:nvPr/>
        </p:nvSpPr>
        <p:spPr bwMode="gray">
          <a:xfrm>
            <a:off x="1572820" y="4184573"/>
            <a:ext cx="571534"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May 28</a:t>
            </a:r>
          </a:p>
        </p:txBody>
      </p:sp>
      <p:sp>
        <p:nvSpPr>
          <p:cNvPr id="71" name="Star: 4 Points 143">
            <a:extLst>
              <a:ext uri="{FF2B5EF4-FFF2-40B4-BE49-F238E27FC236}">
                <a16:creationId xmlns:a16="http://schemas.microsoft.com/office/drawing/2014/main" id="{BBEDB1C1-2868-AB77-5F09-67780E85F71A}"/>
              </a:ext>
            </a:extLst>
          </p:cNvPr>
          <p:cNvSpPr/>
          <p:nvPr/>
        </p:nvSpPr>
        <p:spPr bwMode="auto">
          <a:xfrm>
            <a:off x="2317288" y="4804355"/>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grpSp>
        <p:nvGrpSpPr>
          <p:cNvPr id="72" name="Group 49">
            <a:extLst>
              <a:ext uri="{FF2B5EF4-FFF2-40B4-BE49-F238E27FC236}">
                <a16:creationId xmlns:a16="http://schemas.microsoft.com/office/drawing/2014/main" id="{1F7BAE07-6759-447E-E7AF-0FA38689DC72}"/>
              </a:ext>
            </a:extLst>
          </p:cNvPr>
          <p:cNvGrpSpPr/>
          <p:nvPr/>
        </p:nvGrpSpPr>
        <p:grpSpPr>
          <a:xfrm>
            <a:off x="3844387" y="826629"/>
            <a:ext cx="277320" cy="5708207"/>
            <a:chOff x="5182587" y="1315279"/>
            <a:chExt cx="214589" cy="5416256"/>
          </a:xfrm>
          <a:solidFill>
            <a:srgbClr val="00B050"/>
          </a:solidFill>
        </p:grpSpPr>
        <p:sp>
          <p:nvSpPr>
            <p:cNvPr id="73" name="TextBox 50">
              <a:extLst>
                <a:ext uri="{FF2B5EF4-FFF2-40B4-BE49-F238E27FC236}">
                  <a16:creationId xmlns:a16="http://schemas.microsoft.com/office/drawing/2014/main" id="{E3BBDABB-1864-5E1C-0F44-0E53DC37DA8A}"/>
                </a:ext>
              </a:extLst>
            </p:cNvPr>
            <p:cNvSpPr txBox="1"/>
            <p:nvPr/>
          </p:nvSpPr>
          <p:spPr>
            <a:xfrm>
              <a:off x="5182587" y="1315279"/>
              <a:ext cx="214589" cy="132702"/>
            </a:xfrm>
            <a:prstGeom prst="rect">
              <a:avLst/>
            </a:prstGeom>
            <a:grpFill/>
          </p:spPr>
          <p:txBody>
            <a:bodyPr wrap="none" lIns="0" tIns="0" rIns="0" bIns="0" rtlCol="0">
              <a:spAutoFit/>
            </a:bodyPr>
            <a:lstStyle/>
            <a:p>
              <a:pPr marL="0" marR="0" lvl="0" indent="0" algn="l" defTabSz="914128" rtl="0" eaLnBrk="1" fontAlgn="auto" latinLnBrk="0" hangingPunct="1">
                <a:lnSpc>
                  <a:spcPct val="10000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rgbClr val="FFFFFF"/>
                  </a:solidFill>
                  <a:effectLst/>
                  <a:highlight>
                    <a:srgbClr val="FF0000"/>
                  </a:highlight>
                  <a:uLnTx/>
                  <a:uFillTx/>
                  <a:latin typeface="BoehringerForward Text"/>
                  <a:ea typeface="黑体"/>
                  <a:cs typeface="+mn-cs"/>
                  <a:sym typeface="+mn-lt"/>
                </a:rPr>
                <a:t>today</a:t>
              </a:r>
              <a:endParaRPr kumimoji="0" lang="zh-CN" altLang="en-US" sz="900" b="1" i="0" u="none" strike="noStrike" kern="0" cap="none" spc="0" normalizeH="0" baseline="0" noProof="0" dirty="0">
                <a:ln>
                  <a:noFill/>
                </a:ln>
                <a:solidFill>
                  <a:srgbClr val="FFFFFF"/>
                </a:solidFill>
                <a:effectLst/>
                <a:highlight>
                  <a:srgbClr val="FF0000"/>
                </a:highlight>
                <a:uLnTx/>
                <a:uFillTx/>
                <a:latin typeface="BoehringerForward Text"/>
                <a:ea typeface="黑体"/>
                <a:cs typeface="+mn-cs"/>
                <a:sym typeface="+mn-lt"/>
              </a:endParaRPr>
            </a:p>
          </p:txBody>
        </p:sp>
        <p:cxnSp>
          <p:nvCxnSpPr>
            <p:cNvPr id="74" name="Straight Connector 51">
              <a:extLst>
                <a:ext uri="{FF2B5EF4-FFF2-40B4-BE49-F238E27FC236}">
                  <a16:creationId xmlns:a16="http://schemas.microsoft.com/office/drawing/2014/main" id="{85FF3DF9-0E1A-FCD1-F56D-BA290224D925}"/>
                </a:ext>
              </a:extLst>
            </p:cNvPr>
            <p:cNvCxnSpPr>
              <a:cxnSpLocks/>
            </p:cNvCxnSpPr>
            <p:nvPr/>
          </p:nvCxnSpPr>
          <p:spPr>
            <a:xfrm flipH="1">
              <a:off x="5297482" y="1427645"/>
              <a:ext cx="2913" cy="5303890"/>
            </a:xfrm>
            <a:prstGeom prst="line">
              <a:avLst/>
            </a:prstGeom>
            <a:grpFill/>
            <a:ln w="12700" cap="flat" cmpd="sng" algn="ctr">
              <a:solidFill>
                <a:srgbClr val="FF0000"/>
              </a:solidFill>
              <a:prstDash val="sysDot"/>
              <a:miter lim="800000"/>
            </a:ln>
            <a:effectLst/>
          </p:spPr>
        </p:cxnSp>
      </p:grpSp>
      <p:cxnSp>
        <p:nvCxnSpPr>
          <p:cNvPr id="75" name="Straight Connector 147">
            <a:extLst>
              <a:ext uri="{FF2B5EF4-FFF2-40B4-BE49-F238E27FC236}">
                <a16:creationId xmlns:a16="http://schemas.microsoft.com/office/drawing/2014/main" id="{37C3712A-9029-9C2B-5018-528BCC5AA647}"/>
              </a:ext>
            </a:extLst>
          </p:cNvPr>
          <p:cNvCxnSpPr>
            <a:cxnSpLocks/>
          </p:cNvCxnSpPr>
          <p:nvPr/>
        </p:nvCxnSpPr>
        <p:spPr bwMode="auto">
          <a:xfrm flipH="1">
            <a:off x="-236808" y="3976079"/>
            <a:ext cx="12161520" cy="0"/>
          </a:xfrm>
          <a:prstGeom prst="line">
            <a:avLst/>
          </a:prstGeom>
          <a:solidFill>
            <a:schemeClr val="accent1"/>
          </a:solidFill>
          <a:ln w="15875" cap="flat" cmpd="sng" algn="ctr">
            <a:solidFill>
              <a:schemeClr val="accent6"/>
            </a:solidFill>
            <a:prstDash val="sysDash"/>
            <a:round/>
            <a:headEnd type="none" w="med" len="med"/>
            <a:tailEnd type="none" w="med" len="med"/>
          </a:ln>
          <a:effectLst/>
        </p:spPr>
      </p:cxnSp>
      <p:sp>
        <p:nvSpPr>
          <p:cNvPr id="3" name="OTLSHAPE_T_e17f3958430f4cff8650518c93c7635e_StartDate">
            <a:extLst>
              <a:ext uri="{FF2B5EF4-FFF2-40B4-BE49-F238E27FC236}">
                <a16:creationId xmlns:a16="http://schemas.microsoft.com/office/drawing/2014/main" id="{77AF04FC-2726-60DD-518B-5F3F7826DDD5}"/>
              </a:ext>
            </a:extLst>
          </p:cNvPr>
          <p:cNvSpPr txBox="1"/>
          <p:nvPr>
            <p:custDataLst>
              <p:tags r:id="rId19"/>
            </p:custDataLst>
          </p:nvPr>
        </p:nvSpPr>
        <p:spPr>
          <a:xfrm>
            <a:off x="5364235" y="4250781"/>
            <a:ext cx="911145"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Mar 2027</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4" name="OTLSHAPE_T_e17f3958430f4cff8650518c93c7635e_StartDate">
            <a:extLst>
              <a:ext uri="{FF2B5EF4-FFF2-40B4-BE49-F238E27FC236}">
                <a16:creationId xmlns:a16="http://schemas.microsoft.com/office/drawing/2014/main" id="{0423EAE4-F155-74D1-752A-018AD24BC402}"/>
              </a:ext>
            </a:extLst>
          </p:cNvPr>
          <p:cNvSpPr txBox="1"/>
          <p:nvPr>
            <p:custDataLst>
              <p:tags r:id="rId20"/>
            </p:custDataLst>
          </p:nvPr>
        </p:nvSpPr>
        <p:spPr>
          <a:xfrm>
            <a:off x="5961771" y="2271552"/>
            <a:ext cx="911145"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Jul 2027</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76" name="Rectangle 73">
            <a:extLst>
              <a:ext uri="{FF2B5EF4-FFF2-40B4-BE49-F238E27FC236}">
                <a16:creationId xmlns:a16="http://schemas.microsoft.com/office/drawing/2014/main" id="{EE201340-F2CE-B951-1F40-F6C5CDC312D4}"/>
              </a:ext>
            </a:extLst>
          </p:cNvPr>
          <p:cNvSpPr/>
          <p:nvPr/>
        </p:nvSpPr>
        <p:spPr>
          <a:xfrm>
            <a:off x="5991263" y="3007373"/>
            <a:ext cx="976549" cy="353943"/>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DBL</a:t>
            </a:r>
          </a:p>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(Key results +1W)</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77" name="OTLSHAPE_T_5a934a26f311425e8ebaa0f45e6533ad_Shape">
            <a:extLst>
              <a:ext uri="{FF2B5EF4-FFF2-40B4-BE49-F238E27FC236}">
                <a16:creationId xmlns:a16="http://schemas.microsoft.com/office/drawing/2014/main" id="{83A06EC1-4486-07D6-D569-3410D02C2CF9}"/>
              </a:ext>
            </a:extLst>
          </p:cNvPr>
          <p:cNvSpPr/>
          <p:nvPr>
            <p:custDataLst>
              <p:tags r:id="rId21"/>
            </p:custDataLst>
          </p:nvPr>
        </p:nvSpPr>
        <p:spPr bwMode="auto">
          <a:xfrm>
            <a:off x="6519120" y="2506048"/>
            <a:ext cx="451000" cy="324000"/>
          </a:xfrm>
          <a:prstGeom prst="roundRect">
            <a:avLst/>
          </a:prstGeom>
          <a:solidFill>
            <a:schemeClr val="accent6">
              <a:lumMod val="60000"/>
              <a:lumOff val="4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78" name="Rectangle 100">
            <a:extLst>
              <a:ext uri="{FF2B5EF4-FFF2-40B4-BE49-F238E27FC236}">
                <a16:creationId xmlns:a16="http://schemas.microsoft.com/office/drawing/2014/main" id="{EC38061F-B4BE-2AE8-F571-9C67EA60F2E6}"/>
              </a:ext>
            </a:extLst>
          </p:cNvPr>
          <p:cNvSpPr/>
          <p:nvPr/>
        </p:nvSpPr>
        <p:spPr>
          <a:xfrm>
            <a:off x="6639837" y="2234537"/>
            <a:ext cx="655949" cy="215444"/>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Sep 2027</a:t>
            </a:r>
            <a:endParaRPr kumimoji="0" lang="en-US" altLang="zh-CN" sz="8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79" name="Star: 4 Points 143">
            <a:extLst>
              <a:ext uri="{FF2B5EF4-FFF2-40B4-BE49-F238E27FC236}">
                <a16:creationId xmlns:a16="http://schemas.microsoft.com/office/drawing/2014/main" id="{825967EC-9590-C83F-29E0-8FBF74CD847E}"/>
              </a:ext>
            </a:extLst>
          </p:cNvPr>
          <p:cNvSpPr/>
          <p:nvPr/>
        </p:nvSpPr>
        <p:spPr bwMode="auto">
          <a:xfrm>
            <a:off x="6895673" y="2844359"/>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83" name="OTLSHAPE_T_5a934a26f311425e8ebaa0f45e6533ad_Shape">
            <a:extLst>
              <a:ext uri="{FF2B5EF4-FFF2-40B4-BE49-F238E27FC236}">
                <a16:creationId xmlns:a16="http://schemas.microsoft.com/office/drawing/2014/main" id="{3ADFD4B2-C9CC-31EB-A579-B4D71FF1DF2E}"/>
              </a:ext>
            </a:extLst>
          </p:cNvPr>
          <p:cNvSpPr/>
          <p:nvPr>
            <p:custDataLst>
              <p:tags r:id="rId22"/>
            </p:custDataLst>
          </p:nvPr>
        </p:nvSpPr>
        <p:spPr bwMode="auto">
          <a:xfrm>
            <a:off x="5846825" y="4506221"/>
            <a:ext cx="656850" cy="324000"/>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84" name="Rectangle 55">
            <a:extLst>
              <a:ext uri="{FF2B5EF4-FFF2-40B4-BE49-F238E27FC236}">
                <a16:creationId xmlns:a16="http://schemas.microsoft.com/office/drawing/2014/main" id="{410E53AF-A78A-DFC9-DF0F-F9D6E0E6A8FB}"/>
              </a:ext>
            </a:extLst>
          </p:cNvPr>
          <p:cNvSpPr/>
          <p:nvPr/>
        </p:nvSpPr>
        <p:spPr>
          <a:xfrm>
            <a:off x="6688798" y="5016062"/>
            <a:ext cx="453970" cy="246221"/>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CSR</a:t>
            </a:r>
            <a:endParaRPr kumimoji="0" lang="zh-CN" altLang="en-US"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85" name="Star: 4 Points 143">
            <a:extLst>
              <a:ext uri="{FF2B5EF4-FFF2-40B4-BE49-F238E27FC236}">
                <a16:creationId xmlns:a16="http://schemas.microsoft.com/office/drawing/2014/main" id="{5C2F00E2-A289-F9DC-1323-C714503E6E69}"/>
              </a:ext>
            </a:extLst>
          </p:cNvPr>
          <p:cNvSpPr/>
          <p:nvPr/>
        </p:nvSpPr>
        <p:spPr bwMode="auto">
          <a:xfrm>
            <a:off x="6402985" y="4803440"/>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86" name="OTLSHAPE_T_e17f3958430f4cff8650518c93c7635e_StartDate">
            <a:extLst>
              <a:ext uri="{FF2B5EF4-FFF2-40B4-BE49-F238E27FC236}">
                <a16:creationId xmlns:a16="http://schemas.microsoft.com/office/drawing/2014/main" id="{AA49E23E-E65A-4093-6573-E825018CC4E5}"/>
              </a:ext>
            </a:extLst>
          </p:cNvPr>
          <p:cNvSpPr txBox="1"/>
          <p:nvPr>
            <p:custDataLst>
              <p:tags r:id="rId23"/>
            </p:custDataLst>
          </p:nvPr>
        </p:nvSpPr>
        <p:spPr>
          <a:xfrm>
            <a:off x="6021245" y="4240413"/>
            <a:ext cx="911145" cy="123111"/>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Jul 2027</a:t>
            </a:r>
            <a:endParaRPr kumimoji="0" lang="zh-CN" altLang="en-US"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endParaRPr>
          </a:p>
        </p:txBody>
      </p:sp>
      <p:sp>
        <p:nvSpPr>
          <p:cNvPr id="87" name="Rectangle 73">
            <a:extLst>
              <a:ext uri="{FF2B5EF4-FFF2-40B4-BE49-F238E27FC236}">
                <a16:creationId xmlns:a16="http://schemas.microsoft.com/office/drawing/2014/main" id="{B86F6B8B-7781-5A4C-7F77-AC9F02EFE4C0}"/>
              </a:ext>
            </a:extLst>
          </p:cNvPr>
          <p:cNvSpPr/>
          <p:nvPr/>
        </p:nvSpPr>
        <p:spPr>
          <a:xfrm>
            <a:off x="6012768" y="4976843"/>
            <a:ext cx="976549" cy="353943"/>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DBL</a:t>
            </a:r>
          </a:p>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(Key results +1W)</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88" name="OTLSHAPE_T_5a934a26f311425e8ebaa0f45e6533ad_Shape">
            <a:extLst>
              <a:ext uri="{FF2B5EF4-FFF2-40B4-BE49-F238E27FC236}">
                <a16:creationId xmlns:a16="http://schemas.microsoft.com/office/drawing/2014/main" id="{B9E42EAD-A5C7-0A55-2C1D-067397890335}"/>
              </a:ext>
            </a:extLst>
          </p:cNvPr>
          <p:cNvSpPr/>
          <p:nvPr>
            <p:custDataLst>
              <p:tags r:id="rId24"/>
            </p:custDataLst>
          </p:nvPr>
        </p:nvSpPr>
        <p:spPr bwMode="auto">
          <a:xfrm>
            <a:off x="6503674" y="4506221"/>
            <a:ext cx="464137" cy="324000"/>
          </a:xfrm>
          <a:prstGeom prst="roundRect">
            <a:avLst/>
          </a:prstGeom>
          <a:solidFill>
            <a:schemeClr val="accent6">
              <a:lumMod val="60000"/>
              <a:lumOff val="4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89" name="Rectangle 100">
            <a:extLst>
              <a:ext uri="{FF2B5EF4-FFF2-40B4-BE49-F238E27FC236}">
                <a16:creationId xmlns:a16="http://schemas.microsoft.com/office/drawing/2014/main" id="{ACB990F8-453A-E5F9-C968-DCB03D592020}"/>
              </a:ext>
            </a:extLst>
          </p:cNvPr>
          <p:cNvSpPr/>
          <p:nvPr/>
        </p:nvSpPr>
        <p:spPr>
          <a:xfrm>
            <a:off x="6744251" y="4195601"/>
            <a:ext cx="655949" cy="215444"/>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800" b="1" i="1">
                <a:solidFill>
                  <a:prstClr val="white">
                    <a:lumMod val="65000"/>
                  </a:prstClr>
                </a:solidFill>
                <a:latin typeface="Boehringer Forward Text"/>
                <a:ea typeface="等线" panose="02010600030101010101" pitchFamily="2" charset="-122"/>
                <a:cs typeface="Calibri" panose="020F0502020204030204" pitchFamily="34" charset="0"/>
              </a:rPr>
              <a:t>Sep</a:t>
            </a:r>
            <a:r>
              <a:rPr kumimoji="0" lang="en-US" altLang="zh-CN" sz="800" b="1" i="1" u="none" strike="noStrike" kern="1200" cap="none" spc="0" normalizeH="0" baseline="0" noProof="0">
                <a:ln>
                  <a:noFill/>
                </a:ln>
                <a:solidFill>
                  <a:prstClr val="white">
                    <a:lumMod val="65000"/>
                  </a:prstClr>
                </a:solidFill>
                <a:effectLst/>
                <a:uLnTx/>
                <a:uFillTx/>
                <a:latin typeface="Boehringer Forward Text"/>
                <a:ea typeface="等线" panose="02010600030101010101" pitchFamily="2" charset="-122"/>
                <a:cs typeface="Calibri" panose="020F0502020204030204" pitchFamily="34" charset="0"/>
              </a:rPr>
              <a:t> 2027</a:t>
            </a:r>
            <a:endParaRPr kumimoji="0" lang="en-US" altLang="zh-CN" sz="8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90" name="Star: 4 Points 143">
            <a:extLst>
              <a:ext uri="{FF2B5EF4-FFF2-40B4-BE49-F238E27FC236}">
                <a16:creationId xmlns:a16="http://schemas.microsoft.com/office/drawing/2014/main" id="{4C56F1F3-06C6-50EC-36F0-5838A6C5968D}"/>
              </a:ext>
            </a:extLst>
          </p:cNvPr>
          <p:cNvSpPr/>
          <p:nvPr/>
        </p:nvSpPr>
        <p:spPr bwMode="auto">
          <a:xfrm>
            <a:off x="6868323" y="4822567"/>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22" name="矩形 21">
            <a:extLst>
              <a:ext uri="{FF2B5EF4-FFF2-40B4-BE49-F238E27FC236}">
                <a16:creationId xmlns:a16="http://schemas.microsoft.com/office/drawing/2014/main" id="{ACE8C80C-21E9-ED63-6B3C-B40ACF34756E}"/>
              </a:ext>
            </a:extLst>
          </p:cNvPr>
          <p:cNvSpPr/>
          <p:nvPr/>
        </p:nvSpPr>
        <p:spPr bwMode="gray">
          <a:xfrm>
            <a:off x="7987868" y="4411045"/>
            <a:ext cx="3840067" cy="978731"/>
          </a:xfrm>
          <a:prstGeom prst="rect">
            <a:avLst/>
          </a:prstGeom>
          <a:solidFill>
            <a:schemeClr val="bg1"/>
          </a:solidFill>
          <a:ln w="12700">
            <a:solidFill>
              <a:schemeClr val="accent2"/>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lvl="0">
              <a:defRPr/>
            </a:pPr>
            <a:r>
              <a:rPr kumimoji="0" lang="en-US" altLang="zh-CN" sz="1400" b="0" i="0" u="none" strike="noStrike" kern="1200" cap="none" spc="0" normalizeH="0" baseline="0" noProof="0" dirty="0">
                <a:ln>
                  <a:noFill/>
                </a:ln>
                <a:solidFill>
                  <a:srgbClr val="08312A"/>
                </a:solidFill>
                <a:effectLst/>
                <a:uLnTx/>
                <a:uFillTx/>
                <a:latin typeface="Boehringer Forward Text"/>
                <a:ea typeface="+mn-ea"/>
                <a:cs typeface="+mn-cs"/>
              </a:rPr>
              <a:t>Updates</a:t>
            </a:r>
            <a:r>
              <a:rPr lang="en-US" altLang="zh-CN" sz="1400" dirty="0">
                <a:solidFill>
                  <a:srgbClr val="08312A"/>
                </a:solidFill>
              </a:rPr>
              <a:t> (until 22 April):</a:t>
            </a:r>
            <a:endParaRPr kumimoji="0" lang="en-US" altLang="zh-CN" sz="1400" b="0" i="0" u="none" strike="noStrike" kern="1200" cap="none" spc="0" normalizeH="0" baseline="0" noProof="0" dirty="0">
              <a:ln>
                <a:noFill/>
              </a:ln>
              <a:solidFill>
                <a:srgbClr val="08312A"/>
              </a:solidFill>
              <a:effectLst/>
              <a:uLnTx/>
              <a:uFillTx/>
              <a:latin typeface="Boehringer Forward Text"/>
              <a:ea typeface="+mn-ea"/>
              <a:cs typeface="+mn-cs"/>
            </a:endParaRPr>
          </a:p>
          <a:p>
            <a:pPr marL="171450" lvl="0" indent="-171450">
              <a:buFont typeface="Arial" panose="020B0604020202020204" pitchFamily="34" charset="0"/>
              <a:buChar char="•"/>
              <a:defRPr/>
            </a:pPr>
            <a:r>
              <a:rPr lang="en-US" altLang="zh-CN" sz="1400" dirty="0">
                <a:solidFill>
                  <a:srgbClr val="08312A"/>
                </a:solidFill>
                <a:latin typeface="Boehringer Forward Text"/>
              </a:rPr>
              <a:t>6/339 </a:t>
            </a:r>
            <a:r>
              <a:rPr lang="en-US" altLang="zh-CN" sz="1400" dirty="0">
                <a:solidFill>
                  <a:srgbClr val="08312A"/>
                </a:solidFill>
              </a:rPr>
              <a:t>patients randomized</a:t>
            </a:r>
            <a:endParaRPr lang="en-US" altLang="zh-CN" sz="1400" dirty="0">
              <a:solidFill>
                <a:srgbClr val="08312A"/>
              </a:solidFill>
              <a:latin typeface="Boehringer Forward Text"/>
            </a:endParaRPr>
          </a:p>
          <a:p>
            <a:pPr marL="171450" marR="0" lvl="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400" b="0" i="0" u="none" strike="noStrike" kern="1200" cap="none" spc="0" normalizeH="0" baseline="0" noProof="0" dirty="0">
                <a:ln>
                  <a:noFill/>
                </a:ln>
                <a:solidFill>
                  <a:srgbClr val="08312A"/>
                </a:solidFill>
                <a:effectLst/>
                <a:uLnTx/>
                <a:uFillTx/>
                <a:latin typeface="Boehringer Forward Text"/>
                <a:ea typeface="+mn-ea"/>
                <a:cs typeface="+mn-cs"/>
              </a:rPr>
              <a:t>26/55 sites activated</a:t>
            </a:r>
            <a:endParaRPr kumimoji="0" lang="zh-CN" altLang="en-US" sz="1400" b="0" i="0" u="none" strike="noStrike" kern="1200" cap="none" spc="0" normalizeH="0" baseline="0" noProof="0" dirty="0">
              <a:ln>
                <a:noFill/>
              </a:ln>
              <a:solidFill>
                <a:srgbClr val="08312A"/>
              </a:solidFill>
              <a:effectLst/>
              <a:uLnTx/>
              <a:uFillTx/>
              <a:latin typeface="Boehringer Forward Text"/>
              <a:ea typeface="+mn-ea"/>
              <a:cs typeface="+mn-cs"/>
            </a:endParaRPr>
          </a:p>
        </p:txBody>
      </p:sp>
      <p:sp>
        <p:nvSpPr>
          <p:cNvPr id="32" name="矩形 31">
            <a:extLst>
              <a:ext uri="{FF2B5EF4-FFF2-40B4-BE49-F238E27FC236}">
                <a16:creationId xmlns:a16="http://schemas.microsoft.com/office/drawing/2014/main" id="{D31FB0E7-D01D-A3CE-9823-80953DB65128}"/>
              </a:ext>
            </a:extLst>
          </p:cNvPr>
          <p:cNvSpPr/>
          <p:nvPr/>
        </p:nvSpPr>
        <p:spPr bwMode="gray">
          <a:xfrm>
            <a:off x="7985331" y="3160193"/>
            <a:ext cx="3846629" cy="770809"/>
          </a:xfrm>
          <a:prstGeom prst="rect">
            <a:avLst/>
          </a:prstGeom>
          <a:solidFill>
            <a:schemeClr val="bg1"/>
          </a:solidFill>
          <a:ln w="12700">
            <a:solidFill>
              <a:schemeClr val="accent2"/>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8312A"/>
                </a:solidFill>
                <a:effectLst/>
                <a:uLnTx/>
                <a:uFillTx/>
                <a:latin typeface="Boehringer Forward Text"/>
                <a:ea typeface="+mn-ea"/>
                <a:cs typeface="+mn-cs"/>
              </a:rPr>
              <a:t>Updates (until </a:t>
            </a:r>
            <a:r>
              <a:rPr lang="en-US" altLang="zh-CN" sz="1400" dirty="0">
                <a:solidFill>
                  <a:srgbClr val="08312A"/>
                </a:solidFill>
                <a:latin typeface="Boehringer Forward Text"/>
              </a:rPr>
              <a:t>22</a:t>
            </a:r>
            <a:r>
              <a:rPr kumimoji="0" lang="en-US" altLang="zh-CN" sz="1400" b="0" i="0" u="none" strike="noStrike" kern="1200" cap="none" spc="0" normalizeH="0" baseline="0" noProof="0" dirty="0">
                <a:ln>
                  <a:noFill/>
                </a:ln>
                <a:solidFill>
                  <a:srgbClr val="08312A"/>
                </a:solidFill>
                <a:effectLst/>
                <a:uLnTx/>
                <a:uFillTx/>
                <a:latin typeface="Boehringer Forward Text"/>
                <a:ea typeface="+mn-ea"/>
                <a:cs typeface="+mn-cs"/>
              </a:rPr>
              <a:t> April):</a:t>
            </a:r>
          </a:p>
          <a:p>
            <a:pPr marL="171450" marR="0" lvl="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400" dirty="0">
                <a:solidFill>
                  <a:srgbClr val="08312A"/>
                </a:solidFill>
                <a:latin typeface="Boehringer Forward Text"/>
              </a:rPr>
              <a:t>12/1325 patients randomized</a:t>
            </a:r>
          </a:p>
          <a:p>
            <a:pPr marL="171450" marR="0" lvl="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400" dirty="0">
                <a:solidFill>
                  <a:srgbClr val="08312A"/>
                </a:solidFill>
                <a:latin typeface="Boehringer Forward Text"/>
              </a:rPr>
              <a:t>40/235 sites activated</a:t>
            </a:r>
          </a:p>
        </p:txBody>
      </p:sp>
    </p:spTree>
    <p:extLst>
      <p:ext uri="{BB962C8B-B14F-4D97-AF65-F5344CB8AC3E}">
        <p14:creationId xmlns:p14="http://schemas.microsoft.com/office/powerpoint/2010/main" val="313443404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86DF70-CAF3-84AA-F10B-45C169BB5FF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48989C5-9328-03AB-D2DD-F8EBAD6595F9}"/>
              </a:ext>
            </a:extLst>
          </p:cNvPr>
          <p:cNvSpPr/>
          <p:nvPr/>
        </p:nvSpPr>
        <p:spPr bwMode="gray">
          <a:xfrm>
            <a:off x="0" y="4905829"/>
            <a:ext cx="12192000" cy="1952171"/>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IN" sz="1600">
              <a:solidFill>
                <a:schemeClr val="tx1"/>
              </a:solidFill>
            </a:endParaRPr>
          </a:p>
        </p:txBody>
      </p:sp>
      <p:sp>
        <p:nvSpPr>
          <p:cNvPr id="6" name="TextBox 5">
            <a:extLst>
              <a:ext uri="{FF2B5EF4-FFF2-40B4-BE49-F238E27FC236}">
                <a16:creationId xmlns:a16="http://schemas.microsoft.com/office/drawing/2014/main" id="{BC51818B-851B-40EB-6E82-896D2C93D5EB}"/>
              </a:ext>
            </a:extLst>
          </p:cNvPr>
          <p:cNvSpPr txBox="1"/>
          <p:nvPr/>
        </p:nvSpPr>
        <p:spPr bwMode="gray">
          <a:xfrm>
            <a:off x="2179476" y="6153150"/>
            <a:ext cx="1661049" cy="461665"/>
          </a:xfrm>
          <a:prstGeom prst="rect">
            <a:avLst/>
          </a:prstGeom>
          <a:noFill/>
        </p:spPr>
        <p:txBody>
          <a:bodyPr wrap="square">
            <a:spAutoFit/>
          </a:bodyPr>
          <a:lstStyle/>
          <a:p>
            <a:r>
              <a:rPr lang="en-US" sz="1200">
                <a:solidFill>
                  <a:schemeClr val="bg2"/>
                </a:solidFill>
                <a:latin typeface="+mj-lt"/>
              </a:rPr>
              <a:t>Clinical Development</a:t>
            </a:r>
            <a:br>
              <a:rPr lang="en-US" sz="1200">
                <a:solidFill>
                  <a:schemeClr val="bg2"/>
                </a:solidFill>
                <a:latin typeface="+mj-lt"/>
              </a:rPr>
            </a:br>
            <a:r>
              <a:rPr lang="en-US" sz="1200">
                <a:solidFill>
                  <a:schemeClr val="bg2"/>
                </a:solidFill>
                <a:latin typeface="+mj-lt"/>
              </a:rPr>
              <a:t>and Operations</a:t>
            </a:r>
            <a:endParaRPr lang="en-IN" sz="1200">
              <a:solidFill>
                <a:schemeClr val="bg2"/>
              </a:solidFill>
              <a:latin typeface="+mj-lt"/>
            </a:endParaRPr>
          </a:p>
        </p:txBody>
      </p:sp>
      <p:pic>
        <p:nvPicPr>
          <p:cNvPr id="7" name="Grafik 18">
            <a:extLst>
              <a:ext uri="{FF2B5EF4-FFF2-40B4-BE49-F238E27FC236}">
                <a16:creationId xmlns:a16="http://schemas.microsoft.com/office/drawing/2014/main" id="{AEF98E4F-E281-4099-49DC-8293B129A75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31F52B2F-D3CC-F2FE-9A6E-AA77897D6C43}"/>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D47865F5-1295-D2D0-A5FB-49196A0B7F0D}"/>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endParaRPr lang="en-IN"/>
          </a:p>
        </p:txBody>
      </p:sp>
      <p:sp>
        <p:nvSpPr>
          <p:cNvPr id="16" name="Footer Placeholder 8">
            <a:extLst>
              <a:ext uri="{FF2B5EF4-FFF2-40B4-BE49-F238E27FC236}">
                <a16:creationId xmlns:a16="http://schemas.microsoft.com/office/drawing/2014/main" id="{E573091F-725A-3651-25E0-05483F4B9910}"/>
              </a:ext>
            </a:extLst>
          </p:cNvPr>
          <p:cNvSpPr>
            <a:spLocks noGrp="1"/>
          </p:cNvSpPr>
          <p:nvPr>
            <p:ph type="ftr" sz="quarter" idx="19"/>
          </p:nvPr>
        </p:nvSpPr>
        <p:spPr/>
        <p:txBody>
          <a:bodyPr/>
          <a:lstStyle/>
          <a:p>
            <a:r>
              <a:rPr lang="en-US"/>
              <a:t>CD&amp;O Template    |    ONLY FOR INTERNAL USE</a:t>
            </a:r>
          </a:p>
        </p:txBody>
      </p:sp>
      <p:sp>
        <p:nvSpPr>
          <p:cNvPr id="17" name="Slide Number Placeholder 9">
            <a:extLst>
              <a:ext uri="{FF2B5EF4-FFF2-40B4-BE49-F238E27FC236}">
                <a16:creationId xmlns:a16="http://schemas.microsoft.com/office/drawing/2014/main" id="{5A4855E4-0D11-8348-9085-F78FEB66B3D3}"/>
              </a:ext>
            </a:extLst>
          </p:cNvPr>
          <p:cNvSpPr>
            <a:spLocks noGrp="1"/>
          </p:cNvSpPr>
          <p:nvPr>
            <p:ph type="sldNum" sz="quarter" idx="20"/>
          </p:nvPr>
        </p:nvSpPr>
        <p:spPr/>
        <p:txBody>
          <a:bodyPr/>
          <a:lstStyle/>
          <a:p>
            <a:fld id="{8FF9B0DE-3FEB-4AA0-B465-B80EF7C1333D}" type="slidenum">
              <a:rPr lang="en-US" smtClean="0"/>
              <a:pPr/>
              <a:t>59</a:t>
            </a:fld>
            <a:endParaRPr lang="en-US"/>
          </a:p>
        </p:txBody>
      </p:sp>
      <p:sp>
        <p:nvSpPr>
          <p:cNvPr id="23" name="标题 2">
            <a:extLst>
              <a:ext uri="{FF2B5EF4-FFF2-40B4-BE49-F238E27FC236}">
                <a16:creationId xmlns:a16="http://schemas.microsoft.com/office/drawing/2014/main" id="{4D912DA6-9AA9-042F-F414-62720AC74CAE}"/>
              </a:ext>
            </a:extLst>
          </p:cNvPr>
          <p:cNvSpPr>
            <a:spLocks noGrp="1"/>
          </p:cNvSpPr>
          <p:nvPr>
            <p:ph type="title"/>
          </p:nvPr>
        </p:nvSpPr>
        <p:spPr>
          <a:xfrm>
            <a:off x="-1" y="257617"/>
            <a:ext cx="12079706" cy="553999"/>
          </a:xfrm>
        </p:spPr>
        <p:txBody>
          <a:bodyPr wrap="square" anchor="t">
            <a:normAutofit/>
          </a:bodyPr>
          <a:lstStyle/>
          <a:p>
            <a:r>
              <a:rPr lang="en-US" altLang="zh-CN" sz="2400"/>
              <a:t>1123-0060 Tenacity dated on 6May 2026 </a:t>
            </a:r>
            <a:r>
              <a:rPr lang="en-US" altLang="zh-CN" sz="2400" i="1">
                <a:solidFill>
                  <a:srgbClr val="EE6541"/>
                </a:solidFill>
              </a:rPr>
              <a:t>(Global recruitment status)</a:t>
            </a:r>
            <a:endParaRPr lang="en-US" altLang="zh-CN" sz="2400" i="1">
              <a:solidFill>
                <a:srgbClr val="EE6541"/>
              </a:solidFill>
              <a:highlight>
                <a:srgbClr val="FFFF00"/>
              </a:highlight>
            </a:endParaRPr>
          </a:p>
        </p:txBody>
      </p:sp>
      <p:graphicFrame>
        <p:nvGraphicFramePr>
          <p:cNvPr id="24" name="表格 23">
            <a:extLst>
              <a:ext uri="{FF2B5EF4-FFF2-40B4-BE49-F238E27FC236}">
                <a16:creationId xmlns:a16="http://schemas.microsoft.com/office/drawing/2014/main" id="{B94FAE6C-A806-BF7C-DB56-6C816F3059EA}"/>
              </a:ext>
            </a:extLst>
          </p:cNvPr>
          <p:cNvGraphicFramePr>
            <a:graphicFrameLocks noGrp="1"/>
          </p:cNvGraphicFramePr>
          <p:nvPr/>
        </p:nvGraphicFramePr>
        <p:xfrm>
          <a:off x="16244" y="4905830"/>
          <a:ext cx="12175760" cy="1956403"/>
        </p:xfrm>
        <a:graphic>
          <a:graphicData uri="http://schemas.openxmlformats.org/drawingml/2006/table">
            <a:tbl>
              <a:tblPr>
                <a:tableStyleId>{9D7B26C5-4107-4FEC-AEDC-1716B250A1EF}</a:tableStyleId>
              </a:tblPr>
              <a:tblGrid>
                <a:gridCol w="1910072">
                  <a:extLst>
                    <a:ext uri="{9D8B030D-6E8A-4147-A177-3AD203B41FA5}">
                      <a16:colId xmlns:a16="http://schemas.microsoft.com/office/drawing/2014/main" val="3473625976"/>
                    </a:ext>
                  </a:extLst>
                </a:gridCol>
                <a:gridCol w="767399">
                  <a:extLst>
                    <a:ext uri="{9D8B030D-6E8A-4147-A177-3AD203B41FA5}">
                      <a16:colId xmlns:a16="http://schemas.microsoft.com/office/drawing/2014/main" val="2511394184"/>
                    </a:ext>
                  </a:extLst>
                </a:gridCol>
                <a:gridCol w="703450">
                  <a:extLst>
                    <a:ext uri="{9D8B030D-6E8A-4147-A177-3AD203B41FA5}">
                      <a16:colId xmlns:a16="http://schemas.microsoft.com/office/drawing/2014/main" val="1006931387"/>
                    </a:ext>
                  </a:extLst>
                </a:gridCol>
                <a:gridCol w="735426">
                  <a:extLst>
                    <a:ext uri="{9D8B030D-6E8A-4147-A177-3AD203B41FA5}">
                      <a16:colId xmlns:a16="http://schemas.microsoft.com/office/drawing/2014/main" val="1580186530"/>
                    </a:ext>
                  </a:extLst>
                </a:gridCol>
                <a:gridCol w="735426">
                  <a:extLst>
                    <a:ext uri="{9D8B030D-6E8A-4147-A177-3AD203B41FA5}">
                      <a16:colId xmlns:a16="http://schemas.microsoft.com/office/drawing/2014/main" val="2077854728"/>
                    </a:ext>
                  </a:extLst>
                </a:gridCol>
                <a:gridCol w="703450">
                  <a:extLst>
                    <a:ext uri="{9D8B030D-6E8A-4147-A177-3AD203B41FA5}">
                      <a16:colId xmlns:a16="http://schemas.microsoft.com/office/drawing/2014/main" val="1923209731"/>
                    </a:ext>
                  </a:extLst>
                </a:gridCol>
                <a:gridCol w="703450">
                  <a:extLst>
                    <a:ext uri="{9D8B030D-6E8A-4147-A177-3AD203B41FA5}">
                      <a16:colId xmlns:a16="http://schemas.microsoft.com/office/drawing/2014/main" val="1904945596"/>
                    </a:ext>
                  </a:extLst>
                </a:gridCol>
                <a:gridCol w="703450">
                  <a:extLst>
                    <a:ext uri="{9D8B030D-6E8A-4147-A177-3AD203B41FA5}">
                      <a16:colId xmlns:a16="http://schemas.microsoft.com/office/drawing/2014/main" val="3832727492"/>
                    </a:ext>
                  </a:extLst>
                </a:gridCol>
                <a:gridCol w="703453">
                  <a:extLst>
                    <a:ext uri="{9D8B030D-6E8A-4147-A177-3AD203B41FA5}">
                      <a16:colId xmlns:a16="http://schemas.microsoft.com/office/drawing/2014/main" val="3120066975"/>
                    </a:ext>
                  </a:extLst>
                </a:gridCol>
                <a:gridCol w="735424">
                  <a:extLst>
                    <a:ext uri="{9D8B030D-6E8A-4147-A177-3AD203B41FA5}">
                      <a16:colId xmlns:a16="http://schemas.microsoft.com/office/drawing/2014/main" val="3924652231"/>
                    </a:ext>
                  </a:extLst>
                </a:gridCol>
                <a:gridCol w="767399">
                  <a:extLst>
                    <a:ext uri="{9D8B030D-6E8A-4147-A177-3AD203B41FA5}">
                      <a16:colId xmlns:a16="http://schemas.microsoft.com/office/drawing/2014/main" val="139508724"/>
                    </a:ext>
                  </a:extLst>
                </a:gridCol>
                <a:gridCol w="833062">
                  <a:extLst>
                    <a:ext uri="{9D8B030D-6E8A-4147-A177-3AD203B41FA5}">
                      <a16:colId xmlns:a16="http://schemas.microsoft.com/office/drawing/2014/main" val="1582784343"/>
                    </a:ext>
                  </a:extLst>
                </a:gridCol>
                <a:gridCol w="703450">
                  <a:extLst>
                    <a:ext uri="{9D8B030D-6E8A-4147-A177-3AD203B41FA5}">
                      <a16:colId xmlns:a16="http://schemas.microsoft.com/office/drawing/2014/main" val="4187133416"/>
                    </a:ext>
                  </a:extLst>
                </a:gridCol>
                <a:gridCol w="767399">
                  <a:extLst>
                    <a:ext uri="{9D8B030D-6E8A-4147-A177-3AD203B41FA5}">
                      <a16:colId xmlns:a16="http://schemas.microsoft.com/office/drawing/2014/main" val="3581936348"/>
                    </a:ext>
                  </a:extLst>
                </a:gridCol>
                <a:gridCol w="703450">
                  <a:extLst>
                    <a:ext uri="{9D8B030D-6E8A-4147-A177-3AD203B41FA5}">
                      <a16:colId xmlns:a16="http://schemas.microsoft.com/office/drawing/2014/main" val="2530529000"/>
                    </a:ext>
                  </a:extLst>
                </a:gridCol>
              </a:tblGrid>
              <a:tr h="371965">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Feb-2026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Mar-2026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Apr-2026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May-2026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Jun-2026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Jul-2026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Aug-2026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Sep-2026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Oct-2026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Nov-2026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Dec-2026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Jan-2027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Feb-2027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Mar-2027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71965">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375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545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727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928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1131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1339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1551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1743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1773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417863">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rPr>
                        <a:t>11</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altLang="zh-CN" sz="1200" b="1" i="0" u="none" strike="noStrike" dirty="0">
                          <a:solidFill>
                            <a:srgbClr val="000000"/>
                          </a:solidFill>
                          <a:effectLst/>
                          <a:latin typeface="Calibri" panose="020F0502020204030204" pitchFamily="34" charset="0"/>
                          <a:ea typeface="等线" panose="02010600030101010101" pitchFamily="2" charset="-122"/>
                        </a:rPr>
                        <a:t>14</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76747">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buNone/>
                      </a:pPr>
                      <a:r>
                        <a:rPr lang="en-US" altLang="zh-CN" sz="1200" b="0" i="0" u="none" strike="noStrike">
                          <a:solidFill>
                            <a:srgbClr val="000000"/>
                          </a:solidFill>
                          <a:effectLst/>
                          <a:latin typeface="Calibri" panose="020F0502020204030204" pitchFamily="34" charset="0"/>
                          <a:ea typeface="等线" panose="02010600030101010101" pitchFamily="2" charset="-122"/>
                        </a:rPr>
                        <a:t>74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161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ctr">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272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536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689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837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996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1156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1295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1325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417863">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fontAlgn="t">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rPr>
                        <a:t>10</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r>
                        <a:rPr lang="en-US" altLang="zh-CN" sz="1200" b="1" i="0" u="none" strike="noStrike" dirty="0">
                          <a:solidFill>
                            <a:srgbClr val="000000"/>
                          </a:solidFill>
                          <a:effectLst/>
                          <a:latin typeface="Calibri" panose="020F0502020204030204" pitchFamily="34" charset="0"/>
                          <a:ea typeface="等线" panose="02010600030101010101" pitchFamily="2" charset="-122"/>
                          <a:cs typeface="Calibri" panose="020F0502020204030204" pitchFamily="34" charset="0"/>
                        </a:rPr>
                        <a:t>12</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a:endParaRPr lang="zh-CN" altLang="en-US" sz="1200" dirty="0"/>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sp>
        <p:nvSpPr>
          <p:cNvPr id="27" name="矩形 26">
            <a:extLst>
              <a:ext uri="{FF2B5EF4-FFF2-40B4-BE49-F238E27FC236}">
                <a16:creationId xmlns:a16="http://schemas.microsoft.com/office/drawing/2014/main" id="{E39D93FB-4821-5928-0B88-EF88DFD7014B}"/>
              </a:ext>
            </a:extLst>
          </p:cNvPr>
          <p:cNvSpPr/>
          <p:nvPr/>
        </p:nvSpPr>
        <p:spPr bwMode="gray">
          <a:xfrm>
            <a:off x="893167" y="683532"/>
            <a:ext cx="1232411" cy="1259964"/>
          </a:xfrm>
          <a:prstGeom prst="rect">
            <a:avLst/>
          </a:prstGeom>
          <a:solidFill>
            <a:schemeClr val="tx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US" sz="1600">
              <a:solidFill>
                <a:schemeClr val="tx1"/>
              </a:solidFill>
            </a:endParaRPr>
          </a:p>
        </p:txBody>
      </p:sp>
      <p:graphicFrame>
        <p:nvGraphicFramePr>
          <p:cNvPr id="28" name="对象 27">
            <a:extLst>
              <a:ext uri="{FF2B5EF4-FFF2-40B4-BE49-F238E27FC236}">
                <a16:creationId xmlns:a16="http://schemas.microsoft.com/office/drawing/2014/main" id="{76FA5714-D4DC-A25A-59CD-6D8CCE7CB654}"/>
              </a:ext>
            </a:extLst>
          </p:cNvPr>
          <p:cNvGraphicFramePr>
            <a:graphicFrameLocks noChangeAspect="1"/>
          </p:cNvGraphicFramePr>
          <p:nvPr/>
        </p:nvGraphicFramePr>
        <p:xfrm>
          <a:off x="962025" y="912813"/>
          <a:ext cx="1125538" cy="963612"/>
        </p:xfrm>
        <a:graphic>
          <a:graphicData uri="http://schemas.openxmlformats.org/presentationml/2006/ole">
            <mc:AlternateContent xmlns:mc="http://schemas.openxmlformats.org/markup-compatibility/2006">
              <mc:Choice xmlns:v="urn:schemas-microsoft-com:vml" Requires="v">
                <p:oleObj name="Worksheet" showAsIcon="1" r:id="rId4" imgW="834480" imgH="714960" progId="Excel.Sheet.12">
                  <p:embed/>
                </p:oleObj>
              </mc:Choice>
              <mc:Fallback>
                <p:oleObj name="Worksheet" showAsIcon="1" r:id="rId4" imgW="834480" imgH="714960" progId="Excel.Sheet.12">
                  <p:embed/>
                  <p:pic>
                    <p:nvPicPr>
                      <p:cNvPr id="28" name="对象 27">
                        <a:extLst>
                          <a:ext uri="{FF2B5EF4-FFF2-40B4-BE49-F238E27FC236}">
                            <a16:creationId xmlns:a16="http://schemas.microsoft.com/office/drawing/2014/main" id="{76FA5714-D4DC-A25A-59CD-6D8CCE7CB654}"/>
                          </a:ext>
                        </a:extLst>
                      </p:cNvPr>
                      <p:cNvPicPr/>
                      <p:nvPr/>
                    </p:nvPicPr>
                    <p:blipFill>
                      <a:blip r:embed="rId5"/>
                      <a:stretch>
                        <a:fillRect/>
                      </a:stretch>
                    </p:blipFill>
                    <p:spPr>
                      <a:xfrm>
                        <a:off x="962025" y="912813"/>
                        <a:ext cx="1125538" cy="963612"/>
                      </a:xfrm>
                      <a:prstGeom prst="rect">
                        <a:avLst/>
                      </a:prstGeom>
                    </p:spPr>
                  </p:pic>
                </p:oleObj>
              </mc:Fallback>
            </mc:AlternateContent>
          </a:graphicData>
        </a:graphic>
      </p:graphicFrame>
      <p:graphicFrame>
        <p:nvGraphicFramePr>
          <p:cNvPr id="2" name="Chart 6">
            <a:extLst>
              <a:ext uri="{FF2B5EF4-FFF2-40B4-BE49-F238E27FC236}">
                <a16:creationId xmlns:a16="http://schemas.microsoft.com/office/drawing/2014/main" id="{73207099-613B-4188-B37D-91BA5B30A0AB}"/>
              </a:ext>
            </a:extLst>
          </p:cNvPr>
          <p:cNvGraphicFramePr>
            <a:graphicFrameLocks/>
          </p:cNvGraphicFramePr>
          <p:nvPr/>
        </p:nvGraphicFramePr>
        <p:xfrm>
          <a:off x="16239" y="679299"/>
          <a:ext cx="12175759" cy="4222297"/>
        </p:xfrm>
        <a:graphic>
          <a:graphicData uri="http://schemas.openxmlformats.org/drawingml/2006/chart">
            <c:chart xmlns:c="http://schemas.openxmlformats.org/drawingml/2006/chart" xmlns:r="http://schemas.openxmlformats.org/officeDocument/2006/relationships" r:id="rId6"/>
          </a:graphicData>
        </a:graphic>
      </p:graphicFrame>
      <p:sp>
        <p:nvSpPr>
          <p:cNvPr id="26" name="Rectangle 5">
            <a:extLst>
              <a:ext uri="{FF2B5EF4-FFF2-40B4-BE49-F238E27FC236}">
                <a16:creationId xmlns:a16="http://schemas.microsoft.com/office/drawing/2014/main" id="{B815598D-569C-66B7-EDFF-999A70D480BE}"/>
              </a:ext>
            </a:extLst>
          </p:cNvPr>
          <p:cNvSpPr/>
          <p:nvPr/>
        </p:nvSpPr>
        <p:spPr>
          <a:xfrm>
            <a:off x="9256843" y="597343"/>
            <a:ext cx="2676077" cy="553998"/>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lvl="0"/>
            <a:r>
              <a:rPr lang="en-US" sz="1200">
                <a:solidFill>
                  <a:schemeClr val="tx1"/>
                </a:solidFill>
              </a:rPr>
              <a:t>Total Screened </a:t>
            </a:r>
            <a:r>
              <a:rPr lang="en-US" altLang="zh-CN" sz="1200">
                <a:solidFill>
                  <a:schemeClr val="tx1"/>
                </a:solidFill>
              </a:rPr>
              <a:t>plan</a:t>
            </a:r>
            <a:r>
              <a:rPr lang="en-US" sz="1200">
                <a:solidFill>
                  <a:schemeClr val="tx1"/>
                </a:solidFill>
              </a:rPr>
              <a:t> = 1773</a:t>
            </a:r>
          </a:p>
          <a:p>
            <a:pPr lvl="0"/>
            <a:r>
              <a:rPr lang="en-US" sz="1200">
                <a:solidFill>
                  <a:schemeClr val="tx1"/>
                </a:solidFill>
              </a:rPr>
              <a:t>Total Randomized </a:t>
            </a:r>
            <a:r>
              <a:rPr lang="en-US" altLang="zh-CN" sz="1200">
                <a:solidFill>
                  <a:schemeClr val="tx1"/>
                </a:solidFill>
              </a:rPr>
              <a:t>plan</a:t>
            </a:r>
            <a:r>
              <a:rPr lang="en-US" sz="1200">
                <a:solidFill>
                  <a:schemeClr val="tx1"/>
                </a:solidFill>
              </a:rPr>
              <a:t>= 1325</a:t>
            </a:r>
            <a:endParaRPr lang="en-US" sz="1200" b="1">
              <a:solidFill>
                <a:schemeClr val="tx1"/>
              </a:solidFill>
            </a:endParaRPr>
          </a:p>
        </p:txBody>
      </p:sp>
    </p:spTree>
    <p:extLst>
      <p:ext uri="{BB962C8B-B14F-4D97-AF65-F5344CB8AC3E}">
        <p14:creationId xmlns:p14="http://schemas.microsoft.com/office/powerpoint/2010/main" val="151249539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D60BBF4-9344-8D2B-7794-4B1491A1A113}"/>
              </a:ext>
            </a:extLst>
          </p:cNvPr>
          <p:cNvSpPr/>
          <p:nvPr/>
        </p:nvSpPr>
        <p:spPr bwMode="gray">
          <a:xfrm>
            <a:off x="0" y="4905829"/>
            <a:ext cx="12192000" cy="1952171"/>
          </a:xfrm>
          <a:prstGeom prst="rect">
            <a:avLst/>
          </a:prstGeom>
          <a:solidFill>
            <a:srgbClr val="E5E3DE"/>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IN" sz="1600">
              <a:solidFill>
                <a:schemeClr val="tx1"/>
              </a:solidFill>
            </a:endParaRPr>
          </a:p>
        </p:txBody>
      </p:sp>
      <p:sp>
        <p:nvSpPr>
          <p:cNvPr id="6" name="TextBox 5">
            <a:extLst>
              <a:ext uri="{FF2B5EF4-FFF2-40B4-BE49-F238E27FC236}">
                <a16:creationId xmlns:a16="http://schemas.microsoft.com/office/drawing/2014/main" id="{AF537E49-A5F6-B48B-9AE3-A1B5E5FC074E}"/>
              </a:ext>
            </a:extLst>
          </p:cNvPr>
          <p:cNvSpPr txBox="1"/>
          <p:nvPr/>
        </p:nvSpPr>
        <p:spPr bwMode="gray">
          <a:xfrm>
            <a:off x="2179476" y="6153150"/>
            <a:ext cx="1661049" cy="461665"/>
          </a:xfrm>
          <a:prstGeom prst="rect">
            <a:avLst/>
          </a:prstGeom>
          <a:noFill/>
        </p:spPr>
        <p:txBody>
          <a:bodyPr wrap="square">
            <a:spAutoFit/>
          </a:bodyPr>
          <a:lstStyle/>
          <a:p>
            <a:r>
              <a:rPr lang="en-US" sz="1200">
                <a:solidFill>
                  <a:schemeClr val="bg2"/>
                </a:solidFill>
                <a:latin typeface="+mj-lt"/>
              </a:rPr>
              <a:t>Clinical Development</a:t>
            </a:r>
            <a:br>
              <a:rPr lang="en-US" sz="1200">
                <a:solidFill>
                  <a:schemeClr val="bg2"/>
                </a:solidFill>
                <a:latin typeface="+mj-lt"/>
              </a:rPr>
            </a:br>
            <a:r>
              <a:rPr lang="en-US" sz="1200">
                <a:solidFill>
                  <a:schemeClr val="bg2"/>
                </a:solidFill>
                <a:latin typeface="+mj-lt"/>
              </a:rPr>
              <a:t>and Operations</a:t>
            </a:r>
            <a:endParaRPr lang="en-IN" sz="1200">
              <a:solidFill>
                <a:schemeClr val="bg2"/>
              </a:solidFill>
              <a:latin typeface="+mj-lt"/>
            </a:endParaRPr>
          </a:p>
        </p:txBody>
      </p:sp>
      <p:pic>
        <p:nvPicPr>
          <p:cNvPr id="7" name="Grafik 18">
            <a:extLst>
              <a:ext uri="{FF2B5EF4-FFF2-40B4-BE49-F238E27FC236}">
                <a16:creationId xmlns:a16="http://schemas.microsoft.com/office/drawing/2014/main" id="{EC832F38-536E-CAFB-0489-0476A4CEC83E}"/>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843BA65B-2FE9-DE1F-8D7F-E2B7AE147B5F}"/>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D17A68D9-B367-80BC-B937-7B76C98B58C2}"/>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endParaRPr lang="en-IN"/>
          </a:p>
        </p:txBody>
      </p:sp>
      <p:sp>
        <p:nvSpPr>
          <p:cNvPr id="16" name="Footer Placeholder 8">
            <a:extLst>
              <a:ext uri="{FF2B5EF4-FFF2-40B4-BE49-F238E27FC236}">
                <a16:creationId xmlns:a16="http://schemas.microsoft.com/office/drawing/2014/main" id="{03496D23-3084-D663-4B61-D2B40F6C5E87}"/>
              </a:ext>
            </a:extLst>
          </p:cNvPr>
          <p:cNvSpPr>
            <a:spLocks noGrp="1"/>
          </p:cNvSpPr>
          <p:nvPr>
            <p:ph type="ftr" sz="quarter" idx="19"/>
          </p:nvPr>
        </p:nvSpPr>
        <p:spPr/>
        <p:txBody>
          <a:bodyPr/>
          <a:lstStyle/>
          <a:p>
            <a:r>
              <a:rPr lang="en-US"/>
              <a:t>CD&amp;O Template    |    ONLY FOR INTERNAL USE</a:t>
            </a:r>
          </a:p>
        </p:txBody>
      </p:sp>
      <p:sp>
        <p:nvSpPr>
          <p:cNvPr id="17" name="Slide Number Placeholder 9">
            <a:extLst>
              <a:ext uri="{FF2B5EF4-FFF2-40B4-BE49-F238E27FC236}">
                <a16:creationId xmlns:a16="http://schemas.microsoft.com/office/drawing/2014/main" id="{F35DB8E2-3297-1EAF-7B4E-8E678FAE16B7}"/>
              </a:ext>
            </a:extLst>
          </p:cNvPr>
          <p:cNvSpPr>
            <a:spLocks noGrp="1"/>
          </p:cNvSpPr>
          <p:nvPr>
            <p:ph type="sldNum" sz="quarter" idx="20"/>
          </p:nvPr>
        </p:nvSpPr>
        <p:spPr/>
        <p:txBody>
          <a:bodyPr/>
          <a:lstStyle/>
          <a:p>
            <a:fld id="{8FF9B0DE-3FEB-4AA0-B465-B80EF7C1333D}" type="slidenum">
              <a:rPr lang="en-US" smtClean="0"/>
              <a:pPr/>
              <a:t>60</a:t>
            </a:fld>
            <a:endParaRPr lang="en-US"/>
          </a:p>
        </p:txBody>
      </p:sp>
      <p:sp>
        <p:nvSpPr>
          <p:cNvPr id="23" name="标题 2">
            <a:extLst>
              <a:ext uri="{FF2B5EF4-FFF2-40B4-BE49-F238E27FC236}">
                <a16:creationId xmlns:a16="http://schemas.microsoft.com/office/drawing/2014/main" id="{1349757C-90D6-7E10-212C-8B1A44C30038}"/>
              </a:ext>
            </a:extLst>
          </p:cNvPr>
          <p:cNvSpPr>
            <a:spLocks noGrp="1"/>
          </p:cNvSpPr>
          <p:nvPr>
            <p:ph type="title"/>
          </p:nvPr>
        </p:nvSpPr>
        <p:spPr>
          <a:xfrm>
            <a:off x="-1" y="257617"/>
            <a:ext cx="12079706" cy="553999"/>
          </a:xfrm>
        </p:spPr>
        <p:txBody>
          <a:bodyPr wrap="square" anchor="t">
            <a:normAutofit/>
          </a:bodyPr>
          <a:lstStyle/>
          <a:p>
            <a:r>
              <a:rPr lang="en-US" altLang="zh-CN" sz="2400"/>
              <a:t>1120-0060 Tenacity dated on 6May 2026 </a:t>
            </a:r>
            <a:r>
              <a:rPr lang="en-US" altLang="zh-CN" sz="2400" i="1">
                <a:solidFill>
                  <a:srgbClr val="EE6541"/>
                </a:solidFill>
              </a:rPr>
              <a:t>(China recruitment status)</a:t>
            </a:r>
            <a:endParaRPr lang="en-US" altLang="zh-CN" sz="2400" i="1">
              <a:solidFill>
                <a:srgbClr val="EE6541"/>
              </a:solidFill>
              <a:highlight>
                <a:srgbClr val="FFFF00"/>
              </a:highlight>
            </a:endParaRPr>
          </a:p>
        </p:txBody>
      </p:sp>
      <p:sp>
        <p:nvSpPr>
          <p:cNvPr id="27" name="矩形 26">
            <a:extLst>
              <a:ext uri="{FF2B5EF4-FFF2-40B4-BE49-F238E27FC236}">
                <a16:creationId xmlns:a16="http://schemas.microsoft.com/office/drawing/2014/main" id="{42CA7AB2-D25F-3E85-46A8-42BE24CB5CDB}"/>
              </a:ext>
            </a:extLst>
          </p:cNvPr>
          <p:cNvSpPr/>
          <p:nvPr/>
        </p:nvSpPr>
        <p:spPr bwMode="gray">
          <a:xfrm>
            <a:off x="893167" y="683532"/>
            <a:ext cx="1232411" cy="1259964"/>
          </a:xfrm>
          <a:prstGeom prst="rect">
            <a:avLst/>
          </a:prstGeom>
          <a:solidFill>
            <a:schemeClr val="tx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en-US" sz="1600">
              <a:solidFill>
                <a:schemeClr val="tx1"/>
              </a:solidFill>
            </a:endParaRPr>
          </a:p>
        </p:txBody>
      </p:sp>
      <p:graphicFrame>
        <p:nvGraphicFramePr>
          <p:cNvPr id="28" name="对象 27">
            <a:extLst>
              <a:ext uri="{FF2B5EF4-FFF2-40B4-BE49-F238E27FC236}">
                <a16:creationId xmlns:a16="http://schemas.microsoft.com/office/drawing/2014/main" id="{21262804-C18E-C434-6CD6-324A3E480A82}"/>
              </a:ext>
            </a:extLst>
          </p:cNvPr>
          <p:cNvGraphicFramePr>
            <a:graphicFrameLocks noChangeAspect="1"/>
          </p:cNvGraphicFramePr>
          <p:nvPr/>
        </p:nvGraphicFramePr>
        <p:xfrm>
          <a:off x="962025" y="912813"/>
          <a:ext cx="1125538" cy="963612"/>
        </p:xfrm>
        <a:graphic>
          <a:graphicData uri="http://schemas.openxmlformats.org/presentationml/2006/ole">
            <mc:AlternateContent xmlns:mc="http://schemas.openxmlformats.org/markup-compatibility/2006">
              <mc:Choice xmlns:v="urn:schemas-microsoft-com:vml" Requires="v">
                <p:oleObj name="Worksheet" showAsIcon="1" r:id="rId4" imgW="834480" imgH="714960" progId="Excel.Sheet.12">
                  <p:embed/>
                </p:oleObj>
              </mc:Choice>
              <mc:Fallback>
                <p:oleObj name="Worksheet" showAsIcon="1" r:id="rId4" imgW="834480" imgH="714960" progId="Excel.Sheet.12">
                  <p:embed/>
                  <p:pic>
                    <p:nvPicPr>
                      <p:cNvPr id="28" name="对象 27">
                        <a:extLst>
                          <a:ext uri="{FF2B5EF4-FFF2-40B4-BE49-F238E27FC236}">
                            <a16:creationId xmlns:a16="http://schemas.microsoft.com/office/drawing/2014/main" id="{21262804-C18E-C434-6CD6-324A3E480A82}"/>
                          </a:ext>
                        </a:extLst>
                      </p:cNvPr>
                      <p:cNvPicPr/>
                      <p:nvPr/>
                    </p:nvPicPr>
                    <p:blipFill>
                      <a:blip r:embed="rId5"/>
                      <a:stretch>
                        <a:fillRect/>
                      </a:stretch>
                    </p:blipFill>
                    <p:spPr>
                      <a:xfrm>
                        <a:off x="962025" y="912813"/>
                        <a:ext cx="1125538" cy="963612"/>
                      </a:xfrm>
                      <a:prstGeom prst="rect">
                        <a:avLst/>
                      </a:prstGeom>
                    </p:spPr>
                  </p:pic>
                </p:oleObj>
              </mc:Fallback>
            </mc:AlternateContent>
          </a:graphicData>
        </a:graphic>
      </p:graphicFrame>
      <p:graphicFrame>
        <p:nvGraphicFramePr>
          <p:cNvPr id="2" name="表格 1">
            <a:extLst>
              <a:ext uri="{FF2B5EF4-FFF2-40B4-BE49-F238E27FC236}">
                <a16:creationId xmlns:a16="http://schemas.microsoft.com/office/drawing/2014/main" id="{394FDBE2-FF51-3607-A984-C54A692B4EEA}"/>
              </a:ext>
            </a:extLst>
          </p:cNvPr>
          <p:cNvGraphicFramePr>
            <a:graphicFrameLocks noGrp="1"/>
          </p:cNvGraphicFramePr>
          <p:nvPr/>
        </p:nvGraphicFramePr>
        <p:xfrm>
          <a:off x="16244" y="4905828"/>
          <a:ext cx="12175760" cy="1952172"/>
        </p:xfrm>
        <a:graphic>
          <a:graphicData uri="http://schemas.openxmlformats.org/drawingml/2006/table">
            <a:tbl>
              <a:tblPr>
                <a:tableStyleId>{9D7B26C5-4107-4FEC-AEDC-1716B250A1EF}</a:tableStyleId>
              </a:tblPr>
              <a:tblGrid>
                <a:gridCol w="1910072">
                  <a:extLst>
                    <a:ext uri="{9D8B030D-6E8A-4147-A177-3AD203B41FA5}">
                      <a16:colId xmlns:a16="http://schemas.microsoft.com/office/drawing/2014/main" val="3473625976"/>
                    </a:ext>
                  </a:extLst>
                </a:gridCol>
                <a:gridCol w="767399">
                  <a:extLst>
                    <a:ext uri="{9D8B030D-6E8A-4147-A177-3AD203B41FA5}">
                      <a16:colId xmlns:a16="http://schemas.microsoft.com/office/drawing/2014/main" val="2511394184"/>
                    </a:ext>
                  </a:extLst>
                </a:gridCol>
                <a:gridCol w="703450">
                  <a:extLst>
                    <a:ext uri="{9D8B030D-6E8A-4147-A177-3AD203B41FA5}">
                      <a16:colId xmlns:a16="http://schemas.microsoft.com/office/drawing/2014/main" val="1006931387"/>
                    </a:ext>
                  </a:extLst>
                </a:gridCol>
                <a:gridCol w="735426">
                  <a:extLst>
                    <a:ext uri="{9D8B030D-6E8A-4147-A177-3AD203B41FA5}">
                      <a16:colId xmlns:a16="http://schemas.microsoft.com/office/drawing/2014/main" val="1580186530"/>
                    </a:ext>
                  </a:extLst>
                </a:gridCol>
                <a:gridCol w="735426">
                  <a:extLst>
                    <a:ext uri="{9D8B030D-6E8A-4147-A177-3AD203B41FA5}">
                      <a16:colId xmlns:a16="http://schemas.microsoft.com/office/drawing/2014/main" val="2077854728"/>
                    </a:ext>
                  </a:extLst>
                </a:gridCol>
                <a:gridCol w="703450">
                  <a:extLst>
                    <a:ext uri="{9D8B030D-6E8A-4147-A177-3AD203B41FA5}">
                      <a16:colId xmlns:a16="http://schemas.microsoft.com/office/drawing/2014/main" val="1923209731"/>
                    </a:ext>
                  </a:extLst>
                </a:gridCol>
                <a:gridCol w="703450">
                  <a:extLst>
                    <a:ext uri="{9D8B030D-6E8A-4147-A177-3AD203B41FA5}">
                      <a16:colId xmlns:a16="http://schemas.microsoft.com/office/drawing/2014/main" val="1904945596"/>
                    </a:ext>
                  </a:extLst>
                </a:gridCol>
                <a:gridCol w="703450">
                  <a:extLst>
                    <a:ext uri="{9D8B030D-6E8A-4147-A177-3AD203B41FA5}">
                      <a16:colId xmlns:a16="http://schemas.microsoft.com/office/drawing/2014/main" val="3832727492"/>
                    </a:ext>
                  </a:extLst>
                </a:gridCol>
                <a:gridCol w="703453">
                  <a:extLst>
                    <a:ext uri="{9D8B030D-6E8A-4147-A177-3AD203B41FA5}">
                      <a16:colId xmlns:a16="http://schemas.microsoft.com/office/drawing/2014/main" val="3120066975"/>
                    </a:ext>
                  </a:extLst>
                </a:gridCol>
                <a:gridCol w="735424">
                  <a:extLst>
                    <a:ext uri="{9D8B030D-6E8A-4147-A177-3AD203B41FA5}">
                      <a16:colId xmlns:a16="http://schemas.microsoft.com/office/drawing/2014/main" val="3924652231"/>
                    </a:ext>
                  </a:extLst>
                </a:gridCol>
                <a:gridCol w="767399">
                  <a:extLst>
                    <a:ext uri="{9D8B030D-6E8A-4147-A177-3AD203B41FA5}">
                      <a16:colId xmlns:a16="http://schemas.microsoft.com/office/drawing/2014/main" val="139508724"/>
                    </a:ext>
                  </a:extLst>
                </a:gridCol>
                <a:gridCol w="833062">
                  <a:extLst>
                    <a:ext uri="{9D8B030D-6E8A-4147-A177-3AD203B41FA5}">
                      <a16:colId xmlns:a16="http://schemas.microsoft.com/office/drawing/2014/main" val="1582784343"/>
                    </a:ext>
                  </a:extLst>
                </a:gridCol>
                <a:gridCol w="703450">
                  <a:extLst>
                    <a:ext uri="{9D8B030D-6E8A-4147-A177-3AD203B41FA5}">
                      <a16:colId xmlns:a16="http://schemas.microsoft.com/office/drawing/2014/main" val="4187133416"/>
                    </a:ext>
                  </a:extLst>
                </a:gridCol>
                <a:gridCol w="767399">
                  <a:extLst>
                    <a:ext uri="{9D8B030D-6E8A-4147-A177-3AD203B41FA5}">
                      <a16:colId xmlns:a16="http://schemas.microsoft.com/office/drawing/2014/main" val="3581936348"/>
                    </a:ext>
                  </a:extLst>
                </a:gridCol>
                <a:gridCol w="703450">
                  <a:extLst>
                    <a:ext uri="{9D8B030D-6E8A-4147-A177-3AD203B41FA5}">
                      <a16:colId xmlns:a16="http://schemas.microsoft.com/office/drawing/2014/main" val="2530529000"/>
                    </a:ext>
                  </a:extLst>
                </a:gridCol>
              </a:tblGrid>
              <a:tr h="372070">
                <a:tc>
                  <a:txBody>
                    <a:bodyPr/>
                    <a:lstStyle/>
                    <a:p>
                      <a:pPr algn="l" fontAlgn="t"/>
                      <a:r>
                        <a:rPr lang="en-US" sz="1050" b="1" u="none" strike="noStrike">
                          <a:effectLst/>
                        </a:rPr>
                        <a:t> Months</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Feb-2026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Mar-2026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Apr-2026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May-2026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Jun-2026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Jul-2026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Aug-2026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Sep-2026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Oct-2026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Nov-2026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Dec-2026</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Jan-2027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Feb-2027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t">
                        <a:buNone/>
                      </a:pPr>
                      <a:r>
                        <a:rPr lang="nl-NL" sz="1300" b="1" i="0" u="none" strike="noStrike">
                          <a:solidFill>
                            <a:schemeClr val="tx1"/>
                          </a:solidFill>
                          <a:effectLst/>
                          <a:latin typeface="SansSerif"/>
                          <a:ea typeface="等线" panose="02010600030101010101" pitchFamily="2" charset="-122"/>
                        </a:rPr>
                        <a:t>Mar-2027</a:t>
                      </a:r>
                      <a:endParaRPr lang="nl-NL" sz="2400" b="1" i="0" u="none" strike="noStrike">
                        <a:solidFill>
                          <a:schemeClr val="tx1"/>
                        </a:solidFill>
                        <a:effectLst/>
                        <a:latin typeface="Arial" panose="020B0604020202020204" pitchFamily="34" charset="0"/>
                      </a:endParaRPr>
                    </a:p>
                  </a:txBody>
                  <a:tcPr marL="8572" marR="8572" marT="8572"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2191805895"/>
                  </a:ext>
                </a:extLst>
              </a:tr>
              <a:tr h="372070">
                <a:tc>
                  <a:txBody>
                    <a:bodyPr/>
                    <a:lstStyle/>
                    <a:p>
                      <a:pPr marL="0" algn="l" defTabSz="914400" rtl="0" eaLnBrk="1" fontAlgn="t" latinLnBrk="0" hangingPunct="1"/>
                      <a:r>
                        <a:rPr lang="en-US" altLang="zh-CN" sz="1050" u="none" strike="noStrike" kern="1200">
                          <a:solidFill>
                            <a:schemeClr val="dk1"/>
                          </a:solidFill>
                          <a:effectLst/>
                        </a:rPr>
                        <a:t>Screening</a:t>
                      </a:r>
                    </a:p>
                    <a:p>
                      <a:pPr marL="0" algn="l" defTabSz="914400" rtl="0" eaLnBrk="1" fontAlgn="t" latinLnBrk="0" hangingPunct="1"/>
                      <a:r>
                        <a:rPr lang="en-US" altLang="zh-CN" sz="1050" u="none" strike="noStrike" kern="1200">
                          <a:solidFill>
                            <a:schemeClr val="dk1"/>
                          </a:solidFill>
                          <a:effectLst/>
                        </a:rPr>
                        <a:t>(planned)</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48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83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165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351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402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443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455</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0073539"/>
                  </a:ext>
                </a:extLst>
              </a:tr>
              <a:tr h="417981">
                <a:tc>
                  <a:txBody>
                    <a:bodyPr/>
                    <a:lstStyle/>
                    <a:p>
                      <a:r>
                        <a:rPr lang="en-US" altLang="zh-CN" sz="1050" u="none" strike="noStrike" kern="1200">
                          <a:solidFill>
                            <a:schemeClr val="dk1"/>
                          </a:solidFill>
                          <a:effectLst/>
                        </a:rPr>
                        <a:t>Screening</a:t>
                      </a:r>
                    </a:p>
                    <a:p>
                      <a:r>
                        <a:rPr lang="en-US" altLang="zh-CN" sz="1050" u="none" strike="noStrike" kern="1200">
                          <a:solidFill>
                            <a:schemeClr val="dk1"/>
                          </a:solidFill>
                          <a:effectLst/>
                        </a:rPr>
                        <a:t>(Actual)</a:t>
                      </a:r>
                      <a:endParaRPr lang="zh-CN" altLang="en-US" sz="1050" u="none" strike="noStrike" kern="1200">
                        <a:solidFill>
                          <a:schemeClr val="dk1"/>
                        </a:solidFill>
                        <a:effectLst/>
                        <a:latin typeface="+mn-lt"/>
                        <a:ea typeface="+mn-ea"/>
                        <a:cs typeface="+mn-cs"/>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rPr>
                        <a:t>0</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rPr>
                        <a:t>2</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rPr>
                        <a:t>7</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r>
                        <a:rPr lang="en-US" altLang="zh-CN" sz="1200" b="1" i="0" u="none" strike="noStrike">
                          <a:solidFill>
                            <a:srgbClr val="000000"/>
                          </a:solidFill>
                          <a:effectLst/>
                          <a:latin typeface="Calibri" panose="020F0502020204030204" pitchFamily="34" charset="0"/>
                          <a:ea typeface="等线" panose="02010600030101010101" pitchFamily="2" charset="-122"/>
                        </a:rPr>
                        <a:t>7</a:t>
                      </a: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endParaRPr>
                    </a:p>
                  </a:txBody>
                  <a:tcPr marL="12700" marR="12700" marT="1270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93102915"/>
                  </a:ext>
                </a:extLst>
              </a:tr>
              <a:tr h="372070">
                <a:tc>
                  <a:txBody>
                    <a:bodyPr/>
                    <a:lstStyle/>
                    <a:p>
                      <a:pPr algn="l" fontAlgn="t"/>
                      <a:r>
                        <a:rPr lang="en-US" sz="1050" u="none" strike="noStrike">
                          <a:effectLst/>
                        </a:rPr>
                        <a:t>Randomized</a:t>
                      </a:r>
                    </a:p>
                    <a:p>
                      <a:pPr algn="l" fontAlgn="t"/>
                      <a:r>
                        <a:rPr lang="en-US" sz="1050" u="none" strike="noStrike">
                          <a:effectLst/>
                        </a:rPr>
                        <a:t> (Planned)</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61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91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123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158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187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224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262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332</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rtl="0" fontAlgn="b">
                        <a:buNone/>
                      </a:pPr>
                      <a:r>
                        <a:rPr lang="en-US" altLang="zh-CN" sz="1200" b="0" i="0" u="none" strike="noStrike">
                          <a:solidFill>
                            <a:srgbClr val="000000"/>
                          </a:solidFill>
                          <a:effectLst/>
                          <a:latin typeface="Calibri" panose="020F0502020204030204" pitchFamily="34" charset="0"/>
                          <a:ea typeface="等线" panose="02010600030101010101" pitchFamily="2" charset="-122"/>
                        </a:rPr>
                        <a:t>341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98496749"/>
                  </a:ext>
                </a:extLst>
              </a:tr>
              <a:tr h="417981">
                <a:tc>
                  <a:txBody>
                    <a:bodyPr/>
                    <a:lstStyle/>
                    <a:p>
                      <a:pPr algn="l" fontAlgn="t"/>
                      <a:r>
                        <a:rPr lang="en-US" sz="1050" u="none" strike="noStrike">
                          <a:effectLst/>
                        </a:rPr>
                        <a:t>Randomized (Actual)</a:t>
                      </a:r>
                      <a:endParaRPr lang="en-US" sz="1050" b="1" i="0" u="none" strike="noStrike">
                        <a:solidFill>
                          <a:srgbClr val="000000"/>
                        </a:solidFill>
                        <a:effectLst/>
                        <a:latin typeface="+mn-lt"/>
                        <a:ea typeface="等线" panose="02010600030101010101" pitchFamily="2" charset="-122"/>
                      </a:endParaRPr>
                    </a:p>
                  </a:txBody>
                  <a:tcPr marL="4233" marR="4233" marT="4233" marB="0" anchor="ctr">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2"/>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rPr>
                        <a:t>0</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rPr>
                        <a:t>2</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r>
                        <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rPr>
                        <a:t>6</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r>
                        <a:rPr lang="en-US" altLang="zh-CN" sz="1200" b="1"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rPr>
                        <a:t>6</a:t>
                      </a: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fontAlgn="t"/>
                      <a:endParaRPr lang="en-US" altLang="zh-CN" sz="1200" b="0" i="0" u="none" strike="noStrike">
                        <a:solidFill>
                          <a:srgbClr val="000000"/>
                        </a:solidFill>
                        <a:effectLst/>
                        <a:latin typeface="Calibri" panose="020F0502020204030204" pitchFamily="34" charset="0"/>
                        <a:ea typeface="等线" panose="02010600030101010101" pitchFamily="2" charset="-122"/>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marL="0" algn="ctr" defTabSz="914400" rtl="0" eaLnBrk="1" fontAlgn="t" latinLnBrk="0" hangingPunct="1"/>
                      <a:endParaRPr lang="zh-CN" altLang="en-US" sz="1200" u="none" strike="noStrike" kern="1200">
                        <a:solidFill>
                          <a:schemeClr val="dk1"/>
                        </a:solidFill>
                        <a:effectLst/>
                        <a:latin typeface="Calibri" panose="020F0502020204030204" pitchFamily="34" charset="0"/>
                        <a:ea typeface="+mn-ea"/>
                        <a:cs typeface="Calibri" panose="020F0502020204030204" pitchFamily="34" charset="0"/>
                      </a:endParaRPr>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tc>
                  <a:txBody>
                    <a:bodyPr/>
                    <a:lstStyle/>
                    <a:p>
                      <a:pPr algn="ctr"/>
                      <a:endParaRPr lang="zh-CN" altLang="en-US" sz="1200"/>
                    </a:p>
                  </a:txBody>
                  <a:tcPr marL="4233" marR="4233" marT="4233"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solidFill>
                      <a:schemeClr val="bg1"/>
                    </a:solidFill>
                  </a:tcPr>
                </a:tc>
                <a:extLst>
                  <a:ext uri="{0D108BD9-81ED-4DB2-BD59-A6C34878D82A}">
                    <a16:rowId xmlns:a16="http://schemas.microsoft.com/office/drawing/2014/main" val="2468033553"/>
                  </a:ext>
                </a:extLst>
              </a:tr>
            </a:tbl>
          </a:graphicData>
        </a:graphic>
      </p:graphicFrame>
      <p:graphicFrame>
        <p:nvGraphicFramePr>
          <p:cNvPr id="4" name="Chart 6">
            <a:extLst>
              <a:ext uri="{FF2B5EF4-FFF2-40B4-BE49-F238E27FC236}">
                <a16:creationId xmlns:a16="http://schemas.microsoft.com/office/drawing/2014/main" id="{73207099-613B-4188-B37D-91BA5B30A0AB}"/>
              </a:ext>
            </a:extLst>
          </p:cNvPr>
          <p:cNvGraphicFramePr>
            <a:graphicFrameLocks/>
          </p:cNvGraphicFramePr>
          <p:nvPr/>
        </p:nvGraphicFramePr>
        <p:xfrm>
          <a:off x="-3" y="683532"/>
          <a:ext cx="12143978" cy="4222295"/>
        </p:xfrm>
        <a:graphic>
          <a:graphicData uri="http://schemas.openxmlformats.org/drawingml/2006/chart">
            <c:chart xmlns:c="http://schemas.openxmlformats.org/drawingml/2006/chart" xmlns:r="http://schemas.openxmlformats.org/officeDocument/2006/relationships" r:id="rId6"/>
          </a:graphicData>
        </a:graphic>
      </p:graphicFrame>
      <p:sp>
        <p:nvSpPr>
          <p:cNvPr id="26" name="Rectangle 5">
            <a:extLst>
              <a:ext uri="{FF2B5EF4-FFF2-40B4-BE49-F238E27FC236}">
                <a16:creationId xmlns:a16="http://schemas.microsoft.com/office/drawing/2014/main" id="{23BE8A1C-2BB4-68DA-FA32-DD54578B0CD6}"/>
              </a:ext>
            </a:extLst>
          </p:cNvPr>
          <p:cNvSpPr/>
          <p:nvPr/>
        </p:nvSpPr>
        <p:spPr>
          <a:xfrm>
            <a:off x="9623445" y="565618"/>
            <a:ext cx="2520529" cy="459752"/>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lvl="0"/>
            <a:r>
              <a:rPr lang="en-US" sz="1200">
                <a:solidFill>
                  <a:schemeClr val="tx1"/>
                </a:solidFill>
              </a:rPr>
              <a:t>Total Screened </a:t>
            </a:r>
            <a:r>
              <a:rPr lang="en-US" altLang="zh-CN" sz="1200">
                <a:solidFill>
                  <a:schemeClr val="tx1"/>
                </a:solidFill>
              </a:rPr>
              <a:t>plan</a:t>
            </a:r>
            <a:r>
              <a:rPr lang="en-US" sz="1200">
                <a:solidFill>
                  <a:schemeClr val="tx1"/>
                </a:solidFill>
              </a:rPr>
              <a:t>= 455</a:t>
            </a:r>
          </a:p>
          <a:p>
            <a:pPr lvl="0"/>
            <a:r>
              <a:rPr lang="en-US" sz="1200">
                <a:solidFill>
                  <a:schemeClr val="tx1"/>
                </a:solidFill>
              </a:rPr>
              <a:t>Total Randomized </a:t>
            </a:r>
            <a:r>
              <a:rPr lang="en-US" altLang="zh-CN" sz="1200">
                <a:solidFill>
                  <a:schemeClr val="tx1"/>
                </a:solidFill>
              </a:rPr>
              <a:t>plan</a:t>
            </a:r>
            <a:r>
              <a:rPr lang="en-US" sz="1200">
                <a:solidFill>
                  <a:schemeClr val="tx1"/>
                </a:solidFill>
              </a:rPr>
              <a:t> = 341</a:t>
            </a:r>
            <a:endParaRPr lang="en-US" sz="1200" b="1">
              <a:solidFill>
                <a:schemeClr val="tx1"/>
              </a:solidFill>
            </a:endParaRPr>
          </a:p>
        </p:txBody>
      </p:sp>
    </p:spTree>
    <p:extLst>
      <p:ext uri="{BB962C8B-B14F-4D97-AF65-F5344CB8AC3E}">
        <p14:creationId xmlns:p14="http://schemas.microsoft.com/office/powerpoint/2010/main" val="307416273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8EDEDD-9463-D699-5951-20CDB86CECD3}"/>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AB803966-96BA-0B0A-8DB9-F5CBDFB11F1E}"/>
              </a:ext>
            </a:extLst>
          </p:cNvPr>
          <p:cNvSpPr>
            <a:spLocks noGrp="1"/>
          </p:cNvSpPr>
          <p:nvPr>
            <p:ph type="title"/>
          </p:nvPr>
        </p:nvSpPr>
        <p:spPr>
          <a:xfrm>
            <a:off x="444607" y="254816"/>
            <a:ext cx="11233151" cy="720000"/>
          </a:xfrm>
        </p:spPr>
        <p:txBody>
          <a:bodyPr/>
          <a:lstStyle/>
          <a:p>
            <a:r>
              <a:rPr lang="en-US" altLang="zh-CN" sz="2800" dirty="0" err="1">
                <a:solidFill>
                  <a:srgbClr val="08312A"/>
                </a:solidFill>
              </a:rPr>
              <a:t>Metalyse</a:t>
            </a:r>
            <a:r>
              <a:rPr lang="en-US" altLang="zh-CN" sz="2800" dirty="0">
                <a:solidFill>
                  <a:srgbClr val="08312A"/>
                </a:solidFill>
              </a:rPr>
              <a:t> Development Plan – </a:t>
            </a:r>
            <a:r>
              <a:rPr lang="en-US" altLang="zh-CN" sz="2800" dirty="0" err="1">
                <a:solidFill>
                  <a:schemeClr val="tx1"/>
                </a:solidFill>
              </a:rPr>
              <a:t>PersisTENce</a:t>
            </a:r>
            <a:endParaRPr lang="zh-CN" altLang="en-US" dirty="0">
              <a:solidFill>
                <a:schemeClr val="tx1"/>
              </a:solidFill>
            </a:endParaRPr>
          </a:p>
        </p:txBody>
      </p:sp>
      <p:sp>
        <p:nvSpPr>
          <p:cNvPr id="5" name="页脚占位符 4">
            <a:extLst>
              <a:ext uri="{FF2B5EF4-FFF2-40B4-BE49-F238E27FC236}">
                <a16:creationId xmlns:a16="http://schemas.microsoft.com/office/drawing/2014/main" id="{905338BF-090E-860B-946F-0D5C416CA439}"/>
              </a:ext>
            </a:extLst>
          </p:cNvPr>
          <p:cNvSpPr>
            <a:spLocks noGrp="1"/>
          </p:cNvSpPr>
          <p:nvPr>
            <p:ph type="ftr" sz="quarter" idx="19"/>
          </p:nvPr>
        </p:nvSpPr>
        <p:spPr bwMode="gray">
          <a:xfrm>
            <a:off x="6312024" y="6246836"/>
            <a:ext cx="5040560" cy="288000"/>
          </a:xfrm>
          <a:prstGeom prst="rect">
            <a:avLst/>
          </a:prstGeom>
        </p:spPr>
        <p:txBody>
          <a:bodyPr vert="horz" lIns="0" tIns="0" rIns="0" bIns="0" rtlCol="0" anchor="b">
            <a:noAutofit/>
          </a:bodyPr>
          <a:lstStyle>
            <a:defPPr>
              <a:defRPr lang="zh-CN"/>
            </a:defPPr>
            <a:lvl1pPr marL="0" indent="0" algn="r" defTabSz="914400" rtl="0" eaLnBrk="1" latinLnBrk="0" hangingPunct="1">
              <a:spcAft>
                <a:spcPts val="300"/>
              </a:spcAft>
              <a:defRPr sz="800" kern="1200">
                <a:solidFill>
                  <a:schemeClr val="bg2"/>
                </a:solidFill>
                <a:latin typeface="+mn-lt"/>
                <a:ea typeface="+mn-ea"/>
                <a:cs typeface="+mn-cs"/>
              </a:defRPr>
            </a:lvl1pPr>
            <a:lvl2pPr marL="0" indent="0" algn="l" defTabSz="914400" rtl="0" eaLnBrk="1" latinLnBrk="0" hangingPunct="1">
              <a:defRPr sz="800" kern="1200">
                <a:solidFill>
                  <a:schemeClr val="tx1"/>
                </a:solidFill>
                <a:latin typeface="+mn-lt"/>
                <a:ea typeface="+mn-ea"/>
                <a:cs typeface="+mn-cs"/>
              </a:defRPr>
            </a:lvl2pPr>
            <a:lvl3pPr marL="0" indent="0" algn="l" defTabSz="914400" rtl="0" eaLnBrk="1" latinLnBrk="0" hangingPunct="1">
              <a:defRPr sz="800" kern="1200">
                <a:solidFill>
                  <a:schemeClr val="tx1"/>
                </a:solidFill>
                <a:latin typeface="+mn-lt"/>
                <a:ea typeface="+mn-ea"/>
                <a:cs typeface="+mn-cs"/>
              </a:defRPr>
            </a:lvl3pPr>
            <a:lvl4pPr marL="0" indent="0" algn="l" defTabSz="914400" rtl="0" eaLnBrk="1" latinLnBrk="0" hangingPunct="1">
              <a:defRPr sz="800" kern="1200">
                <a:solidFill>
                  <a:schemeClr val="tx1"/>
                </a:solidFill>
                <a:latin typeface="+mn-lt"/>
                <a:ea typeface="+mn-ea"/>
                <a:cs typeface="+mn-cs"/>
              </a:defRPr>
            </a:lvl4pPr>
            <a:lvl5pPr marL="0" indent="0" algn="l" defTabSz="914400" rtl="0" eaLnBrk="1" latinLnBrk="0" hangingPunct="1">
              <a:defRPr sz="800" kern="1200">
                <a:solidFill>
                  <a:schemeClr val="tx1"/>
                </a:solidFill>
                <a:latin typeface="+mn-lt"/>
                <a:ea typeface="+mn-ea"/>
                <a:cs typeface="+mn-cs"/>
              </a:defRPr>
            </a:lvl5pPr>
            <a:lvl6pPr marL="0" indent="0" algn="l" defTabSz="914400" rtl="0" eaLnBrk="1" latinLnBrk="0" hangingPunct="1">
              <a:defRPr sz="800" kern="1200">
                <a:solidFill>
                  <a:schemeClr val="tx1"/>
                </a:solidFill>
                <a:latin typeface="+mn-lt"/>
                <a:ea typeface="+mn-ea"/>
                <a:cs typeface="+mn-cs"/>
              </a:defRPr>
            </a:lvl6pPr>
            <a:lvl7pPr marL="0" indent="0" algn="l" defTabSz="914400" rtl="0" eaLnBrk="1" latinLnBrk="0" hangingPunct="1">
              <a:defRPr sz="800" kern="1200">
                <a:solidFill>
                  <a:schemeClr val="tx1"/>
                </a:solidFill>
                <a:latin typeface="+mn-lt"/>
                <a:ea typeface="+mn-ea"/>
                <a:cs typeface="+mn-cs"/>
              </a:defRPr>
            </a:lvl7pPr>
            <a:lvl8pPr marL="0" indent="0" algn="l" defTabSz="914400" rtl="0" eaLnBrk="1" latinLnBrk="0" hangingPunct="1">
              <a:defRPr sz="800" kern="1200">
                <a:solidFill>
                  <a:schemeClr val="tx1"/>
                </a:solidFill>
                <a:latin typeface="+mn-lt"/>
                <a:ea typeface="+mn-ea"/>
                <a:cs typeface="+mn-cs"/>
              </a:defRPr>
            </a:lvl8pPr>
            <a:lvl9pPr marL="0" indent="0" algn="l" defTabSz="914400" rtl="0" eaLnBrk="1" latinLnBrk="0" hangingPunct="1">
              <a:defRPr sz="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300"/>
              </a:spcAft>
              <a:buClrTx/>
              <a:buSzTx/>
              <a:buFontTx/>
              <a:buNone/>
              <a:tabLst/>
              <a:defRPr/>
            </a:pPr>
            <a:r>
              <a:rPr lang="en-US" altLang="zh-CN"/>
              <a:t>TA CEC Portfolio Update|    ONLY FOR INTERNAL USE</a:t>
            </a:r>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6" name="灯片编号占位符 5">
            <a:extLst>
              <a:ext uri="{FF2B5EF4-FFF2-40B4-BE49-F238E27FC236}">
                <a16:creationId xmlns:a16="http://schemas.microsoft.com/office/drawing/2014/main" id="{7624800C-1395-1F4B-2E57-22A2B6989553}"/>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7" name="表格 6">
            <a:extLst>
              <a:ext uri="{FF2B5EF4-FFF2-40B4-BE49-F238E27FC236}">
                <a16:creationId xmlns:a16="http://schemas.microsoft.com/office/drawing/2014/main" id="{BC3FBF5C-9AF4-D409-66BB-D3A94D9A1D2C}"/>
              </a:ext>
            </a:extLst>
          </p:cNvPr>
          <p:cNvGraphicFramePr>
            <a:graphicFrameLocks noGrp="1"/>
          </p:cNvGraphicFramePr>
          <p:nvPr/>
        </p:nvGraphicFramePr>
        <p:xfrm>
          <a:off x="794041" y="1406620"/>
          <a:ext cx="10615280" cy="510540"/>
        </p:xfrm>
        <a:graphic>
          <a:graphicData uri="http://schemas.openxmlformats.org/drawingml/2006/table">
            <a:tbl>
              <a:tblPr firstRow="1" bandRow="1">
                <a:tableStyleId>{5C22544A-7EE6-4342-B048-85BDC9FD1C3A}</a:tableStyleId>
              </a:tblPr>
              <a:tblGrid>
                <a:gridCol w="530764">
                  <a:extLst>
                    <a:ext uri="{9D8B030D-6E8A-4147-A177-3AD203B41FA5}">
                      <a16:colId xmlns:a16="http://schemas.microsoft.com/office/drawing/2014/main" val="3785311854"/>
                    </a:ext>
                  </a:extLst>
                </a:gridCol>
                <a:gridCol w="530764">
                  <a:extLst>
                    <a:ext uri="{9D8B030D-6E8A-4147-A177-3AD203B41FA5}">
                      <a16:colId xmlns:a16="http://schemas.microsoft.com/office/drawing/2014/main" val="3932488537"/>
                    </a:ext>
                  </a:extLst>
                </a:gridCol>
                <a:gridCol w="530764">
                  <a:extLst>
                    <a:ext uri="{9D8B030D-6E8A-4147-A177-3AD203B41FA5}">
                      <a16:colId xmlns:a16="http://schemas.microsoft.com/office/drawing/2014/main" val="3394873220"/>
                    </a:ext>
                  </a:extLst>
                </a:gridCol>
                <a:gridCol w="530764">
                  <a:extLst>
                    <a:ext uri="{9D8B030D-6E8A-4147-A177-3AD203B41FA5}">
                      <a16:colId xmlns:a16="http://schemas.microsoft.com/office/drawing/2014/main" val="403805082"/>
                    </a:ext>
                  </a:extLst>
                </a:gridCol>
                <a:gridCol w="530764">
                  <a:extLst>
                    <a:ext uri="{9D8B030D-6E8A-4147-A177-3AD203B41FA5}">
                      <a16:colId xmlns:a16="http://schemas.microsoft.com/office/drawing/2014/main" val="1502066311"/>
                    </a:ext>
                  </a:extLst>
                </a:gridCol>
                <a:gridCol w="530764">
                  <a:extLst>
                    <a:ext uri="{9D8B030D-6E8A-4147-A177-3AD203B41FA5}">
                      <a16:colId xmlns:a16="http://schemas.microsoft.com/office/drawing/2014/main" val="1078825649"/>
                    </a:ext>
                  </a:extLst>
                </a:gridCol>
                <a:gridCol w="530764">
                  <a:extLst>
                    <a:ext uri="{9D8B030D-6E8A-4147-A177-3AD203B41FA5}">
                      <a16:colId xmlns:a16="http://schemas.microsoft.com/office/drawing/2014/main" val="307221141"/>
                    </a:ext>
                  </a:extLst>
                </a:gridCol>
                <a:gridCol w="530764">
                  <a:extLst>
                    <a:ext uri="{9D8B030D-6E8A-4147-A177-3AD203B41FA5}">
                      <a16:colId xmlns:a16="http://schemas.microsoft.com/office/drawing/2014/main" val="4263978768"/>
                    </a:ext>
                  </a:extLst>
                </a:gridCol>
                <a:gridCol w="530764">
                  <a:extLst>
                    <a:ext uri="{9D8B030D-6E8A-4147-A177-3AD203B41FA5}">
                      <a16:colId xmlns:a16="http://schemas.microsoft.com/office/drawing/2014/main" val="2415447908"/>
                    </a:ext>
                  </a:extLst>
                </a:gridCol>
                <a:gridCol w="530764">
                  <a:extLst>
                    <a:ext uri="{9D8B030D-6E8A-4147-A177-3AD203B41FA5}">
                      <a16:colId xmlns:a16="http://schemas.microsoft.com/office/drawing/2014/main" val="457411630"/>
                    </a:ext>
                  </a:extLst>
                </a:gridCol>
                <a:gridCol w="530764">
                  <a:extLst>
                    <a:ext uri="{9D8B030D-6E8A-4147-A177-3AD203B41FA5}">
                      <a16:colId xmlns:a16="http://schemas.microsoft.com/office/drawing/2014/main" val="3912468353"/>
                    </a:ext>
                  </a:extLst>
                </a:gridCol>
                <a:gridCol w="530764">
                  <a:extLst>
                    <a:ext uri="{9D8B030D-6E8A-4147-A177-3AD203B41FA5}">
                      <a16:colId xmlns:a16="http://schemas.microsoft.com/office/drawing/2014/main" val="4023208423"/>
                    </a:ext>
                  </a:extLst>
                </a:gridCol>
                <a:gridCol w="530764">
                  <a:extLst>
                    <a:ext uri="{9D8B030D-6E8A-4147-A177-3AD203B41FA5}">
                      <a16:colId xmlns:a16="http://schemas.microsoft.com/office/drawing/2014/main" val="3166337906"/>
                    </a:ext>
                  </a:extLst>
                </a:gridCol>
                <a:gridCol w="530764">
                  <a:extLst>
                    <a:ext uri="{9D8B030D-6E8A-4147-A177-3AD203B41FA5}">
                      <a16:colId xmlns:a16="http://schemas.microsoft.com/office/drawing/2014/main" val="3573938434"/>
                    </a:ext>
                  </a:extLst>
                </a:gridCol>
                <a:gridCol w="530764">
                  <a:extLst>
                    <a:ext uri="{9D8B030D-6E8A-4147-A177-3AD203B41FA5}">
                      <a16:colId xmlns:a16="http://schemas.microsoft.com/office/drawing/2014/main" val="21364384"/>
                    </a:ext>
                  </a:extLst>
                </a:gridCol>
                <a:gridCol w="530764">
                  <a:extLst>
                    <a:ext uri="{9D8B030D-6E8A-4147-A177-3AD203B41FA5}">
                      <a16:colId xmlns:a16="http://schemas.microsoft.com/office/drawing/2014/main" val="3513749545"/>
                    </a:ext>
                  </a:extLst>
                </a:gridCol>
                <a:gridCol w="530764">
                  <a:extLst>
                    <a:ext uri="{9D8B030D-6E8A-4147-A177-3AD203B41FA5}">
                      <a16:colId xmlns:a16="http://schemas.microsoft.com/office/drawing/2014/main" val="2591754953"/>
                    </a:ext>
                  </a:extLst>
                </a:gridCol>
                <a:gridCol w="530764">
                  <a:extLst>
                    <a:ext uri="{9D8B030D-6E8A-4147-A177-3AD203B41FA5}">
                      <a16:colId xmlns:a16="http://schemas.microsoft.com/office/drawing/2014/main" val="3436882205"/>
                    </a:ext>
                  </a:extLst>
                </a:gridCol>
                <a:gridCol w="530764">
                  <a:extLst>
                    <a:ext uri="{9D8B030D-6E8A-4147-A177-3AD203B41FA5}">
                      <a16:colId xmlns:a16="http://schemas.microsoft.com/office/drawing/2014/main" val="1858644724"/>
                    </a:ext>
                  </a:extLst>
                </a:gridCol>
                <a:gridCol w="530764">
                  <a:extLst>
                    <a:ext uri="{9D8B030D-6E8A-4147-A177-3AD203B41FA5}">
                      <a16:colId xmlns:a16="http://schemas.microsoft.com/office/drawing/2014/main" val="3126517440"/>
                    </a:ext>
                  </a:extLst>
                </a:gridCol>
              </a:tblGrid>
              <a:tr h="200057">
                <a:tc gridSpan="4">
                  <a:txBody>
                    <a:bodyPr/>
                    <a:lstStyle/>
                    <a:p>
                      <a:pPr algn="ctr"/>
                      <a:r>
                        <a:rPr lang="en-US" altLang="zh-CN" sz="1050"/>
                        <a:t>2025</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2026</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2027</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2028</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hMerge="1">
                  <a:txBody>
                    <a:bodyPr/>
                    <a:lstStyle/>
                    <a:p>
                      <a:endParaRPr lang="zh-CN" altLang="en-US"/>
                    </a:p>
                  </a:txBody>
                  <a:tcPr>
                    <a:solidFill>
                      <a:schemeClr val="accent2">
                        <a:lumMod val="75000"/>
                      </a:schemeClr>
                    </a:solidFill>
                  </a:tcPr>
                </a:tc>
                <a:tc gridSpan="4">
                  <a:txBody>
                    <a:bodyPr/>
                    <a:lstStyle/>
                    <a:p>
                      <a:pPr algn="ctr"/>
                      <a:r>
                        <a:rPr lang="en-US" altLang="zh-CN" sz="1050"/>
                        <a:t>2029</a:t>
                      </a: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tc hMerge="1">
                  <a:txBody>
                    <a:bodyPr/>
                    <a:lstStyle/>
                    <a:p>
                      <a:pPr algn="ctr"/>
                      <a:endParaRPr lang="zh-CN" altLang="en-US" sz="1050"/>
                    </a:p>
                  </a:txBody>
                  <a:tcPr anchor="ctr">
                    <a:solidFill>
                      <a:srgbClr val="06251F"/>
                    </a:solidFill>
                  </a:tcPr>
                </a:tc>
                <a:tc hMerge="1">
                  <a:txBody>
                    <a:bodyPr/>
                    <a:lstStyle/>
                    <a:p>
                      <a:endParaRPr lang="zh-CN" altLang="en-US"/>
                    </a:p>
                  </a:txBody>
                  <a:tcPr>
                    <a:solidFill>
                      <a:schemeClr val="accent2">
                        <a:lumMod val="75000"/>
                      </a:schemeClr>
                    </a:solidFill>
                  </a:tcPr>
                </a:tc>
                <a:extLst>
                  <a:ext uri="{0D108BD9-81ED-4DB2-BD59-A6C34878D82A}">
                    <a16:rowId xmlns:a16="http://schemas.microsoft.com/office/drawing/2014/main" val="2760742378"/>
                  </a:ext>
                </a:extLst>
              </a:tr>
              <a:tr h="200057">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tc>
                  <a:txBody>
                    <a:bodyPr/>
                    <a:lstStyle/>
                    <a:p>
                      <a:pPr algn="ctr"/>
                      <a:r>
                        <a:rPr lang="en-US" altLang="zh-CN" sz="1100"/>
                        <a:t>Q1</a:t>
                      </a:r>
                      <a:endParaRPr lang="zh-CN" altLang="en-US" sz="1100"/>
                    </a:p>
                  </a:txBody>
                  <a:tcPr anchor="ctr">
                    <a:solidFill>
                      <a:srgbClr val="00E47C"/>
                    </a:solidFill>
                  </a:tcPr>
                </a:tc>
                <a:tc>
                  <a:txBody>
                    <a:bodyPr/>
                    <a:lstStyle/>
                    <a:p>
                      <a:pPr algn="ctr"/>
                      <a:r>
                        <a:rPr lang="en-US" altLang="zh-CN" sz="1100"/>
                        <a:t>Q2</a:t>
                      </a:r>
                      <a:endParaRPr lang="zh-CN" altLang="en-US" sz="1100"/>
                    </a:p>
                  </a:txBody>
                  <a:tcPr anchor="ctr">
                    <a:solidFill>
                      <a:srgbClr val="00E47C"/>
                    </a:solidFill>
                  </a:tcPr>
                </a:tc>
                <a:tc>
                  <a:txBody>
                    <a:bodyPr/>
                    <a:lstStyle/>
                    <a:p>
                      <a:pPr algn="ctr"/>
                      <a:r>
                        <a:rPr lang="en-US" altLang="zh-CN" sz="1100"/>
                        <a:t>Q3</a:t>
                      </a:r>
                      <a:endParaRPr lang="zh-CN" altLang="en-US" sz="1100"/>
                    </a:p>
                  </a:txBody>
                  <a:tcPr anchor="ctr">
                    <a:solidFill>
                      <a:srgbClr val="00E47C"/>
                    </a:solidFill>
                  </a:tcPr>
                </a:tc>
                <a:tc>
                  <a:txBody>
                    <a:bodyPr/>
                    <a:lstStyle/>
                    <a:p>
                      <a:pPr algn="ctr"/>
                      <a:r>
                        <a:rPr lang="en-US" altLang="zh-CN" sz="1100"/>
                        <a:t>Q4</a:t>
                      </a:r>
                      <a:endParaRPr lang="zh-CN" altLang="en-US" sz="1100"/>
                    </a:p>
                  </a:txBody>
                  <a:tcPr anchor="ctr">
                    <a:solidFill>
                      <a:srgbClr val="00E47C"/>
                    </a:solidFill>
                  </a:tcPr>
                </a:tc>
                <a:extLst>
                  <a:ext uri="{0D108BD9-81ED-4DB2-BD59-A6C34878D82A}">
                    <a16:rowId xmlns:a16="http://schemas.microsoft.com/office/drawing/2014/main" val="3089569247"/>
                  </a:ext>
                </a:extLst>
              </a:tr>
            </a:tbl>
          </a:graphicData>
        </a:graphic>
      </p:graphicFrame>
      <p:sp>
        <p:nvSpPr>
          <p:cNvPr id="54" name="文本框 53">
            <a:extLst>
              <a:ext uri="{FF2B5EF4-FFF2-40B4-BE49-F238E27FC236}">
                <a16:creationId xmlns:a16="http://schemas.microsoft.com/office/drawing/2014/main" id="{C9A0E788-BB10-E039-7770-9942A880594A}"/>
              </a:ext>
            </a:extLst>
          </p:cNvPr>
          <p:cNvSpPr txBox="1"/>
          <p:nvPr/>
        </p:nvSpPr>
        <p:spPr bwMode="gray">
          <a:xfrm>
            <a:off x="1365580" y="4099570"/>
            <a:ext cx="4312735" cy="88166"/>
          </a:xfrm>
          <a:prstGeom prst="rect">
            <a:avLst/>
          </a:prstGeom>
          <a:noFill/>
        </p:spPr>
        <p:txBody>
          <a:bodyPr wrap="square" lIns="0" tIns="0" rIns="0" bIns="0" rtlCol="0">
            <a:spAutoFit/>
          </a:bodyPr>
          <a:lstStyle/>
          <a:p>
            <a:pPr marL="0" marR="0" lvl="0" indent="0" algn="l" defTabSz="914400" rtl="0" eaLnBrk="1" fontAlgn="auto" latinLnBrk="0" hangingPunct="1">
              <a:lnSpc>
                <a:spcPts val="600"/>
              </a:lnSpc>
              <a:spcBef>
                <a:spcPts val="600"/>
              </a:spcBef>
              <a:spcAft>
                <a:spcPts val="60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Inter"/>
                <a:ea typeface="+mn-ea"/>
                <a:cs typeface="+mn-cs"/>
              </a:rPr>
              <a:t>*</a:t>
            </a:r>
          </a:p>
        </p:txBody>
      </p:sp>
      <p:sp>
        <p:nvSpPr>
          <p:cNvPr id="74" name="矩形 73">
            <a:extLst>
              <a:ext uri="{FF2B5EF4-FFF2-40B4-BE49-F238E27FC236}">
                <a16:creationId xmlns:a16="http://schemas.microsoft.com/office/drawing/2014/main" id="{38EEA998-012B-B9FC-278A-8FBB6528E7F0}"/>
              </a:ext>
            </a:extLst>
          </p:cNvPr>
          <p:cNvSpPr/>
          <p:nvPr/>
        </p:nvSpPr>
        <p:spPr bwMode="gray">
          <a:xfrm>
            <a:off x="666445" y="3814786"/>
            <a:ext cx="1390965" cy="1828922"/>
          </a:xfrm>
          <a:prstGeom prst="rect">
            <a:avLst/>
          </a:prstGeom>
          <a:solidFill>
            <a:srgbClr val="E0E1F6"/>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prstClr val="black"/>
                </a:solidFill>
                <a:effectLst/>
                <a:uLnTx/>
                <a:uFillTx/>
                <a:latin typeface="Boehringer Forward Text"/>
                <a:ea typeface="+mn-ea"/>
                <a:cs typeface="+mn-cs"/>
              </a:rPr>
              <a:t>China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dirty="0">
              <a:ln>
                <a:noFill/>
              </a:ln>
              <a:solidFill>
                <a:prstClr val="black"/>
              </a:solidFill>
              <a:effectLst/>
              <a:uLnTx/>
              <a:uFillTx/>
              <a:latin typeface="Boehringer Forward Text"/>
              <a:ea typeface="+mn-ea"/>
              <a:cs typeface="+mn-cs"/>
            </a:endParaRPr>
          </a:p>
          <a:p>
            <a:pPr lvl="0" algn="ctr">
              <a:defRPr/>
            </a:pPr>
            <a:r>
              <a:rPr lang="en-US" altLang="zh-CN" sz="1050" b="1" dirty="0">
                <a:solidFill>
                  <a:schemeClr val="tx1"/>
                </a:solidFill>
                <a:latin typeface="Boehringer Forward Text"/>
              </a:rPr>
              <a:t>P</a:t>
            </a:r>
            <a:r>
              <a:rPr kumimoji="0" lang="en-US" altLang="zh-CN" sz="1050" b="1" i="0" u="none" strike="noStrike" kern="1200" cap="none" spc="0" normalizeH="0" baseline="0" noProof="0" dirty="0" err="1">
                <a:ln>
                  <a:noFill/>
                </a:ln>
                <a:solidFill>
                  <a:schemeClr val="tx1"/>
                </a:solidFill>
                <a:effectLst/>
                <a:uLnTx/>
                <a:uFillTx/>
                <a:latin typeface="Boehringer Forward Text"/>
                <a:ea typeface="+mn-ea"/>
                <a:cs typeface="+mn-cs"/>
              </a:rPr>
              <a:t>ersisTENce</a:t>
            </a:r>
            <a:endParaRPr kumimoji="0" lang="en-US" altLang="zh-CN" sz="1050" b="1" i="0" u="none" strike="noStrike" kern="1200" cap="none" spc="0" normalizeH="0" baseline="0" noProof="0" dirty="0">
              <a:ln>
                <a:noFill/>
              </a:ln>
              <a:solidFill>
                <a:schemeClr val="tx1"/>
              </a:solidFill>
              <a:effectLst/>
              <a:uLnTx/>
              <a:uFillTx/>
              <a:latin typeface="Boehringer Forward Tex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1050" i="0" u="none" strike="noStrike" kern="1200" cap="none" spc="0" normalizeH="0" baseline="0" noProof="0" dirty="0">
              <a:ln>
                <a:noFill/>
              </a:ln>
              <a:solidFill>
                <a:prstClr val="black"/>
              </a:solidFill>
              <a:effectLst/>
              <a:uLnTx/>
              <a:uFillTx/>
              <a:latin typeface="Boehringer Forward Tex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i="0" u="none" strike="noStrike" kern="1200" cap="none" spc="0" normalizeH="0" baseline="0" noProof="0" dirty="0">
                <a:ln>
                  <a:noFill/>
                </a:ln>
                <a:solidFill>
                  <a:prstClr val="black"/>
                </a:solidFill>
                <a:effectLst/>
                <a:uLnTx/>
                <a:uFillTx/>
                <a:latin typeface="Boehringer Forward Text"/>
                <a:ea typeface="+mn-ea"/>
                <a:cs typeface="+mn-cs"/>
              </a:rPr>
              <a:t>Join TENACITY as original plan and conduct a China blinding sister trial in parallel</a:t>
            </a:r>
          </a:p>
        </p:txBody>
      </p:sp>
      <p:sp>
        <p:nvSpPr>
          <p:cNvPr id="8" name="文本框 7">
            <a:extLst>
              <a:ext uri="{FF2B5EF4-FFF2-40B4-BE49-F238E27FC236}">
                <a16:creationId xmlns:a16="http://schemas.microsoft.com/office/drawing/2014/main" id="{BFFE0D0E-6FBA-D9FA-FD20-A1A644D52019}"/>
              </a:ext>
            </a:extLst>
          </p:cNvPr>
          <p:cNvSpPr txBox="1"/>
          <p:nvPr/>
        </p:nvSpPr>
        <p:spPr bwMode="gray">
          <a:xfrm>
            <a:off x="2130950" y="5702692"/>
            <a:ext cx="9653650" cy="628314"/>
          </a:xfrm>
          <a:prstGeom prst="rect">
            <a:avLst/>
          </a:prstGeom>
          <a:noFill/>
        </p:spPr>
        <p:txBody>
          <a:bodyPr wrap="square" lIns="0" tIns="0" rIns="0" bIns="0" rtlCol="0">
            <a:spAutoFit/>
          </a:bodyPr>
          <a:lstStyle/>
          <a:p>
            <a:pPr lvl="0">
              <a:lnSpc>
                <a:spcPct val="140000"/>
              </a:lnSpc>
              <a:defRPr/>
            </a:pPr>
            <a:r>
              <a:rPr kumimoji="0" lang="en-US" altLang="zh-CN" sz="1000" b="0" i="0" u="none" strike="noStrike" kern="1200" cap="none" spc="0" normalizeH="0" baseline="0" noProof="0" dirty="0">
                <a:ln>
                  <a:noFill/>
                </a:ln>
                <a:solidFill>
                  <a:prstClr val="black"/>
                </a:solidFill>
                <a:effectLst/>
                <a:uLnTx/>
                <a:uFillTx/>
                <a:latin typeface="Boehringer Forward Text"/>
                <a:ea typeface="+mn-ea"/>
                <a:cs typeface="+mn-cs"/>
              </a:rPr>
              <a:t>*Team will keep close communication with CDE during CTA review. Might need further </a:t>
            </a:r>
            <a:r>
              <a:rPr lang="en-US" altLang="zh-CN" sz="1000" dirty="0">
                <a:solidFill>
                  <a:prstClr val="black"/>
                </a:solidFill>
                <a:latin typeface="Boehringer Forward Text"/>
              </a:rPr>
              <a:t>HAI</a:t>
            </a:r>
            <a:r>
              <a:rPr kumimoji="0" lang="en-US" altLang="zh-CN" sz="1000" b="0" i="0" u="none" strike="noStrike" kern="1200" cap="none" spc="0" normalizeH="0" baseline="0" noProof="0" dirty="0">
                <a:ln>
                  <a:noFill/>
                </a:ln>
                <a:solidFill>
                  <a:prstClr val="black"/>
                </a:solidFill>
                <a:effectLst/>
                <a:uLnTx/>
                <a:uFillTx/>
                <a:latin typeface="Boehringer Forward Text"/>
                <a:ea typeface="+mn-ea"/>
                <a:cs typeface="+mn-cs"/>
              </a:rPr>
              <a:t> with CDE after CTA-a depends on CTA feedback.</a:t>
            </a:r>
          </a:p>
          <a:p>
            <a:pPr>
              <a:lnSpc>
                <a:spcPct val="140000"/>
              </a:lnSpc>
              <a:defRPr/>
            </a:pPr>
            <a:r>
              <a:rPr lang="en-US" altLang="zh-CN" sz="1000" dirty="0">
                <a:solidFill>
                  <a:prstClr val="black"/>
                </a:solidFill>
              </a:rPr>
              <a:t>**Depend on TENACITY enrollment progress and IMP preparation (final decision in April)</a:t>
            </a:r>
          </a:p>
          <a:p>
            <a:pPr lvl="0">
              <a:lnSpc>
                <a:spcPct val="140000"/>
              </a:lnSpc>
              <a:defRPr/>
            </a:pPr>
            <a:endParaRPr kumimoji="0" lang="en-US" altLang="zh-CN" sz="1000" b="0" i="0" u="none" strike="noStrike" kern="1200" cap="none" spc="0" normalizeH="0" baseline="0" noProof="0" dirty="0">
              <a:ln>
                <a:noFill/>
              </a:ln>
              <a:solidFill>
                <a:prstClr val="black"/>
              </a:solidFill>
              <a:effectLst/>
              <a:uLnTx/>
              <a:uFillTx/>
              <a:latin typeface="Boehringer Forward Text"/>
              <a:ea typeface="+mn-ea"/>
              <a:cs typeface="+mn-cs"/>
            </a:endParaRPr>
          </a:p>
        </p:txBody>
      </p:sp>
      <p:sp>
        <p:nvSpPr>
          <p:cNvPr id="70" name="OTLSHAPE_T_e17f3958430f4cff8650518c93c7635e_Shape">
            <a:extLst>
              <a:ext uri="{FF2B5EF4-FFF2-40B4-BE49-F238E27FC236}">
                <a16:creationId xmlns:a16="http://schemas.microsoft.com/office/drawing/2014/main" id="{F670A777-D3BE-7C1F-AB95-A08FB3D6E7DE}"/>
              </a:ext>
            </a:extLst>
          </p:cNvPr>
          <p:cNvSpPr/>
          <p:nvPr>
            <p:custDataLst>
              <p:tags r:id="rId1"/>
            </p:custDataLst>
          </p:nvPr>
        </p:nvSpPr>
        <p:spPr bwMode="auto">
          <a:xfrm>
            <a:off x="3690435" y="4378668"/>
            <a:ext cx="538372" cy="255411"/>
          </a:xfrm>
          <a:prstGeom prst="roundRect">
            <a:avLst/>
          </a:prstGeom>
          <a:solidFill>
            <a:srgbClr val="076D7E">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5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CTA Review</a:t>
            </a:r>
            <a:endParaRPr kumimoji="0" lang="zh-CN" altLang="en-US" sz="5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76" name="OTLSHAPE_T_e17f3958430f4cff8650518c93c7635e_Shape">
            <a:extLst>
              <a:ext uri="{FF2B5EF4-FFF2-40B4-BE49-F238E27FC236}">
                <a16:creationId xmlns:a16="http://schemas.microsoft.com/office/drawing/2014/main" id="{2D9EE950-03A7-A7B6-6629-B806A5B5C813}"/>
              </a:ext>
            </a:extLst>
          </p:cNvPr>
          <p:cNvSpPr/>
          <p:nvPr>
            <p:custDataLst>
              <p:tags r:id="rId2"/>
            </p:custDataLst>
          </p:nvPr>
        </p:nvSpPr>
        <p:spPr bwMode="auto">
          <a:xfrm>
            <a:off x="3068518" y="4392933"/>
            <a:ext cx="607208" cy="247924"/>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ts val="600"/>
              </a:lnSpc>
              <a:spcBef>
                <a:spcPct val="0"/>
              </a:spcBef>
              <a:spcAft>
                <a:spcPct val="0"/>
              </a:spcAft>
              <a:buClrTx/>
              <a:buSzTx/>
              <a:buFontTx/>
              <a:buNone/>
              <a:tabLst/>
              <a:defRPr/>
            </a:pPr>
            <a:r>
              <a:rPr kumimoji="0" lang="en-US" altLang="zh-CN" sz="600" b="0" i="0" u="none" strike="noStrike" kern="1200" cap="none" spc="0" normalizeH="0" baseline="0" noProof="0">
                <a:ln>
                  <a:noFill/>
                </a:ln>
                <a:solidFill>
                  <a:prstClr val="black"/>
                </a:solidFill>
                <a:effectLst/>
                <a:uLnTx/>
                <a:uFillTx/>
                <a:latin typeface="Boehringer Forward Text"/>
                <a:ea typeface="+mn-ea"/>
                <a:cs typeface="+mn-cs"/>
              </a:rPr>
              <a:t>Placebo IMPD Prep**</a:t>
            </a:r>
            <a:endParaRPr kumimoji="0" lang="zh-CN" altLang="en-US" sz="5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99" name="OTLSHAPE_T_5a934a26f311425e8ebaa0f45e6533ad_Shape">
            <a:extLst>
              <a:ext uri="{FF2B5EF4-FFF2-40B4-BE49-F238E27FC236}">
                <a16:creationId xmlns:a16="http://schemas.microsoft.com/office/drawing/2014/main" id="{1E9714C5-89C6-ED8E-B9CA-E6DC1C5392D8}"/>
              </a:ext>
            </a:extLst>
          </p:cNvPr>
          <p:cNvSpPr/>
          <p:nvPr>
            <p:custDataLst>
              <p:tags r:id="rId3"/>
            </p:custDataLst>
          </p:nvPr>
        </p:nvSpPr>
        <p:spPr bwMode="auto">
          <a:xfrm>
            <a:off x="4375034" y="4681909"/>
            <a:ext cx="492611" cy="243161"/>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ts val="700"/>
              </a:lnSpc>
              <a:spcBef>
                <a:spcPts val="0"/>
              </a:spcBef>
              <a:spcAft>
                <a:spcPts val="0"/>
              </a:spcAft>
              <a:buClrTx/>
              <a:buSzTx/>
              <a:buFontTx/>
              <a:buNone/>
              <a:tabLst/>
              <a:defRPr/>
            </a:pPr>
            <a:r>
              <a:rPr kumimoji="0" lang="en-US" altLang="zh-CN" sz="5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EC -approval</a:t>
            </a:r>
          </a:p>
        </p:txBody>
      </p:sp>
      <p:sp>
        <p:nvSpPr>
          <p:cNvPr id="102" name="Rectangle 77">
            <a:extLst>
              <a:ext uri="{FF2B5EF4-FFF2-40B4-BE49-F238E27FC236}">
                <a16:creationId xmlns:a16="http://schemas.microsoft.com/office/drawing/2014/main" id="{727B159D-81AC-895E-B6E6-13EC55FD5E00}"/>
              </a:ext>
            </a:extLst>
          </p:cNvPr>
          <p:cNvSpPr/>
          <p:nvPr/>
        </p:nvSpPr>
        <p:spPr>
          <a:xfrm>
            <a:off x="3325474" y="4807208"/>
            <a:ext cx="717865" cy="307777"/>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dirty="0">
                <a:ln>
                  <a:noFill/>
                </a:ln>
                <a:solidFill>
                  <a:srgbClr val="44546A"/>
                </a:solidFill>
                <a:effectLst/>
                <a:uLnTx/>
                <a:uFillTx/>
                <a:latin typeface="Boehringer Forward Text"/>
                <a:ea typeface="等线" panose="02010600030101010101" pitchFamily="2" charset="-122"/>
                <a:cs typeface="Calibri" panose="020F0502020204030204" pitchFamily="34" charset="0"/>
              </a:rPr>
              <a:t>CTA-s</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dirty="0">
                <a:solidFill>
                  <a:srgbClr val="44546A"/>
                </a:solidFill>
                <a:latin typeface="Boehringer Forward Text"/>
                <a:ea typeface="等线" panose="02010600030101010101" pitchFamily="2" charset="-122"/>
                <a:cs typeface="Calibri" panose="020F0502020204030204" pitchFamily="34" charset="0"/>
              </a:rPr>
              <a:t>30 Apr</a:t>
            </a:r>
            <a:r>
              <a:rPr kumimoji="0" lang="en-US" altLang="zh-CN" sz="700" b="1" i="0" u="none" strike="noStrike" kern="1200" cap="none" spc="0" normalizeH="0" baseline="0" noProof="0" dirty="0">
                <a:ln>
                  <a:noFill/>
                </a:ln>
                <a:solidFill>
                  <a:srgbClr val="44546A"/>
                </a:solidFill>
                <a:effectLst/>
                <a:uLnTx/>
                <a:uFillTx/>
                <a:latin typeface="Boehringer Forward Text"/>
                <a:ea typeface="等线" panose="02010600030101010101" pitchFamily="2" charset="-122"/>
                <a:cs typeface="Calibri" panose="020F0502020204030204" pitchFamily="34" charset="0"/>
              </a:rPr>
              <a:t> 2026</a:t>
            </a:r>
          </a:p>
        </p:txBody>
      </p:sp>
      <p:sp>
        <p:nvSpPr>
          <p:cNvPr id="107" name="Star: 4 Points 143">
            <a:extLst>
              <a:ext uri="{FF2B5EF4-FFF2-40B4-BE49-F238E27FC236}">
                <a16:creationId xmlns:a16="http://schemas.microsoft.com/office/drawing/2014/main" id="{B01AC54F-029A-852F-6A88-EE8D0A604B39}"/>
              </a:ext>
            </a:extLst>
          </p:cNvPr>
          <p:cNvSpPr/>
          <p:nvPr/>
        </p:nvSpPr>
        <p:spPr bwMode="auto">
          <a:xfrm>
            <a:off x="3632341" y="4661362"/>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09" name="Star: 4 Points 143">
            <a:extLst>
              <a:ext uri="{FF2B5EF4-FFF2-40B4-BE49-F238E27FC236}">
                <a16:creationId xmlns:a16="http://schemas.microsoft.com/office/drawing/2014/main" id="{148FFED5-518F-B906-18A5-E8813FACA3B8}"/>
              </a:ext>
            </a:extLst>
          </p:cNvPr>
          <p:cNvSpPr/>
          <p:nvPr/>
        </p:nvSpPr>
        <p:spPr bwMode="auto">
          <a:xfrm>
            <a:off x="4180437" y="4661932"/>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14" name="Rectangle 77">
            <a:extLst>
              <a:ext uri="{FF2B5EF4-FFF2-40B4-BE49-F238E27FC236}">
                <a16:creationId xmlns:a16="http://schemas.microsoft.com/office/drawing/2014/main" id="{CA52A3A4-A3E1-F631-E1B7-543677768BD1}"/>
              </a:ext>
            </a:extLst>
          </p:cNvPr>
          <p:cNvSpPr/>
          <p:nvPr/>
        </p:nvSpPr>
        <p:spPr>
          <a:xfrm>
            <a:off x="3860709" y="4794067"/>
            <a:ext cx="626660" cy="307777"/>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CTA-a*</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panose="02010600030101010101" pitchFamily="2" charset="-122"/>
                <a:cs typeface="Calibri" panose="020F0502020204030204" pitchFamily="34" charset="0"/>
              </a:rPr>
              <a:t>Aug</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2026</a:t>
            </a:r>
          </a:p>
        </p:txBody>
      </p:sp>
      <p:sp>
        <p:nvSpPr>
          <p:cNvPr id="120" name="OTLSHAPE_T_e17f3958430f4cff8650518c93c7635e_Shape">
            <a:extLst>
              <a:ext uri="{FF2B5EF4-FFF2-40B4-BE49-F238E27FC236}">
                <a16:creationId xmlns:a16="http://schemas.microsoft.com/office/drawing/2014/main" id="{4C1192C3-1EE1-CA85-FBF1-813582DF22E0}"/>
              </a:ext>
            </a:extLst>
          </p:cNvPr>
          <p:cNvSpPr/>
          <p:nvPr>
            <p:custDataLst>
              <p:tags r:id="rId4"/>
            </p:custDataLst>
          </p:nvPr>
        </p:nvSpPr>
        <p:spPr bwMode="auto">
          <a:xfrm>
            <a:off x="5221976" y="4362971"/>
            <a:ext cx="1551199" cy="262835"/>
          </a:xfrm>
          <a:prstGeom prst="roundRect">
            <a:avLst/>
          </a:prstGeom>
          <a:solidFill>
            <a:srgbClr val="076D7E">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rPr>
              <a:t> N=200 (9 M)</a:t>
            </a:r>
          </a:p>
        </p:txBody>
      </p:sp>
      <p:sp>
        <p:nvSpPr>
          <p:cNvPr id="122" name="Rectangle 77">
            <a:extLst>
              <a:ext uri="{FF2B5EF4-FFF2-40B4-BE49-F238E27FC236}">
                <a16:creationId xmlns:a16="http://schemas.microsoft.com/office/drawing/2014/main" id="{EC71293B-94A7-E820-3FFE-BF93EF6217DE}"/>
              </a:ext>
            </a:extLst>
          </p:cNvPr>
          <p:cNvSpPr/>
          <p:nvPr/>
        </p:nvSpPr>
        <p:spPr>
          <a:xfrm>
            <a:off x="4954252" y="4827572"/>
            <a:ext cx="626660" cy="307777"/>
          </a:xfrm>
          <a:prstGeom prst="rect">
            <a:avLst/>
          </a:prstGeom>
        </p:spPr>
        <p:txBody>
          <a:bodyPr wrap="squar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SIV**</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a:cs typeface="Calibri"/>
              </a:rPr>
              <a:t>Jan</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 2027</a:t>
            </a:r>
            <a:endParaRPr lang="en-US" altLang="zh-CN" sz="700" b="1" i="0" u="none" strike="noStrike" kern="1200" cap="none" spc="0" normalizeH="0" baseline="0" noProof="0">
              <a:ln>
                <a:noFill/>
              </a:ln>
              <a:solidFill>
                <a:srgbClr val="44546A"/>
              </a:solidFill>
              <a:effectLst/>
              <a:uLnTx/>
              <a:uFillTx/>
              <a:latin typeface="Boehringer Forward Text"/>
              <a:ea typeface="等线"/>
              <a:cs typeface="Calibri"/>
            </a:endParaRPr>
          </a:p>
        </p:txBody>
      </p:sp>
      <p:sp>
        <p:nvSpPr>
          <p:cNvPr id="123" name="OTLSHAPE_T_5a934a26f311425e8ebaa0f45e6533ad_Shape">
            <a:extLst>
              <a:ext uri="{FF2B5EF4-FFF2-40B4-BE49-F238E27FC236}">
                <a16:creationId xmlns:a16="http://schemas.microsoft.com/office/drawing/2014/main" id="{C25D0FEB-6BD0-6004-AEC7-7F02C28A1807}"/>
              </a:ext>
            </a:extLst>
          </p:cNvPr>
          <p:cNvSpPr/>
          <p:nvPr>
            <p:custDataLst>
              <p:tags r:id="rId5"/>
            </p:custDataLst>
          </p:nvPr>
        </p:nvSpPr>
        <p:spPr bwMode="auto">
          <a:xfrm>
            <a:off x="6785253" y="4371481"/>
            <a:ext cx="589870" cy="262154"/>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124" name="OTLSHAPE_T_5a934a26f311425e8ebaa0f45e6533ad_Shape">
            <a:extLst>
              <a:ext uri="{FF2B5EF4-FFF2-40B4-BE49-F238E27FC236}">
                <a16:creationId xmlns:a16="http://schemas.microsoft.com/office/drawing/2014/main" id="{DA33D9A1-D7B4-84D5-169B-68E3DDC47DCE}"/>
              </a:ext>
            </a:extLst>
          </p:cNvPr>
          <p:cNvSpPr/>
          <p:nvPr>
            <p:custDataLst>
              <p:tags r:id="rId6"/>
            </p:custDataLst>
          </p:nvPr>
        </p:nvSpPr>
        <p:spPr bwMode="auto">
          <a:xfrm>
            <a:off x="7385758" y="4355046"/>
            <a:ext cx="542782" cy="288363"/>
          </a:xfrm>
          <a:prstGeom prst="roundRect">
            <a:avLst/>
          </a:prstGeom>
          <a:solidFill>
            <a:schemeClr val="accent6">
              <a:lumMod val="60000"/>
              <a:lumOff val="4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125" name="Rectangle 55">
            <a:extLst>
              <a:ext uri="{FF2B5EF4-FFF2-40B4-BE49-F238E27FC236}">
                <a16:creationId xmlns:a16="http://schemas.microsoft.com/office/drawing/2014/main" id="{D944339C-D3D7-B76E-9F00-A30F51C91955}"/>
              </a:ext>
            </a:extLst>
          </p:cNvPr>
          <p:cNvSpPr/>
          <p:nvPr/>
        </p:nvSpPr>
        <p:spPr>
          <a:xfrm>
            <a:off x="8057417" y="4698021"/>
            <a:ext cx="590225" cy="307777"/>
          </a:xfrm>
          <a:prstGeom prst="rect">
            <a:avLst/>
          </a:prstGeom>
        </p:spPr>
        <p:txBody>
          <a:bodyPr wrap="non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NDA sub.</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a:cs typeface="Calibri"/>
              </a:rPr>
              <a:t>Jun</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 2028</a:t>
            </a:r>
            <a:endParaRPr kumimoji="0" lang="zh-CN" altLang="en-US" sz="700" b="1" i="0" u="none" strike="noStrike" kern="1200" cap="none" spc="0" normalizeH="0" baseline="0" noProof="0">
              <a:ln>
                <a:noFill/>
              </a:ln>
              <a:solidFill>
                <a:srgbClr val="44546A"/>
              </a:solidFill>
              <a:effectLst/>
              <a:uLnTx/>
              <a:uFillTx/>
              <a:latin typeface="Boehringer Forward Text"/>
              <a:ea typeface="等线"/>
              <a:cs typeface="Calibri"/>
            </a:endParaRPr>
          </a:p>
        </p:txBody>
      </p:sp>
      <p:sp>
        <p:nvSpPr>
          <p:cNvPr id="126" name="五角星 55">
            <a:extLst>
              <a:ext uri="{FF2B5EF4-FFF2-40B4-BE49-F238E27FC236}">
                <a16:creationId xmlns:a16="http://schemas.microsoft.com/office/drawing/2014/main" id="{C0BA1184-446B-91BA-0612-A9480053CB01}"/>
              </a:ext>
            </a:extLst>
          </p:cNvPr>
          <p:cNvSpPr>
            <a:spLocks/>
          </p:cNvSpPr>
          <p:nvPr/>
        </p:nvSpPr>
        <p:spPr bwMode="auto">
          <a:xfrm>
            <a:off x="8274705" y="4484406"/>
            <a:ext cx="144001" cy="144000"/>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377" rtl="0" eaLnBrk="0" fontAlgn="auto" latinLnBrk="0" hangingPunct="0">
              <a:lnSpc>
                <a:spcPct val="100000"/>
              </a:lnSpc>
              <a:spcBef>
                <a:spcPts val="0"/>
              </a:spcBef>
              <a:spcAft>
                <a:spcPts val="0"/>
              </a:spcAft>
              <a:buClrTx/>
              <a:buSzTx/>
              <a:buFontTx/>
              <a:buNone/>
              <a:tabLst/>
              <a:defRPr/>
            </a:pPr>
            <a:endParaRPr kumimoji="0" lang="zh-CN" altLang="en-US" sz="1067" b="0" i="0" u="none" strike="noStrike" kern="1200" cap="none" spc="0" normalizeH="0" baseline="0" noProof="0">
              <a:ln>
                <a:noFill/>
              </a:ln>
              <a:solidFill>
                <a:srgbClr val="FF0000"/>
              </a:solidFill>
              <a:effectLst/>
              <a:uLnTx/>
              <a:uFillTx/>
              <a:latin typeface="Boehringer Forward Text"/>
              <a:ea typeface="等线" panose="02010600030101010101" pitchFamily="2" charset="-122"/>
              <a:cs typeface="+mn-cs"/>
            </a:endParaRPr>
          </a:p>
        </p:txBody>
      </p:sp>
      <p:sp>
        <p:nvSpPr>
          <p:cNvPr id="127" name="Rectangle 55">
            <a:extLst>
              <a:ext uri="{FF2B5EF4-FFF2-40B4-BE49-F238E27FC236}">
                <a16:creationId xmlns:a16="http://schemas.microsoft.com/office/drawing/2014/main" id="{8D098824-B2BB-DDB7-B796-91AEA1088B7D}"/>
              </a:ext>
            </a:extLst>
          </p:cNvPr>
          <p:cNvSpPr/>
          <p:nvPr/>
        </p:nvSpPr>
        <p:spPr>
          <a:xfrm>
            <a:off x="9981670" y="4713429"/>
            <a:ext cx="593431" cy="307777"/>
          </a:xfrm>
          <a:prstGeom prst="rect">
            <a:avLst/>
          </a:prstGeom>
        </p:spPr>
        <p:txBody>
          <a:bodyPr wrap="non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NDA app.</a:t>
            </a:r>
          </a:p>
          <a:p>
            <a:pPr algn="ctr" defTabSz="1219108">
              <a:defRPr/>
            </a:pPr>
            <a:r>
              <a:rPr lang="en-US" altLang="zh-CN" sz="700" b="1">
                <a:solidFill>
                  <a:srgbClr val="44546A"/>
                </a:solidFill>
                <a:latin typeface="Boehringer Forward Text"/>
                <a:ea typeface="等线"/>
                <a:cs typeface="Calibri"/>
              </a:rPr>
              <a:t>Jun </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2029</a:t>
            </a:r>
            <a:endParaRPr lang="zh-CN" altLang="en-US" sz="700" b="1" i="0" u="none" strike="noStrike" kern="1200" cap="none" spc="0" normalizeH="0" baseline="0" noProof="0">
              <a:ln>
                <a:noFill/>
              </a:ln>
              <a:solidFill>
                <a:srgbClr val="44546A"/>
              </a:solidFill>
              <a:effectLst/>
              <a:uLnTx/>
              <a:uFillTx/>
              <a:latin typeface="Boehringer Forward Text"/>
              <a:ea typeface="等线"/>
              <a:cs typeface="Calibri"/>
            </a:endParaRPr>
          </a:p>
        </p:txBody>
      </p:sp>
      <p:pic>
        <p:nvPicPr>
          <p:cNvPr id="128" name="Graphic 317" descr="Flag with solid fill">
            <a:extLst>
              <a:ext uri="{FF2B5EF4-FFF2-40B4-BE49-F238E27FC236}">
                <a16:creationId xmlns:a16="http://schemas.microsoft.com/office/drawing/2014/main" id="{A3926ED6-950A-1A20-4A90-62B2332440AE}"/>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10238632" y="4484317"/>
            <a:ext cx="210312" cy="210312"/>
          </a:xfrm>
          <a:prstGeom prst="rect">
            <a:avLst/>
          </a:prstGeom>
        </p:spPr>
      </p:pic>
      <p:sp>
        <p:nvSpPr>
          <p:cNvPr id="129" name="Star: 4 Points 143">
            <a:extLst>
              <a:ext uri="{FF2B5EF4-FFF2-40B4-BE49-F238E27FC236}">
                <a16:creationId xmlns:a16="http://schemas.microsoft.com/office/drawing/2014/main" id="{466E8D29-6BFD-F2BB-E4F0-7A524C6D49D3}"/>
              </a:ext>
            </a:extLst>
          </p:cNvPr>
          <p:cNvSpPr/>
          <p:nvPr/>
        </p:nvSpPr>
        <p:spPr bwMode="auto">
          <a:xfrm>
            <a:off x="5207109" y="4653150"/>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30" name="Star: 4 Points 143">
            <a:extLst>
              <a:ext uri="{FF2B5EF4-FFF2-40B4-BE49-F238E27FC236}">
                <a16:creationId xmlns:a16="http://schemas.microsoft.com/office/drawing/2014/main" id="{64AA7981-7525-4496-DCF1-737EE9FD60CA}"/>
              </a:ext>
            </a:extLst>
          </p:cNvPr>
          <p:cNvSpPr/>
          <p:nvPr/>
        </p:nvSpPr>
        <p:spPr bwMode="auto">
          <a:xfrm>
            <a:off x="6716490" y="4646800"/>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31" name="Star: 4 Points 143">
            <a:extLst>
              <a:ext uri="{FF2B5EF4-FFF2-40B4-BE49-F238E27FC236}">
                <a16:creationId xmlns:a16="http://schemas.microsoft.com/office/drawing/2014/main" id="{F973FDF3-6787-2C4B-B500-88E80BB7B3AE}"/>
              </a:ext>
            </a:extLst>
          </p:cNvPr>
          <p:cNvSpPr/>
          <p:nvPr/>
        </p:nvSpPr>
        <p:spPr bwMode="auto">
          <a:xfrm>
            <a:off x="7324847" y="4661167"/>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32" name="Star: 4 Points 143">
            <a:extLst>
              <a:ext uri="{FF2B5EF4-FFF2-40B4-BE49-F238E27FC236}">
                <a16:creationId xmlns:a16="http://schemas.microsoft.com/office/drawing/2014/main" id="{D11D7451-0831-CF85-88E8-929D3DF8D6D7}"/>
              </a:ext>
            </a:extLst>
          </p:cNvPr>
          <p:cNvSpPr/>
          <p:nvPr/>
        </p:nvSpPr>
        <p:spPr bwMode="auto">
          <a:xfrm>
            <a:off x="7829332" y="4670882"/>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33" name="Rectangle 73">
            <a:extLst>
              <a:ext uri="{FF2B5EF4-FFF2-40B4-BE49-F238E27FC236}">
                <a16:creationId xmlns:a16="http://schemas.microsoft.com/office/drawing/2014/main" id="{A4D44C9F-11C3-F01E-7A75-C8D84F34E4C7}"/>
              </a:ext>
            </a:extLst>
          </p:cNvPr>
          <p:cNvSpPr/>
          <p:nvPr/>
        </p:nvSpPr>
        <p:spPr>
          <a:xfrm>
            <a:off x="6468445" y="4814029"/>
            <a:ext cx="609462" cy="307777"/>
          </a:xfrm>
          <a:prstGeom prst="rect">
            <a:avLst/>
          </a:prstGeom>
        </p:spPr>
        <p:txBody>
          <a:bodyPr wrap="non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LPI</a:t>
            </a:r>
          </a:p>
          <a:p>
            <a:pPr algn="ctr" defTabSz="1219108">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 </a:t>
            </a:r>
            <a:r>
              <a:rPr lang="en-US" altLang="zh-CN" sz="700" b="1">
                <a:solidFill>
                  <a:srgbClr val="44546A"/>
                </a:solidFill>
                <a:latin typeface="Boehringer Forward Text"/>
                <a:ea typeface="等线"/>
                <a:cs typeface="Calibri"/>
              </a:rPr>
              <a:t>Oct </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2027</a:t>
            </a:r>
            <a:endParaRPr kumimoji="0" lang="zh-CN" altLang="en-US" sz="700" b="1" i="0" u="none" strike="noStrike" kern="1200" cap="none" spc="0" normalizeH="0" baseline="0" noProof="0">
              <a:ln>
                <a:noFill/>
              </a:ln>
              <a:solidFill>
                <a:srgbClr val="44546A"/>
              </a:solidFill>
              <a:effectLst/>
              <a:uLnTx/>
              <a:uFillTx/>
              <a:latin typeface="Boehringer Forward Text"/>
              <a:ea typeface="等线"/>
              <a:cs typeface="Calibri"/>
            </a:endParaRPr>
          </a:p>
        </p:txBody>
      </p:sp>
      <p:sp>
        <p:nvSpPr>
          <p:cNvPr id="134" name="文本框 133">
            <a:extLst>
              <a:ext uri="{FF2B5EF4-FFF2-40B4-BE49-F238E27FC236}">
                <a16:creationId xmlns:a16="http://schemas.microsoft.com/office/drawing/2014/main" id="{747B065D-79EE-47FC-8D69-4BD34F61B215}"/>
              </a:ext>
            </a:extLst>
          </p:cNvPr>
          <p:cNvSpPr txBox="1"/>
          <p:nvPr/>
        </p:nvSpPr>
        <p:spPr bwMode="gray">
          <a:xfrm>
            <a:off x="7067032" y="4804147"/>
            <a:ext cx="645536" cy="307777"/>
          </a:xfrm>
          <a:prstGeom prst="rect">
            <a:avLst/>
          </a:prstGeom>
          <a:noFill/>
        </p:spPr>
        <p:txBody>
          <a:bodyPr wrap="squar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DBL</a:t>
            </a:r>
          </a:p>
          <a:p>
            <a:pPr algn="ctr" defTabSz="1219108">
              <a:defRPr/>
            </a:pPr>
            <a:r>
              <a:rPr lang="en-US" altLang="zh-CN" sz="700" b="1">
                <a:solidFill>
                  <a:srgbClr val="44546A"/>
                </a:solidFill>
                <a:latin typeface="Boehringer Forward Text"/>
                <a:ea typeface="等线"/>
                <a:cs typeface="Calibri"/>
              </a:rPr>
              <a:t> Feb</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 2028</a:t>
            </a:r>
            <a:endParaRPr lang="en-US" altLang="zh-CN" sz="700" b="1" i="0" u="none" strike="noStrike" kern="1200" cap="none" spc="0" normalizeH="0" baseline="0" noProof="0">
              <a:ln>
                <a:noFill/>
              </a:ln>
              <a:solidFill>
                <a:srgbClr val="44546A"/>
              </a:solidFill>
              <a:effectLst/>
              <a:uLnTx/>
              <a:uFillTx/>
              <a:latin typeface="Boehringer Forward Text"/>
              <a:ea typeface="等线"/>
              <a:cs typeface="Calibri"/>
            </a:endParaRPr>
          </a:p>
        </p:txBody>
      </p:sp>
      <p:sp>
        <p:nvSpPr>
          <p:cNvPr id="135" name="Rectangle 55">
            <a:extLst>
              <a:ext uri="{FF2B5EF4-FFF2-40B4-BE49-F238E27FC236}">
                <a16:creationId xmlns:a16="http://schemas.microsoft.com/office/drawing/2014/main" id="{3F9F3C69-C41F-D7A2-73B7-F09C512209B1}"/>
              </a:ext>
            </a:extLst>
          </p:cNvPr>
          <p:cNvSpPr/>
          <p:nvPr/>
        </p:nvSpPr>
        <p:spPr>
          <a:xfrm>
            <a:off x="7549754" y="4820198"/>
            <a:ext cx="604653" cy="307777"/>
          </a:xfrm>
          <a:prstGeom prst="rect">
            <a:avLst/>
          </a:prstGeom>
        </p:spPr>
        <p:txBody>
          <a:bodyPr wrap="none" lIns="91440" tIns="45720" rIns="91440" bIns="45720" anchor="t">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CSR</a:t>
            </a:r>
          </a:p>
          <a:p>
            <a:pPr algn="ctr" defTabSz="1219108">
              <a:defRPr/>
            </a:pPr>
            <a:r>
              <a:rPr lang="en-US" altLang="zh-CN" sz="700" b="1">
                <a:solidFill>
                  <a:srgbClr val="44546A"/>
                </a:solidFill>
                <a:latin typeface="Boehringer Forward Text"/>
                <a:ea typeface="等线"/>
                <a:cs typeface="Calibri"/>
              </a:rPr>
              <a:t>Apr </a:t>
            </a:r>
            <a:r>
              <a:rPr kumimoji="0" lang="en-US" altLang="zh-CN" sz="700" b="1" i="0" u="none" strike="noStrike" kern="1200" cap="none" spc="0" normalizeH="0" baseline="0" noProof="0">
                <a:ln>
                  <a:noFill/>
                </a:ln>
                <a:solidFill>
                  <a:srgbClr val="44546A"/>
                </a:solidFill>
                <a:effectLst/>
                <a:uLnTx/>
                <a:uFillTx/>
                <a:latin typeface="Boehringer Forward Text"/>
                <a:ea typeface="等线"/>
                <a:cs typeface="Calibri"/>
              </a:rPr>
              <a:t> 2028</a:t>
            </a:r>
            <a:endParaRPr kumimoji="0" lang="zh-CN" altLang="en-US" sz="700" b="1" i="0" u="none" strike="noStrike" kern="1200" cap="none" spc="0" normalizeH="0" baseline="0" noProof="0">
              <a:ln>
                <a:noFill/>
              </a:ln>
              <a:solidFill>
                <a:srgbClr val="44546A"/>
              </a:solidFill>
              <a:effectLst/>
              <a:uLnTx/>
              <a:uFillTx/>
              <a:latin typeface="Boehringer Forward Text"/>
              <a:ea typeface="等线"/>
              <a:cs typeface="Calibri"/>
            </a:endParaRPr>
          </a:p>
        </p:txBody>
      </p:sp>
      <p:cxnSp>
        <p:nvCxnSpPr>
          <p:cNvPr id="41" name="直接连接符 40">
            <a:extLst>
              <a:ext uri="{FF2B5EF4-FFF2-40B4-BE49-F238E27FC236}">
                <a16:creationId xmlns:a16="http://schemas.microsoft.com/office/drawing/2014/main" id="{6441AE0C-BF64-425F-20E6-B26FA6729651}"/>
              </a:ext>
            </a:extLst>
          </p:cNvPr>
          <p:cNvCxnSpPr>
            <a:cxnSpLocks/>
          </p:cNvCxnSpPr>
          <p:nvPr/>
        </p:nvCxnSpPr>
        <p:spPr bwMode="gray">
          <a:xfrm>
            <a:off x="705469" y="3454257"/>
            <a:ext cx="11124706" cy="53615"/>
          </a:xfrm>
          <a:prstGeom prst="line">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45" name="矩形 44">
            <a:extLst>
              <a:ext uri="{FF2B5EF4-FFF2-40B4-BE49-F238E27FC236}">
                <a16:creationId xmlns:a16="http://schemas.microsoft.com/office/drawing/2014/main" id="{74B21C49-D7E2-A995-8AB0-C9374244ACC2}"/>
              </a:ext>
            </a:extLst>
          </p:cNvPr>
          <p:cNvSpPr/>
          <p:nvPr/>
        </p:nvSpPr>
        <p:spPr bwMode="gray">
          <a:xfrm>
            <a:off x="666446" y="2203585"/>
            <a:ext cx="1378788" cy="1141213"/>
          </a:xfrm>
          <a:prstGeom prst="rect">
            <a:avLst/>
          </a:prstGeom>
          <a:solidFill>
            <a:schemeClr val="bg1">
              <a:lumMod val="9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rPr>
              <a:t>Global</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1200" cap="none" spc="0" normalizeH="0" baseline="0" noProof="0">
              <a:ln>
                <a:noFill/>
              </a:ln>
              <a:solidFill>
                <a:prstClr val="black"/>
              </a:solidFill>
              <a:effectLst/>
              <a:uLnTx/>
              <a:uFillTx/>
              <a:latin typeface="Boehringer Forward Tex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a:ln>
                  <a:noFill/>
                </a:ln>
                <a:solidFill>
                  <a:prstClr val="black"/>
                </a:solidFill>
                <a:effectLst/>
                <a:uLnTx/>
                <a:uFillTx/>
                <a:latin typeface="Boehringer Forward Text"/>
                <a:ea typeface="+mn-ea"/>
                <a:cs typeface="+mn-cs"/>
              </a:rPr>
              <a:t>TENACITY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prstClr val="black"/>
              </a:solidFill>
              <a:effectLst/>
              <a:uLnTx/>
              <a:uFillTx/>
              <a:latin typeface="Boehringer Forward Tex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Boehringer Forward Text"/>
                <a:ea typeface="+mn-ea"/>
                <a:cs typeface="+mn-cs"/>
              </a:rPr>
              <a:t>(accelerated timeline)</a:t>
            </a:r>
            <a:endParaRPr kumimoji="0" lang="zh-CN" altLang="en-US" sz="10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6" name="OTLSHAPE_T_5a934a26f311425e8ebaa0f45e6533ad_Shape">
            <a:extLst>
              <a:ext uri="{FF2B5EF4-FFF2-40B4-BE49-F238E27FC236}">
                <a16:creationId xmlns:a16="http://schemas.microsoft.com/office/drawing/2014/main" id="{5CEF0FBF-8B6A-2099-26FD-19C6062290AC}"/>
              </a:ext>
            </a:extLst>
          </p:cNvPr>
          <p:cNvSpPr/>
          <p:nvPr>
            <p:custDataLst>
              <p:tags r:id="rId7"/>
            </p:custDataLst>
          </p:nvPr>
        </p:nvSpPr>
        <p:spPr bwMode="auto">
          <a:xfrm>
            <a:off x="5487088" y="2304053"/>
            <a:ext cx="660222" cy="324000"/>
          </a:xfrm>
          <a:prstGeom prst="roundRect">
            <a:avLst/>
          </a:prstGeom>
          <a:pattFill prst="pct25">
            <a:fgClr>
              <a:srgbClr val="1AAA42"/>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47" name="OTLSHAPE_T_e17f3958430f4cff8650518c93c7635e_Shape">
            <a:extLst>
              <a:ext uri="{FF2B5EF4-FFF2-40B4-BE49-F238E27FC236}">
                <a16:creationId xmlns:a16="http://schemas.microsoft.com/office/drawing/2014/main" id="{03359B4C-86FE-6464-179E-06DA87D4812D}"/>
              </a:ext>
            </a:extLst>
          </p:cNvPr>
          <p:cNvSpPr/>
          <p:nvPr>
            <p:custDataLst>
              <p:tags r:id="rId8"/>
            </p:custDataLst>
          </p:nvPr>
        </p:nvSpPr>
        <p:spPr bwMode="auto">
          <a:xfrm>
            <a:off x="3213226" y="2294955"/>
            <a:ext cx="2262655" cy="327476"/>
          </a:xfrm>
          <a:prstGeom prst="roundRect">
            <a:avLst/>
          </a:prstGeom>
          <a:solidFill>
            <a:srgbClr val="076D7E">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rPr>
              <a:t>Ph3, N=1325 (China ~ 340pts), 18M</a:t>
            </a:r>
          </a:p>
        </p:txBody>
      </p:sp>
      <p:sp>
        <p:nvSpPr>
          <p:cNvPr id="48" name="OTLSHAPE_T_e17f3958430f4cff8650518c93c7635e_Shape">
            <a:extLst>
              <a:ext uri="{FF2B5EF4-FFF2-40B4-BE49-F238E27FC236}">
                <a16:creationId xmlns:a16="http://schemas.microsoft.com/office/drawing/2014/main" id="{05E05535-1B36-B051-CBF3-014452682639}"/>
              </a:ext>
            </a:extLst>
          </p:cNvPr>
          <p:cNvSpPr/>
          <p:nvPr>
            <p:custDataLst>
              <p:tags r:id="rId9"/>
            </p:custDataLst>
          </p:nvPr>
        </p:nvSpPr>
        <p:spPr bwMode="auto">
          <a:xfrm>
            <a:off x="2553672" y="2294955"/>
            <a:ext cx="660221" cy="324000"/>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CTA Review + 1</a:t>
            </a:r>
            <a:r>
              <a:rPr kumimoji="0" lang="en-US" altLang="zh-CN" sz="700" b="1" i="0" u="none" strike="noStrike" kern="1200" cap="none" spc="0" normalizeH="0" baseline="3000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st</a:t>
            </a:r>
            <a:r>
              <a:rPr kumimoji="0" lang="en-US" altLang="zh-CN"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 SIV</a:t>
            </a:r>
            <a:endParaRPr kumimoji="0" lang="zh-CN" altLang="en-US" sz="7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49" name="Rectangle 77">
            <a:extLst>
              <a:ext uri="{FF2B5EF4-FFF2-40B4-BE49-F238E27FC236}">
                <a16:creationId xmlns:a16="http://schemas.microsoft.com/office/drawing/2014/main" id="{883EBA28-BF41-FC5C-6F3C-CF1AE9D9620A}"/>
              </a:ext>
            </a:extLst>
          </p:cNvPr>
          <p:cNvSpPr/>
          <p:nvPr/>
        </p:nvSpPr>
        <p:spPr>
          <a:xfrm>
            <a:off x="2899896" y="2785109"/>
            <a:ext cx="626660" cy="307777"/>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1</a:t>
            </a:r>
            <a:r>
              <a:rPr kumimoji="0" lang="en-US" altLang="zh-CN" sz="700" b="1" i="0" u="none" strike="noStrike" kern="1200" cap="none" spc="0" normalizeH="0" baseline="3000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st</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SIV</a:t>
            </a:r>
          </a:p>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Feb 2026</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0" name="OTLSHAPE_M_39ea6ebc19a94c9fab6ef5006c31df58_Shape">
            <a:extLst>
              <a:ext uri="{FF2B5EF4-FFF2-40B4-BE49-F238E27FC236}">
                <a16:creationId xmlns:a16="http://schemas.microsoft.com/office/drawing/2014/main" id="{CFB1708D-9628-7306-E5D8-20F58B5C77AF}"/>
              </a:ext>
            </a:extLst>
          </p:cNvPr>
          <p:cNvSpPr/>
          <p:nvPr>
            <p:custDataLst>
              <p:tags r:id="rId10"/>
            </p:custDataLst>
          </p:nvPr>
        </p:nvSpPr>
        <p:spPr bwMode="auto">
          <a:xfrm rot="16200000">
            <a:off x="2529376" y="2565003"/>
            <a:ext cx="77323" cy="79771"/>
          </a:xfrm>
          <a:prstGeom prst="flowChartMerge">
            <a:avLst/>
          </a:prstGeom>
          <a:solidFill>
            <a:srgbClr val="EA161E"/>
          </a:solidFill>
          <a:ln w="9525" cap="flat" cmpd="sng" algn="ctr">
            <a:noFill/>
            <a:prstDash val="solid"/>
            <a:round/>
            <a:headEnd type="none" w="med" len="med"/>
            <a:tailEnd type="none" w="med" len="med"/>
          </a:ln>
          <a:effectLst/>
          <a:scene3d>
            <a:camera prst="orthographicFront"/>
            <a:lightRig rig="threePt" dir="t"/>
          </a:scene3d>
          <a:sp3d>
            <a:bevelT h="12700"/>
          </a:sp3d>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a:scrgbClr r="0" g="0" b="0">
                      <a:alpha val="50000"/>
                    </a:scrgbClr>
                  </a:outerShdw>
                </a:effectLst>
              </a14:hiddenEffects>
            </a:ext>
            <a:ext uri="{53640926-AAD7-44D8-BBD7-CCE9431645EC}">
              <a14:shadowObscured xmlns:a14="http://schemas.microsoft.com/office/drawing/2010/main" val="1"/>
            </a:ext>
          </a:extLst>
        </p:spPr>
        <p:txBody>
          <a:bodyPr vert="horz" wrap="square" lIns="91440" tIns="45721" rIns="91440" bIns="45721" numCol="1" rtlCol="0" anchor="t" anchorCtr="0" compatLnSpc="1">
            <a:prstTxWarp prst="textNoShape">
              <a:avLst/>
            </a:prstTxWarp>
          </a:bodyPr>
          <a:lstStyle/>
          <a:p>
            <a:pPr marL="0" marR="0" lvl="0" indent="0" algn="l" defTabSz="914332" rtl="0" eaLnBrk="0" fontAlgn="base" latinLnBrk="0" hangingPunct="0">
              <a:lnSpc>
                <a:spcPct val="100000"/>
              </a:lnSpc>
              <a:spcBef>
                <a:spcPct val="0"/>
              </a:spcBef>
              <a:spcAft>
                <a:spcPct val="0"/>
              </a:spcAft>
              <a:buClrTx/>
              <a:buSzTx/>
              <a:buFontTx/>
              <a:buNone/>
              <a:tabLst/>
              <a:defRPr/>
            </a:pPr>
            <a:endParaRPr kumimoji="0" lang="zh-CN" altLang="en-US" sz="933" b="0"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51" name="OTLSHAPE_M_39ea6ebc19a94c9fab6ef5006c31df58_Title">
            <a:extLst>
              <a:ext uri="{FF2B5EF4-FFF2-40B4-BE49-F238E27FC236}">
                <a16:creationId xmlns:a16="http://schemas.microsoft.com/office/drawing/2014/main" id="{34FA6074-334C-EC66-53DE-3530D8A7E520}"/>
              </a:ext>
            </a:extLst>
          </p:cNvPr>
          <p:cNvSpPr txBox="1"/>
          <p:nvPr>
            <p:custDataLst>
              <p:tags r:id="rId11"/>
            </p:custDataLst>
          </p:nvPr>
        </p:nvSpPr>
        <p:spPr>
          <a:xfrm>
            <a:off x="2211457" y="2805026"/>
            <a:ext cx="928201" cy="215444"/>
          </a:xfrm>
          <a:prstGeom prst="rect">
            <a:avLst/>
          </a:prstGeom>
          <a:noFill/>
        </p:spPr>
        <p:txBody>
          <a:bodyPr vert="horz" wrap="square" lIns="0" tIns="0" rIns="0" bIns="0" rtlCol="0" anchor="ctr" anchorCtr="0">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CTA-s</a:t>
            </a:r>
          </a:p>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4 Nov  2025</a:t>
            </a:r>
          </a:p>
        </p:txBody>
      </p:sp>
      <p:sp>
        <p:nvSpPr>
          <p:cNvPr id="52" name="Rectangle 73">
            <a:extLst>
              <a:ext uri="{FF2B5EF4-FFF2-40B4-BE49-F238E27FC236}">
                <a16:creationId xmlns:a16="http://schemas.microsoft.com/office/drawing/2014/main" id="{F6BCF209-C3DE-9E82-7D56-CCC2BC1C3E3F}"/>
              </a:ext>
            </a:extLst>
          </p:cNvPr>
          <p:cNvSpPr/>
          <p:nvPr/>
        </p:nvSpPr>
        <p:spPr>
          <a:xfrm>
            <a:off x="5181884" y="2805378"/>
            <a:ext cx="604653" cy="307777"/>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LPI</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panose="02010600030101010101" pitchFamily="2" charset="-122"/>
                <a:cs typeface="Calibri" panose="020F0502020204030204" pitchFamily="34" charset="0"/>
              </a:rPr>
              <a:t>Mar</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2027</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3" name="Rectangle 55">
            <a:extLst>
              <a:ext uri="{FF2B5EF4-FFF2-40B4-BE49-F238E27FC236}">
                <a16:creationId xmlns:a16="http://schemas.microsoft.com/office/drawing/2014/main" id="{EE03FA81-AC14-F878-D359-5D567EDC98D6}"/>
              </a:ext>
            </a:extLst>
          </p:cNvPr>
          <p:cNvSpPr/>
          <p:nvPr/>
        </p:nvSpPr>
        <p:spPr>
          <a:xfrm>
            <a:off x="6298700" y="2798124"/>
            <a:ext cx="729688" cy="307777"/>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CSR</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panose="02010600030101010101" pitchFamily="2" charset="-122"/>
                <a:cs typeface="Calibri" panose="020F0502020204030204" pitchFamily="34" charset="0"/>
              </a:rPr>
              <a:t>13 Sep</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2027</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5" name="Star: 4 Points 143">
            <a:extLst>
              <a:ext uri="{FF2B5EF4-FFF2-40B4-BE49-F238E27FC236}">
                <a16:creationId xmlns:a16="http://schemas.microsoft.com/office/drawing/2014/main" id="{790A6F82-3139-B925-D402-DEDCDCC5BD3A}"/>
              </a:ext>
            </a:extLst>
          </p:cNvPr>
          <p:cNvSpPr/>
          <p:nvPr/>
        </p:nvSpPr>
        <p:spPr bwMode="auto">
          <a:xfrm>
            <a:off x="3124559" y="2645581"/>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56" name="Star: 4 Points 143">
            <a:extLst>
              <a:ext uri="{FF2B5EF4-FFF2-40B4-BE49-F238E27FC236}">
                <a16:creationId xmlns:a16="http://schemas.microsoft.com/office/drawing/2014/main" id="{78B71062-58C7-89C1-32DB-83BFAE8EC0F4}"/>
              </a:ext>
            </a:extLst>
          </p:cNvPr>
          <p:cNvSpPr/>
          <p:nvPr/>
        </p:nvSpPr>
        <p:spPr bwMode="auto">
          <a:xfrm>
            <a:off x="5396669" y="2638264"/>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57" name="Star: 4 Points 143">
            <a:extLst>
              <a:ext uri="{FF2B5EF4-FFF2-40B4-BE49-F238E27FC236}">
                <a16:creationId xmlns:a16="http://schemas.microsoft.com/office/drawing/2014/main" id="{7CECA9CA-2C69-B5D2-504D-739C43D17837}"/>
              </a:ext>
            </a:extLst>
          </p:cNvPr>
          <p:cNvSpPr/>
          <p:nvPr/>
        </p:nvSpPr>
        <p:spPr bwMode="auto">
          <a:xfrm>
            <a:off x="6063331" y="2639937"/>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58" name="Rectangle 55">
            <a:extLst>
              <a:ext uri="{FF2B5EF4-FFF2-40B4-BE49-F238E27FC236}">
                <a16:creationId xmlns:a16="http://schemas.microsoft.com/office/drawing/2014/main" id="{49B08CC7-4CAE-8587-5D98-6D39A75A8CB2}"/>
              </a:ext>
            </a:extLst>
          </p:cNvPr>
          <p:cNvSpPr/>
          <p:nvPr/>
        </p:nvSpPr>
        <p:spPr>
          <a:xfrm>
            <a:off x="6767978" y="2670287"/>
            <a:ext cx="724878" cy="307777"/>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EU NDA sub.</a:t>
            </a:r>
          </a:p>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Nov 2027</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59" name="五角星 55">
            <a:extLst>
              <a:ext uri="{FF2B5EF4-FFF2-40B4-BE49-F238E27FC236}">
                <a16:creationId xmlns:a16="http://schemas.microsoft.com/office/drawing/2014/main" id="{A6B24015-40BA-DFF4-5689-5D3C179F5636}"/>
              </a:ext>
            </a:extLst>
          </p:cNvPr>
          <p:cNvSpPr>
            <a:spLocks/>
          </p:cNvSpPr>
          <p:nvPr/>
        </p:nvSpPr>
        <p:spPr bwMode="auto">
          <a:xfrm>
            <a:off x="6879137" y="2389756"/>
            <a:ext cx="144001" cy="144000"/>
          </a:xfrm>
          <a:prstGeom prst="star5">
            <a:avLst/>
          </a:prstGeom>
          <a:solidFill>
            <a:srgbClr val="C00000"/>
          </a:solidFill>
          <a:ln w="9525" cap="flat" cmpd="sng" algn="ctr">
            <a:solidFill>
              <a:srgbClr val="C00000"/>
            </a:solidFill>
            <a:prstDash val="solid"/>
            <a:round/>
            <a:headEnd type="none" w="med" len="med"/>
            <a:tailEnd type="none" w="med" len="med"/>
          </a:ln>
          <a:effectLst/>
        </p:spPr>
        <p:txBody>
          <a:bodyPr lIns="0" tIns="0" rIns="0" bIns="0" anchor="ctr"/>
          <a:lstStyle/>
          <a:p>
            <a:pPr marL="0" marR="0" lvl="0" indent="0" algn="l" defTabSz="914377" rtl="0" eaLnBrk="0" fontAlgn="auto" latinLnBrk="0" hangingPunct="0">
              <a:lnSpc>
                <a:spcPct val="100000"/>
              </a:lnSpc>
              <a:spcBef>
                <a:spcPts val="0"/>
              </a:spcBef>
              <a:spcAft>
                <a:spcPts val="0"/>
              </a:spcAft>
              <a:buClrTx/>
              <a:buSzTx/>
              <a:buFontTx/>
              <a:buNone/>
              <a:tabLst/>
              <a:defRPr/>
            </a:pPr>
            <a:endParaRPr kumimoji="0" lang="zh-CN" altLang="en-US" sz="1067" b="0" i="0" u="none" strike="noStrike" kern="1200" cap="none" spc="0" normalizeH="0" baseline="0" noProof="0">
              <a:ln>
                <a:noFill/>
              </a:ln>
              <a:solidFill>
                <a:srgbClr val="FF0000"/>
              </a:solidFill>
              <a:effectLst/>
              <a:uLnTx/>
              <a:uFillTx/>
              <a:latin typeface="Boehringer Forward Text"/>
              <a:ea typeface="等线" panose="02010600030101010101" pitchFamily="2" charset="-122"/>
              <a:cs typeface="+mn-cs"/>
            </a:endParaRPr>
          </a:p>
        </p:txBody>
      </p:sp>
      <p:sp>
        <p:nvSpPr>
          <p:cNvPr id="60" name="Rectangle 55">
            <a:extLst>
              <a:ext uri="{FF2B5EF4-FFF2-40B4-BE49-F238E27FC236}">
                <a16:creationId xmlns:a16="http://schemas.microsoft.com/office/drawing/2014/main" id="{E3354F02-0BAC-2D06-BC3F-3AAFFF88D2C2}"/>
              </a:ext>
            </a:extLst>
          </p:cNvPr>
          <p:cNvSpPr/>
          <p:nvPr/>
        </p:nvSpPr>
        <p:spPr>
          <a:xfrm>
            <a:off x="8644208" y="2701095"/>
            <a:ext cx="1045479" cy="307777"/>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EU NDA app.</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panose="02010600030101010101" pitchFamily="2" charset="-122"/>
                <a:cs typeface="Calibri" panose="020F0502020204030204" pitchFamily="34" charset="0"/>
              </a:rPr>
              <a:t>Dec 2028/Jan</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2029</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pic>
        <p:nvPicPr>
          <p:cNvPr id="61" name="Graphic 317" descr="Flag with solid fill">
            <a:extLst>
              <a:ext uri="{FF2B5EF4-FFF2-40B4-BE49-F238E27FC236}">
                <a16:creationId xmlns:a16="http://schemas.microsoft.com/office/drawing/2014/main" id="{BDF7C5DC-5651-5F55-6A03-D8CC2D1B4E44}"/>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9086115" y="2404164"/>
            <a:ext cx="210312" cy="210312"/>
          </a:xfrm>
          <a:prstGeom prst="rect">
            <a:avLst/>
          </a:prstGeom>
        </p:spPr>
      </p:pic>
      <p:sp>
        <p:nvSpPr>
          <p:cNvPr id="62" name="Rectangle 73">
            <a:extLst>
              <a:ext uri="{FF2B5EF4-FFF2-40B4-BE49-F238E27FC236}">
                <a16:creationId xmlns:a16="http://schemas.microsoft.com/office/drawing/2014/main" id="{C1A1FD65-46BB-8E7F-B7A3-39F503A11B7C}"/>
              </a:ext>
            </a:extLst>
          </p:cNvPr>
          <p:cNvSpPr/>
          <p:nvPr/>
        </p:nvSpPr>
        <p:spPr>
          <a:xfrm>
            <a:off x="5873161" y="2810677"/>
            <a:ext cx="564578" cy="307777"/>
          </a:xfrm>
          <a:prstGeom prst="rect">
            <a:avLst/>
          </a:prstGeom>
        </p:spPr>
        <p:txBody>
          <a:bodyPr wrap="non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DBL</a:t>
            </a:r>
          </a:p>
          <a:p>
            <a:pPr marL="0" marR="0" lvl="0" indent="0" algn="ctr" defTabSz="1219108" rtl="0" eaLnBrk="1" fontAlgn="auto" latinLnBrk="0" hangingPunct="1">
              <a:lnSpc>
                <a:spcPct val="100000"/>
              </a:lnSpc>
              <a:spcBef>
                <a:spcPts val="0"/>
              </a:spcBef>
              <a:spcAft>
                <a:spcPts val="0"/>
              </a:spcAft>
              <a:buClrTx/>
              <a:buSzTx/>
              <a:buFontTx/>
              <a:buNone/>
              <a:tabLst/>
              <a:defRPr/>
            </a:pPr>
            <a:r>
              <a:rPr lang="en-US" altLang="zh-CN" sz="700" b="1">
                <a:solidFill>
                  <a:srgbClr val="44546A"/>
                </a:solidFill>
                <a:latin typeface="Boehringer Forward Text"/>
                <a:ea typeface="等线" panose="02010600030101010101" pitchFamily="2" charset="-122"/>
                <a:cs typeface="Calibri" panose="020F0502020204030204" pitchFamily="34" charset="0"/>
              </a:rPr>
              <a:t>Jul</a:t>
            </a: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 2027</a:t>
            </a:r>
            <a:endParaRPr kumimoji="0" lang="zh-CN" altLang="en-US"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endParaRPr>
          </a:p>
        </p:txBody>
      </p:sp>
      <p:sp>
        <p:nvSpPr>
          <p:cNvPr id="63" name="OTLSHAPE_T_5a934a26f311425e8ebaa0f45e6533ad_Shape">
            <a:extLst>
              <a:ext uri="{FF2B5EF4-FFF2-40B4-BE49-F238E27FC236}">
                <a16:creationId xmlns:a16="http://schemas.microsoft.com/office/drawing/2014/main" id="{8E83FAA1-63B0-B594-EB58-3EADB0E2BFBD}"/>
              </a:ext>
            </a:extLst>
          </p:cNvPr>
          <p:cNvSpPr/>
          <p:nvPr>
            <p:custDataLst>
              <p:tags r:id="rId12"/>
            </p:custDataLst>
          </p:nvPr>
        </p:nvSpPr>
        <p:spPr bwMode="auto">
          <a:xfrm>
            <a:off x="6165110" y="2304053"/>
            <a:ext cx="451000" cy="324000"/>
          </a:xfrm>
          <a:prstGeom prst="roundRect">
            <a:avLst/>
          </a:prstGeom>
          <a:solidFill>
            <a:schemeClr val="accent6">
              <a:lumMod val="60000"/>
              <a:lumOff val="40000"/>
            </a:scheme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0" rIns="91440" bIns="45720" numCol="1" rtlCol="0" anchor="t" anchorCtr="0" compatLnSpc="1">
            <a:prstTxWarp prst="textNoShape">
              <a:avLst/>
            </a:prstTxWarp>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933" b="1" i="0" u="none" strike="noStrike" kern="1200" cap="none" spc="-7" normalizeH="0" baseline="0" noProof="0">
              <a:ln>
                <a:noFill/>
              </a:ln>
              <a:solidFill>
                <a:srgbClr val="000000"/>
              </a:solidFill>
              <a:effectLst/>
              <a:uLnTx/>
              <a:uFillTx/>
              <a:latin typeface="Boehringer Forward Text"/>
              <a:ea typeface="等线" panose="02010600030101010101" pitchFamily="2" charset="-122"/>
              <a:cs typeface="+mn-cs"/>
            </a:endParaRPr>
          </a:p>
        </p:txBody>
      </p:sp>
      <p:sp>
        <p:nvSpPr>
          <p:cNvPr id="64" name="Star: 4 Points 143">
            <a:extLst>
              <a:ext uri="{FF2B5EF4-FFF2-40B4-BE49-F238E27FC236}">
                <a16:creationId xmlns:a16="http://schemas.microsoft.com/office/drawing/2014/main" id="{2A43A26A-95A6-090F-1CDF-D15128BDA9F9}"/>
              </a:ext>
            </a:extLst>
          </p:cNvPr>
          <p:cNvSpPr/>
          <p:nvPr/>
        </p:nvSpPr>
        <p:spPr bwMode="auto">
          <a:xfrm>
            <a:off x="6545814" y="2603776"/>
            <a:ext cx="184243" cy="187815"/>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cxnSp>
        <p:nvCxnSpPr>
          <p:cNvPr id="4" name="Straight Connector 51">
            <a:extLst>
              <a:ext uri="{FF2B5EF4-FFF2-40B4-BE49-F238E27FC236}">
                <a16:creationId xmlns:a16="http://schemas.microsoft.com/office/drawing/2014/main" id="{D9F7C575-8C3D-0153-A6B9-A3CF86AA26E1}"/>
              </a:ext>
            </a:extLst>
          </p:cNvPr>
          <p:cNvCxnSpPr>
            <a:cxnSpLocks/>
          </p:cNvCxnSpPr>
          <p:nvPr/>
        </p:nvCxnSpPr>
        <p:spPr>
          <a:xfrm flipH="1">
            <a:off x="3809354" y="914142"/>
            <a:ext cx="3765" cy="5589784"/>
          </a:xfrm>
          <a:prstGeom prst="line">
            <a:avLst/>
          </a:prstGeom>
          <a:solidFill>
            <a:srgbClr val="00B050"/>
          </a:solidFill>
          <a:ln w="12700" cap="flat" cmpd="sng" algn="ctr">
            <a:solidFill>
              <a:srgbClr val="FF0000"/>
            </a:solidFill>
            <a:prstDash val="sysDot"/>
            <a:miter lim="800000"/>
          </a:ln>
          <a:effectLst/>
        </p:spPr>
      </p:cxnSp>
      <p:sp>
        <p:nvSpPr>
          <p:cNvPr id="9" name="TextBox 50">
            <a:extLst>
              <a:ext uri="{FF2B5EF4-FFF2-40B4-BE49-F238E27FC236}">
                <a16:creationId xmlns:a16="http://schemas.microsoft.com/office/drawing/2014/main" id="{D450BBC6-345D-6713-9108-B6D804807848}"/>
              </a:ext>
            </a:extLst>
          </p:cNvPr>
          <p:cNvSpPr txBox="1"/>
          <p:nvPr/>
        </p:nvSpPr>
        <p:spPr>
          <a:xfrm>
            <a:off x="3687073" y="774189"/>
            <a:ext cx="277320" cy="139855"/>
          </a:xfrm>
          <a:prstGeom prst="rect">
            <a:avLst/>
          </a:prstGeom>
          <a:solidFill>
            <a:srgbClr val="00B050"/>
          </a:solidFill>
        </p:spPr>
        <p:txBody>
          <a:bodyPr wrap="none" lIns="0" tIns="0" rIns="0" bIns="0" rtlCol="0">
            <a:spAutoFit/>
          </a:bodyPr>
          <a:lstStyle/>
          <a:p>
            <a:pPr marL="0" marR="0" lvl="0" indent="0" algn="l" defTabSz="914128" rtl="0" eaLnBrk="1" fontAlgn="auto" latinLnBrk="0" hangingPunct="1">
              <a:lnSpc>
                <a:spcPct val="10000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rgbClr val="FFFFFF"/>
                </a:solidFill>
                <a:effectLst/>
                <a:highlight>
                  <a:srgbClr val="FF0000"/>
                </a:highlight>
                <a:uLnTx/>
                <a:uFillTx/>
                <a:latin typeface="BoehringerForward Text"/>
                <a:ea typeface="黑体"/>
                <a:cs typeface="+mn-cs"/>
                <a:sym typeface="+mn-lt"/>
              </a:rPr>
              <a:t>today</a:t>
            </a:r>
            <a:endParaRPr kumimoji="0" lang="zh-CN" altLang="en-US" sz="900" b="1" i="0" u="none" strike="noStrike" kern="0" cap="none" spc="0" normalizeH="0" baseline="0" noProof="0" dirty="0">
              <a:ln>
                <a:noFill/>
              </a:ln>
              <a:solidFill>
                <a:srgbClr val="FFFFFF"/>
              </a:solidFill>
              <a:effectLst/>
              <a:highlight>
                <a:srgbClr val="FF0000"/>
              </a:highlight>
              <a:uLnTx/>
              <a:uFillTx/>
              <a:latin typeface="BoehringerForward Text"/>
              <a:ea typeface="黑体"/>
              <a:cs typeface="+mn-cs"/>
              <a:sym typeface="+mn-lt"/>
            </a:endParaRPr>
          </a:p>
        </p:txBody>
      </p:sp>
      <p:sp>
        <p:nvSpPr>
          <p:cNvPr id="3" name="OTLSHAPE_T_e17f3958430f4cff8650518c93c7635e_Shape">
            <a:extLst>
              <a:ext uri="{FF2B5EF4-FFF2-40B4-BE49-F238E27FC236}">
                <a16:creationId xmlns:a16="http://schemas.microsoft.com/office/drawing/2014/main" id="{31107CA3-49E4-439D-5E9E-39BA1A618F23}"/>
              </a:ext>
            </a:extLst>
          </p:cNvPr>
          <p:cNvSpPr/>
          <p:nvPr>
            <p:custDataLst>
              <p:tags r:id="rId13"/>
            </p:custDataLst>
          </p:nvPr>
        </p:nvSpPr>
        <p:spPr bwMode="auto">
          <a:xfrm>
            <a:off x="4180437" y="3766453"/>
            <a:ext cx="797992" cy="351306"/>
          </a:xfrm>
          <a:prstGeom prst="roundRect">
            <a:avLst/>
          </a:prstGeom>
          <a:solidFill>
            <a:srgbClr val="5D4495">
              <a:alpha val="20000"/>
            </a:srgbClr>
          </a:solid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91440" tIns="45721" rIns="91440" bIns="45721"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kumimoji="0" lang="en-US" altLang="zh-CN" sz="700" b="0"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rPr>
              <a:t>IMP ready in local depo</a:t>
            </a:r>
          </a:p>
        </p:txBody>
      </p:sp>
      <p:sp>
        <p:nvSpPr>
          <p:cNvPr id="11" name="Star: 4 Points 143">
            <a:extLst>
              <a:ext uri="{FF2B5EF4-FFF2-40B4-BE49-F238E27FC236}">
                <a16:creationId xmlns:a16="http://schemas.microsoft.com/office/drawing/2014/main" id="{F31EBFB3-D492-425C-8F22-844BE2173055}"/>
              </a:ext>
            </a:extLst>
          </p:cNvPr>
          <p:cNvSpPr/>
          <p:nvPr/>
        </p:nvSpPr>
        <p:spPr bwMode="auto">
          <a:xfrm>
            <a:off x="4920335" y="3871056"/>
            <a:ext cx="116187" cy="156690"/>
          </a:xfrm>
          <a:prstGeom prst="star4">
            <a:avLst>
              <a:gd name="adj" fmla="val 12500"/>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prstTxWarp prst="textNoShape">
              <a:avLst/>
            </a:prstTxWarp>
          </a:bodyPr>
          <a:lstStyle/>
          <a:p>
            <a:pPr marL="0" marR="0" lvl="0" indent="0" algn="l" defTabSz="914354"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prstClr val="black"/>
              </a:solidFill>
              <a:effectLst/>
              <a:uLnTx/>
              <a:uFillTx/>
              <a:latin typeface="Boehringer Forward Text"/>
              <a:ea typeface="等线" panose="02010600030101010101" pitchFamily="2" charset="-122"/>
              <a:cs typeface="Calibri" panose="020F0502020204030204" pitchFamily="34" charset="0"/>
            </a:endParaRPr>
          </a:p>
        </p:txBody>
      </p:sp>
      <p:sp>
        <p:nvSpPr>
          <p:cNvPr id="12" name="Rectangle 77">
            <a:extLst>
              <a:ext uri="{FF2B5EF4-FFF2-40B4-BE49-F238E27FC236}">
                <a16:creationId xmlns:a16="http://schemas.microsoft.com/office/drawing/2014/main" id="{120B777A-4072-588B-2882-AF8E1EBA747D}"/>
              </a:ext>
            </a:extLst>
          </p:cNvPr>
          <p:cNvSpPr/>
          <p:nvPr/>
        </p:nvSpPr>
        <p:spPr>
          <a:xfrm>
            <a:off x="4901517" y="3856243"/>
            <a:ext cx="626660" cy="200055"/>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Nov 2026</a:t>
            </a:r>
          </a:p>
        </p:txBody>
      </p:sp>
      <p:sp>
        <p:nvSpPr>
          <p:cNvPr id="10" name="OTLSHAPE_T_e17f3958430f4cff8650518c93c7635e_Shape">
            <a:extLst>
              <a:ext uri="{FF2B5EF4-FFF2-40B4-BE49-F238E27FC236}">
                <a16:creationId xmlns:a16="http://schemas.microsoft.com/office/drawing/2014/main" id="{B879780B-6C43-1F07-8C2E-58C306A06C04}"/>
              </a:ext>
            </a:extLst>
          </p:cNvPr>
          <p:cNvSpPr/>
          <p:nvPr>
            <p:custDataLst>
              <p:tags r:id="rId14"/>
            </p:custDataLst>
          </p:nvPr>
        </p:nvSpPr>
        <p:spPr bwMode="auto">
          <a:xfrm>
            <a:off x="4280482" y="4372027"/>
            <a:ext cx="505838" cy="260264"/>
          </a:xfrm>
          <a:prstGeom prst="roundRect">
            <a:avLst/>
          </a:prstGeom>
          <a:pattFill prst="pct25">
            <a:fgClr>
              <a:srgbClr val="076D7E"/>
            </a:fgClr>
            <a:bgClr>
              <a:schemeClr val="bg1"/>
            </a:bgClr>
          </a:pattFill>
          <a:ln w="9525" cap="flat" cmpd="sng" algn="ctr">
            <a:noFill/>
            <a:prstDash val="solid"/>
            <a:round/>
            <a:headEnd type="none" w="med" len="med"/>
            <a:tailEnd type="none" w="med" len="med"/>
          </a:ln>
          <a:effectLst/>
          <a:scene3d>
            <a:camera prst="orthographicFront"/>
            <a:lightRig rig="balanced" dir="t">
              <a:rot lat="0" lon="0" rev="8700000"/>
            </a:lightRig>
          </a:scene3d>
          <a:sp3d>
            <a:bevelT w="165100" h="12700"/>
          </a:sp3d>
          <a:extLst>
            <a:ext uri="{53640926-AAD7-44D8-BBD7-CCE9431645EC}">
              <a14:shadowObscured xmlns:a14="http://schemas.microsoft.com/office/drawing/2010/main" val="1"/>
            </a:ext>
          </a:extLst>
        </p:spPr>
        <p:txBody>
          <a:bodyPr vert="horz" wrap="square" lIns="121920" tIns="60960" rIns="121920" bIns="60960" numCol="1" rtlCol="0" anchor="ctr" anchorCtr="0" compatLnSpc="1">
            <a:prstTxWarp prst="textNoShape">
              <a:avLst/>
            </a:prstTxWarp>
          </a:bodyPr>
          <a:lstStyle/>
          <a:p>
            <a:pPr marL="0" marR="0" lvl="0" indent="0" algn="ctr" defTabSz="1219108" rtl="0" eaLnBrk="0" fontAlgn="base" latinLnBrk="0" hangingPunct="0">
              <a:lnSpc>
                <a:spcPct val="100000"/>
              </a:lnSpc>
              <a:spcBef>
                <a:spcPct val="0"/>
              </a:spcBef>
              <a:spcAft>
                <a:spcPct val="0"/>
              </a:spcAft>
              <a:buClrTx/>
              <a:buSzTx/>
              <a:buFontTx/>
              <a:buNone/>
              <a:tabLst/>
              <a:defRPr/>
            </a:pPr>
            <a:r>
              <a:rPr lang="en-US" altLang="zh-CN" sz="500" b="1">
                <a:solidFill>
                  <a:srgbClr val="000000"/>
                </a:solidFill>
                <a:latin typeface="Boehringer Forward Text"/>
                <a:ea typeface="等线" panose="02010600030101010101" pitchFamily="2" charset="-122"/>
                <a:cs typeface="Calibri" panose="020F0502020204030204" pitchFamily="34" charset="0"/>
              </a:rPr>
              <a:t>HAI</a:t>
            </a:r>
            <a:endParaRPr kumimoji="0" lang="zh-CN" altLang="en-US" sz="500" b="1" i="0" u="none" strike="noStrike" kern="1200" cap="none" spc="0" normalizeH="0" baseline="0" noProof="0">
              <a:ln>
                <a:noFill/>
              </a:ln>
              <a:solidFill>
                <a:srgbClr val="000000"/>
              </a:solidFill>
              <a:effectLst/>
              <a:uLnTx/>
              <a:uFillTx/>
              <a:latin typeface="Boehringer Forward Text"/>
              <a:ea typeface="等线" panose="02010600030101010101" pitchFamily="2" charset="-122"/>
              <a:cs typeface="Calibri" panose="020F0502020204030204" pitchFamily="34" charset="0"/>
            </a:endParaRPr>
          </a:p>
        </p:txBody>
      </p:sp>
      <p:sp>
        <p:nvSpPr>
          <p:cNvPr id="13" name="等腰三角形 12">
            <a:extLst>
              <a:ext uri="{FF2B5EF4-FFF2-40B4-BE49-F238E27FC236}">
                <a16:creationId xmlns:a16="http://schemas.microsoft.com/office/drawing/2014/main" id="{637FDDE1-3235-AE21-6AC9-245CDC53DCE1}"/>
              </a:ext>
            </a:extLst>
          </p:cNvPr>
          <p:cNvSpPr/>
          <p:nvPr/>
        </p:nvSpPr>
        <p:spPr bwMode="gray">
          <a:xfrm rot="10800000">
            <a:off x="4196551" y="4312009"/>
            <a:ext cx="116187" cy="103056"/>
          </a:xfrm>
          <a:prstGeom prst="triangle">
            <a:avLst/>
          </a:prstGeom>
          <a:solidFill>
            <a:srgbClr val="6AD2E2"/>
          </a:solidFill>
          <a:ln w="6350">
            <a:solidFill>
              <a:srgbClr val="0625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zh-CN" altLang="en-US" sz="1600">
              <a:solidFill>
                <a:schemeClr val="tx1"/>
              </a:solidFill>
            </a:endParaRPr>
          </a:p>
        </p:txBody>
      </p:sp>
      <p:sp>
        <p:nvSpPr>
          <p:cNvPr id="14" name="Rectangle 77">
            <a:extLst>
              <a:ext uri="{FF2B5EF4-FFF2-40B4-BE49-F238E27FC236}">
                <a16:creationId xmlns:a16="http://schemas.microsoft.com/office/drawing/2014/main" id="{EA0FE7D3-9D42-1814-3E14-A37576FA0AE3}"/>
              </a:ext>
            </a:extLst>
          </p:cNvPr>
          <p:cNvSpPr/>
          <p:nvPr/>
        </p:nvSpPr>
        <p:spPr>
          <a:xfrm>
            <a:off x="3811486" y="4132968"/>
            <a:ext cx="886316" cy="200055"/>
          </a:xfrm>
          <a:prstGeom prst="rect">
            <a:avLst/>
          </a:prstGeom>
        </p:spPr>
        <p:txBody>
          <a:bodyPr wrap="square">
            <a:spAutoFit/>
          </a:bodyPr>
          <a:lstStyle/>
          <a:p>
            <a:pPr marL="0" marR="0" lvl="0" indent="0" algn="ctr" defTabSz="1219108" rtl="0" eaLnBrk="1" fontAlgn="auto" latinLnBrk="0" hangingPunct="1">
              <a:lnSpc>
                <a:spcPct val="100000"/>
              </a:lnSpc>
              <a:spcBef>
                <a:spcPts val="0"/>
              </a:spcBef>
              <a:spcAft>
                <a:spcPts val="0"/>
              </a:spcAft>
              <a:buClrTx/>
              <a:buSzTx/>
              <a:buFontTx/>
              <a:buNone/>
              <a:tabLst/>
              <a:defRPr/>
            </a:pPr>
            <a:r>
              <a:rPr kumimoji="0" lang="en-US" altLang="zh-CN" sz="700" b="1" i="0" u="none" strike="noStrike" kern="1200" cap="none" spc="0" normalizeH="0" baseline="0" noProof="0">
                <a:ln>
                  <a:noFill/>
                </a:ln>
                <a:solidFill>
                  <a:srgbClr val="44546A"/>
                </a:solidFill>
                <a:effectLst/>
                <a:uLnTx/>
                <a:uFillTx/>
                <a:latin typeface="Boehringer Forward Text"/>
                <a:ea typeface="等线" panose="02010600030101010101" pitchFamily="2" charset="-122"/>
                <a:cs typeface="Calibri" panose="020F0502020204030204" pitchFamily="34" charset="0"/>
              </a:rPr>
              <a:t>Decision point</a:t>
            </a:r>
          </a:p>
        </p:txBody>
      </p:sp>
      <p:sp>
        <p:nvSpPr>
          <p:cNvPr id="16" name="文本框 15">
            <a:extLst>
              <a:ext uri="{FF2B5EF4-FFF2-40B4-BE49-F238E27FC236}">
                <a16:creationId xmlns:a16="http://schemas.microsoft.com/office/drawing/2014/main" id="{55058981-5110-F822-E5AD-CB234303C168}"/>
              </a:ext>
            </a:extLst>
          </p:cNvPr>
          <p:cNvSpPr txBox="1"/>
          <p:nvPr/>
        </p:nvSpPr>
        <p:spPr bwMode="gray">
          <a:xfrm>
            <a:off x="6912464" y="3711664"/>
            <a:ext cx="6178162" cy="369332"/>
          </a:xfrm>
          <a:prstGeom prst="rect">
            <a:avLst/>
          </a:prstGeom>
          <a:noFill/>
        </p:spPr>
        <p:txBody>
          <a:bodyPr wrap="square">
            <a:spAutoFit/>
          </a:bodyPr>
          <a:lstStyle/>
          <a:p>
            <a:r>
              <a:rPr lang="en-US" altLang="zh-CN" i="1" dirty="0">
                <a:solidFill>
                  <a:schemeClr val="tx2"/>
                </a:solidFill>
              </a:rPr>
              <a:t>CTA submitted on 30 Apr 2026</a:t>
            </a:r>
          </a:p>
        </p:txBody>
      </p:sp>
    </p:spTree>
    <p:extLst>
      <p:ext uri="{BB962C8B-B14F-4D97-AF65-F5344CB8AC3E}">
        <p14:creationId xmlns:p14="http://schemas.microsoft.com/office/powerpoint/2010/main" val="238020359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C8D93D-7F6B-9BBC-567A-D61236573E25}"/>
              </a:ext>
            </a:extLst>
          </p:cNvPr>
          <p:cNvSpPr>
            <a:spLocks noGrp="1"/>
          </p:cNvSpPr>
          <p:nvPr>
            <p:ph type="title"/>
          </p:nvPr>
        </p:nvSpPr>
        <p:spPr>
          <a:xfrm>
            <a:off x="479424" y="2328153"/>
            <a:ext cx="10873160" cy="884583"/>
          </a:xfrm>
        </p:spPr>
        <p:txBody>
          <a:bodyPr anchor="t"/>
          <a:lstStyle/>
          <a:p>
            <a:r>
              <a:rPr lang="en-US" altLang="zh-CN" err="1"/>
              <a:t>Apecotrep</a:t>
            </a:r>
            <a:r>
              <a:rPr lang="en-US" altLang="zh-CN"/>
              <a:t> </a:t>
            </a:r>
          </a:p>
        </p:txBody>
      </p:sp>
    </p:spTree>
    <p:extLst>
      <p:ext uri="{BB962C8B-B14F-4D97-AF65-F5344CB8AC3E}">
        <p14:creationId xmlns:p14="http://schemas.microsoft.com/office/powerpoint/2010/main" val="126886671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E14B17-25ED-9873-E4BC-9593CD9BEA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1CDDF02-E656-D2C8-5B2E-80F2BF9EB947}"/>
              </a:ext>
            </a:extLst>
          </p:cNvPr>
          <p:cNvSpPr>
            <a:spLocks noGrp="1"/>
          </p:cNvSpPr>
          <p:nvPr>
            <p:ph type="title"/>
          </p:nvPr>
        </p:nvSpPr>
        <p:spPr/>
        <p:txBody>
          <a:bodyPr/>
          <a:lstStyle/>
          <a:p>
            <a:r>
              <a:rPr lang="en-US" altLang="zh-CN"/>
              <a:t>TA Portfolio Key Update - Late Stage Assets</a:t>
            </a:r>
            <a:endParaRPr lang="en-US" b="0">
              <a:solidFill>
                <a:srgbClr val="000000"/>
              </a:solidFill>
            </a:endParaRPr>
          </a:p>
          <a:p>
            <a:endParaRPr lang="en-US" altLang="zh-CN"/>
          </a:p>
        </p:txBody>
      </p:sp>
      <p:sp>
        <p:nvSpPr>
          <p:cNvPr id="4" name="Footer Placeholder 3">
            <a:extLst>
              <a:ext uri="{FF2B5EF4-FFF2-40B4-BE49-F238E27FC236}">
                <a16:creationId xmlns:a16="http://schemas.microsoft.com/office/drawing/2014/main" id="{6CC2C7D3-F8F9-C01B-F3C6-1FDC8FF24332}"/>
              </a:ext>
            </a:extLst>
          </p:cNvPr>
          <p:cNvSpPr>
            <a:spLocks noGrp="1"/>
          </p:cNvSpPr>
          <p:nvPr>
            <p:ph type="ftr" sz="quarter" idx="16"/>
          </p:nvPr>
        </p:nvSpPr>
        <p:spPr bwMode="gray">
          <a:xfrm>
            <a:off x="6312024" y="6246836"/>
            <a:ext cx="5040560" cy="288000"/>
          </a:xfrm>
          <a:prstGeom prst="rect">
            <a:avLst/>
          </a:prstGeom>
        </p:spPr>
        <p:txBody>
          <a:bodyPr vert="horz" lIns="0" tIns="0" rIns="0" bIns="0" rtlCol="0" anchor="b">
            <a:noAutofit/>
          </a:bodyPr>
          <a:lstStyle>
            <a:defPPr>
              <a:defRPr lang="zh-CN"/>
            </a:defPPr>
            <a:lvl1pPr marL="0" indent="0" algn="r" defTabSz="914400" rtl="0" eaLnBrk="1" latinLnBrk="0" hangingPunct="1">
              <a:spcAft>
                <a:spcPts val="300"/>
              </a:spcAft>
              <a:defRPr sz="800" kern="1200">
                <a:solidFill>
                  <a:schemeClr val="bg2"/>
                </a:solidFill>
                <a:latin typeface="+mn-lt"/>
                <a:ea typeface="+mn-ea"/>
                <a:cs typeface="+mn-cs"/>
              </a:defRPr>
            </a:lvl1pPr>
            <a:lvl2pPr marL="0" indent="0" algn="l" defTabSz="914400" rtl="0" eaLnBrk="1" latinLnBrk="0" hangingPunct="1">
              <a:defRPr sz="800" kern="1200">
                <a:solidFill>
                  <a:schemeClr val="tx1"/>
                </a:solidFill>
                <a:latin typeface="+mn-lt"/>
                <a:ea typeface="+mn-ea"/>
                <a:cs typeface="+mn-cs"/>
              </a:defRPr>
            </a:lvl2pPr>
            <a:lvl3pPr marL="0" indent="0" algn="l" defTabSz="914400" rtl="0" eaLnBrk="1" latinLnBrk="0" hangingPunct="1">
              <a:defRPr sz="800" kern="1200">
                <a:solidFill>
                  <a:schemeClr val="tx1"/>
                </a:solidFill>
                <a:latin typeface="+mn-lt"/>
                <a:ea typeface="+mn-ea"/>
                <a:cs typeface="+mn-cs"/>
              </a:defRPr>
            </a:lvl3pPr>
            <a:lvl4pPr marL="0" indent="0" algn="l" defTabSz="914400" rtl="0" eaLnBrk="1" latinLnBrk="0" hangingPunct="1">
              <a:defRPr sz="800" kern="1200">
                <a:solidFill>
                  <a:schemeClr val="tx1"/>
                </a:solidFill>
                <a:latin typeface="+mn-lt"/>
                <a:ea typeface="+mn-ea"/>
                <a:cs typeface="+mn-cs"/>
              </a:defRPr>
            </a:lvl4pPr>
            <a:lvl5pPr marL="0" indent="0" algn="l" defTabSz="914400" rtl="0" eaLnBrk="1" latinLnBrk="0" hangingPunct="1">
              <a:defRPr sz="800" kern="1200">
                <a:solidFill>
                  <a:schemeClr val="tx1"/>
                </a:solidFill>
                <a:latin typeface="+mn-lt"/>
                <a:ea typeface="+mn-ea"/>
                <a:cs typeface="+mn-cs"/>
              </a:defRPr>
            </a:lvl5pPr>
            <a:lvl6pPr marL="0" indent="0" algn="l" defTabSz="914400" rtl="0" eaLnBrk="1" latinLnBrk="0" hangingPunct="1">
              <a:defRPr sz="800" kern="1200">
                <a:solidFill>
                  <a:schemeClr val="tx1"/>
                </a:solidFill>
                <a:latin typeface="+mn-lt"/>
                <a:ea typeface="+mn-ea"/>
                <a:cs typeface="+mn-cs"/>
              </a:defRPr>
            </a:lvl6pPr>
            <a:lvl7pPr marL="0" indent="0" algn="l" defTabSz="914400" rtl="0" eaLnBrk="1" latinLnBrk="0" hangingPunct="1">
              <a:defRPr sz="800" kern="1200">
                <a:solidFill>
                  <a:schemeClr val="tx1"/>
                </a:solidFill>
                <a:latin typeface="+mn-lt"/>
                <a:ea typeface="+mn-ea"/>
                <a:cs typeface="+mn-cs"/>
              </a:defRPr>
            </a:lvl7pPr>
            <a:lvl8pPr marL="0" indent="0" algn="l" defTabSz="914400" rtl="0" eaLnBrk="1" latinLnBrk="0" hangingPunct="1">
              <a:defRPr sz="800" kern="1200">
                <a:solidFill>
                  <a:schemeClr val="tx1"/>
                </a:solidFill>
                <a:latin typeface="+mn-lt"/>
                <a:ea typeface="+mn-ea"/>
                <a:cs typeface="+mn-cs"/>
              </a:defRPr>
            </a:lvl8pPr>
            <a:lvl9pPr marL="0" indent="0" algn="l" defTabSz="914400" rtl="0" eaLnBrk="1" latinLnBrk="0" hangingPunct="1">
              <a:defRPr sz="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300"/>
              </a:spcAft>
              <a:buClrTx/>
              <a:buSzTx/>
              <a:buFontTx/>
              <a:buNone/>
              <a:tabLst/>
              <a:defRPr/>
            </a:pPr>
            <a:r>
              <a:rPr lang="en-US" altLang="zh-CN"/>
              <a:t>TA CEC Portfolio Update|    ONLY FOR INTERNAL USE</a:t>
            </a:r>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5" name="Slide Number Placeholder 4">
            <a:extLst>
              <a:ext uri="{FF2B5EF4-FFF2-40B4-BE49-F238E27FC236}">
                <a16:creationId xmlns:a16="http://schemas.microsoft.com/office/drawing/2014/main" id="{2A44A51B-5E17-D7B9-37FE-F0BD4C4E7098}"/>
              </a:ext>
            </a:extLst>
          </p:cNvPr>
          <p:cNvSpPr>
            <a:spLocks noGrp="1"/>
          </p:cNvSpPr>
          <p:nvPr>
            <p:ph type="sldNum" sz="quarter" idx="17"/>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6" name="Table 6">
            <a:extLst>
              <a:ext uri="{FF2B5EF4-FFF2-40B4-BE49-F238E27FC236}">
                <a16:creationId xmlns:a16="http://schemas.microsoft.com/office/drawing/2014/main" id="{05EE0AB7-7E6D-6397-8308-3E0E94A19550}"/>
              </a:ext>
            </a:extLst>
          </p:cNvPr>
          <p:cNvGraphicFramePr>
            <a:graphicFrameLocks noGrp="1"/>
          </p:cNvGraphicFramePr>
          <p:nvPr>
            <p:extLst>
              <p:ext uri="{D42A27DB-BD31-4B8C-83A1-F6EECF244321}">
                <p14:modId xmlns:p14="http://schemas.microsoft.com/office/powerpoint/2010/main" val="1404260070"/>
              </p:ext>
            </p:extLst>
          </p:nvPr>
        </p:nvGraphicFramePr>
        <p:xfrm>
          <a:off x="479422" y="1412874"/>
          <a:ext cx="11233152" cy="4704462"/>
        </p:xfrm>
        <a:graphic>
          <a:graphicData uri="http://schemas.openxmlformats.org/drawingml/2006/table">
            <a:tbl>
              <a:tblPr firstRow="1" bandRow="1">
                <a:tableStyleId>{7E9639D4-E3E2-4D34-9284-5A2195B3D0D7}</a:tableStyleId>
              </a:tblPr>
              <a:tblGrid>
                <a:gridCol w="1481580">
                  <a:extLst>
                    <a:ext uri="{9D8B030D-6E8A-4147-A177-3AD203B41FA5}">
                      <a16:colId xmlns:a16="http://schemas.microsoft.com/office/drawing/2014/main" val="3183558779"/>
                    </a:ext>
                  </a:extLst>
                </a:gridCol>
                <a:gridCol w="1101687">
                  <a:extLst>
                    <a:ext uri="{9D8B030D-6E8A-4147-A177-3AD203B41FA5}">
                      <a16:colId xmlns:a16="http://schemas.microsoft.com/office/drawing/2014/main" val="4060529730"/>
                    </a:ext>
                  </a:extLst>
                </a:gridCol>
                <a:gridCol w="1260833">
                  <a:extLst>
                    <a:ext uri="{9D8B030D-6E8A-4147-A177-3AD203B41FA5}">
                      <a16:colId xmlns:a16="http://schemas.microsoft.com/office/drawing/2014/main" val="1540706906"/>
                    </a:ext>
                  </a:extLst>
                </a:gridCol>
                <a:gridCol w="5003358">
                  <a:extLst>
                    <a:ext uri="{9D8B030D-6E8A-4147-A177-3AD203B41FA5}">
                      <a16:colId xmlns:a16="http://schemas.microsoft.com/office/drawing/2014/main" val="1815427223"/>
                    </a:ext>
                  </a:extLst>
                </a:gridCol>
                <a:gridCol w="2385694">
                  <a:extLst>
                    <a:ext uri="{9D8B030D-6E8A-4147-A177-3AD203B41FA5}">
                      <a16:colId xmlns:a16="http://schemas.microsoft.com/office/drawing/2014/main" val="3539556881"/>
                    </a:ext>
                  </a:extLst>
                </a:gridCol>
              </a:tblGrid>
              <a:tr h="691954">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Asset Name (</a:t>
                      </a:r>
                      <a:r>
                        <a:rPr lang="en-US" altLang="zh-CN" sz="1200" err="1"/>
                        <a:t>MoA</a:t>
                      </a:r>
                      <a:r>
                        <a:rPr lang="en-US" altLang="zh-CN" sz="1200"/>
                        <a:t>)</a:t>
                      </a:r>
                      <a:endParaRPr lang="zh-CN" altLang="en-US" sz="1200"/>
                    </a:p>
                  </a:txBody>
                  <a:tcPr anchor="ctr">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Indication</a:t>
                      </a:r>
                      <a:endParaRPr lang="zh-CN" altLang="en-US" sz="1200"/>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China Approval </a:t>
                      </a:r>
                    </a:p>
                    <a:p>
                      <a:pPr lvl="0" algn="ctr">
                        <a:buNone/>
                      </a:pPr>
                      <a:r>
                        <a:rPr lang="en-US" altLang="zh-CN" sz="1200"/>
                        <a:t>(base case)</a:t>
                      </a:r>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Update  (</a:t>
                      </a:r>
                      <a:r>
                        <a:rPr lang="en-US" altLang="zh-CN" sz="1200" i="1">
                          <a:solidFill>
                            <a:schemeClr val="bg1">
                              <a:lumMod val="75000"/>
                            </a:schemeClr>
                          </a:solidFill>
                        </a:rPr>
                        <a:t>please include key achievements, issues/risks, and etc.)</a:t>
                      </a:r>
                      <a:endParaRPr lang="zh-CN" altLang="en-US" sz="1200" i="1">
                        <a:solidFill>
                          <a:schemeClr val="bg1">
                            <a:lumMod val="75000"/>
                          </a:schemeClr>
                        </a:solidFill>
                      </a:endParaRPr>
                    </a:p>
                  </a:txBody>
                  <a:tcPr anchor="ct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Next Step</a:t>
                      </a:r>
                      <a:endParaRPr lang="zh-CN" altLang="en-US" sz="1200"/>
                    </a:p>
                  </a:txBody>
                  <a:tcPr anchor="ctr">
                    <a:lnL w="6350" cap="flat" cmpd="sng" algn="ctr">
                      <a:solidFill>
                        <a:srgbClr val="076D7E"/>
                      </a:solidFill>
                      <a:prstDash val="solid"/>
                      <a:round/>
                      <a:headEnd type="none" w="med" len="med"/>
                      <a:tailEnd type="none" w="med" len="med"/>
                    </a:lnL>
                    <a:solidFill>
                      <a:srgbClr val="076D7E"/>
                    </a:solidFill>
                  </a:tcPr>
                </a:tc>
                <a:extLst>
                  <a:ext uri="{0D108BD9-81ED-4DB2-BD59-A6C34878D82A}">
                    <a16:rowId xmlns:a16="http://schemas.microsoft.com/office/drawing/2014/main" val="4731445"/>
                  </a:ext>
                </a:extLst>
              </a:tr>
              <a:tr h="1049852">
                <a:tc rowSpan="3">
                  <a:txBody>
                    <a:bodyPr/>
                    <a:lstStyle/>
                    <a:p>
                      <a:r>
                        <a:rPr lang="en-US" altLang="zh-CN" sz="1200" i="1" kern="1200" err="1">
                          <a:solidFill>
                            <a:schemeClr val="tx1"/>
                          </a:solidFill>
                          <a:latin typeface="+mn-lt"/>
                          <a:ea typeface="+mn-ea"/>
                          <a:cs typeface="+mn-cs"/>
                        </a:rPr>
                        <a:t>Apecotrep</a:t>
                      </a:r>
                      <a:endParaRPr lang="zh-CN" altLang="en-US" sz="1200" i="1" kern="1200">
                        <a:solidFill>
                          <a:schemeClr val="tx1"/>
                        </a:solidFill>
                        <a:latin typeface="+mn-lt"/>
                        <a:ea typeface="+mn-ea"/>
                        <a:cs typeface="+mn-cs"/>
                      </a:endParaRPr>
                    </a:p>
                  </a:txBody>
                  <a:tcPr anchor="ctr"/>
                </a:tc>
                <a:tc>
                  <a:txBody>
                    <a:bodyPr/>
                    <a:lstStyle/>
                    <a:p>
                      <a:pPr marL="0" marR="0" lvl="0" indent="0" algn="l" rtl="0" eaLnBrk="1" fontAlgn="auto" latinLnBrk="0" hangingPunct="1">
                        <a:lnSpc>
                          <a:spcPct val="100000"/>
                        </a:lnSpc>
                        <a:spcBef>
                          <a:spcPts val="0"/>
                        </a:spcBef>
                        <a:spcAft>
                          <a:spcPts val="0"/>
                        </a:spcAft>
                        <a:buClrTx/>
                        <a:buSzTx/>
                        <a:buFontTx/>
                        <a:buNone/>
                      </a:pPr>
                      <a:r>
                        <a:rPr lang="en-US" altLang="zh-CN" sz="1200" i="1" kern="1200" err="1">
                          <a:solidFill>
                            <a:schemeClr val="tx1"/>
                          </a:solidFill>
                          <a:latin typeface="+mn-lt"/>
                          <a:ea typeface="+mn-ea"/>
                          <a:cs typeface="+mn-cs"/>
                        </a:rPr>
                        <a:t>pFSGS</a:t>
                      </a:r>
                      <a:endParaRPr lang="en-US" altLang="zh-CN" sz="1200" i="1" kern="1200">
                        <a:solidFill>
                          <a:schemeClr val="tx1"/>
                        </a:solidFill>
                        <a:latin typeface="+mn-lt"/>
                        <a:ea typeface="+mn-ea"/>
                        <a:cs typeface="+mn-cs"/>
                      </a:endParaRPr>
                    </a:p>
                    <a:p>
                      <a:pPr marL="0" marR="0" lvl="0" indent="0" algn="l" rtl="0" eaLnBrk="1" fontAlgn="auto" latinLnBrk="0" hangingPunct="1">
                        <a:lnSpc>
                          <a:spcPct val="100000"/>
                        </a:lnSpc>
                        <a:spcBef>
                          <a:spcPts val="0"/>
                        </a:spcBef>
                        <a:spcAft>
                          <a:spcPts val="0"/>
                        </a:spcAft>
                        <a:buClrTx/>
                        <a:buSzTx/>
                        <a:buFontTx/>
                        <a:buNone/>
                      </a:pPr>
                      <a:r>
                        <a:rPr lang="en-US" altLang="zh-CN" sz="1200" i="1" kern="1200">
                          <a:solidFill>
                            <a:schemeClr val="tx1"/>
                          </a:solidFill>
                          <a:latin typeface="+mn-lt"/>
                          <a:ea typeface="+mn-ea"/>
                          <a:cs typeface="+mn-cs"/>
                        </a:rPr>
                        <a:t>&amp;</a:t>
                      </a:r>
                    </a:p>
                    <a:p>
                      <a:pPr marL="0" marR="0" lvl="0" indent="0" algn="l" rtl="0" eaLnBrk="1" fontAlgn="auto" latinLnBrk="0" hangingPunct="1">
                        <a:lnSpc>
                          <a:spcPct val="100000"/>
                        </a:lnSpc>
                        <a:spcBef>
                          <a:spcPts val="0"/>
                        </a:spcBef>
                        <a:spcAft>
                          <a:spcPts val="0"/>
                        </a:spcAft>
                        <a:buClrTx/>
                        <a:buSzTx/>
                        <a:buFontTx/>
                        <a:buNone/>
                      </a:pPr>
                      <a:r>
                        <a:rPr lang="en-US" altLang="zh-CN" sz="1200" i="1" kern="1200">
                          <a:solidFill>
                            <a:schemeClr val="tx1"/>
                          </a:solidFill>
                          <a:latin typeface="+mn-lt"/>
                          <a:ea typeface="+mn-ea"/>
                          <a:cs typeface="+mn-cs"/>
                        </a:rPr>
                        <a:t>TRPC6 gain of function mutation related genetic FSGS</a:t>
                      </a:r>
                      <a:endParaRPr kumimoji="1" lang="en-US" altLang="zh-CN" sz="1200" i="1" kern="1200">
                        <a:solidFill>
                          <a:schemeClr val="tx1"/>
                        </a:solidFill>
                        <a:latin typeface="+mn-lt"/>
                        <a:ea typeface="+mn-ea"/>
                        <a:cs typeface="+mn-cs"/>
                      </a:endParaRPr>
                    </a:p>
                  </a:txBody>
                  <a:tcPr anchor="ctr">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kern="1200">
                          <a:solidFill>
                            <a:schemeClr val="tx1"/>
                          </a:solidFill>
                          <a:latin typeface="+mn-lt"/>
                          <a:ea typeface="+mn-ea"/>
                          <a:cs typeface="+mn-cs"/>
                        </a:rPr>
                        <a:t>Jun 2031</a:t>
                      </a: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dirty="0">
                          <a:solidFill>
                            <a:schemeClr val="tx1"/>
                          </a:solidFill>
                          <a:latin typeface="+mn-lt"/>
                          <a:ea typeface="+mn-ea"/>
                          <a:cs typeface="+mn-cs"/>
                        </a:rPr>
                        <a:t>Global 8/286 participants randomized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dirty="0">
                          <a:solidFill>
                            <a:schemeClr val="tx1"/>
                          </a:solidFill>
                          <a:latin typeface="+mn-lt"/>
                          <a:ea typeface="+mn-ea"/>
                          <a:cs typeface="+mn-cs"/>
                        </a:rPr>
                        <a:t>China 2/25, TW 3/11participants randomized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dirty="0">
                          <a:solidFill>
                            <a:schemeClr val="tx1"/>
                          </a:solidFill>
                          <a:latin typeface="+mn-lt"/>
                          <a:ea typeface="+mn-ea"/>
                          <a:cs typeface="+mn-cs"/>
                        </a:rPr>
                        <a:t>China 14/22, TW 5/9 sites initiated</a:t>
                      </a: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a:t>Site initiation activities</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a:t>Enrollment ongoing</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200"/>
                    </a:p>
                  </a:txBody>
                  <a:tcPr anchor="ct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1251782790"/>
                  </a:ext>
                </a:extLst>
              </a:tr>
              <a:tr h="1214444">
                <a:tc vMerge="1">
                  <a:txBody>
                    <a:bodyPr/>
                    <a:lstStyle/>
                    <a:p>
                      <a:endParaRPr lang="zh-CN" altLang="en-US" sz="1200" i="1" kern="1200">
                        <a:solidFill>
                          <a:schemeClr val="tx1"/>
                        </a:solidFill>
                        <a:latin typeface="+mn-lt"/>
                        <a:ea typeface="+mn-ea"/>
                        <a:cs typeface="+mn-cs"/>
                      </a:endParaRPr>
                    </a:p>
                  </a:txBody>
                  <a:tcPr anchor="ctr"/>
                </a:tc>
                <a:tc>
                  <a:txBody>
                    <a:bodyPr/>
                    <a:lstStyle/>
                    <a:p>
                      <a:pPr marL="0" marR="0" lvl="0" indent="0" algn="l" rtl="0" eaLnBrk="1" fontAlgn="auto" latinLnBrk="0" hangingPunct="1">
                        <a:lnSpc>
                          <a:spcPct val="100000"/>
                        </a:lnSpc>
                        <a:spcBef>
                          <a:spcPts val="0"/>
                        </a:spcBef>
                        <a:spcAft>
                          <a:spcPts val="0"/>
                        </a:spcAft>
                        <a:buClrTx/>
                        <a:buSzTx/>
                        <a:buFontTx/>
                        <a:buNone/>
                      </a:pPr>
                      <a:r>
                        <a:rPr kumimoji="1" lang="en-US" altLang="zh-CN" sz="1200" i="1" kern="1200">
                          <a:solidFill>
                            <a:schemeClr val="tx1"/>
                          </a:solidFill>
                          <a:latin typeface="+mn-lt"/>
                          <a:ea typeface="+mn-ea"/>
                          <a:cs typeface="+mn-cs"/>
                        </a:rPr>
                        <a:t>Podocytopathies</a:t>
                      </a:r>
                    </a:p>
                  </a:txBody>
                  <a:tcPr anchor="ctr">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kern="1200">
                          <a:solidFill>
                            <a:schemeClr val="tx1"/>
                          </a:solidFill>
                          <a:latin typeface="+mn-lt"/>
                          <a:ea typeface="+mn-ea"/>
                          <a:cs typeface="+mn-cs"/>
                        </a:rPr>
                        <a:t>/</a:t>
                      </a: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a:solidFill>
                            <a:prstClr val="black"/>
                          </a:solidFill>
                          <a:latin typeface="+mn-lt"/>
                        </a:rPr>
                        <a:t>Global FPI on </a:t>
                      </a:r>
                      <a:r>
                        <a:rPr lang="en-US" altLang="zh-CN" sz="1200" b="1">
                          <a:solidFill>
                            <a:prstClr val="black"/>
                          </a:solidFill>
                          <a:latin typeface="+mn-lt"/>
                        </a:rPr>
                        <a:t>8 Apr 2026 </a:t>
                      </a:r>
                      <a:r>
                        <a:rPr lang="en-US" altLang="zh-CN" sz="1200">
                          <a:solidFill>
                            <a:prstClr val="black"/>
                          </a:solidFill>
                          <a:latin typeface="+mn-lt"/>
                        </a:rPr>
                        <a:t>in TR-pMN cohort in Taiwan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a:solidFill>
                            <a:prstClr val="black"/>
                          </a:solidFill>
                          <a:latin typeface="+mn-lt"/>
                          <a:ea typeface="+mn-ea"/>
                          <a:cs typeface="+mn-cs"/>
                        </a:rPr>
                        <a:t>China </a:t>
                      </a:r>
                      <a:r>
                        <a:rPr lang="en-US" altLang="zh-CN" sz="1200" kern="1200" noProof="0">
                          <a:solidFill>
                            <a:schemeClr val="tx1"/>
                          </a:solidFill>
                          <a:latin typeface="+mn-lt"/>
                          <a:ea typeface="+mn-ea"/>
                          <a:cs typeface="+mn-cs"/>
                        </a:rPr>
                        <a:t>CTA approval on 30 Mar 2026</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a:solidFill>
                            <a:schemeClr val="tx1"/>
                          </a:solidFill>
                          <a:latin typeface="+mn-lt"/>
                          <a:ea typeface="+mn-ea"/>
                          <a:cs typeface="+mn-cs"/>
                        </a:rPr>
                        <a:t>China fSIV on </a:t>
                      </a:r>
                      <a:r>
                        <a:rPr lang="en-US" altLang="zh-CN" sz="1200" b="0">
                          <a:solidFill>
                            <a:prstClr val="black"/>
                          </a:solidFill>
                          <a:latin typeface="+mn-lt"/>
                        </a:rPr>
                        <a:t>20 Apr 2026</a:t>
                      </a:r>
                      <a:endParaRPr lang="en-US" altLang="zh-CN" sz="1200" b="0" kern="1200" noProof="0">
                        <a:solidFill>
                          <a:schemeClr val="tx1"/>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a:t>Site initiation activities</a:t>
                      </a:r>
                    </a:p>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a:t>China IM planned on 24 May</a:t>
                      </a:r>
                    </a:p>
                  </a:txBody>
                  <a:tcPr anchor="ct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369486927"/>
                  </a:ext>
                </a:extLst>
              </a:tr>
              <a:tr h="1243584">
                <a:tc vMerge="1">
                  <a:txBody>
                    <a:bodyPr/>
                    <a:lstStyle/>
                    <a:p>
                      <a:endParaRPr lang="zh-CN" altLang="en-US" sz="1200" i="1" kern="1200">
                        <a:solidFill>
                          <a:schemeClr val="tx1"/>
                        </a:solidFill>
                        <a:latin typeface="+mn-lt"/>
                        <a:ea typeface="+mn-ea"/>
                        <a:cs typeface="+mn-cs"/>
                      </a:endParaRPr>
                    </a:p>
                  </a:txBody>
                  <a:tcPr anchor="ctr"/>
                </a:tc>
                <a:tc>
                  <a:txBody>
                    <a:bodyPr/>
                    <a:lstStyle/>
                    <a:p>
                      <a:pPr marL="0" marR="0" lvl="0" indent="0" algn="l" rtl="0" eaLnBrk="1" fontAlgn="auto" latinLnBrk="0" hangingPunct="1">
                        <a:lnSpc>
                          <a:spcPct val="100000"/>
                        </a:lnSpc>
                        <a:spcBef>
                          <a:spcPts val="0"/>
                        </a:spcBef>
                        <a:spcAft>
                          <a:spcPts val="0"/>
                        </a:spcAft>
                        <a:buClrTx/>
                        <a:buSzTx/>
                        <a:buFontTx/>
                        <a:buNone/>
                      </a:pPr>
                      <a:r>
                        <a:rPr kumimoji="1" lang="en-US" altLang="zh-CN" sz="1200" i="1" kern="1200">
                          <a:solidFill>
                            <a:schemeClr val="bg1">
                              <a:lumMod val="65000"/>
                            </a:schemeClr>
                          </a:solidFill>
                          <a:latin typeface="+mn-lt"/>
                          <a:ea typeface="+mn-ea"/>
                          <a:cs typeface="+mn-cs"/>
                        </a:rPr>
                        <a:t>DMD</a:t>
                      </a:r>
                    </a:p>
                  </a:txBody>
                  <a:tcPr anchor="ctr">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zh-CN" sz="1200" kern="1200">
                          <a:solidFill>
                            <a:schemeClr val="bg1">
                              <a:lumMod val="65000"/>
                            </a:schemeClr>
                          </a:solidFill>
                          <a:latin typeface="+mn-lt"/>
                          <a:ea typeface="+mn-ea"/>
                          <a:cs typeface="+mn-cs"/>
                        </a:rPr>
                        <a:t>/</a:t>
                      </a: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kern="1200" noProof="0">
                          <a:solidFill>
                            <a:schemeClr val="bg1">
                              <a:lumMod val="65000"/>
                            </a:schemeClr>
                          </a:solidFill>
                          <a:latin typeface="+mn-lt"/>
                          <a:ea typeface="+mn-ea"/>
                          <a:cs typeface="+mn-cs"/>
                        </a:rPr>
                        <a:t>Terminated</a:t>
                      </a: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n-US" altLang="zh-CN" sz="1200" kern="1200" noProof="0">
                        <a:solidFill>
                          <a:schemeClr val="bg1">
                            <a:lumMod val="65000"/>
                          </a:schemeClr>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dirty="0">
                          <a:solidFill>
                            <a:schemeClr val="bg1">
                              <a:lumMod val="65000"/>
                            </a:schemeClr>
                          </a:solidFill>
                        </a:rPr>
                        <a:t>/</a:t>
                      </a:r>
                    </a:p>
                  </a:txBody>
                  <a:tcPr anchor="ct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188524430"/>
                  </a:ext>
                </a:extLst>
              </a:tr>
            </a:tbl>
          </a:graphicData>
        </a:graphic>
      </p:graphicFrame>
      <p:sp>
        <p:nvSpPr>
          <p:cNvPr id="11" name="Star: 5 Points 10">
            <a:extLst>
              <a:ext uri="{FF2B5EF4-FFF2-40B4-BE49-F238E27FC236}">
                <a16:creationId xmlns:a16="http://schemas.microsoft.com/office/drawing/2014/main" id="{12A4D28D-ACB0-1177-440D-BBED1DA4E2D5}"/>
              </a:ext>
            </a:extLst>
          </p:cNvPr>
          <p:cNvSpPr/>
          <p:nvPr/>
        </p:nvSpPr>
        <p:spPr bwMode="gray">
          <a:xfrm>
            <a:off x="1685051" y="6570146"/>
            <a:ext cx="146304" cy="144000"/>
          </a:xfrm>
          <a:prstGeom prst="star5">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1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 name="TextBox 11">
            <a:extLst>
              <a:ext uri="{FF2B5EF4-FFF2-40B4-BE49-F238E27FC236}">
                <a16:creationId xmlns:a16="http://schemas.microsoft.com/office/drawing/2014/main" id="{F39F058F-B112-CD8A-92B3-B7F2C855CB80}"/>
              </a:ext>
            </a:extLst>
          </p:cNvPr>
          <p:cNvSpPr txBox="1"/>
          <p:nvPr/>
        </p:nvSpPr>
        <p:spPr bwMode="gray">
          <a:xfrm>
            <a:off x="1857183" y="6534836"/>
            <a:ext cx="857607" cy="177677"/>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One HP Priority</a:t>
            </a:r>
            <a:endParaRPr kumimoji="0" lang="zh-CN" altLang="en-US" sz="9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 name="TextBox 12">
            <a:extLst>
              <a:ext uri="{FF2B5EF4-FFF2-40B4-BE49-F238E27FC236}">
                <a16:creationId xmlns:a16="http://schemas.microsoft.com/office/drawing/2014/main" id="{4AC8D26E-C856-2ED1-A87C-106C014D12F9}"/>
              </a:ext>
            </a:extLst>
          </p:cNvPr>
          <p:cNvSpPr txBox="1"/>
          <p:nvPr/>
        </p:nvSpPr>
        <p:spPr bwMode="gray">
          <a:xfrm>
            <a:off x="2975726" y="6544072"/>
            <a:ext cx="597921" cy="177677"/>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TA Priority</a:t>
            </a:r>
            <a:endParaRPr kumimoji="0" lang="zh-CN" altLang="en-US" sz="9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 name="Star: 4 Points 13">
            <a:extLst>
              <a:ext uri="{FF2B5EF4-FFF2-40B4-BE49-F238E27FC236}">
                <a16:creationId xmlns:a16="http://schemas.microsoft.com/office/drawing/2014/main" id="{3EF0C401-E0FA-FA69-C390-0ACE1B5DBC35}"/>
              </a:ext>
            </a:extLst>
          </p:cNvPr>
          <p:cNvSpPr/>
          <p:nvPr/>
        </p:nvSpPr>
        <p:spPr bwMode="gray">
          <a:xfrm>
            <a:off x="2777254" y="6552146"/>
            <a:ext cx="180000" cy="180000"/>
          </a:xfrm>
          <a:prstGeom prst="star4">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100" b="1" i="0" u="none" strike="noStrike" kern="1200" cap="none" spc="0" normalizeH="0" baseline="0" noProof="0">
              <a:ln>
                <a:noFill/>
              </a:ln>
              <a:solidFill>
                <a:prstClr val="black"/>
              </a:solidFill>
              <a:effectLst/>
              <a:uLnTx/>
              <a:uFillTx/>
              <a:latin typeface="Boehringer Forward Text"/>
              <a:ea typeface="+mn-ea"/>
              <a:cs typeface="+mn-cs"/>
            </a:endParaRPr>
          </a:p>
        </p:txBody>
      </p:sp>
    </p:spTree>
    <p:extLst>
      <p:ext uri="{BB962C8B-B14F-4D97-AF65-F5344CB8AC3E}">
        <p14:creationId xmlns:p14="http://schemas.microsoft.com/office/powerpoint/2010/main" val="84789627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LSHAPE_TB_00000000000000000000000000000000_LeftEndCaps" hidden="1">
            <a:extLst>
              <a:ext uri="{FF2B5EF4-FFF2-40B4-BE49-F238E27FC236}">
                <a16:creationId xmlns:a16="http://schemas.microsoft.com/office/drawing/2014/main" id="{031F092A-DE16-C4E2-1FA9-AE32778CCA72}"/>
              </a:ext>
            </a:extLst>
          </p:cNvPr>
          <p:cNvSpPr txBox="1"/>
          <p:nvPr>
            <p:custDataLst>
              <p:tags r:id="rId2"/>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2025</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83" name="OTLSHAPE_SL2A_cd2308d02d6944d182b1a3169f4604c5_BackgroundRectangle" hidden="1">
            <a:extLst>
              <a:ext uri="{FF2B5EF4-FFF2-40B4-BE49-F238E27FC236}">
                <a16:creationId xmlns:a16="http://schemas.microsoft.com/office/drawing/2014/main" id="{5ED40BCB-C22C-BFC6-ABDC-899E0FB68B10}"/>
              </a:ext>
            </a:extLst>
          </p:cNvPr>
          <p:cNvSpPr/>
          <p:nvPr>
            <p:custDataLst>
              <p:tags r:id="rId3"/>
            </p:custDataLst>
          </p:nvPr>
        </p:nvSpPr>
        <p:spPr>
          <a:xfrm>
            <a:off x="1930400" y="1334995"/>
            <a:ext cx="9423400" cy="1647867"/>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1" name="OTLSHAPE_SL2A_cd2308d02d6944d182b1a3169f4604c5_HeaderRectangle" hidden="1">
            <a:extLst>
              <a:ext uri="{FF2B5EF4-FFF2-40B4-BE49-F238E27FC236}">
                <a16:creationId xmlns:a16="http://schemas.microsoft.com/office/drawing/2014/main" id="{DAA2D747-0D90-DD24-30C0-677E34DF949D}"/>
              </a:ext>
            </a:extLst>
          </p:cNvPr>
          <p:cNvSpPr/>
          <p:nvPr>
            <p:custDataLst>
              <p:tags r:id="rId4"/>
            </p:custDataLst>
          </p:nvPr>
        </p:nvSpPr>
        <p:spPr>
          <a:xfrm>
            <a:off x="1930400" y="1334995"/>
            <a:ext cx="0" cy="0"/>
          </a:xfrm>
          <a:prstGeom prst="rect">
            <a:avLst/>
          </a:prstGeom>
          <a:solidFill>
            <a:srgbClr val="08312A">
              <a:alpha val="24706"/>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2" name="OTLSHAPE_SL2A_cd2308d02d6944d182b1a3169f4604c5_Header" hidden="1">
            <a:extLst>
              <a:ext uri="{FF2B5EF4-FFF2-40B4-BE49-F238E27FC236}">
                <a16:creationId xmlns:a16="http://schemas.microsoft.com/office/drawing/2014/main" id="{61D9D75E-2415-20D1-5F92-40B215157E45}"/>
              </a:ext>
            </a:extLst>
          </p:cNvPr>
          <p:cNvSpPr txBox="1"/>
          <p:nvPr>
            <p:custDataLst>
              <p:tags r:id="rId5"/>
            </p:custDataLst>
          </p:nvPr>
        </p:nvSpPr>
        <p:spPr>
          <a:xfrm>
            <a:off x="12700" y="-3149683"/>
            <a:ext cx="0" cy="1692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136" name="OTLSHAPE_SLT_5e89ef62d6b243098418287a9f5312b4_ShapePercentage" hidden="1">
            <a:extLst>
              <a:ext uri="{FF2B5EF4-FFF2-40B4-BE49-F238E27FC236}">
                <a16:creationId xmlns:a16="http://schemas.microsoft.com/office/drawing/2014/main" id="{3868C688-8D0B-8766-CB34-1A2AC542200A}"/>
              </a:ext>
            </a:extLst>
          </p:cNvPr>
          <p:cNvSpPr/>
          <p:nvPr>
            <p:custDataLst>
              <p:tags r:id="rId6"/>
            </p:custDataLst>
          </p:nvPr>
        </p:nvSpPr>
        <p:spPr>
          <a:xfrm>
            <a:off x="3111442" y="3106221"/>
            <a:ext cx="0" cy="0"/>
          </a:xfrm>
          <a:prstGeom prst="roundRect">
            <a:avLst/>
          </a:prstGeom>
          <a:solidFill>
            <a:schemeClr val="dk1">
              <a:alpha val="34902"/>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37" name="OTLSHAPE_SLT_5e89ef62d6b243098418287a9f5312b4_Duration" hidden="1">
            <a:extLst>
              <a:ext uri="{FF2B5EF4-FFF2-40B4-BE49-F238E27FC236}">
                <a16:creationId xmlns:a16="http://schemas.microsoft.com/office/drawing/2014/main" id="{3F92674D-B182-9A5A-A80E-2BD7AF20C2F5}"/>
              </a:ext>
            </a:extLst>
          </p:cNvPr>
          <p:cNvSpPr txBox="1"/>
          <p:nvPr>
            <p:custDataLst>
              <p:tags r:id="rId7"/>
            </p:custDataLst>
          </p:nvPr>
        </p:nvSpPr>
        <p:spPr>
          <a:xfrm>
            <a:off x="12700" y="-304860"/>
            <a:ext cx="393700" cy="15388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8" name="OTLSHAPE_SLT_5e89ef62d6b243098418287a9f5312b4_TextPercentage" hidden="1">
            <a:extLst>
              <a:ext uri="{FF2B5EF4-FFF2-40B4-BE49-F238E27FC236}">
                <a16:creationId xmlns:a16="http://schemas.microsoft.com/office/drawing/2014/main" id="{572179F0-4C1E-83D0-AA46-49ED7C6E1B19}"/>
              </a:ext>
            </a:extLst>
          </p:cNvPr>
          <p:cNvSpPr txBox="1"/>
          <p:nvPr>
            <p:custDataLst>
              <p:tags r:id="rId8"/>
            </p:custDataLst>
          </p:nvPr>
        </p:nvSpPr>
        <p:spPr>
          <a:xfrm>
            <a:off x="12700" y="-310465"/>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9" name="OTLSHAPE_SLT_5e89ef62d6b243098418287a9f5312b4_StartDate" hidden="1">
            <a:extLst>
              <a:ext uri="{FF2B5EF4-FFF2-40B4-BE49-F238E27FC236}">
                <a16:creationId xmlns:a16="http://schemas.microsoft.com/office/drawing/2014/main" id="{3C36CCDC-2746-3E6B-0A77-7FDD9D01D66E}"/>
              </a:ext>
            </a:extLst>
          </p:cNvPr>
          <p:cNvSpPr txBox="1"/>
          <p:nvPr>
            <p:custDataLst>
              <p:tags r:id="rId9"/>
            </p:custDataLst>
          </p:nvPr>
        </p:nvSpPr>
        <p:spPr>
          <a:xfrm>
            <a:off x="12700" y="-695185"/>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等线" panose="02010600030101010101" pitchFamily="2" charset="-122"/>
              <a:cs typeface="+mn-cs"/>
            </a:endParaRPr>
          </a:p>
        </p:txBody>
      </p:sp>
      <p:sp>
        <p:nvSpPr>
          <p:cNvPr id="140" name="OTLSHAPE_SLT_5e89ef62d6b243098418287a9f5312b4_EndDate" hidden="1">
            <a:extLst>
              <a:ext uri="{FF2B5EF4-FFF2-40B4-BE49-F238E27FC236}">
                <a16:creationId xmlns:a16="http://schemas.microsoft.com/office/drawing/2014/main" id="{E4C6512D-747E-A4E0-85A9-200D622079F8}"/>
              </a:ext>
            </a:extLst>
          </p:cNvPr>
          <p:cNvSpPr txBox="1"/>
          <p:nvPr>
            <p:custDataLst>
              <p:tags r:id="rId10"/>
            </p:custDataLst>
          </p:nvPr>
        </p:nvSpPr>
        <p:spPr>
          <a:xfrm>
            <a:off x="12700" y="-695185"/>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等线" panose="02010600030101010101" pitchFamily="2" charset="-122"/>
              <a:cs typeface="+mn-cs"/>
            </a:endParaRPr>
          </a:p>
        </p:txBody>
      </p:sp>
      <p:sp>
        <p:nvSpPr>
          <p:cNvPr id="3" name="OTLSHAPE_TB_00000000000000000000000000000000_RightEndCaps" hidden="1">
            <a:extLst>
              <a:ext uri="{FF2B5EF4-FFF2-40B4-BE49-F238E27FC236}">
                <a16:creationId xmlns:a16="http://schemas.microsoft.com/office/drawing/2014/main" id="{B86C1995-BF24-96EF-15DE-369D4B9438B3}"/>
              </a:ext>
            </a:extLst>
          </p:cNvPr>
          <p:cNvSpPr txBox="1"/>
          <p:nvPr>
            <p:custDataLst>
              <p:tags r:id="rId11"/>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2031</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65" name="OTLSHAPE_SL2A_bd812b5aba0d4ece931cb019484466b8_BackgroundRectangle" hidden="1">
            <a:extLst>
              <a:ext uri="{FF2B5EF4-FFF2-40B4-BE49-F238E27FC236}">
                <a16:creationId xmlns:a16="http://schemas.microsoft.com/office/drawing/2014/main" id="{23F420C4-5749-A690-394B-6707D4FBEAAC}"/>
              </a:ext>
            </a:extLst>
          </p:cNvPr>
          <p:cNvSpPr/>
          <p:nvPr>
            <p:custDataLst>
              <p:tags r:id="rId12"/>
            </p:custDataLst>
          </p:nvPr>
        </p:nvSpPr>
        <p:spPr bwMode="gray">
          <a:xfrm>
            <a:off x="1930400" y="3046362"/>
            <a:ext cx="9423400" cy="948775"/>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3" name="OTLSHAPE_SL2A_bd812b5aba0d4ece931cb019484466b8_HeaderRectangle" hidden="1">
            <a:extLst>
              <a:ext uri="{FF2B5EF4-FFF2-40B4-BE49-F238E27FC236}">
                <a16:creationId xmlns:a16="http://schemas.microsoft.com/office/drawing/2014/main" id="{FA034370-280D-D47E-41A0-3EA24B9D8D85}"/>
              </a:ext>
            </a:extLst>
          </p:cNvPr>
          <p:cNvSpPr/>
          <p:nvPr>
            <p:custDataLst>
              <p:tags r:id="rId13"/>
            </p:custDataLst>
          </p:nvPr>
        </p:nvSpPr>
        <p:spPr bwMode="gray">
          <a:xfrm>
            <a:off x="1930400" y="3046362"/>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3" name="OTLSHAPE_SLT_f3e8c6c9fbc84b2099f828fe09da3cd6_ShapePercentage" hidden="1">
            <a:extLst>
              <a:ext uri="{FF2B5EF4-FFF2-40B4-BE49-F238E27FC236}">
                <a16:creationId xmlns:a16="http://schemas.microsoft.com/office/drawing/2014/main" id="{2E4E1544-2158-C858-80E1-EDEA8C162CDE}"/>
              </a:ext>
            </a:extLst>
          </p:cNvPr>
          <p:cNvSpPr/>
          <p:nvPr>
            <p:custDataLst>
              <p:tags r:id="rId14"/>
            </p:custDataLst>
          </p:nvPr>
        </p:nvSpPr>
        <p:spPr bwMode="gray">
          <a:xfrm>
            <a:off x="3282271" y="1783897"/>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OTLSHAPE_SL2A_bd812b5aba0d4ece931cb019484466b8_Header" hidden="1">
            <a:extLst>
              <a:ext uri="{FF2B5EF4-FFF2-40B4-BE49-F238E27FC236}">
                <a16:creationId xmlns:a16="http://schemas.microsoft.com/office/drawing/2014/main" id="{FB86A555-3366-C413-97AD-E9DDABE3B259}"/>
              </a:ext>
            </a:extLst>
          </p:cNvPr>
          <p:cNvSpPr txBox="1"/>
          <p:nvPr>
            <p:custDataLst>
              <p:tags r:id="rId15"/>
            </p:custDataLst>
          </p:nvPr>
        </p:nvSpPr>
        <p:spPr bwMode="gray">
          <a:xfrm>
            <a:off x="12700" y="-1979281"/>
            <a:ext cx="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34" name="OTLSHAPE_SLT_f3e8c6c9fbc84b2099f828fe09da3cd6_Duration" hidden="1">
            <a:extLst>
              <a:ext uri="{FF2B5EF4-FFF2-40B4-BE49-F238E27FC236}">
                <a16:creationId xmlns:a16="http://schemas.microsoft.com/office/drawing/2014/main" id="{040B7186-0A22-460F-3ABD-2C060F9550CF}"/>
              </a:ext>
            </a:extLst>
          </p:cNvPr>
          <p:cNvSpPr txBox="1"/>
          <p:nvPr>
            <p:custDataLst>
              <p:tags r:id="rId16"/>
            </p:custDataLst>
          </p:nvPr>
        </p:nvSpPr>
        <p:spPr bwMode="gray">
          <a:xfrm>
            <a:off x="12700" y="-603728"/>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495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38" name="OTLSHAPE_SLT_f3e8c6c9fbc84b2099f828fe09da3cd6_TextPercentage" hidden="1">
            <a:extLst>
              <a:ext uri="{FF2B5EF4-FFF2-40B4-BE49-F238E27FC236}">
                <a16:creationId xmlns:a16="http://schemas.microsoft.com/office/drawing/2014/main" id="{ECDB4D8F-BCB9-FD61-221F-A60AAA51EF0C}"/>
              </a:ext>
            </a:extLst>
          </p:cNvPr>
          <p:cNvSpPr txBox="1"/>
          <p:nvPr>
            <p:custDataLst>
              <p:tags r:id="rId17"/>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39" name="OTLSHAPE_SLT_f3e8c6c9fbc84b2099f828fe09da3cd6_StartDate" hidden="1">
            <a:extLst>
              <a:ext uri="{FF2B5EF4-FFF2-40B4-BE49-F238E27FC236}">
                <a16:creationId xmlns:a16="http://schemas.microsoft.com/office/drawing/2014/main" id="{4E0D087C-50EF-C732-0303-15FB2D9E87EB}"/>
              </a:ext>
            </a:extLst>
          </p:cNvPr>
          <p:cNvSpPr txBox="1"/>
          <p:nvPr>
            <p:custDataLst>
              <p:tags r:id="rId18"/>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40" name="OTLSHAPE_SLT_f3e8c6c9fbc84b2099f828fe09da3cd6_EndDate" hidden="1">
            <a:extLst>
              <a:ext uri="{FF2B5EF4-FFF2-40B4-BE49-F238E27FC236}">
                <a16:creationId xmlns:a16="http://schemas.microsoft.com/office/drawing/2014/main" id="{BB49C470-88D2-8313-0362-FE9AF28ACBDC}"/>
              </a:ext>
            </a:extLst>
          </p:cNvPr>
          <p:cNvSpPr txBox="1"/>
          <p:nvPr>
            <p:custDataLst>
              <p:tags r:id="rId1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85" name="OTLSHAPE_SLT_19b1abb07db4433f9f88502e25b2efb6_ShapePercentage" hidden="1">
            <a:extLst>
              <a:ext uri="{FF2B5EF4-FFF2-40B4-BE49-F238E27FC236}">
                <a16:creationId xmlns:a16="http://schemas.microsoft.com/office/drawing/2014/main" id="{4BDB5DF2-0619-D8E9-7B2A-D10F06B25793}"/>
              </a:ext>
            </a:extLst>
          </p:cNvPr>
          <p:cNvSpPr/>
          <p:nvPr>
            <p:custDataLst>
              <p:tags r:id="rId20"/>
            </p:custDataLst>
          </p:nvPr>
        </p:nvSpPr>
        <p:spPr bwMode="gray">
          <a:xfrm>
            <a:off x="3769312" y="3340240"/>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6" name="OTLSHAPE_SLT_19b1abb07db4433f9f88502e25b2efb6_Duration" hidden="1">
            <a:extLst>
              <a:ext uri="{FF2B5EF4-FFF2-40B4-BE49-F238E27FC236}">
                <a16:creationId xmlns:a16="http://schemas.microsoft.com/office/drawing/2014/main" id="{8AF3D770-5FC4-6914-BCA1-A945CCCD5ACF}"/>
              </a:ext>
            </a:extLst>
          </p:cNvPr>
          <p:cNvSpPr txBox="1"/>
          <p:nvPr>
            <p:custDataLst>
              <p:tags r:id="rId21"/>
            </p:custDataLst>
          </p:nvPr>
        </p:nvSpPr>
        <p:spPr bwMode="gray">
          <a:xfrm>
            <a:off x="12700" y="-603728"/>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399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87" name="OTLSHAPE_SLT_19b1abb07db4433f9f88502e25b2efb6_TextPercentage" hidden="1">
            <a:extLst>
              <a:ext uri="{FF2B5EF4-FFF2-40B4-BE49-F238E27FC236}">
                <a16:creationId xmlns:a16="http://schemas.microsoft.com/office/drawing/2014/main" id="{EA444F52-4EDF-27EE-BE6B-CF207EE664B4}"/>
              </a:ext>
            </a:extLst>
          </p:cNvPr>
          <p:cNvSpPr txBox="1"/>
          <p:nvPr>
            <p:custDataLst>
              <p:tags r:id="rId22"/>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90" name="OTLSHAPE_SLT_19b1abb07db4433f9f88502e25b2efb6_StartDate" hidden="1">
            <a:extLst>
              <a:ext uri="{FF2B5EF4-FFF2-40B4-BE49-F238E27FC236}">
                <a16:creationId xmlns:a16="http://schemas.microsoft.com/office/drawing/2014/main" id="{E4179147-E51A-1DE7-070E-271BA465D1EA}"/>
              </a:ext>
            </a:extLst>
          </p:cNvPr>
          <p:cNvSpPr txBox="1"/>
          <p:nvPr>
            <p:custDataLst>
              <p:tags r:id="rId2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1" name="OTLSHAPE_SLT_19b1abb07db4433f9f88502e25b2efb6_EndDate" hidden="1">
            <a:extLst>
              <a:ext uri="{FF2B5EF4-FFF2-40B4-BE49-F238E27FC236}">
                <a16:creationId xmlns:a16="http://schemas.microsoft.com/office/drawing/2014/main" id="{43D76D3F-6A46-DC98-DB20-3205D656B17D}"/>
              </a:ext>
            </a:extLst>
          </p:cNvPr>
          <p:cNvSpPr txBox="1"/>
          <p:nvPr>
            <p:custDataLst>
              <p:tags r:id="rId2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29" name="OTLSHAPE_SLT_1dbae2abd791421e828722a5193e8d48_ShapePercentage" hidden="1">
            <a:extLst>
              <a:ext uri="{FF2B5EF4-FFF2-40B4-BE49-F238E27FC236}">
                <a16:creationId xmlns:a16="http://schemas.microsoft.com/office/drawing/2014/main" id="{EE635F62-A160-A9F2-7CF2-BE696DEE79E2}"/>
              </a:ext>
            </a:extLst>
          </p:cNvPr>
          <p:cNvSpPr/>
          <p:nvPr>
            <p:custDataLst>
              <p:tags r:id="rId25"/>
            </p:custDataLst>
          </p:nvPr>
        </p:nvSpPr>
        <p:spPr bwMode="gray">
          <a:xfrm>
            <a:off x="9573829" y="2796003"/>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5" name="OTLSHAPE_SLT_1dbae2abd791421e828722a5193e8d48_Duration" hidden="1">
            <a:extLst>
              <a:ext uri="{FF2B5EF4-FFF2-40B4-BE49-F238E27FC236}">
                <a16:creationId xmlns:a16="http://schemas.microsoft.com/office/drawing/2014/main" id="{744E0503-797F-E0FD-EDB0-577AE136F354}"/>
              </a:ext>
            </a:extLst>
          </p:cNvPr>
          <p:cNvSpPr txBox="1"/>
          <p:nvPr>
            <p:custDataLst>
              <p:tags r:id="rId26"/>
            </p:custDataLst>
          </p:nvPr>
        </p:nvSpPr>
        <p:spPr bwMode="gray">
          <a:xfrm>
            <a:off x="12700" y="-573390"/>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174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36" name="OTLSHAPE_SLT_1dbae2abd791421e828722a5193e8d48_TextPercentage" hidden="1">
            <a:extLst>
              <a:ext uri="{FF2B5EF4-FFF2-40B4-BE49-F238E27FC236}">
                <a16:creationId xmlns:a16="http://schemas.microsoft.com/office/drawing/2014/main" id="{03604F3F-9542-2F21-911A-23B179061FEB}"/>
              </a:ext>
            </a:extLst>
          </p:cNvPr>
          <p:cNvSpPr txBox="1"/>
          <p:nvPr>
            <p:custDataLst>
              <p:tags r:id="rId27"/>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37" name="OTLSHAPE_SLT_1dbae2abd791421e828722a5193e8d48_StartDate" hidden="1">
            <a:extLst>
              <a:ext uri="{FF2B5EF4-FFF2-40B4-BE49-F238E27FC236}">
                <a16:creationId xmlns:a16="http://schemas.microsoft.com/office/drawing/2014/main" id="{8FDA8657-FF44-2AFA-302C-D77ED332BD12}"/>
              </a:ext>
            </a:extLst>
          </p:cNvPr>
          <p:cNvSpPr txBox="1"/>
          <p:nvPr>
            <p:custDataLst>
              <p:tags r:id="rId28"/>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45" name="OTLSHAPE_SLT_1dbae2abd791421e828722a5193e8d48_EndDate" hidden="1">
            <a:extLst>
              <a:ext uri="{FF2B5EF4-FFF2-40B4-BE49-F238E27FC236}">
                <a16:creationId xmlns:a16="http://schemas.microsoft.com/office/drawing/2014/main" id="{D2F20CDE-DA8B-9585-8545-732EA6E0F821}"/>
              </a:ext>
            </a:extLst>
          </p:cNvPr>
          <p:cNvSpPr txBox="1"/>
          <p:nvPr>
            <p:custDataLst>
              <p:tags r:id="rId2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5" name="OTLSHAPE_SLT_b9b4af8beeda4c099ca9e85512066616_ShapePercentage" hidden="1">
            <a:extLst>
              <a:ext uri="{FF2B5EF4-FFF2-40B4-BE49-F238E27FC236}">
                <a16:creationId xmlns:a16="http://schemas.microsoft.com/office/drawing/2014/main" id="{C79C33FB-CDD6-ED2D-7A6F-5A97872B74D0}"/>
              </a:ext>
            </a:extLst>
          </p:cNvPr>
          <p:cNvSpPr/>
          <p:nvPr>
            <p:custDataLst>
              <p:tags r:id="rId30"/>
            </p:custDataLst>
          </p:nvPr>
        </p:nvSpPr>
        <p:spPr bwMode="gray">
          <a:xfrm>
            <a:off x="9682870" y="3808277"/>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8" name="OTLSHAPE_SLT_b9b4af8beeda4c099ca9e85512066616_Duration" hidden="1">
            <a:extLst>
              <a:ext uri="{FF2B5EF4-FFF2-40B4-BE49-F238E27FC236}">
                <a16:creationId xmlns:a16="http://schemas.microsoft.com/office/drawing/2014/main" id="{1A128C5F-53EB-4196-48C6-50A6F29A27B0}"/>
              </a:ext>
            </a:extLst>
          </p:cNvPr>
          <p:cNvSpPr txBox="1"/>
          <p:nvPr>
            <p:custDataLst>
              <p:tags r:id="rId31"/>
            </p:custDataLst>
          </p:nvPr>
        </p:nvSpPr>
        <p:spPr bwMode="gray">
          <a:xfrm>
            <a:off x="12700" y="-573390"/>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262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29" name="OTLSHAPE_SLT_b9b4af8beeda4c099ca9e85512066616_TextPercentage" hidden="1">
            <a:extLst>
              <a:ext uri="{FF2B5EF4-FFF2-40B4-BE49-F238E27FC236}">
                <a16:creationId xmlns:a16="http://schemas.microsoft.com/office/drawing/2014/main" id="{6818A369-16BC-D213-BE52-0A09DC706834}"/>
              </a:ext>
            </a:extLst>
          </p:cNvPr>
          <p:cNvSpPr txBox="1"/>
          <p:nvPr>
            <p:custDataLst>
              <p:tags r:id="rId32"/>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30" name="OTLSHAPE_SLT_b9b4af8beeda4c099ca9e85512066616_StartDate" hidden="1">
            <a:extLst>
              <a:ext uri="{FF2B5EF4-FFF2-40B4-BE49-F238E27FC236}">
                <a16:creationId xmlns:a16="http://schemas.microsoft.com/office/drawing/2014/main" id="{33B99105-3118-183B-E7C9-B4640C35E81E}"/>
              </a:ext>
            </a:extLst>
          </p:cNvPr>
          <p:cNvSpPr txBox="1"/>
          <p:nvPr>
            <p:custDataLst>
              <p:tags r:id="rId3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131" name="OTLSHAPE_SLT_b9b4af8beeda4c099ca9e85512066616_EndDate" hidden="1">
            <a:extLst>
              <a:ext uri="{FF2B5EF4-FFF2-40B4-BE49-F238E27FC236}">
                <a16:creationId xmlns:a16="http://schemas.microsoft.com/office/drawing/2014/main" id="{E923AE83-E8FE-565C-7854-63C5F2ABD137}"/>
              </a:ext>
            </a:extLst>
          </p:cNvPr>
          <p:cNvSpPr txBox="1"/>
          <p:nvPr>
            <p:custDataLst>
              <p:tags r:id="rId3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5" name="OTLSHAPE_SL_008b357a959f4d9183e7c3df44197c27_BackgroundRectangle">
            <a:extLst>
              <a:ext uri="{FF2B5EF4-FFF2-40B4-BE49-F238E27FC236}">
                <a16:creationId xmlns:a16="http://schemas.microsoft.com/office/drawing/2014/main" id="{5F1B4AD7-BB3D-D8F5-4A31-9A7074216948}"/>
              </a:ext>
            </a:extLst>
          </p:cNvPr>
          <p:cNvSpPr/>
          <p:nvPr>
            <p:custDataLst>
              <p:tags r:id="rId35"/>
            </p:custDataLst>
          </p:nvPr>
        </p:nvSpPr>
        <p:spPr>
          <a:xfrm>
            <a:off x="63500" y="1756233"/>
            <a:ext cx="11290300" cy="1025890"/>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2" name="OTLSHAPE_SL_ae039774f5d941348767efd1938c968d_BackgroundRectangle">
            <a:extLst>
              <a:ext uri="{FF2B5EF4-FFF2-40B4-BE49-F238E27FC236}">
                <a16:creationId xmlns:a16="http://schemas.microsoft.com/office/drawing/2014/main" id="{29633D82-7BA5-6388-73FB-865F1ADD8197}"/>
              </a:ext>
            </a:extLst>
          </p:cNvPr>
          <p:cNvSpPr/>
          <p:nvPr>
            <p:custDataLst>
              <p:tags r:id="rId36"/>
            </p:custDataLst>
          </p:nvPr>
        </p:nvSpPr>
        <p:spPr bwMode="gray">
          <a:xfrm>
            <a:off x="63500" y="2858757"/>
            <a:ext cx="11290300" cy="1228792"/>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OTLSHAPE_TB_00000000000000000000000000000000_ScaleContainer">
            <a:extLst>
              <a:ext uri="{FF2B5EF4-FFF2-40B4-BE49-F238E27FC236}">
                <a16:creationId xmlns:a16="http://schemas.microsoft.com/office/drawing/2014/main" id="{6E31C414-14A0-B474-C338-CDBC658FD865}"/>
              </a:ext>
            </a:extLst>
          </p:cNvPr>
          <p:cNvSpPr/>
          <p:nvPr>
            <p:custDataLst>
              <p:tags r:id="rId37"/>
            </p:custDataLst>
          </p:nvPr>
        </p:nvSpPr>
        <p:spPr>
          <a:xfrm>
            <a:off x="2057400" y="1028310"/>
            <a:ext cx="9296400" cy="254000"/>
          </a:xfrm>
          <a:prstGeom prst="roundRect">
            <a:avLst/>
          </a:prstGeom>
          <a:gradFill flip="none" rotWithShape="1">
            <a:gsLst>
              <a:gs pos="0">
                <a:srgbClr val="44546A"/>
              </a:gs>
              <a:gs pos="100000">
                <a:srgbClr val="52667F"/>
              </a:gs>
            </a:gsLst>
            <a:lin ang="5400000" scaled="1"/>
            <a:tileRect/>
          </a:gradFill>
          <a:ln w="12700" cap="flat" cmpd="sng" algn="ctr">
            <a:noFill/>
            <a:prstDash val="solid"/>
            <a:miter lim="800000"/>
          </a:ln>
          <a:effectLst>
            <a:reflection blurRad="6350" stA="50000" endA="300" endPos="55500" dist="50800" dir="5400000" sy="-100000" algn="bl" rotWithShape="0"/>
          </a:effectLst>
          <a:scene3d>
            <a:camera prst="orthographicFront"/>
            <a:lightRig rig="threePt" dir="t">
              <a:rot lat="0" lon="0" rev="8700000"/>
            </a:lightRig>
          </a:scene3d>
          <a:sp3d>
            <a:bevelT w="165100" h="1905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76" name="OTLSHAPE_SL_008b357a959f4d9183e7c3df44197c27_HeaderRectangle">
            <a:extLst>
              <a:ext uri="{FF2B5EF4-FFF2-40B4-BE49-F238E27FC236}">
                <a16:creationId xmlns:a16="http://schemas.microsoft.com/office/drawing/2014/main" id="{B3363553-5BC8-1F1F-24DC-FBB287DA2B08}"/>
              </a:ext>
            </a:extLst>
          </p:cNvPr>
          <p:cNvSpPr/>
          <p:nvPr>
            <p:custDataLst>
              <p:tags r:id="rId38"/>
            </p:custDataLst>
          </p:nvPr>
        </p:nvSpPr>
        <p:spPr>
          <a:xfrm>
            <a:off x="63500" y="1756233"/>
            <a:ext cx="1866900" cy="1025890"/>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0" name="OTLSHAPE_SL_ae039774f5d941348767efd1938c968d_HeaderRectangle">
            <a:extLst>
              <a:ext uri="{FF2B5EF4-FFF2-40B4-BE49-F238E27FC236}">
                <a16:creationId xmlns:a16="http://schemas.microsoft.com/office/drawing/2014/main" id="{93488A2C-AC0E-4195-593A-310F9502A528}"/>
              </a:ext>
            </a:extLst>
          </p:cNvPr>
          <p:cNvSpPr/>
          <p:nvPr>
            <p:custDataLst>
              <p:tags r:id="rId39"/>
            </p:custDataLst>
          </p:nvPr>
        </p:nvSpPr>
        <p:spPr bwMode="gray">
          <a:xfrm>
            <a:off x="63501" y="2858757"/>
            <a:ext cx="1863116" cy="1228791"/>
          </a:xfrm>
          <a:prstGeom prst="rect">
            <a:avLst/>
          </a:prstGeom>
          <a:solidFill>
            <a:schemeClr val="accent3"/>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46" name="OTLSHAPE_G_00000000000000000000000000000000_ShapeBelow0">
            <a:extLst>
              <a:ext uri="{FF2B5EF4-FFF2-40B4-BE49-F238E27FC236}">
                <a16:creationId xmlns:a16="http://schemas.microsoft.com/office/drawing/2014/main" id="{DBB8CC51-F0EF-8CB9-F65C-5C08DDEBB308}"/>
              </a:ext>
            </a:extLst>
          </p:cNvPr>
          <p:cNvCxnSpPr/>
          <p:nvPr>
            <p:custDataLst>
              <p:tags r:id="rId40"/>
            </p:custDataLst>
          </p:nvPr>
        </p:nvCxnSpPr>
        <p:spPr>
          <a:xfrm>
            <a:off x="3384043" y="1282310"/>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OTLSHAPE_G_00000000000000000000000000000000_ShapeBelow1">
            <a:extLst>
              <a:ext uri="{FF2B5EF4-FFF2-40B4-BE49-F238E27FC236}">
                <a16:creationId xmlns:a16="http://schemas.microsoft.com/office/drawing/2014/main" id="{7FA3992C-52FE-CC42-8F18-338ABEDD3449}"/>
              </a:ext>
            </a:extLst>
          </p:cNvPr>
          <p:cNvCxnSpPr/>
          <p:nvPr>
            <p:custDataLst>
              <p:tags r:id="rId41"/>
            </p:custDataLst>
          </p:nvPr>
        </p:nvCxnSpPr>
        <p:spPr>
          <a:xfrm>
            <a:off x="4710686" y="1282310"/>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G_00000000000000000000000000000000_ShapeBelow2">
            <a:extLst>
              <a:ext uri="{FF2B5EF4-FFF2-40B4-BE49-F238E27FC236}">
                <a16:creationId xmlns:a16="http://schemas.microsoft.com/office/drawing/2014/main" id="{C2486BD6-E927-2CFB-8619-C41FF86F1AE5}"/>
              </a:ext>
            </a:extLst>
          </p:cNvPr>
          <p:cNvCxnSpPr/>
          <p:nvPr>
            <p:custDataLst>
              <p:tags r:id="rId42"/>
            </p:custDataLst>
          </p:nvPr>
        </p:nvCxnSpPr>
        <p:spPr>
          <a:xfrm>
            <a:off x="6037328" y="1282310"/>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OTLSHAPE_G_00000000000000000000000000000000_ShapeBelow3">
            <a:extLst>
              <a:ext uri="{FF2B5EF4-FFF2-40B4-BE49-F238E27FC236}">
                <a16:creationId xmlns:a16="http://schemas.microsoft.com/office/drawing/2014/main" id="{3B0BF57B-A060-43C3-E13D-6A884D4DA277}"/>
              </a:ext>
            </a:extLst>
          </p:cNvPr>
          <p:cNvCxnSpPr/>
          <p:nvPr>
            <p:custDataLst>
              <p:tags r:id="rId43"/>
            </p:custDataLst>
          </p:nvPr>
        </p:nvCxnSpPr>
        <p:spPr bwMode="gray">
          <a:xfrm>
            <a:off x="7367606" y="1282309"/>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OTLSHAPE_G_00000000000000000000000000000000_ShapeBelow4">
            <a:extLst>
              <a:ext uri="{FF2B5EF4-FFF2-40B4-BE49-F238E27FC236}">
                <a16:creationId xmlns:a16="http://schemas.microsoft.com/office/drawing/2014/main" id="{9C90CACA-C5A8-160A-5D16-C549604700CF}"/>
              </a:ext>
            </a:extLst>
          </p:cNvPr>
          <p:cNvCxnSpPr/>
          <p:nvPr>
            <p:custDataLst>
              <p:tags r:id="rId44"/>
            </p:custDataLst>
          </p:nvPr>
        </p:nvCxnSpPr>
        <p:spPr bwMode="gray">
          <a:xfrm>
            <a:off x="8694249" y="1282309"/>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OTLSHAPE_G_00000000000000000000000000000000_ShapeBelow5">
            <a:extLst>
              <a:ext uri="{FF2B5EF4-FFF2-40B4-BE49-F238E27FC236}">
                <a16:creationId xmlns:a16="http://schemas.microsoft.com/office/drawing/2014/main" id="{12EA0ABD-A8FB-6928-3A97-884B9F26E1A6}"/>
              </a:ext>
            </a:extLst>
          </p:cNvPr>
          <p:cNvCxnSpPr/>
          <p:nvPr>
            <p:custDataLst>
              <p:tags r:id="rId45"/>
            </p:custDataLst>
          </p:nvPr>
        </p:nvCxnSpPr>
        <p:spPr bwMode="gray">
          <a:xfrm>
            <a:off x="10020891" y="1282309"/>
            <a:ext cx="0" cy="3134064"/>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OTLSHAPE_SLT_f3e8c6c9fbc84b2099f828fe09da3cd6_Shape">
            <a:extLst>
              <a:ext uri="{FF2B5EF4-FFF2-40B4-BE49-F238E27FC236}">
                <a16:creationId xmlns:a16="http://schemas.microsoft.com/office/drawing/2014/main" id="{4EFEF0A1-866F-903C-61FB-260F45B9BF5D}"/>
              </a:ext>
            </a:extLst>
          </p:cNvPr>
          <p:cNvSpPr/>
          <p:nvPr>
            <p:custDataLst>
              <p:tags r:id="rId46"/>
            </p:custDataLst>
          </p:nvPr>
        </p:nvSpPr>
        <p:spPr bwMode="gray">
          <a:xfrm>
            <a:off x="3596761" y="2426959"/>
            <a:ext cx="2212810" cy="13856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9" name="OTLSHAPE_SLT_19b1abb07db4433f9f88502e25b2efb6_Shape">
            <a:extLst>
              <a:ext uri="{FF2B5EF4-FFF2-40B4-BE49-F238E27FC236}">
                <a16:creationId xmlns:a16="http://schemas.microsoft.com/office/drawing/2014/main" id="{51F8A25C-6195-EA57-B959-A1650DA51CCA}"/>
              </a:ext>
            </a:extLst>
          </p:cNvPr>
          <p:cNvSpPr/>
          <p:nvPr>
            <p:custDataLst>
              <p:tags r:id="rId47"/>
            </p:custDataLst>
          </p:nvPr>
        </p:nvSpPr>
        <p:spPr bwMode="gray">
          <a:xfrm>
            <a:off x="3596761" y="3570201"/>
            <a:ext cx="2204551" cy="125531"/>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8" name="OTLSHAPE_SLT_1dbae2abd791421e828722a5193e8d48_Shape">
            <a:extLst>
              <a:ext uri="{FF2B5EF4-FFF2-40B4-BE49-F238E27FC236}">
                <a16:creationId xmlns:a16="http://schemas.microsoft.com/office/drawing/2014/main" id="{B7EA3E81-D45A-9CDC-216C-3D6A7B2C5360}"/>
              </a:ext>
            </a:extLst>
          </p:cNvPr>
          <p:cNvSpPr/>
          <p:nvPr>
            <p:custDataLst>
              <p:tags r:id="rId48"/>
            </p:custDataLst>
          </p:nvPr>
        </p:nvSpPr>
        <p:spPr bwMode="gray">
          <a:xfrm>
            <a:off x="9335287" y="2427463"/>
            <a:ext cx="8890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4" name="OTLSHAPE_SLT_b9b4af8beeda4c099ca9e85512066616_Shape">
            <a:extLst>
              <a:ext uri="{FF2B5EF4-FFF2-40B4-BE49-F238E27FC236}">
                <a16:creationId xmlns:a16="http://schemas.microsoft.com/office/drawing/2014/main" id="{976CD6C0-8D1E-9026-8EC8-4EF41CCB8F0B}"/>
              </a:ext>
            </a:extLst>
          </p:cNvPr>
          <p:cNvSpPr/>
          <p:nvPr>
            <p:custDataLst>
              <p:tags r:id="rId49"/>
            </p:custDataLst>
          </p:nvPr>
        </p:nvSpPr>
        <p:spPr bwMode="gray">
          <a:xfrm>
            <a:off x="9444328" y="3835464"/>
            <a:ext cx="13335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1" name="OTLSHAPE_SLT_bb529ecbc22e42a3b61f8ee6d88ba468_Shape">
            <a:extLst>
              <a:ext uri="{FF2B5EF4-FFF2-40B4-BE49-F238E27FC236}">
                <a16:creationId xmlns:a16="http://schemas.microsoft.com/office/drawing/2014/main" id="{8A9433F8-C78D-1B4D-41FD-C3F8002B99ED}"/>
              </a:ext>
            </a:extLst>
          </p:cNvPr>
          <p:cNvSpPr/>
          <p:nvPr>
            <p:custDataLst>
              <p:tags r:id="rId50"/>
            </p:custDataLst>
          </p:nvPr>
        </p:nvSpPr>
        <p:spPr bwMode="gray">
          <a:xfrm>
            <a:off x="4710686" y="3800762"/>
            <a:ext cx="1333500" cy="127000"/>
          </a:xfrm>
          <a:prstGeom prst="roundRect">
            <a:avLst/>
          </a:prstGeom>
          <a:solidFill>
            <a:srgbClr val="FFC000"/>
          </a:solidFill>
          <a:ln w="6350" cap="flat" cmpd="sng" algn="ctr">
            <a:noFill/>
            <a:prstDash val="solid"/>
            <a:miter lim="800000"/>
          </a:ln>
          <a:effectLst/>
          <a:scene3d>
            <a:camera prst="orthographicFront"/>
            <a:lightRig rig="balanced" dir="t">
              <a:rot lat="0" lon="0" rev="8700000"/>
            </a:lightRig>
          </a:scene3d>
          <a:sp3d>
            <a:bevelT w="1651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2" name="OTLSHAPE_SLT_bb529ecbc22e42a3b61f8ee6d88ba468_ShapePercentage" hidden="1">
            <a:extLst>
              <a:ext uri="{FF2B5EF4-FFF2-40B4-BE49-F238E27FC236}">
                <a16:creationId xmlns:a16="http://schemas.microsoft.com/office/drawing/2014/main" id="{5BB4E7A7-9A4B-885B-085C-715B43B04708}"/>
              </a:ext>
            </a:extLst>
          </p:cNvPr>
          <p:cNvSpPr/>
          <p:nvPr>
            <p:custDataLst>
              <p:tags r:id="rId51"/>
            </p:custDataLst>
          </p:nvPr>
        </p:nvSpPr>
        <p:spPr bwMode="gray">
          <a:xfrm>
            <a:off x="4710686" y="3574259"/>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7" name="OTLSHAPE_SL_008b357a959f4d9183e7c3df44197c27_Header">
            <a:extLst>
              <a:ext uri="{FF2B5EF4-FFF2-40B4-BE49-F238E27FC236}">
                <a16:creationId xmlns:a16="http://schemas.microsoft.com/office/drawing/2014/main" id="{457E84F7-58AD-1B5C-F13B-4C86CF7DD0E2}"/>
              </a:ext>
            </a:extLst>
          </p:cNvPr>
          <p:cNvSpPr txBox="1"/>
          <p:nvPr>
            <p:custDataLst>
              <p:tags r:id="rId52"/>
            </p:custDataLst>
          </p:nvPr>
        </p:nvSpPr>
        <p:spPr>
          <a:xfrm>
            <a:off x="63500" y="1756234"/>
            <a:ext cx="1866900" cy="1025890"/>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Global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1434-0017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Ph III</a:t>
            </a:r>
            <a:endParaRPr kumimoji="0" lang="zh-CN" altLang="en-US"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31" name="OTLSHAPE_SL_ae039774f5d941348767efd1938c968d_Header">
            <a:extLst>
              <a:ext uri="{FF2B5EF4-FFF2-40B4-BE49-F238E27FC236}">
                <a16:creationId xmlns:a16="http://schemas.microsoft.com/office/drawing/2014/main" id="{D886AA33-4A39-1D04-DE14-64415A6E922B}"/>
              </a:ext>
            </a:extLst>
          </p:cNvPr>
          <p:cNvSpPr txBox="1"/>
          <p:nvPr>
            <p:custDataLst>
              <p:tags r:id="rId53"/>
            </p:custDataLst>
          </p:nvPr>
        </p:nvSpPr>
        <p:spPr bwMode="gray">
          <a:xfrm>
            <a:off x="70257" y="2858756"/>
            <a:ext cx="1866900" cy="1228791"/>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China</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1434-0017</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Ph III</a:t>
            </a:r>
            <a:endParaRPr kumimoji="0" lang="zh-CN" altLang="en-US"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endParaRPr>
          </a:p>
        </p:txBody>
      </p:sp>
      <p:sp>
        <p:nvSpPr>
          <p:cNvPr id="8" name="OTLSHAPE_TB_00000000000000000000000000000000_TimescaleInterval1">
            <a:extLst>
              <a:ext uri="{FF2B5EF4-FFF2-40B4-BE49-F238E27FC236}">
                <a16:creationId xmlns:a16="http://schemas.microsoft.com/office/drawing/2014/main" id="{1D880C26-7ED6-7E39-22C5-91C79BAA157D}"/>
              </a:ext>
            </a:extLst>
          </p:cNvPr>
          <p:cNvSpPr txBox="1"/>
          <p:nvPr>
            <p:custDataLst>
              <p:tags r:id="rId54"/>
            </p:custDataLst>
          </p:nvPr>
        </p:nvSpPr>
        <p:spPr>
          <a:xfrm>
            <a:off x="2120900"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2025</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0" name="OTLSHAPE_TB_00000000000000000000000000000000_TimescaleInterval2">
            <a:extLst>
              <a:ext uri="{FF2B5EF4-FFF2-40B4-BE49-F238E27FC236}">
                <a16:creationId xmlns:a16="http://schemas.microsoft.com/office/drawing/2014/main" id="{CC9A0F86-1B79-25E8-C377-A5B96013D03C}"/>
              </a:ext>
            </a:extLst>
          </p:cNvPr>
          <p:cNvSpPr txBox="1"/>
          <p:nvPr>
            <p:custDataLst>
              <p:tags r:id="rId55"/>
            </p:custDataLst>
          </p:nvPr>
        </p:nvSpPr>
        <p:spPr>
          <a:xfrm>
            <a:off x="3447543"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2026</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2" name="OTLSHAPE_TB_00000000000000000000000000000000_TimescaleInterval3">
            <a:extLst>
              <a:ext uri="{FF2B5EF4-FFF2-40B4-BE49-F238E27FC236}">
                <a16:creationId xmlns:a16="http://schemas.microsoft.com/office/drawing/2014/main" id="{9859ED05-1259-71CD-E240-749E09DFCCC1}"/>
              </a:ext>
            </a:extLst>
          </p:cNvPr>
          <p:cNvSpPr txBox="1"/>
          <p:nvPr>
            <p:custDataLst>
              <p:tags r:id="rId56"/>
            </p:custDataLst>
          </p:nvPr>
        </p:nvSpPr>
        <p:spPr>
          <a:xfrm>
            <a:off x="4774186"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2027</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4" name="OTLSHAPE_TB_00000000000000000000000000000000_TimescaleInterval4">
            <a:extLst>
              <a:ext uri="{FF2B5EF4-FFF2-40B4-BE49-F238E27FC236}">
                <a16:creationId xmlns:a16="http://schemas.microsoft.com/office/drawing/2014/main" id="{50D3CE5D-D9D7-579D-9975-B2DCC3AC6BEA}"/>
              </a:ext>
            </a:extLst>
          </p:cNvPr>
          <p:cNvSpPr txBox="1"/>
          <p:nvPr>
            <p:custDataLst>
              <p:tags r:id="rId57"/>
            </p:custDataLst>
          </p:nvPr>
        </p:nvSpPr>
        <p:spPr>
          <a:xfrm>
            <a:off x="6100829"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2028</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43" name="OTLSHAPE_SLT_f3e8c6c9fbc84b2099f828fe09da3cd6_JoinedDate">
            <a:extLst>
              <a:ext uri="{FF2B5EF4-FFF2-40B4-BE49-F238E27FC236}">
                <a16:creationId xmlns:a16="http://schemas.microsoft.com/office/drawing/2014/main" id="{6630B363-1155-E7C2-20D9-8ACBD27C8D04}"/>
              </a:ext>
            </a:extLst>
          </p:cNvPr>
          <p:cNvSpPr txBox="1"/>
          <p:nvPr>
            <p:custDataLst>
              <p:tags r:id="rId58"/>
            </p:custDataLst>
          </p:nvPr>
        </p:nvSpPr>
        <p:spPr bwMode="gray">
          <a:xfrm>
            <a:off x="2567174" y="2374649"/>
            <a:ext cx="1003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16/2/26 - 10/27/27</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44" name="OTLSHAPE_SLT_f3e8c6c9fbc84b2099f828fe09da3cd6_Title">
            <a:extLst>
              <a:ext uri="{FF2B5EF4-FFF2-40B4-BE49-F238E27FC236}">
                <a16:creationId xmlns:a16="http://schemas.microsoft.com/office/drawing/2014/main" id="{6BCCEEDE-3010-0CE0-1744-5364F3A3DC5B}"/>
              </a:ext>
            </a:extLst>
          </p:cNvPr>
          <p:cNvSpPr txBox="1"/>
          <p:nvPr>
            <p:custDataLst>
              <p:tags r:id="rId59"/>
            </p:custDataLst>
          </p:nvPr>
        </p:nvSpPr>
        <p:spPr bwMode="gray">
          <a:xfrm>
            <a:off x="5851875" y="2382962"/>
            <a:ext cx="8890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global FSS - LSS</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sp>
        <p:nvSpPr>
          <p:cNvPr id="92" name="OTLSHAPE_SLT_19b1abb07db4433f9f88502e25b2efb6_JoinedDate">
            <a:extLst>
              <a:ext uri="{FF2B5EF4-FFF2-40B4-BE49-F238E27FC236}">
                <a16:creationId xmlns:a16="http://schemas.microsoft.com/office/drawing/2014/main" id="{198FA26A-E240-C2AE-72E7-D065D82BE956}"/>
              </a:ext>
            </a:extLst>
          </p:cNvPr>
          <p:cNvSpPr txBox="1"/>
          <p:nvPr>
            <p:custDataLst>
              <p:tags r:id="rId60"/>
            </p:custDataLst>
          </p:nvPr>
        </p:nvSpPr>
        <p:spPr bwMode="gray">
          <a:xfrm>
            <a:off x="2553000" y="3532306"/>
            <a:ext cx="1003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3/2/26 – 27/10/27</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93" name="OTLSHAPE_SLT_19b1abb07db4433f9f88502e25b2efb6_Title">
            <a:extLst>
              <a:ext uri="{FF2B5EF4-FFF2-40B4-BE49-F238E27FC236}">
                <a16:creationId xmlns:a16="http://schemas.microsoft.com/office/drawing/2014/main" id="{94A82D8D-140F-C870-D281-DEAF4A377E5F}"/>
              </a:ext>
            </a:extLst>
          </p:cNvPr>
          <p:cNvSpPr txBox="1"/>
          <p:nvPr>
            <p:custDataLst>
              <p:tags r:id="rId61"/>
            </p:custDataLst>
          </p:nvPr>
        </p:nvSpPr>
        <p:spPr bwMode="gray">
          <a:xfrm>
            <a:off x="5851875" y="3522746"/>
            <a:ext cx="5334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fSIV - LSS</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sp>
        <p:nvSpPr>
          <p:cNvPr id="16" name="OTLSHAPE_TB_00000000000000000000000000000000_TimescaleInterval5">
            <a:extLst>
              <a:ext uri="{FF2B5EF4-FFF2-40B4-BE49-F238E27FC236}">
                <a16:creationId xmlns:a16="http://schemas.microsoft.com/office/drawing/2014/main" id="{6108D585-4C29-21D8-49FD-95FC71FFBEDF}"/>
              </a:ext>
            </a:extLst>
          </p:cNvPr>
          <p:cNvSpPr txBox="1"/>
          <p:nvPr>
            <p:custDataLst>
              <p:tags r:id="rId62"/>
            </p:custDataLst>
          </p:nvPr>
        </p:nvSpPr>
        <p:spPr bwMode="gray">
          <a:xfrm>
            <a:off x="7431106"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rPr>
              <a:t>2029</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endParaRPr>
          </a:p>
        </p:txBody>
      </p:sp>
      <p:sp>
        <p:nvSpPr>
          <p:cNvPr id="18" name="OTLSHAPE_TB_00000000000000000000000000000000_TimescaleInterval6">
            <a:extLst>
              <a:ext uri="{FF2B5EF4-FFF2-40B4-BE49-F238E27FC236}">
                <a16:creationId xmlns:a16="http://schemas.microsoft.com/office/drawing/2014/main" id="{C93299AC-50EE-CC5D-0024-A03D819D0E62}"/>
              </a:ext>
            </a:extLst>
          </p:cNvPr>
          <p:cNvSpPr txBox="1"/>
          <p:nvPr>
            <p:custDataLst>
              <p:tags r:id="rId63"/>
            </p:custDataLst>
          </p:nvPr>
        </p:nvSpPr>
        <p:spPr bwMode="gray">
          <a:xfrm>
            <a:off x="8757749"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rPr>
              <a:t>2030</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endParaRPr>
          </a:p>
        </p:txBody>
      </p:sp>
      <p:sp>
        <p:nvSpPr>
          <p:cNvPr id="20" name="OTLSHAPE_TB_00000000000000000000000000000000_TimescaleInterval7">
            <a:extLst>
              <a:ext uri="{FF2B5EF4-FFF2-40B4-BE49-F238E27FC236}">
                <a16:creationId xmlns:a16="http://schemas.microsoft.com/office/drawing/2014/main" id="{C4738371-2597-9E1D-8340-CFB38D421FB9}"/>
              </a:ext>
            </a:extLst>
          </p:cNvPr>
          <p:cNvSpPr txBox="1"/>
          <p:nvPr>
            <p:custDataLst>
              <p:tags r:id="rId64"/>
            </p:custDataLst>
          </p:nvPr>
        </p:nvSpPr>
        <p:spPr bwMode="gray">
          <a:xfrm>
            <a:off x="10084392" y="1062283"/>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rPr>
              <a:t>2031</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endParaRPr>
          </a:p>
        </p:txBody>
      </p:sp>
      <p:sp>
        <p:nvSpPr>
          <p:cNvPr id="49" name="OTLSHAPE_SLT_1dbae2abd791421e828722a5193e8d48_JoinedDate">
            <a:extLst>
              <a:ext uri="{FF2B5EF4-FFF2-40B4-BE49-F238E27FC236}">
                <a16:creationId xmlns:a16="http://schemas.microsoft.com/office/drawing/2014/main" id="{2A19C6BB-B9F9-9352-3C65-A15B4023DA7F}"/>
              </a:ext>
            </a:extLst>
          </p:cNvPr>
          <p:cNvSpPr txBox="1"/>
          <p:nvPr>
            <p:custDataLst>
              <p:tags r:id="rId65"/>
            </p:custDataLst>
          </p:nvPr>
        </p:nvSpPr>
        <p:spPr bwMode="gray">
          <a:xfrm>
            <a:off x="7922487" y="2393244"/>
            <a:ext cx="1366276"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lang="en-US" altLang="zh-CN" sz="1000" spc="-6">
                <a:solidFill>
                  <a:srgbClr val="44546A"/>
                </a:solidFill>
                <a:latin typeface="Calibri" panose="020F0502020204030204" pitchFamily="34" charset="0"/>
              </a:rPr>
              <a:t>May 20</a:t>
            </a: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30 – May 2031</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50" name="OTLSHAPE_SLT_1dbae2abd791421e828722a5193e8d48_Title">
            <a:extLst>
              <a:ext uri="{FF2B5EF4-FFF2-40B4-BE49-F238E27FC236}">
                <a16:creationId xmlns:a16="http://schemas.microsoft.com/office/drawing/2014/main" id="{5788347A-7206-5676-DEB4-FF0FB2E03413}"/>
              </a:ext>
            </a:extLst>
          </p:cNvPr>
          <p:cNvSpPr txBox="1"/>
          <p:nvPr>
            <p:custDataLst>
              <p:tags r:id="rId66"/>
            </p:custDataLst>
          </p:nvPr>
        </p:nvSpPr>
        <p:spPr bwMode="gray">
          <a:xfrm>
            <a:off x="10272939" y="2383465"/>
            <a:ext cx="8255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4" normalizeH="0" baseline="0" noProof="0">
                <a:ln>
                  <a:noFill/>
                </a:ln>
                <a:solidFill>
                  <a:prstClr val="black"/>
                </a:solidFill>
                <a:effectLst/>
                <a:uLnTx/>
                <a:uFillTx/>
                <a:latin typeface="Calibri" panose="020F0502020204030204" pitchFamily="34" charset="0"/>
                <a:ea typeface="+mn-ea"/>
                <a:cs typeface="+mn-cs"/>
              </a:rPr>
              <a:t>NDA sub - app</a:t>
            </a:r>
            <a:endParaRPr kumimoji="0" lang="zh-CN" altLang="en-US" sz="1100" b="1" i="0" u="none" strike="noStrike" kern="1200" cap="none" spc="-4" normalizeH="0" baseline="0" noProof="0">
              <a:ln>
                <a:noFill/>
              </a:ln>
              <a:solidFill>
                <a:prstClr val="black"/>
              </a:solidFill>
              <a:effectLst/>
              <a:uLnTx/>
              <a:uFillTx/>
              <a:latin typeface="Calibri" panose="020F0502020204030204" pitchFamily="34" charset="0"/>
              <a:ea typeface="+mn-ea"/>
              <a:cs typeface="+mn-cs"/>
            </a:endParaRPr>
          </a:p>
        </p:txBody>
      </p:sp>
      <p:sp>
        <p:nvSpPr>
          <p:cNvPr id="143" name="OTLSHAPE_SLT_b9b4af8beeda4c099ca9e85512066616_JoinedDate">
            <a:extLst>
              <a:ext uri="{FF2B5EF4-FFF2-40B4-BE49-F238E27FC236}">
                <a16:creationId xmlns:a16="http://schemas.microsoft.com/office/drawing/2014/main" id="{75391CD6-39D4-BC9C-A056-1E33D040252C}"/>
              </a:ext>
            </a:extLst>
          </p:cNvPr>
          <p:cNvSpPr txBox="1"/>
          <p:nvPr>
            <p:custDataLst>
              <p:tags r:id="rId67"/>
            </p:custDataLst>
          </p:nvPr>
        </p:nvSpPr>
        <p:spPr bwMode="gray">
          <a:xfrm>
            <a:off x="8199559" y="3801246"/>
            <a:ext cx="12065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 Jun 2030 -  Jun 2031</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144" name="OTLSHAPE_SLT_b9b4af8beeda4c099ca9e85512066616_Title">
            <a:extLst>
              <a:ext uri="{FF2B5EF4-FFF2-40B4-BE49-F238E27FC236}">
                <a16:creationId xmlns:a16="http://schemas.microsoft.com/office/drawing/2014/main" id="{4EDF2C06-526B-DC52-A267-8B85D4FF7046}"/>
              </a:ext>
            </a:extLst>
          </p:cNvPr>
          <p:cNvSpPr txBox="1"/>
          <p:nvPr>
            <p:custDataLst>
              <p:tags r:id="rId68"/>
            </p:custDataLst>
          </p:nvPr>
        </p:nvSpPr>
        <p:spPr bwMode="gray">
          <a:xfrm>
            <a:off x="10825404" y="3791467"/>
            <a:ext cx="8001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4" normalizeH="0" baseline="0" noProof="0">
                <a:ln>
                  <a:noFill/>
                </a:ln>
                <a:solidFill>
                  <a:prstClr val="black"/>
                </a:solidFill>
                <a:effectLst/>
                <a:uLnTx/>
                <a:uFillTx/>
                <a:latin typeface="Calibri" panose="020F0502020204030204" pitchFamily="34" charset="0"/>
                <a:ea typeface="+mn-ea"/>
                <a:cs typeface="+mn-cs"/>
              </a:rPr>
              <a:t>NDA sub- app</a:t>
            </a:r>
            <a:endParaRPr kumimoji="0" lang="zh-CN" altLang="en-US" sz="1100" b="1" i="0" u="none" strike="noStrike" kern="1200" cap="none" spc="-4" normalizeH="0" baseline="0" noProof="0">
              <a:ln>
                <a:noFill/>
              </a:ln>
              <a:solidFill>
                <a:prstClr val="black"/>
              </a:solidFill>
              <a:effectLst/>
              <a:uLnTx/>
              <a:uFillTx/>
              <a:latin typeface="Calibri" panose="020F0502020204030204" pitchFamily="34" charset="0"/>
              <a:ea typeface="+mn-ea"/>
              <a:cs typeface="+mn-cs"/>
            </a:endParaRPr>
          </a:p>
        </p:txBody>
      </p:sp>
      <p:sp>
        <p:nvSpPr>
          <p:cNvPr id="52" name="OTLSHAPE_SLT_bb529ecbc22e42a3b61f8ee6d88ba468_Duration" hidden="1">
            <a:extLst>
              <a:ext uri="{FF2B5EF4-FFF2-40B4-BE49-F238E27FC236}">
                <a16:creationId xmlns:a16="http://schemas.microsoft.com/office/drawing/2014/main" id="{3F698220-034A-882F-C48E-F5E0A5F16B95}"/>
              </a:ext>
            </a:extLst>
          </p:cNvPr>
          <p:cNvSpPr txBox="1"/>
          <p:nvPr>
            <p:custDataLst>
              <p:tags r:id="rId69"/>
            </p:custDataLst>
          </p:nvPr>
        </p:nvSpPr>
        <p:spPr bwMode="gray">
          <a:xfrm>
            <a:off x="12700" y="-573390"/>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261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53" name="OTLSHAPE_SLT_bb529ecbc22e42a3b61f8ee6d88ba468_TextPercentage" hidden="1">
            <a:extLst>
              <a:ext uri="{FF2B5EF4-FFF2-40B4-BE49-F238E27FC236}">
                <a16:creationId xmlns:a16="http://schemas.microsoft.com/office/drawing/2014/main" id="{D6C16E74-0E55-923D-2539-FBA1A2484CB8}"/>
              </a:ext>
            </a:extLst>
          </p:cNvPr>
          <p:cNvSpPr txBox="1"/>
          <p:nvPr>
            <p:custDataLst>
              <p:tags r:id="rId70"/>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54" name="OTLSHAPE_SLT_bb529ecbc22e42a3b61f8ee6d88ba468_StartDate" hidden="1">
            <a:extLst>
              <a:ext uri="{FF2B5EF4-FFF2-40B4-BE49-F238E27FC236}">
                <a16:creationId xmlns:a16="http://schemas.microsoft.com/office/drawing/2014/main" id="{E0747881-371A-3599-B42F-2F1BEDB844FD}"/>
              </a:ext>
            </a:extLst>
          </p:cNvPr>
          <p:cNvSpPr txBox="1"/>
          <p:nvPr>
            <p:custDataLst>
              <p:tags r:id="rId71"/>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55" name="OTLSHAPE_SLT_bb529ecbc22e42a3b61f8ee6d88ba468_EndDate" hidden="1">
            <a:extLst>
              <a:ext uri="{FF2B5EF4-FFF2-40B4-BE49-F238E27FC236}">
                <a16:creationId xmlns:a16="http://schemas.microsoft.com/office/drawing/2014/main" id="{8A242414-A065-D28B-12B4-544572C95ABE}"/>
              </a:ext>
            </a:extLst>
          </p:cNvPr>
          <p:cNvSpPr txBox="1"/>
          <p:nvPr>
            <p:custDataLst>
              <p:tags r:id="rId72"/>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56" name="OTLSHAPE_SLT_bb529ecbc22e42a3b61f8ee6d88ba468_JoinedDate">
            <a:extLst>
              <a:ext uri="{FF2B5EF4-FFF2-40B4-BE49-F238E27FC236}">
                <a16:creationId xmlns:a16="http://schemas.microsoft.com/office/drawing/2014/main" id="{11B2C1C6-C7C6-80EB-A3B0-C24DAC153764}"/>
              </a:ext>
            </a:extLst>
          </p:cNvPr>
          <p:cNvSpPr txBox="1"/>
          <p:nvPr>
            <p:custDataLst>
              <p:tags r:id="rId73"/>
            </p:custDataLst>
          </p:nvPr>
        </p:nvSpPr>
        <p:spPr bwMode="gray">
          <a:xfrm>
            <a:off x="3949914" y="3786749"/>
            <a:ext cx="7112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4" normalizeH="0" baseline="0" noProof="0">
                <a:ln>
                  <a:noFill/>
                </a:ln>
                <a:solidFill>
                  <a:srgbClr val="44546A"/>
                </a:solidFill>
                <a:effectLst/>
                <a:uLnTx/>
                <a:uFillTx/>
                <a:latin typeface="Calibri" panose="020F0502020204030204" pitchFamily="34" charset="0"/>
                <a:ea typeface="+mn-ea"/>
                <a:cs typeface="+mn-cs"/>
              </a:rPr>
              <a:t>Jan 1 - Dec 31</a:t>
            </a:r>
            <a:endParaRPr kumimoji="0" lang="zh-CN" altLang="en-US" sz="1000" b="0" i="0" u="none" strike="noStrike" kern="1200" cap="none" spc="-4" normalizeH="0" baseline="0" noProof="0">
              <a:ln>
                <a:noFill/>
              </a:ln>
              <a:solidFill>
                <a:srgbClr val="44546A"/>
              </a:solidFill>
              <a:effectLst/>
              <a:uLnTx/>
              <a:uFillTx/>
              <a:latin typeface="Calibri" panose="020F0502020204030204" pitchFamily="34" charset="0"/>
              <a:ea typeface="+mn-ea"/>
              <a:cs typeface="+mn-cs"/>
            </a:endParaRPr>
          </a:p>
        </p:txBody>
      </p:sp>
      <p:sp>
        <p:nvSpPr>
          <p:cNvPr id="57" name="OTLSHAPE_SLT_bb529ecbc22e42a3b61f8ee6d88ba468_Title">
            <a:extLst>
              <a:ext uri="{FF2B5EF4-FFF2-40B4-BE49-F238E27FC236}">
                <a16:creationId xmlns:a16="http://schemas.microsoft.com/office/drawing/2014/main" id="{AC30B687-3323-6514-2DFD-5734CECF9A88}"/>
              </a:ext>
            </a:extLst>
          </p:cNvPr>
          <p:cNvSpPr txBox="1"/>
          <p:nvPr>
            <p:custDataLst>
              <p:tags r:id="rId74"/>
            </p:custDataLst>
          </p:nvPr>
        </p:nvSpPr>
        <p:spPr bwMode="gray">
          <a:xfrm>
            <a:off x="6088126" y="3756764"/>
            <a:ext cx="16002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4" normalizeH="0" baseline="0" noProof="0">
                <a:ln>
                  <a:noFill/>
                </a:ln>
                <a:solidFill>
                  <a:prstClr val="black"/>
                </a:solidFill>
                <a:effectLst/>
                <a:uLnTx/>
                <a:uFillTx/>
                <a:latin typeface="Calibri" panose="020F0502020204030204" pitchFamily="34" charset="0"/>
                <a:ea typeface="+mn-ea"/>
                <a:cs typeface="+mn-cs"/>
              </a:rPr>
              <a:t>China PK study (1434-0025)</a:t>
            </a:r>
            <a:endParaRPr kumimoji="0" lang="zh-CN" altLang="en-US" sz="1100" b="1" i="0" u="none" strike="noStrike" kern="1200" cap="none" spc="-4" normalizeH="0" baseline="0" noProof="0">
              <a:ln>
                <a:noFill/>
              </a:ln>
              <a:solidFill>
                <a:prstClr val="black"/>
              </a:solidFill>
              <a:effectLst/>
              <a:uLnTx/>
              <a:uFillTx/>
              <a:latin typeface="Calibri" panose="020F0502020204030204" pitchFamily="34" charset="0"/>
              <a:ea typeface="+mn-ea"/>
              <a:cs typeface="+mn-cs"/>
            </a:endParaRPr>
          </a:p>
        </p:txBody>
      </p:sp>
      <p:cxnSp>
        <p:nvCxnSpPr>
          <p:cNvPr id="9" name="OTLSHAPE_TB_00000000000000000000000000000000_Separator1">
            <a:extLst>
              <a:ext uri="{FF2B5EF4-FFF2-40B4-BE49-F238E27FC236}">
                <a16:creationId xmlns:a16="http://schemas.microsoft.com/office/drawing/2014/main" id="{F0791CAE-3F6E-6966-7A41-A1B0FCC4CE11}"/>
              </a:ext>
            </a:extLst>
          </p:cNvPr>
          <p:cNvCxnSpPr/>
          <p:nvPr>
            <p:custDataLst>
              <p:tags r:id="rId75"/>
            </p:custDataLst>
          </p:nvPr>
        </p:nvCxnSpPr>
        <p:spPr>
          <a:xfrm>
            <a:off x="3384043"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OTLSHAPE_TB_00000000000000000000000000000000_Separator2">
            <a:extLst>
              <a:ext uri="{FF2B5EF4-FFF2-40B4-BE49-F238E27FC236}">
                <a16:creationId xmlns:a16="http://schemas.microsoft.com/office/drawing/2014/main" id="{528AE0E9-4330-385F-A359-006B1C77E59C}"/>
              </a:ext>
            </a:extLst>
          </p:cNvPr>
          <p:cNvCxnSpPr/>
          <p:nvPr>
            <p:custDataLst>
              <p:tags r:id="rId76"/>
            </p:custDataLst>
          </p:nvPr>
        </p:nvCxnSpPr>
        <p:spPr>
          <a:xfrm>
            <a:off x="4710686"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OTLSHAPE_TB_00000000000000000000000000000000_Separator3">
            <a:extLst>
              <a:ext uri="{FF2B5EF4-FFF2-40B4-BE49-F238E27FC236}">
                <a16:creationId xmlns:a16="http://schemas.microsoft.com/office/drawing/2014/main" id="{E60F8965-7021-B26E-9D79-974DBAF20288}"/>
              </a:ext>
            </a:extLst>
          </p:cNvPr>
          <p:cNvCxnSpPr/>
          <p:nvPr>
            <p:custDataLst>
              <p:tags r:id="rId77"/>
            </p:custDataLst>
          </p:nvPr>
        </p:nvCxnSpPr>
        <p:spPr>
          <a:xfrm>
            <a:off x="6037328"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OTLSHAPE_TB_00000000000000000000000000000000_Separator4">
            <a:extLst>
              <a:ext uri="{FF2B5EF4-FFF2-40B4-BE49-F238E27FC236}">
                <a16:creationId xmlns:a16="http://schemas.microsoft.com/office/drawing/2014/main" id="{32B69217-9404-8D45-BCA8-8AA8518209D4}"/>
              </a:ext>
            </a:extLst>
          </p:cNvPr>
          <p:cNvCxnSpPr/>
          <p:nvPr>
            <p:custDataLst>
              <p:tags r:id="rId78"/>
            </p:custDataLst>
          </p:nvPr>
        </p:nvCxnSpPr>
        <p:spPr bwMode="gray">
          <a:xfrm>
            <a:off x="7367606"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OTLSHAPE_TB_00000000000000000000000000000000_Separator5">
            <a:extLst>
              <a:ext uri="{FF2B5EF4-FFF2-40B4-BE49-F238E27FC236}">
                <a16:creationId xmlns:a16="http://schemas.microsoft.com/office/drawing/2014/main" id="{978EFD18-BE80-BE0F-753F-6F3500B9F27E}"/>
              </a:ext>
            </a:extLst>
          </p:cNvPr>
          <p:cNvCxnSpPr/>
          <p:nvPr>
            <p:custDataLst>
              <p:tags r:id="rId79"/>
            </p:custDataLst>
          </p:nvPr>
        </p:nvCxnSpPr>
        <p:spPr bwMode="gray">
          <a:xfrm>
            <a:off x="8694249"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OTLSHAPE_TB_00000000000000000000000000000000_Separator6">
            <a:extLst>
              <a:ext uri="{FF2B5EF4-FFF2-40B4-BE49-F238E27FC236}">
                <a16:creationId xmlns:a16="http://schemas.microsoft.com/office/drawing/2014/main" id="{943B275B-F2BA-05B5-1256-9365523CC119}"/>
              </a:ext>
            </a:extLst>
          </p:cNvPr>
          <p:cNvCxnSpPr/>
          <p:nvPr>
            <p:custDataLst>
              <p:tags r:id="rId80"/>
            </p:custDataLst>
          </p:nvPr>
        </p:nvCxnSpPr>
        <p:spPr bwMode="gray">
          <a:xfrm>
            <a:off x="10020891" y="1066410"/>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标题 87">
            <a:extLst>
              <a:ext uri="{FF2B5EF4-FFF2-40B4-BE49-F238E27FC236}">
                <a16:creationId xmlns:a16="http://schemas.microsoft.com/office/drawing/2014/main" id="{A8B0FB33-F249-CCD2-950D-CF4FE1180BE8}"/>
              </a:ext>
            </a:extLst>
          </p:cNvPr>
          <p:cNvSpPr>
            <a:spLocks noGrp="1"/>
          </p:cNvSpPr>
          <p:nvPr>
            <p:ph type="title"/>
          </p:nvPr>
        </p:nvSpPr>
        <p:spPr>
          <a:xfrm>
            <a:off x="192995" y="34193"/>
            <a:ext cx="11233151" cy="720000"/>
          </a:xfrm>
        </p:spPr>
        <p:txBody>
          <a:bodyPr/>
          <a:lstStyle/>
          <a:p>
            <a:r>
              <a:rPr lang="en-US" altLang="zh-CN" sz="2800" err="1"/>
              <a:t>Apecotrep</a:t>
            </a:r>
            <a:r>
              <a:rPr lang="en-US" altLang="zh-CN" sz="2800"/>
              <a:t> </a:t>
            </a:r>
            <a:r>
              <a:rPr lang="en-US" altLang="zh-CN"/>
              <a:t>(TRPC6i), FSGS Development Plan</a:t>
            </a:r>
            <a:endParaRPr lang="zh-CN" altLang="en-US"/>
          </a:p>
        </p:txBody>
      </p:sp>
      <p:sp>
        <p:nvSpPr>
          <p:cNvPr id="158" name="文本框 157">
            <a:extLst>
              <a:ext uri="{FF2B5EF4-FFF2-40B4-BE49-F238E27FC236}">
                <a16:creationId xmlns:a16="http://schemas.microsoft.com/office/drawing/2014/main" id="{5E238FBE-CEC2-ED66-E134-041DCAFCD2A2}"/>
              </a:ext>
            </a:extLst>
          </p:cNvPr>
          <p:cNvSpPr txBox="1"/>
          <p:nvPr/>
        </p:nvSpPr>
        <p:spPr bwMode="gray">
          <a:xfrm>
            <a:off x="3068435" y="2207648"/>
            <a:ext cx="2954972" cy="217175"/>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B050"/>
                </a:solidFill>
                <a:effectLst/>
                <a:uLnTx/>
                <a:uFillTx/>
                <a:latin typeface="Boehringer Forward Text"/>
                <a:ea typeface="+mn-ea"/>
                <a:cs typeface="+mn-cs"/>
              </a:rPr>
              <a:t>N=286</a:t>
            </a:r>
            <a:endParaRPr kumimoji="0" lang="zh-CN" altLang="en-US" sz="1100" b="0" i="0" u="none" strike="noStrike" kern="1200" cap="none" spc="0" normalizeH="0" baseline="0" noProof="0">
              <a:ln>
                <a:noFill/>
              </a:ln>
              <a:solidFill>
                <a:srgbClr val="00B050"/>
              </a:solidFill>
              <a:effectLst/>
              <a:uLnTx/>
              <a:uFillTx/>
              <a:latin typeface="Boehringer Forward Text"/>
              <a:ea typeface="+mn-ea"/>
              <a:cs typeface="+mn-cs"/>
            </a:endParaRPr>
          </a:p>
        </p:txBody>
      </p:sp>
      <p:sp>
        <p:nvSpPr>
          <p:cNvPr id="61" name="文本框 158">
            <a:extLst>
              <a:ext uri="{FF2B5EF4-FFF2-40B4-BE49-F238E27FC236}">
                <a16:creationId xmlns:a16="http://schemas.microsoft.com/office/drawing/2014/main" id="{96F6B3BB-8F81-885A-E788-926679658341}"/>
              </a:ext>
            </a:extLst>
          </p:cNvPr>
          <p:cNvSpPr txBox="1"/>
          <p:nvPr/>
        </p:nvSpPr>
        <p:spPr bwMode="gray">
          <a:xfrm>
            <a:off x="3894183" y="3318487"/>
            <a:ext cx="2954972" cy="217175"/>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B050"/>
                </a:solidFill>
                <a:effectLst/>
                <a:uLnTx/>
                <a:uFillTx/>
                <a:latin typeface="Boehringer Forward Text"/>
                <a:ea typeface="+mn-ea"/>
                <a:cs typeface="+mn-cs"/>
              </a:rPr>
              <a:t>N=</a:t>
            </a:r>
            <a:r>
              <a:rPr lang="en-US" altLang="zh-CN" sz="1100">
                <a:solidFill>
                  <a:srgbClr val="00B050"/>
                </a:solidFill>
                <a:latin typeface="Boehringer Forward Text"/>
              </a:rPr>
              <a:t>36</a:t>
            </a:r>
            <a:r>
              <a:rPr kumimoji="0" lang="en-US" altLang="zh-CN" sz="1100" b="0" i="0" u="none" strike="noStrike" kern="1200" cap="none" spc="0" normalizeH="0" baseline="0" noProof="0">
                <a:ln>
                  <a:noFill/>
                </a:ln>
                <a:solidFill>
                  <a:srgbClr val="00B050"/>
                </a:solidFill>
                <a:effectLst/>
                <a:uLnTx/>
                <a:uFillTx/>
                <a:latin typeface="Boehringer Forward Text"/>
                <a:ea typeface="+mn-ea"/>
                <a:cs typeface="+mn-cs"/>
              </a:rPr>
              <a:t> (mainland and HK 25, TW 11)</a:t>
            </a:r>
            <a:endParaRPr kumimoji="0" lang="zh-CN" altLang="en-US" sz="1100" b="0" i="0" u="none" strike="noStrike" kern="1200" cap="none" spc="0" normalizeH="0" baseline="0" noProof="0">
              <a:ln>
                <a:noFill/>
              </a:ln>
              <a:solidFill>
                <a:srgbClr val="00B050"/>
              </a:solidFill>
              <a:effectLst/>
              <a:uLnTx/>
              <a:uFillTx/>
              <a:latin typeface="Boehringer Forward Text"/>
              <a:ea typeface="+mn-ea"/>
              <a:cs typeface="+mn-cs"/>
            </a:endParaRPr>
          </a:p>
        </p:txBody>
      </p:sp>
      <p:sp>
        <p:nvSpPr>
          <p:cNvPr id="67" name="矩形 66">
            <a:extLst>
              <a:ext uri="{FF2B5EF4-FFF2-40B4-BE49-F238E27FC236}">
                <a16:creationId xmlns:a16="http://schemas.microsoft.com/office/drawing/2014/main" id="{00070A4A-EFC0-DDBC-5F53-2EB9F5C458B0}"/>
              </a:ext>
            </a:extLst>
          </p:cNvPr>
          <p:cNvSpPr/>
          <p:nvPr/>
        </p:nvSpPr>
        <p:spPr bwMode="gray">
          <a:xfrm>
            <a:off x="3525817" y="2553221"/>
            <a:ext cx="1145498" cy="290819"/>
          </a:xfrm>
          <a:prstGeom prst="rect">
            <a:avLst/>
          </a:prstGeom>
          <a:noFill/>
          <a:ln w="12700">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ctr" defTabSz="914400" rtl="0" eaLnBrk="1" fontAlgn="auto" latinLnBrk="0" hangingPunct="1">
              <a:lnSpc>
                <a:spcPct val="100000"/>
              </a:lnSpc>
              <a:spcBef>
                <a:spcPts val="0"/>
              </a:spcBef>
              <a:spcAft>
                <a:spcPts val="0"/>
              </a:spcAft>
              <a:buClrTx/>
              <a:buSzTx/>
              <a:tabLst/>
              <a:defRPr/>
            </a:pPr>
            <a:r>
              <a:rPr lang="en-US" altLang="zh-CN" sz="800" err="1">
                <a:solidFill>
                  <a:srgbClr val="08312A"/>
                </a:solidFill>
                <a:latin typeface="Boehringer Forward Text"/>
              </a:rPr>
              <a:t>gFPI</a:t>
            </a:r>
            <a:r>
              <a:rPr lang="en-US" altLang="zh-CN" sz="800">
                <a:solidFill>
                  <a:srgbClr val="08312A"/>
                </a:solidFill>
                <a:latin typeface="Boehringer Forward Text"/>
              </a:rPr>
              <a:t>: 9/3/2026</a:t>
            </a:r>
          </a:p>
        </p:txBody>
      </p:sp>
      <p:sp>
        <p:nvSpPr>
          <p:cNvPr id="25" name="文本框 159">
            <a:extLst>
              <a:ext uri="{FF2B5EF4-FFF2-40B4-BE49-F238E27FC236}">
                <a16:creationId xmlns:a16="http://schemas.microsoft.com/office/drawing/2014/main" id="{F847E5B9-0786-465C-9568-B5DCE6138E83}"/>
              </a:ext>
            </a:extLst>
          </p:cNvPr>
          <p:cNvSpPr txBox="1"/>
          <p:nvPr/>
        </p:nvSpPr>
        <p:spPr bwMode="gray">
          <a:xfrm>
            <a:off x="28212" y="4376752"/>
            <a:ext cx="6185292" cy="507831"/>
          </a:xfrm>
          <a:prstGeom prst="rect">
            <a:avLst/>
          </a:prstGeom>
          <a:solidFill>
            <a:srgbClr val="FFFFFF"/>
          </a:solidFill>
        </p:spPr>
        <p:txBody>
          <a:bodyPr wrap="square" lIns="0" tIns="0" rIns="0" bIns="0" rtlCol="0" anchor="t">
            <a:spAutoFit/>
          </a:bodyPr>
          <a:lstStyle/>
          <a:p>
            <a:pPr marL="179705" indent="-179705">
              <a:spcAft>
                <a:spcPts val="600"/>
              </a:spcAft>
              <a:buFont typeface="Arial" panose="020B0604020202020204" pitchFamily="34" charset="0"/>
              <a:buChar char="•"/>
              <a:defRPr/>
            </a:pPr>
            <a:r>
              <a:rPr lang="en-US" altLang="zh-CN" sz="1400" b="1" dirty="0">
                <a:solidFill>
                  <a:prstClr val="black"/>
                </a:solidFill>
                <a:latin typeface="Boehringer Forward Text"/>
              </a:rPr>
              <a:t>Site Start up:</a:t>
            </a:r>
          </a:p>
          <a:p>
            <a:pPr lvl="1">
              <a:spcAft>
                <a:spcPts val="600"/>
              </a:spcAft>
              <a:defRPr/>
            </a:pPr>
            <a:r>
              <a:rPr lang="en-US" altLang="zh-CN" sz="1400" dirty="0">
                <a:solidFill>
                  <a:prstClr val="black"/>
                </a:solidFill>
                <a:latin typeface="Boehringer Forward Text"/>
              </a:rPr>
              <a:t>Totally initiated 14 /22 sites</a:t>
            </a:r>
          </a:p>
        </p:txBody>
      </p:sp>
      <p:sp>
        <p:nvSpPr>
          <p:cNvPr id="26" name="文本占位符 114">
            <a:extLst>
              <a:ext uri="{FF2B5EF4-FFF2-40B4-BE49-F238E27FC236}">
                <a16:creationId xmlns:a16="http://schemas.microsoft.com/office/drawing/2014/main" id="{164464B5-9DC9-00D1-630A-D798DCCBF186}"/>
              </a:ext>
            </a:extLst>
          </p:cNvPr>
          <p:cNvSpPr>
            <a:spLocks noGrp="1"/>
          </p:cNvSpPr>
          <p:nvPr>
            <p:ph type="body" sz="quarter" idx="13"/>
          </p:nvPr>
        </p:nvSpPr>
        <p:spPr>
          <a:xfrm>
            <a:off x="1709322" y="6513978"/>
            <a:ext cx="9307048" cy="292200"/>
          </a:xfrm>
        </p:spPr>
        <p:txBody>
          <a:bodyPr/>
          <a:lstStyle/>
          <a:p>
            <a:r>
              <a:rPr lang="en-US" altLang="zh-CN" sz="1000" dirty="0"/>
              <a:t>FSS: first subject screened; LSS: last subject screened; FSGS: focal segmental glomerulosclerosis; TRPC6i: transient receptor potential channel 6 inhibitor </a:t>
            </a:r>
            <a:endParaRPr lang="zh-CN" altLang="en-US" sz="1000" dirty="0"/>
          </a:p>
        </p:txBody>
      </p:sp>
      <p:sp>
        <p:nvSpPr>
          <p:cNvPr id="27" name="文本框 66">
            <a:extLst>
              <a:ext uri="{FF2B5EF4-FFF2-40B4-BE49-F238E27FC236}">
                <a16:creationId xmlns:a16="http://schemas.microsoft.com/office/drawing/2014/main" id="{C678964F-7BF3-A96F-2700-0C7744E0977D}"/>
              </a:ext>
            </a:extLst>
          </p:cNvPr>
          <p:cNvSpPr txBox="1"/>
          <p:nvPr/>
        </p:nvSpPr>
        <p:spPr bwMode="gray">
          <a:xfrm>
            <a:off x="6134100" y="4393090"/>
            <a:ext cx="6029687" cy="1875513"/>
          </a:xfrm>
          <a:prstGeom prst="rect">
            <a:avLst/>
          </a:prstGeom>
          <a:solidFill>
            <a:srgbClr val="FFFFFF"/>
          </a:solidFill>
        </p:spPr>
        <p:txBody>
          <a:bodyPr wrap="square" lIns="0" tIns="0" rIns="0" bIns="0" rtlCol="0" anchor="t">
            <a:spAutoFit/>
          </a:bodyPr>
          <a:lstStyle/>
          <a:p>
            <a:pPr marL="179705" indent="-179705">
              <a:spcAft>
                <a:spcPts val="600"/>
              </a:spcAft>
              <a:buFont typeface="Arial,Sans-Serif" panose="020B0604020202020204" pitchFamily="34" charset="0"/>
              <a:buChar char="•"/>
              <a:defRPr/>
            </a:pPr>
            <a:r>
              <a:rPr lang="en-US" sz="1400" b="1" dirty="0">
                <a:solidFill>
                  <a:prstClr val="black"/>
                </a:solidFill>
                <a:latin typeface="Boehringer Forward Text"/>
              </a:rPr>
              <a:t>Recruitment:</a:t>
            </a:r>
            <a:endParaRPr lang="en-US" sz="1400" dirty="0">
              <a:solidFill>
                <a:prstClr val="black"/>
              </a:solidFill>
              <a:latin typeface="Boehringer Forward Text"/>
            </a:endParaRPr>
          </a:p>
          <a:p>
            <a:pPr algn="l" rtl="0" fontAlgn="base">
              <a:lnSpc>
                <a:spcPct val="150000"/>
              </a:lnSpc>
            </a:pPr>
            <a:r>
              <a:rPr lang="en-US" altLang="zh-CN" sz="1400" b="0" i="0" dirty="0">
                <a:solidFill>
                  <a:srgbClr val="000000"/>
                </a:solidFill>
                <a:effectLst/>
                <a:latin typeface="Boehringer Forward Text" panose="020B0504030403020204" pitchFamily="2" charset="0"/>
              </a:rPr>
              <a:t>Global: randomized 8/286</a:t>
            </a:r>
            <a:endParaRPr lang="en-US" altLang="zh-CN" sz="1400" b="0" i="0" dirty="0">
              <a:solidFill>
                <a:srgbClr val="000000"/>
              </a:solidFill>
              <a:effectLst/>
              <a:latin typeface="Arial" panose="020B0604020202020204" pitchFamily="34" charset="0"/>
            </a:endParaRPr>
          </a:p>
          <a:p>
            <a:pPr algn="l" rtl="0" fontAlgn="base">
              <a:lnSpc>
                <a:spcPct val="150000"/>
              </a:lnSpc>
            </a:pPr>
            <a:r>
              <a:rPr lang="en-US" altLang="zh-CN" sz="1400" b="0" i="0" dirty="0">
                <a:solidFill>
                  <a:srgbClr val="000000"/>
                </a:solidFill>
                <a:effectLst/>
                <a:latin typeface="Boehringer Forward Text" panose="020B0504030403020204" pitchFamily="2" charset="0"/>
              </a:rPr>
              <a:t>China:​</a:t>
            </a:r>
            <a:endParaRPr lang="en-US" altLang="zh-CN" sz="1400" dirty="0">
              <a:solidFill>
                <a:srgbClr val="000000"/>
              </a:solidFill>
              <a:latin typeface="Arial" panose="020B0604020202020204" pitchFamily="34" charset="0"/>
            </a:endParaRPr>
          </a:p>
          <a:p>
            <a:pPr lvl="1" fontAlgn="base">
              <a:lnSpc>
                <a:spcPct val="150000"/>
              </a:lnSpc>
            </a:pPr>
            <a:r>
              <a:rPr lang="en-US" altLang="zh-CN" sz="1400" b="0" i="0" dirty="0">
                <a:solidFill>
                  <a:srgbClr val="000000"/>
                </a:solidFill>
                <a:effectLst/>
                <a:latin typeface="Boehringer Forward Text" panose="020B0504030403020204" pitchFamily="2" charset="0"/>
              </a:rPr>
              <a:t>Mainland: randomized 2​/25</a:t>
            </a:r>
            <a:endParaRPr lang="en-US" altLang="zh-CN" sz="1400" dirty="0">
              <a:solidFill>
                <a:srgbClr val="000000"/>
              </a:solidFill>
              <a:latin typeface="Arial" panose="020B0604020202020204" pitchFamily="34" charset="0"/>
            </a:endParaRPr>
          </a:p>
          <a:p>
            <a:pPr lvl="1" fontAlgn="base">
              <a:lnSpc>
                <a:spcPct val="150000"/>
              </a:lnSpc>
            </a:pPr>
            <a:r>
              <a:rPr lang="en-US" altLang="zh-CN" sz="1400" b="0" i="0" dirty="0">
                <a:solidFill>
                  <a:srgbClr val="000000"/>
                </a:solidFill>
                <a:effectLst/>
                <a:latin typeface="Boehringer Forward Text" panose="020B0504030403020204" pitchFamily="2" charset="0"/>
              </a:rPr>
              <a:t>Taiwan: </a:t>
            </a:r>
            <a:r>
              <a:rPr lang="en-US" altLang="zh-CN" sz="1400" b="0" i="0">
                <a:solidFill>
                  <a:srgbClr val="000000"/>
                </a:solidFill>
                <a:effectLst/>
                <a:latin typeface="Boehringer Forward Text" panose="020B0504030403020204" pitchFamily="2" charset="0"/>
              </a:rPr>
              <a:t>randomized 3/11 </a:t>
            </a:r>
            <a:r>
              <a:rPr lang="en-US" altLang="zh-CN" sz="1400" b="0" i="0" dirty="0">
                <a:solidFill>
                  <a:srgbClr val="000000"/>
                </a:solidFill>
                <a:effectLst/>
                <a:latin typeface="Boehringer Forward Text" panose="020B0504030403020204" pitchFamily="2" charset="0"/>
              </a:rPr>
              <a:t>​</a:t>
            </a:r>
            <a:endParaRPr lang="en-US" altLang="zh-CN" sz="1400" dirty="0">
              <a:solidFill>
                <a:srgbClr val="000000"/>
              </a:solidFill>
              <a:latin typeface="Arial" panose="020B0604020202020204" pitchFamily="34" charset="0"/>
            </a:endParaRPr>
          </a:p>
          <a:p>
            <a:pPr lvl="1" fontAlgn="base">
              <a:lnSpc>
                <a:spcPct val="150000"/>
              </a:lnSpc>
            </a:pPr>
            <a:r>
              <a:rPr lang="en-US" altLang="zh-CN" sz="1400" b="0" i="0" dirty="0">
                <a:solidFill>
                  <a:srgbClr val="000000"/>
                </a:solidFill>
                <a:effectLst/>
                <a:latin typeface="Boehringer Forward Text" panose="020B0504030403020204" pitchFamily="2" charset="0"/>
              </a:rPr>
              <a:t>Hongkong: no screening</a:t>
            </a:r>
            <a:endParaRPr lang="en-US" altLang="zh-CN" sz="1400" b="0" i="0" dirty="0">
              <a:solidFill>
                <a:srgbClr val="000000"/>
              </a:solidFill>
              <a:effectLst/>
              <a:latin typeface="Arial" panose="020B0604020202020204" pitchFamily="34" charset="0"/>
            </a:endParaRPr>
          </a:p>
        </p:txBody>
      </p:sp>
      <p:sp>
        <p:nvSpPr>
          <p:cNvPr id="51" name="AutoShape 31">
            <a:extLst>
              <a:ext uri="{FF2B5EF4-FFF2-40B4-BE49-F238E27FC236}">
                <a16:creationId xmlns:a16="http://schemas.microsoft.com/office/drawing/2014/main" id="{4967884D-B2F7-5D94-E02D-C058FDFDD12A}"/>
              </a:ext>
            </a:extLst>
          </p:cNvPr>
          <p:cNvSpPr>
            <a:spLocks noChangeArrowheads="1"/>
          </p:cNvSpPr>
          <p:nvPr/>
        </p:nvSpPr>
        <p:spPr bwMode="gray">
          <a:xfrm rot="5400000">
            <a:off x="3662874" y="2579700"/>
            <a:ext cx="91440" cy="91440"/>
          </a:xfrm>
          <a:prstGeom prst="triangle">
            <a:avLst>
              <a:gd name="adj" fmla="val 50000"/>
            </a:avLst>
          </a:prstGeom>
          <a:solidFill>
            <a:schemeClr val="accent2"/>
          </a:solidFill>
          <a:ln>
            <a:noFill/>
          </a:ln>
          <a:effectLst/>
        </p:spPr>
        <p:txBody>
          <a:bodyPr rot="10800000" wrap="none" lIns="0" tIns="0" rIns="0" bIns="0" anchor="ctr"/>
          <a:lstStyle>
            <a:defPPr>
              <a:defRPr lang="de-DE"/>
            </a:defPPr>
            <a:lvl1pPr algn="ctr" rtl="0" fontAlgn="base">
              <a:spcBef>
                <a:spcPct val="0"/>
              </a:spcBef>
              <a:spcAft>
                <a:spcPct val="0"/>
              </a:spcAft>
              <a:defRPr kern="1200">
                <a:solidFill>
                  <a:schemeClr val="tx1"/>
                </a:solidFill>
                <a:latin typeface="Arial" charset="0"/>
                <a:ea typeface="+mn-ea"/>
                <a:cs typeface="+mn-cs"/>
              </a:defRPr>
            </a:lvl1pPr>
            <a:lvl2pPr marL="457200" algn="ctr" rtl="0" fontAlgn="base">
              <a:spcBef>
                <a:spcPct val="0"/>
              </a:spcBef>
              <a:spcAft>
                <a:spcPct val="0"/>
              </a:spcAft>
              <a:defRPr kern="1200">
                <a:solidFill>
                  <a:schemeClr val="tx1"/>
                </a:solidFill>
                <a:latin typeface="Arial" charset="0"/>
                <a:ea typeface="+mn-ea"/>
                <a:cs typeface="+mn-cs"/>
              </a:defRPr>
            </a:lvl2pPr>
            <a:lvl3pPr marL="914400" algn="ctr" rtl="0" fontAlgn="base">
              <a:spcBef>
                <a:spcPct val="0"/>
              </a:spcBef>
              <a:spcAft>
                <a:spcPct val="0"/>
              </a:spcAft>
              <a:defRPr kern="1200">
                <a:solidFill>
                  <a:schemeClr val="tx1"/>
                </a:solidFill>
                <a:latin typeface="Arial" charset="0"/>
                <a:ea typeface="+mn-ea"/>
                <a:cs typeface="+mn-cs"/>
              </a:defRPr>
            </a:lvl3pPr>
            <a:lvl4pPr marL="1371600" algn="ctr" rtl="0" fontAlgn="base">
              <a:spcBef>
                <a:spcPct val="0"/>
              </a:spcBef>
              <a:spcAft>
                <a:spcPct val="0"/>
              </a:spcAft>
              <a:defRPr kern="1200">
                <a:solidFill>
                  <a:schemeClr val="tx1"/>
                </a:solidFill>
                <a:latin typeface="Arial" charset="0"/>
                <a:ea typeface="+mn-ea"/>
                <a:cs typeface="+mn-cs"/>
              </a:defRPr>
            </a:lvl4pPr>
            <a:lvl5pPr marL="1828800" algn="ctr"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Aft>
                <a:spcPct val="20000"/>
              </a:spcAft>
              <a:buClr>
                <a:srgbClr val="000000"/>
              </a:buClr>
              <a:buSzPct val="80000"/>
              <a:buFont typeface="Wingdings" pitchFamily="2" charset="2"/>
              <a:buNone/>
            </a:pPr>
            <a:endParaRPr lang="en-US" sz="1400" noProof="0">
              <a:solidFill>
                <a:srgbClr val="000000"/>
              </a:solidFill>
            </a:endParaRPr>
          </a:p>
        </p:txBody>
      </p:sp>
      <p:sp>
        <p:nvSpPr>
          <p:cNvPr id="58" name="OTLSHAPE_SLM_dacf18d73a104c2faa6f585a329f5faa_Shape">
            <a:extLst>
              <a:ext uri="{FF2B5EF4-FFF2-40B4-BE49-F238E27FC236}">
                <a16:creationId xmlns:a16="http://schemas.microsoft.com/office/drawing/2014/main" id="{28C0DBE4-CD14-E84E-E19D-B53A4A169CCA}"/>
              </a:ext>
            </a:extLst>
          </p:cNvPr>
          <p:cNvSpPr/>
          <p:nvPr>
            <p:custDataLst>
              <p:tags r:id="rId81"/>
            </p:custDataLst>
          </p:nvPr>
        </p:nvSpPr>
        <p:spPr>
          <a:xfrm rot="16200000">
            <a:off x="2967104" y="1959220"/>
            <a:ext cx="165100" cy="165100"/>
          </a:xfrm>
          <a:prstGeom prst="flowChartMerge">
            <a:avLst/>
          </a:prstGeom>
          <a:solidFill>
            <a:srgbClr val="898885"/>
          </a:solidFill>
          <a:ln w="1270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59" name="OTLSHAPE_SLM_dacf18d73a104c2faa6f585a329f5faa_Title">
            <a:extLst>
              <a:ext uri="{FF2B5EF4-FFF2-40B4-BE49-F238E27FC236}">
                <a16:creationId xmlns:a16="http://schemas.microsoft.com/office/drawing/2014/main" id="{6256ED91-AE77-54E7-6844-ED35CFC03DC6}"/>
              </a:ext>
            </a:extLst>
          </p:cNvPr>
          <p:cNvSpPr txBox="1"/>
          <p:nvPr>
            <p:custDataLst>
              <p:tags r:id="rId82"/>
            </p:custDataLst>
          </p:nvPr>
        </p:nvSpPr>
        <p:spPr>
          <a:xfrm>
            <a:off x="1908262" y="1878999"/>
            <a:ext cx="1016000" cy="170519"/>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rPr>
              <a:t>final CTA package</a:t>
            </a:r>
            <a:endParaRPr kumimoji="0" lang="zh-CN" altLang="en-US" sz="1100" b="1" i="0" u="none" strike="noStrike" kern="1200" cap="none" spc="-10"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endParaRPr>
          </a:p>
        </p:txBody>
      </p:sp>
      <p:sp>
        <p:nvSpPr>
          <p:cNvPr id="60" name="OTLSHAPE_SLM_dacf18d73a104c2faa6f585a329f5faa_Date">
            <a:extLst>
              <a:ext uri="{FF2B5EF4-FFF2-40B4-BE49-F238E27FC236}">
                <a16:creationId xmlns:a16="http://schemas.microsoft.com/office/drawing/2014/main" id="{C7884CF7-39F2-0384-2FC6-827E15A35DF8}"/>
              </a:ext>
            </a:extLst>
          </p:cNvPr>
          <p:cNvSpPr txBox="1"/>
          <p:nvPr>
            <p:custDataLst>
              <p:tags r:id="rId83"/>
            </p:custDataLst>
          </p:nvPr>
        </p:nvSpPr>
        <p:spPr>
          <a:xfrm>
            <a:off x="2496230" y="2049517"/>
            <a:ext cx="4318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8" normalizeH="0" baseline="0" noProof="0">
                <a:ln>
                  <a:noFill/>
                </a:ln>
                <a:solidFill>
                  <a:schemeClr val="bg1">
                    <a:lumMod val="75000"/>
                  </a:schemeClr>
                </a:solidFill>
                <a:effectLst/>
                <a:uLnTx/>
                <a:uFillTx/>
                <a:latin typeface="Calibri" panose="020F0502020204030204" pitchFamily="34" charset="0"/>
                <a:ea typeface="+mn-ea"/>
                <a:cs typeface="+mn-cs"/>
              </a:rPr>
              <a:t>9/30/25</a:t>
            </a:r>
            <a:endParaRPr kumimoji="0" lang="zh-CN" altLang="en-US" sz="1000" b="0" i="0" u="none" strike="noStrike" kern="1200" cap="none" spc="-8" normalizeH="0" baseline="0" noProof="0">
              <a:ln>
                <a:noFill/>
              </a:ln>
              <a:solidFill>
                <a:schemeClr val="bg1">
                  <a:lumMod val="75000"/>
                </a:schemeClr>
              </a:solidFill>
              <a:effectLst/>
              <a:uLnTx/>
              <a:uFillTx/>
              <a:latin typeface="Calibri" panose="020F0502020204030204" pitchFamily="34" charset="0"/>
              <a:ea typeface="+mn-ea"/>
              <a:cs typeface="+mn-cs"/>
            </a:endParaRPr>
          </a:p>
        </p:txBody>
      </p:sp>
      <p:sp>
        <p:nvSpPr>
          <p:cNvPr id="62" name="OTLSHAPE_SLT_5e89ef62d6b243098418287a9f5312b4_Shape">
            <a:extLst>
              <a:ext uri="{FF2B5EF4-FFF2-40B4-BE49-F238E27FC236}">
                <a16:creationId xmlns:a16="http://schemas.microsoft.com/office/drawing/2014/main" id="{44CF5305-97FE-E6AF-8027-8560E3954AF3}"/>
              </a:ext>
            </a:extLst>
          </p:cNvPr>
          <p:cNvSpPr/>
          <p:nvPr>
            <p:custDataLst>
              <p:tags r:id="rId84"/>
            </p:custDataLst>
          </p:nvPr>
        </p:nvSpPr>
        <p:spPr>
          <a:xfrm>
            <a:off x="3111442" y="3019456"/>
            <a:ext cx="221804" cy="135071"/>
          </a:xfrm>
          <a:prstGeom prst="roundRect">
            <a:avLst/>
          </a:prstGeom>
          <a:solidFill>
            <a:srgbClr val="898885"/>
          </a:solidFill>
          <a:ln w="1270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66" name="OTLSHAPE_SLT_5e89ef62d6b243098418287a9f5312b4_JoinedDate">
            <a:extLst>
              <a:ext uri="{FF2B5EF4-FFF2-40B4-BE49-F238E27FC236}">
                <a16:creationId xmlns:a16="http://schemas.microsoft.com/office/drawing/2014/main" id="{64D18159-C06E-616F-BDD6-A8D49F245F24}"/>
              </a:ext>
            </a:extLst>
          </p:cNvPr>
          <p:cNvSpPr txBox="1"/>
          <p:nvPr>
            <p:custDataLst>
              <p:tags r:id="rId85"/>
            </p:custDataLst>
          </p:nvPr>
        </p:nvSpPr>
        <p:spPr>
          <a:xfrm>
            <a:off x="1828044" y="3006013"/>
            <a:ext cx="1235096"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bg1">
                    <a:lumMod val="75000"/>
                  </a:schemeClr>
                </a:solidFill>
                <a:effectLst/>
                <a:uLnTx/>
                <a:uFillTx/>
                <a:latin typeface="Calibri" panose="020F0502020204030204" pitchFamily="34" charset="0"/>
                <a:ea typeface="+mn-ea"/>
                <a:cs typeface="+mn-cs"/>
              </a:rPr>
              <a:t>10/17/25 - 26/12/25</a:t>
            </a:r>
            <a:endParaRPr kumimoji="0" lang="zh-CN" altLang="en-US" sz="1000" b="0" i="0" u="none" strike="noStrike" kern="1200" cap="none" spc="-6" normalizeH="0" baseline="0" noProof="0">
              <a:ln>
                <a:noFill/>
              </a:ln>
              <a:solidFill>
                <a:schemeClr val="bg1">
                  <a:lumMod val="75000"/>
                </a:schemeClr>
              </a:solidFill>
              <a:effectLst/>
              <a:uLnTx/>
              <a:uFillTx/>
              <a:latin typeface="Calibri" panose="020F0502020204030204" pitchFamily="34" charset="0"/>
              <a:ea typeface="+mn-ea"/>
              <a:cs typeface="+mn-cs"/>
            </a:endParaRPr>
          </a:p>
        </p:txBody>
      </p:sp>
      <p:sp>
        <p:nvSpPr>
          <p:cNvPr id="70" name="OTLSHAPE_SLT_5e89ef62d6b243098418287a9f5312b4_Title">
            <a:extLst>
              <a:ext uri="{FF2B5EF4-FFF2-40B4-BE49-F238E27FC236}">
                <a16:creationId xmlns:a16="http://schemas.microsoft.com/office/drawing/2014/main" id="{834849C3-E4F8-F17E-2365-3A126F56D18A}"/>
              </a:ext>
            </a:extLst>
          </p:cNvPr>
          <p:cNvSpPr txBox="1"/>
          <p:nvPr>
            <p:custDataLst>
              <p:tags r:id="rId86"/>
            </p:custDataLst>
          </p:nvPr>
        </p:nvSpPr>
        <p:spPr>
          <a:xfrm>
            <a:off x="3365994" y="2997698"/>
            <a:ext cx="723900" cy="170519"/>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12"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rPr>
              <a:t>CTA sub-app</a:t>
            </a:r>
            <a:endParaRPr kumimoji="0" lang="zh-CN" altLang="en-US" sz="1100" b="1" i="0" u="none" strike="noStrike" kern="1200" cap="none" spc="-12"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endParaRPr>
          </a:p>
        </p:txBody>
      </p:sp>
      <p:grpSp>
        <p:nvGrpSpPr>
          <p:cNvPr id="71" name="Group 49">
            <a:extLst>
              <a:ext uri="{FF2B5EF4-FFF2-40B4-BE49-F238E27FC236}">
                <a16:creationId xmlns:a16="http://schemas.microsoft.com/office/drawing/2014/main" id="{D24C3FA0-AFC7-E011-13F0-FDF5CE06465D}"/>
              </a:ext>
            </a:extLst>
          </p:cNvPr>
          <p:cNvGrpSpPr/>
          <p:nvPr/>
        </p:nvGrpSpPr>
        <p:grpSpPr>
          <a:xfrm>
            <a:off x="3781919" y="799712"/>
            <a:ext cx="277320" cy="5728988"/>
            <a:chOff x="5091021" y="1316702"/>
            <a:chExt cx="214589" cy="5435974"/>
          </a:xfrm>
          <a:solidFill>
            <a:srgbClr val="00B050"/>
          </a:solidFill>
        </p:grpSpPr>
        <p:sp>
          <p:nvSpPr>
            <p:cNvPr id="72" name="TextBox 50">
              <a:extLst>
                <a:ext uri="{FF2B5EF4-FFF2-40B4-BE49-F238E27FC236}">
                  <a16:creationId xmlns:a16="http://schemas.microsoft.com/office/drawing/2014/main" id="{0067F6CA-A366-CC2E-AAF7-DB6E98E4A724}"/>
                </a:ext>
              </a:extLst>
            </p:cNvPr>
            <p:cNvSpPr txBox="1"/>
            <p:nvPr/>
          </p:nvSpPr>
          <p:spPr>
            <a:xfrm>
              <a:off x="5091021" y="1316702"/>
              <a:ext cx="214589" cy="132702"/>
            </a:xfrm>
            <a:prstGeom prst="rect">
              <a:avLst/>
            </a:prstGeom>
            <a:grpFill/>
          </p:spPr>
          <p:txBody>
            <a:bodyPr wrap="none" lIns="0" tIns="0" rIns="0" bIns="0" rtlCol="0">
              <a:spAutoFit/>
            </a:bodyPr>
            <a:lstStyle/>
            <a:p>
              <a:pPr marL="0" marR="0" lvl="0" indent="0" algn="l" defTabSz="914128" rtl="0" eaLnBrk="1" fontAlgn="auto" latinLnBrk="0" hangingPunct="1">
                <a:lnSpc>
                  <a:spcPct val="100000"/>
                </a:lnSpc>
                <a:spcBef>
                  <a:spcPts val="0"/>
                </a:spcBef>
                <a:spcAft>
                  <a:spcPts val="0"/>
                </a:spcAft>
                <a:buClrTx/>
                <a:buSzTx/>
                <a:buFontTx/>
                <a:buNone/>
                <a:tabLst/>
                <a:defRPr/>
              </a:pPr>
              <a:r>
                <a:rPr kumimoji="0" lang="en-US" altLang="zh-CN" sz="900" b="1" i="0" u="none" strike="noStrike" kern="0" cap="none" spc="0" normalizeH="0" baseline="0" noProof="0">
                  <a:ln>
                    <a:noFill/>
                  </a:ln>
                  <a:solidFill>
                    <a:srgbClr val="FFFFFF"/>
                  </a:solidFill>
                  <a:effectLst/>
                  <a:highlight>
                    <a:srgbClr val="FF0000"/>
                  </a:highlight>
                  <a:uLnTx/>
                  <a:uFillTx/>
                  <a:latin typeface="BoehringerForward Text"/>
                  <a:ea typeface="黑体"/>
                  <a:cs typeface="+mn-cs"/>
                  <a:sym typeface="+mn-lt"/>
                </a:rPr>
                <a:t>today</a:t>
              </a:r>
              <a:endParaRPr kumimoji="0" lang="zh-CN" altLang="en-US" sz="900" b="1" i="0" u="none" strike="noStrike" kern="0" cap="none" spc="0" normalizeH="0" baseline="0" noProof="0">
                <a:ln>
                  <a:noFill/>
                </a:ln>
                <a:solidFill>
                  <a:srgbClr val="FFFFFF"/>
                </a:solidFill>
                <a:effectLst/>
                <a:highlight>
                  <a:srgbClr val="FF0000"/>
                </a:highlight>
                <a:uLnTx/>
                <a:uFillTx/>
                <a:latin typeface="BoehringerForward Text"/>
                <a:ea typeface="黑体"/>
                <a:cs typeface="+mn-cs"/>
                <a:sym typeface="+mn-lt"/>
              </a:endParaRPr>
            </a:p>
          </p:txBody>
        </p:sp>
        <p:cxnSp>
          <p:nvCxnSpPr>
            <p:cNvPr id="73" name="Straight Connector 51">
              <a:extLst>
                <a:ext uri="{FF2B5EF4-FFF2-40B4-BE49-F238E27FC236}">
                  <a16:creationId xmlns:a16="http://schemas.microsoft.com/office/drawing/2014/main" id="{A5FCBF6B-57FD-64F0-5824-39659D53888E}"/>
                </a:ext>
              </a:extLst>
            </p:cNvPr>
            <p:cNvCxnSpPr>
              <a:cxnSpLocks/>
            </p:cNvCxnSpPr>
            <p:nvPr/>
          </p:nvCxnSpPr>
          <p:spPr>
            <a:xfrm flipH="1">
              <a:off x="5192837" y="1448786"/>
              <a:ext cx="2913" cy="5303890"/>
            </a:xfrm>
            <a:prstGeom prst="line">
              <a:avLst/>
            </a:prstGeom>
            <a:grpFill/>
            <a:ln w="12700" cap="flat" cmpd="sng" algn="ctr">
              <a:solidFill>
                <a:srgbClr val="FF0000"/>
              </a:solidFill>
              <a:prstDash val="sysDot"/>
              <a:miter lim="800000"/>
            </a:ln>
            <a:effectLst/>
          </p:spPr>
        </p:cxnSp>
      </p:grpSp>
    </p:spTree>
    <p:custDataLst>
      <p:tags r:id="rId1"/>
    </p:custDataLst>
    <p:extLst>
      <p:ext uri="{BB962C8B-B14F-4D97-AF65-F5344CB8AC3E}">
        <p14:creationId xmlns:p14="http://schemas.microsoft.com/office/powerpoint/2010/main" val="391275078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2758E5A1-0043-4F53-7AA7-F57F7B4CE4AB}"/>
              </a:ext>
            </a:extLst>
          </p:cNvPr>
          <p:cNvSpPr>
            <a:spLocks noGrp="1"/>
          </p:cNvSpPr>
          <p:nvPr>
            <p:ph type="body" sz="quarter" idx="13"/>
          </p:nvPr>
        </p:nvSpPr>
        <p:spPr/>
        <p:txBody>
          <a:bodyPr/>
          <a:lstStyle/>
          <a:p>
            <a:endParaRPr lang="zh-CN" altLang="en-US"/>
          </a:p>
        </p:txBody>
      </p:sp>
      <p:sp>
        <p:nvSpPr>
          <p:cNvPr id="4" name="页脚占位符 3">
            <a:extLst>
              <a:ext uri="{FF2B5EF4-FFF2-40B4-BE49-F238E27FC236}">
                <a16:creationId xmlns:a16="http://schemas.microsoft.com/office/drawing/2014/main" id="{337A0B95-981F-B9A8-A203-FAB37FFA4E8F}"/>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DC342671-2F7F-1B42-370C-6596DA746F65}"/>
              </a:ext>
            </a:extLst>
          </p:cNvPr>
          <p:cNvSpPr>
            <a:spLocks noGrp="1"/>
          </p:cNvSpPr>
          <p:nvPr>
            <p:ph type="sldNum" sz="quarter" idx="11"/>
          </p:nvPr>
        </p:nvSpPr>
        <p:spPr/>
        <p:txBody>
          <a:bodyPr/>
          <a:lstStyle/>
          <a:p>
            <a:fld id="{8FF9B0DE-3FEB-4AA0-B465-B80EF7C1333D}" type="slidenum">
              <a:rPr lang="en-US" smtClean="0"/>
              <a:pPr/>
              <a:t>65</a:t>
            </a:fld>
            <a:endParaRPr lang="en-US"/>
          </a:p>
        </p:txBody>
      </p:sp>
      <p:sp>
        <p:nvSpPr>
          <p:cNvPr id="6" name="标题 87">
            <a:extLst>
              <a:ext uri="{FF2B5EF4-FFF2-40B4-BE49-F238E27FC236}">
                <a16:creationId xmlns:a16="http://schemas.microsoft.com/office/drawing/2014/main" id="{C619B020-B942-0BA8-F9FB-B5EAFA48F0C6}"/>
              </a:ext>
            </a:extLst>
          </p:cNvPr>
          <p:cNvSpPr>
            <a:spLocks noGrp="1"/>
          </p:cNvSpPr>
          <p:nvPr>
            <p:ph type="title"/>
          </p:nvPr>
        </p:nvSpPr>
        <p:spPr>
          <a:xfrm>
            <a:off x="119434" y="187995"/>
            <a:ext cx="11233150" cy="720725"/>
          </a:xfrm>
        </p:spPr>
        <p:txBody>
          <a:bodyPr/>
          <a:lstStyle/>
          <a:p>
            <a:r>
              <a:rPr lang="en-US" altLang="zh-CN" sz="2800" err="1"/>
              <a:t>Apecotrep</a:t>
            </a:r>
            <a:r>
              <a:rPr lang="en-US" altLang="zh-CN" sz="2800"/>
              <a:t> </a:t>
            </a:r>
            <a:r>
              <a:rPr lang="en-US" altLang="zh-CN"/>
              <a:t>(TRPC6i), 1434-0017 Recruitment </a:t>
            </a:r>
            <a:r>
              <a:rPr lang="en-US" altLang="zh-CN" err="1"/>
              <a:t>Status_Global</a:t>
            </a:r>
            <a:endParaRPr lang="zh-CN" altLang="en-US"/>
          </a:p>
        </p:txBody>
      </p:sp>
      <p:pic>
        <p:nvPicPr>
          <p:cNvPr id="7" name="图片 6" descr="图表, 折线图&#10;&#10;AI 生成的内容可能不正确。">
            <a:extLst>
              <a:ext uri="{FF2B5EF4-FFF2-40B4-BE49-F238E27FC236}">
                <a16:creationId xmlns:a16="http://schemas.microsoft.com/office/drawing/2014/main" id="{8B547E89-A135-1D8F-DE87-1428C80A8EFB}"/>
              </a:ext>
            </a:extLst>
          </p:cNvPr>
          <p:cNvPicPr>
            <a:picLocks noChangeAspect="1"/>
          </p:cNvPicPr>
          <p:nvPr/>
        </p:nvPicPr>
        <p:blipFill>
          <a:blip r:embed="rId2"/>
          <a:stretch>
            <a:fillRect/>
          </a:stretch>
        </p:blipFill>
        <p:spPr>
          <a:xfrm>
            <a:off x="66675" y="1300162"/>
            <a:ext cx="12058650" cy="4257675"/>
          </a:xfrm>
          <a:prstGeom prst="rect">
            <a:avLst/>
          </a:prstGeom>
        </p:spPr>
      </p:pic>
    </p:spTree>
    <p:extLst>
      <p:ext uri="{BB962C8B-B14F-4D97-AF65-F5344CB8AC3E}">
        <p14:creationId xmlns:p14="http://schemas.microsoft.com/office/powerpoint/2010/main" val="315625115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FAB845-316A-358C-5677-152FFBA1909F}"/>
            </a:ext>
          </a:extLst>
        </p:cNvPr>
        <p:cNvGrpSpPr/>
        <p:nvPr/>
      </p:nvGrpSpPr>
      <p:grpSpPr>
        <a:xfrm>
          <a:off x="0" y="0"/>
          <a:ext cx="0" cy="0"/>
          <a:chOff x="0" y="0"/>
          <a:chExt cx="0" cy="0"/>
        </a:xfrm>
      </p:grpSpPr>
      <p:sp>
        <p:nvSpPr>
          <p:cNvPr id="4" name="页脚占位符 3">
            <a:extLst>
              <a:ext uri="{FF2B5EF4-FFF2-40B4-BE49-F238E27FC236}">
                <a16:creationId xmlns:a16="http://schemas.microsoft.com/office/drawing/2014/main" id="{17108485-92A1-0EF7-ADC8-34ADA59F1740}"/>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AF947B10-499D-A616-74E0-AD93EE07C3C8}"/>
              </a:ext>
            </a:extLst>
          </p:cNvPr>
          <p:cNvSpPr>
            <a:spLocks noGrp="1"/>
          </p:cNvSpPr>
          <p:nvPr>
            <p:ph type="sldNum" sz="quarter" idx="11"/>
          </p:nvPr>
        </p:nvSpPr>
        <p:spPr/>
        <p:txBody>
          <a:bodyPr/>
          <a:lstStyle/>
          <a:p>
            <a:fld id="{8FF9B0DE-3FEB-4AA0-B465-B80EF7C1333D}" type="slidenum">
              <a:rPr lang="en-US" smtClean="0"/>
              <a:pPr/>
              <a:t>66</a:t>
            </a:fld>
            <a:endParaRPr lang="en-US"/>
          </a:p>
        </p:txBody>
      </p:sp>
      <p:sp>
        <p:nvSpPr>
          <p:cNvPr id="6" name="标题 87">
            <a:extLst>
              <a:ext uri="{FF2B5EF4-FFF2-40B4-BE49-F238E27FC236}">
                <a16:creationId xmlns:a16="http://schemas.microsoft.com/office/drawing/2014/main" id="{6FC2F459-32E4-9BC6-A258-53AE1F4630AB}"/>
              </a:ext>
            </a:extLst>
          </p:cNvPr>
          <p:cNvSpPr>
            <a:spLocks noGrp="1"/>
          </p:cNvSpPr>
          <p:nvPr>
            <p:ph type="title"/>
          </p:nvPr>
        </p:nvSpPr>
        <p:spPr>
          <a:xfrm>
            <a:off x="119434" y="187995"/>
            <a:ext cx="11233150" cy="720725"/>
          </a:xfrm>
        </p:spPr>
        <p:txBody>
          <a:bodyPr/>
          <a:lstStyle/>
          <a:p>
            <a:r>
              <a:rPr lang="en-US" altLang="zh-CN" sz="2800" err="1"/>
              <a:t>Apecotrep</a:t>
            </a:r>
            <a:r>
              <a:rPr lang="en-US" altLang="zh-CN" sz="2800"/>
              <a:t> </a:t>
            </a:r>
            <a:r>
              <a:rPr lang="en-US" altLang="zh-CN"/>
              <a:t>(TRPC6i), 1434-0017 Recruitment </a:t>
            </a:r>
            <a:r>
              <a:rPr lang="en-US" altLang="zh-CN" err="1"/>
              <a:t>Status_China</a:t>
            </a:r>
            <a:endParaRPr lang="zh-CN" altLang="en-US"/>
          </a:p>
        </p:txBody>
      </p:sp>
      <p:pic>
        <p:nvPicPr>
          <p:cNvPr id="8" name="图片 7" descr="图表&#10;&#10;AI 生成的内容可能不正确。">
            <a:extLst>
              <a:ext uri="{FF2B5EF4-FFF2-40B4-BE49-F238E27FC236}">
                <a16:creationId xmlns:a16="http://schemas.microsoft.com/office/drawing/2014/main" id="{0ACF6EDC-F794-5CB5-7093-0097D5941513}"/>
              </a:ext>
            </a:extLst>
          </p:cNvPr>
          <p:cNvPicPr>
            <a:picLocks noChangeAspect="1"/>
          </p:cNvPicPr>
          <p:nvPr/>
        </p:nvPicPr>
        <p:blipFill>
          <a:blip r:embed="rId2"/>
          <a:stretch>
            <a:fillRect/>
          </a:stretch>
        </p:blipFill>
        <p:spPr>
          <a:xfrm>
            <a:off x="671935" y="706244"/>
            <a:ext cx="9472811" cy="5454805"/>
          </a:xfrm>
          <a:prstGeom prst="rect">
            <a:avLst/>
          </a:prstGeom>
        </p:spPr>
      </p:pic>
    </p:spTree>
    <p:extLst>
      <p:ext uri="{BB962C8B-B14F-4D97-AF65-F5344CB8AC3E}">
        <p14:creationId xmlns:p14="http://schemas.microsoft.com/office/powerpoint/2010/main" val="364311865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997EA7-D111-E5BB-0AAF-D8CA24E2F63A}"/>
            </a:ext>
          </a:extLst>
        </p:cNvPr>
        <p:cNvGrpSpPr/>
        <p:nvPr/>
      </p:nvGrpSpPr>
      <p:grpSpPr>
        <a:xfrm>
          <a:off x="0" y="0"/>
          <a:ext cx="0" cy="0"/>
          <a:chOff x="0" y="0"/>
          <a:chExt cx="0" cy="0"/>
        </a:xfrm>
      </p:grpSpPr>
      <p:graphicFrame>
        <p:nvGraphicFramePr>
          <p:cNvPr id="3" name="Chart 6">
            <a:extLst>
              <a:ext uri="{FF2B5EF4-FFF2-40B4-BE49-F238E27FC236}">
                <a16:creationId xmlns:a16="http://schemas.microsoft.com/office/drawing/2014/main" id="{73207099-613B-4188-B37D-91BA5B30A0AB}"/>
              </a:ext>
            </a:extLst>
          </p:cNvPr>
          <p:cNvGraphicFramePr>
            <a:graphicFrameLocks/>
          </p:cNvGraphicFramePr>
          <p:nvPr/>
        </p:nvGraphicFramePr>
        <p:xfrm>
          <a:off x="479424" y="896982"/>
          <a:ext cx="11052175" cy="4211435"/>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C64E3286-39CE-383D-3186-115E9BFEE3C3}"/>
              </a:ext>
            </a:extLst>
          </p:cNvPr>
          <p:cNvSpPr txBox="1"/>
          <p:nvPr/>
        </p:nvSpPr>
        <p:spPr bwMode="gray">
          <a:xfrm>
            <a:off x="2179476" y="6153150"/>
            <a:ext cx="1661049" cy="461665"/>
          </a:xfrm>
          <a:prstGeom prst="rect">
            <a:avLst/>
          </a:prstGeom>
          <a:noFill/>
        </p:spPr>
        <p:txBody>
          <a:bodyPr wrap="square">
            <a:spAutoFit/>
          </a:bodyPr>
          <a:lstStyle/>
          <a:p>
            <a:r>
              <a:rPr lang="en-US" sz="1200">
                <a:solidFill>
                  <a:schemeClr val="bg2"/>
                </a:solidFill>
                <a:latin typeface="+mj-lt"/>
              </a:rPr>
              <a:t>Clinical Development</a:t>
            </a:r>
            <a:br>
              <a:rPr lang="en-US" sz="1200">
                <a:solidFill>
                  <a:schemeClr val="bg2"/>
                </a:solidFill>
                <a:latin typeface="+mj-lt"/>
              </a:rPr>
            </a:br>
            <a:r>
              <a:rPr lang="en-US" sz="1200">
                <a:solidFill>
                  <a:schemeClr val="bg2"/>
                </a:solidFill>
                <a:latin typeface="+mj-lt"/>
              </a:rPr>
              <a:t>and Operations</a:t>
            </a:r>
            <a:endParaRPr lang="en-IN" sz="1200">
              <a:solidFill>
                <a:schemeClr val="bg2"/>
              </a:solidFill>
              <a:latin typeface="+mj-lt"/>
            </a:endParaRPr>
          </a:p>
        </p:txBody>
      </p:sp>
      <p:pic>
        <p:nvPicPr>
          <p:cNvPr id="7" name="Grafik 18">
            <a:extLst>
              <a:ext uri="{FF2B5EF4-FFF2-40B4-BE49-F238E27FC236}">
                <a16:creationId xmlns:a16="http://schemas.microsoft.com/office/drawing/2014/main" id="{F606D620-8809-BA8C-3147-C265797F7E3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bwMode="gray">
          <a:xfrm rot="16200000" flipH="1">
            <a:off x="1866010" y="6238514"/>
            <a:ext cx="272773" cy="272778"/>
          </a:xfrm>
          <a:prstGeom prst="rect">
            <a:avLst/>
          </a:prstGeom>
        </p:spPr>
      </p:pic>
      <p:pic>
        <p:nvPicPr>
          <p:cNvPr id="8" name="Grafik 11">
            <a:extLst>
              <a:ext uri="{FF2B5EF4-FFF2-40B4-BE49-F238E27FC236}">
                <a16:creationId xmlns:a16="http://schemas.microsoft.com/office/drawing/2014/main" id="{895E29E6-2E0F-69C7-D1CC-714AFADF958E}"/>
              </a:ext>
              <a:ext uri="{C183D7F6-B498-43B3-948B-1728B52AA6E4}">
                <adec:decorative xmlns:adec="http://schemas.microsoft.com/office/drawing/2017/decorative" val="1"/>
              </a:ext>
            </a:extLst>
          </p:cNvPr>
          <p:cNvPicPr>
            <a:picLocks noChangeAspect="1"/>
          </p:cNvPicPr>
          <p:nvPr/>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bwMode="gray">
          <a:xfrm>
            <a:off x="479424" y="6165000"/>
            <a:ext cx="1234800" cy="372727"/>
          </a:xfrm>
          <a:prstGeom prst="rect">
            <a:avLst/>
          </a:prstGeom>
        </p:spPr>
      </p:pic>
      <p:sp>
        <p:nvSpPr>
          <p:cNvPr id="18" name="Title 1">
            <a:extLst>
              <a:ext uri="{FF2B5EF4-FFF2-40B4-BE49-F238E27FC236}">
                <a16:creationId xmlns:a16="http://schemas.microsoft.com/office/drawing/2014/main" id="{4AEEB017-9DFA-2ACB-335A-106BBCE6404B}"/>
              </a:ext>
            </a:extLst>
          </p:cNvPr>
          <p:cNvSpPr txBox="1">
            <a:spLocks/>
          </p:cNvSpPr>
          <p:nvPr/>
        </p:nvSpPr>
        <p:spPr>
          <a:xfrm>
            <a:off x="479425" y="476250"/>
            <a:ext cx="10444845" cy="720725"/>
          </a:xfrm>
          <a:prstGeom prst="rect">
            <a:avLst/>
          </a:prstGeom>
        </p:spPr>
        <p:txBody>
          <a:bodyPr lIns="0" tIns="0" rIns="0" bIns="0"/>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endParaRPr lang="en-IN"/>
          </a:p>
        </p:txBody>
      </p:sp>
      <p:sp>
        <p:nvSpPr>
          <p:cNvPr id="16" name="Footer Placeholder 8">
            <a:extLst>
              <a:ext uri="{FF2B5EF4-FFF2-40B4-BE49-F238E27FC236}">
                <a16:creationId xmlns:a16="http://schemas.microsoft.com/office/drawing/2014/main" id="{4E79AAA0-0D0E-969A-2840-65B09EE9FC10}"/>
              </a:ext>
            </a:extLst>
          </p:cNvPr>
          <p:cNvSpPr>
            <a:spLocks noGrp="1"/>
          </p:cNvSpPr>
          <p:nvPr>
            <p:ph type="ftr" sz="quarter" idx="19"/>
          </p:nvPr>
        </p:nvSpPr>
        <p:spPr/>
        <p:txBody>
          <a:bodyPr/>
          <a:lstStyle/>
          <a:p>
            <a:r>
              <a:rPr lang="en-US"/>
              <a:t>CD&amp;O Template    |    ONLY FOR INTERNAL USE</a:t>
            </a:r>
          </a:p>
        </p:txBody>
      </p:sp>
      <p:sp>
        <p:nvSpPr>
          <p:cNvPr id="17" name="Slide Number Placeholder 9">
            <a:extLst>
              <a:ext uri="{FF2B5EF4-FFF2-40B4-BE49-F238E27FC236}">
                <a16:creationId xmlns:a16="http://schemas.microsoft.com/office/drawing/2014/main" id="{5ACBB2ED-F4DC-BD52-A8A1-079DD2885B40}"/>
              </a:ext>
            </a:extLst>
          </p:cNvPr>
          <p:cNvSpPr>
            <a:spLocks noGrp="1"/>
          </p:cNvSpPr>
          <p:nvPr>
            <p:ph type="sldNum" sz="quarter" idx="20"/>
          </p:nvPr>
        </p:nvSpPr>
        <p:spPr/>
        <p:txBody>
          <a:bodyPr/>
          <a:lstStyle/>
          <a:p>
            <a:fld id="{8FF9B0DE-3FEB-4AA0-B465-B80EF7C1333D}" type="slidenum">
              <a:rPr lang="en-US" smtClean="0"/>
              <a:pPr/>
              <a:t>67</a:t>
            </a:fld>
            <a:endParaRPr lang="en-US"/>
          </a:p>
        </p:txBody>
      </p:sp>
      <p:sp>
        <p:nvSpPr>
          <p:cNvPr id="23" name="标题 2">
            <a:extLst>
              <a:ext uri="{FF2B5EF4-FFF2-40B4-BE49-F238E27FC236}">
                <a16:creationId xmlns:a16="http://schemas.microsoft.com/office/drawing/2014/main" id="{DC8307BC-05F0-709F-16D0-1F45994EB364}"/>
              </a:ext>
            </a:extLst>
          </p:cNvPr>
          <p:cNvSpPr>
            <a:spLocks noGrp="1"/>
          </p:cNvSpPr>
          <p:nvPr>
            <p:ph type="title"/>
          </p:nvPr>
        </p:nvSpPr>
        <p:spPr>
          <a:xfrm>
            <a:off x="335437" y="257617"/>
            <a:ext cx="11744268" cy="553999"/>
          </a:xfrm>
        </p:spPr>
        <p:txBody>
          <a:bodyPr wrap="square" anchor="t">
            <a:normAutofit/>
          </a:bodyPr>
          <a:lstStyle/>
          <a:p>
            <a:r>
              <a:rPr lang="en-US" altLang="zh-CN" sz="2400" err="1"/>
              <a:t>Apecotrep</a:t>
            </a:r>
            <a:r>
              <a:rPr lang="en-US" altLang="zh-CN" sz="2400"/>
              <a:t> (TRPC6i), 1434-0017 Recruitment </a:t>
            </a:r>
            <a:r>
              <a:rPr lang="en-US" altLang="zh-CN" sz="2400" err="1"/>
              <a:t>Status_Taiwan</a:t>
            </a:r>
            <a:endParaRPr lang="en-US" altLang="zh-CN" sz="2400" i="1" err="1">
              <a:solidFill>
                <a:srgbClr val="EE6541"/>
              </a:solidFill>
              <a:highlight>
                <a:srgbClr val="FFFF00"/>
              </a:highlight>
            </a:endParaRPr>
          </a:p>
        </p:txBody>
      </p:sp>
      <p:sp>
        <p:nvSpPr>
          <p:cNvPr id="26" name="Rectangle 5">
            <a:extLst>
              <a:ext uri="{FF2B5EF4-FFF2-40B4-BE49-F238E27FC236}">
                <a16:creationId xmlns:a16="http://schemas.microsoft.com/office/drawing/2014/main" id="{89F02B41-69B4-0C04-CAD1-5D59BBBC5BC4}"/>
              </a:ext>
            </a:extLst>
          </p:cNvPr>
          <p:cNvSpPr/>
          <p:nvPr/>
        </p:nvSpPr>
        <p:spPr>
          <a:xfrm>
            <a:off x="1267730" y="1196974"/>
            <a:ext cx="2097262" cy="993958"/>
          </a:xfrm>
          <a:prstGeom prst="rect">
            <a:avLst/>
          </a:prstGeom>
          <a:solidFill>
            <a:schemeClr val="accent4">
              <a:lumMod val="20000"/>
              <a:lumOff val="80000"/>
            </a:schemeClr>
          </a:solidFill>
          <a:ln w="12700">
            <a:solidFill>
              <a:srgbClr val="003366"/>
            </a:solidFill>
          </a:ln>
        </p:spPr>
        <p:style>
          <a:lnRef idx="2">
            <a:schemeClr val="accent1">
              <a:shade val="50000"/>
            </a:schemeClr>
          </a:lnRef>
          <a:fillRef idx="1">
            <a:schemeClr val="accent1"/>
          </a:fillRef>
          <a:effectRef idx="0">
            <a:schemeClr val="accent1"/>
          </a:effectRef>
          <a:fontRef idx="minor">
            <a:schemeClr val="lt1"/>
          </a:fontRef>
        </p:style>
        <p:txBody>
          <a:bodyPr lIns="96000" tIns="96000" rIns="96000" bIns="96000" rtlCol="0" anchor="ctr"/>
          <a:lstStyle/>
          <a:p>
            <a:pPr lvl="0" algn="ctr"/>
            <a:r>
              <a:rPr lang="en-US" sz="1200">
                <a:solidFill>
                  <a:schemeClr val="tx1"/>
                </a:solidFill>
              </a:rPr>
              <a:t>Total Screened: 4</a:t>
            </a:r>
          </a:p>
          <a:p>
            <a:pPr lvl="0" algn="ctr"/>
            <a:r>
              <a:rPr lang="en-US" sz="1200">
                <a:solidFill>
                  <a:schemeClr val="tx1"/>
                </a:solidFill>
              </a:rPr>
              <a:t>Total Randomized: 1</a:t>
            </a:r>
          </a:p>
          <a:p>
            <a:pPr lvl="0" algn="ctr"/>
            <a:r>
              <a:rPr lang="en-US" sz="1200">
                <a:solidFill>
                  <a:schemeClr val="tx1"/>
                </a:solidFill>
              </a:rPr>
              <a:t>In screening: 2</a:t>
            </a:r>
          </a:p>
          <a:p>
            <a:pPr lvl="0" algn="ctr"/>
            <a:r>
              <a:rPr lang="en-US" sz="1200">
                <a:solidFill>
                  <a:schemeClr val="tx1"/>
                </a:solidFill>
              </a:rPr>
              <a:t>Screen failure: 1</a:t>
            </a:r>
          </a:p>
        </p:txBody>
      </p:sp>
      <p:graphicFrame>
        <p:nvGraphicFramePr>
          <p:cNvPr id="28" name="对象 27">
            <a:extLst>
              <a:ext uri="{FF2B5EF4-FFF2-40B4-BE49-F238E27FC236}">
                <a16:creationId xmlns:a16="http://schemas.microsoft.com/office/drawing/2014/main" id="{FCDF7B12-1ACE-02CE-11C6-E353DDE34311}"/>
              </a:ext>
            </a:extLst>
          </p:cNvPr>
          <p:cNvGraphicFramePr>
            <a:graphicFrameLocks noChangeAspect="1"/>
          </p:cNvGraphicFramePr>
          <p:nvPr/>
        </p:nvGraphicFramePr>
        <p:xfrm>
          <a:off x="10691241" y="3244533"/>
          <a:ext cx="1125538" cy="963612"/>
        </p:xfrm>
        <a:graphic>
          <a:graphicData uri="http://schemas.openxmlformats.org/presentationml/2006/ole">
            <mc:AlternateContent xmlns:mc="http://schemas.openxmlformats.org/markup-compatibility/2006">
              <mc:Choice xmlns:v="urn:schemas-microsoft-com:vml" Requires="v">
                <p:oleObj name="Worksheet" showAsIcon="1" r:id="rId5" imgW="834480" imgH="714960" progId="Excel.Sheet.12">
                  <p:embed/>
                </p:oleObj>
              </mc:Choice>
              <mc:Fallback>
                <p:oleObj name="Worksheet" showAsIcon="1" r:id="rId5" imgW="834480" imgH="714960" progId="Excel.Sheet.12">
                  <p:embed/>
                  <p:pic>
                    <p:nvPicPr>
                      <p:cNvPr id="28" name="对象 27">
                        <a:extLst>
                          <a:ext uri="{FF2B5EF4-FFF2-40B4-BE49-F238E27FC236}">
                            <a16:creationId xmlns:a16="http://schemas.microsoft.com/office/drawing/2014/main" id="{FCDF7B12-1ACE-02CE-11C6-E353DDE34311}"/>
                          </a:ext>
                        </a:extLst>
                      </p:cNvPr>
                      <p:cNvPicPr/>
                      <p:nvPr/>
                    </p:nvPicPr>
                    <p:blipFill>
                      <a:blip r:embed="rId6"/>
                      <a:stretch>
                        <a:fillRect/>
                      </a:stretch>
                    </p:blipFill>
                    <p:spPr>
                      <a:xfrm>
                        <a:off x="10691241" y="3244533"/>
                        <a:ext cx="1125538" cy="963612"/>
                      </a:xfrm>
                      <a:prstGeom prst="rect">
                        <a:avLst/>
                      </a:prstGeom>
                    </p:spPr>
                  </p:pic>
                </p:oleObj>
              </mc:Fallback>
            </mc:AlternateContent>
          </a:graphicData>
        </a:graphic>
      </p:graphicFrame>
      <p:graphicFrame>
        <p:nvGraphicFramePr>
          <p:cNvPr id="2" name="表格 1">
            <a:extLst>
              <a:ext uri="{FF2B5EF4-FFF2-40B4-BE49-F238E27FC236}">
                <a16:creationId xmlns:a16="http://schemas.microsoft.com/office/drawing/2014/main" id="{30C6E2F6-9A26-05FE-4AAD-A111B5C5F366}"/>
              </a:ext>
            </a:extLst>
          </p:cNvPr>
          <p:cNvGraphicFramePr>
            <a:graphicFrameLocks noGrp="1"/>
          </p:cNvGraphicFramePr>
          <p:nvPr/>
        </p:nvGraphicFramePr>
        <p:xfrm>
          <a:off x="335437" y="5202102"/>
          <a:ext cx="11744258" cy="951049"/>
        </p:xfrm>
        <a:graphic>
          <a:graphicData uri="http://schemas.openxmlformats.org/drawingml/2006/table">
            <a:tbl>
              <a:tblPr/>
              <a:tblGrid>
                <a:gridCol w="1493257">
                  <a:extLst>
                    <a:ext uri="{9D8B030D-6E8A-4147-A177-3AD203B41FA5}">
                      <a16:colId xmlns:a16="http://schemas.microsoft.com/office/drawing/2014/main" val="2986183504"/>
                    </a:ext>
                  </a:extLst>
                </a:gridCol>
                <a:gridCol w="484299">
                  <a:extLst>
                    <a:ext uri="{9D8B030D-6E8A-4147-A177-3AD203B41FA5}">
                      <a16:colId xmlns:a16="http://schemas.microsoft.com/office/drawing/2014/main" val="2099400965"/>
                    </a:ext>
                  </a:extLst>
                </a:gridCol>
                <a:gridCol w="443941">
                  <a:extLst>
                    <a:ext uri="{9D8B030D-6E8A-4147-A177-3AD203B41FA5}">
                      <a16:colId xmlns:a16="http://schemas.microsoft.com/office/drawing/2014/main" val="479883712"/>
                    </a:ext>
                  </a:extLst>
                </a:gridCol>
                <a:gridCol w="443941">
                  <a:extLst>
                    <a:ext uri="{9D8B030D-6E8A-4147-A177-3AD203B41FA5}">
                      <a16:colId xmlns:a16="http://schemas.microsoft.com/office/drawing/2014/main" val="3193452365"/>
                    </a:ext>
                  </a:extLst>
                </a:gridCol>
                <a:gridCol w="443941">
                  <a:extLst>
                    <a:ext uri="{9D8B030D-6E8A-4147-A177-3AD203B41FA5}">
                      <a16:colId xmlns:a16="http://schemas.microsoft.com/office/drawing/2014/main" val="300057885"/>
                    </a:ext>
                  </a:extLst>
                </a:gridCol>
                <a:gridCol w="443941">
                  <a:extLst>
                    <a:ext uri="{9D8B030D-6E8A-4147-A177-3AD203B41FA5}">
                      <a16:colId xmlns:a16="http://schemas.microsoft.com/office/drawing/2014/main" val="2871956765"/>
                    </a:ext>
                  </a:extLst>
                </a:gridCol>
                <a:gridCol w="443941">
                  <a:extLst>
                    <a:ext uri="{9D8B030D-6E8A-4147-A177-3AD203B41FA5}">
                      <a16:colId xmlns:a16="http://schemas.microsoft.com/office/drawing/2014/main" val="3668221130"/>
                    </a:ext>
                  </a:extLst>
                </a:gridCol>
                <a:gridCol w="443941">
                  <a:extLst>
                    <a:ext uri="{9D8B030D-6E8A-4147-A177-3AD203B41FA5}">
                      <a16:colId xmlns:a16="http://schemas.microsoft.com/office/drawing/2014/main" val="2514598222"/>
                    </a:ext>
                  </a:extLst>
                </a:gridCol>
                <a:gridCol w="443941">
                  <a:extLst>
                    <a:ext uri="{9D8B030D-6E8A-4147-A177-3AD203B41FA5}">
                      <a16:colId xmlns:a16="http://schemas.microsoft.com/office/drawing/2014/main" val="1557142137"/>
                    </a:ext>
                  </a:extLst>
                </a:gridCol>
                <a:gridCol w="443941">
                  <a:extLst>
                    <a:ext uri="{9D8B030D-6E8A-4147-A177-3AD203B41FA5}">
                      <a16:colId xmlns:a16="http://schemas.microsoft.com/office/drawing/2014/main" val="3794969671"/>
                    </a:ext>
                  </a:extLst>
                </a:gridCol>
                <a:gridCol w="443941">
                  <a:extLst>
                    <a:ext uri="{9D8B030D-6E8A-4147-A177-3AD203B41FA5}">
                      <a16:colId xmlns:a16="http://schemas.microsoft.com/office/drawing/2014/main" val="20323678"/>
                    </a:ext>
                  </a:extLst>
                </a:gridCol>
                <a:gridCol w="443941">
                  <a:extLst>
                    <a:ext uri="{9D8B030D-6E8A-4147-A177-3AD203B41FA5}">
                      <a16:colId xmlns:a16="http://schemas.microsoft.com/office/drawing/2014/main" val="1865663733"/>
                    </a:ext>
                  </a:extLst>
                </a:gridCol>
                <a:gridCol w="443941">
                  <a:extLst>
                    <a:ext uri="{9D8B030D-6E8A-4147-A177-3AD203B41FA5}">
                      <a16:colId xmlns:a16="http://schemas.microsoft.com/office/drawing/2014/main" val="2868613012"/>
                    </a:ext>
                  </a:extLst>
                </a:gridCol>
                <a:gridCol w="443941">
                  <a:extLst>
                    <a:ext uri="{9D8B030D-6E8A-4147-A177-3AD203B41FA5}">
                      <a16:colId xmlns:a16="http://schemas.microsoft.com/office/drawing/2014/main" val="2691736149"/>
                    </a:ext>
                  </a:extLst>
                </a:gridCol>
                <a:gridCol w="443941">
                  <a:extLst>
                    <a:ext uri="{9D8B030D-6E8A-4147-A177-3AD203B41FA5}">
                      <a16:colId xmlns:a16="http://schemas.microsoft.com/office/drawing/2014/main" val="3168036209"/>
                    </a:ext>
                  </a:extLst>
                </a:gridCol>
                <a:gridCol w="443941">
                  <a:extLst>
                    <a:ext uri="{9D8B030D-6E8A-4147-A177-3AD203B41FA5}">
                      <a16:colId xmlns:a16="http://schemas.microsoft.com/office/drawing/2014/main" val="1279821804"/>
                    </a:ext>
                  </a:extLst>
                </a:gridCol>
                <a:gridCol w="443941">
                  <a:extLst>
                    <a:ext uri="{9D8B030D-6E8A-4147-A177-3AD203B41FA5}">
                      <a16:colId xmlns:a16="http://schemas.microsoft.com/office/drawing/2014/main" val="2489235602"/>
                    </a:ext>
                  </a:extLst>
                </a:gridCol>
                <a:gridCol w="443941">
                  <a:extLst>
                    <a:ext uri="{9D8B030D-6E8A-4147-A177-3AD203B41FA5}">
                      <a16:colId xmlns:a16="http://schemas.microsoft.com/office/drawing/2014/main" val="66121213"/>
                    </a:ext>
                  </a:extLst>
                </a:gridCol>
                <a:gridCol w="443941">
                  <a:extLst>
                    <a:ext uri="{9D8B030D-6E8A-4147-A177-3AD203B41FA5}">
                      <a16:colId xmlns:a16="http://schemas.microsoft.com/office/drawing/2014/main" val="3872524147"/>
                    </a:ext>
                  </a:extLst>
                </a:gridCol>
                <a:gridCol w="443941">
                  <a:extLst>
                    <a:ext uri="{9D8B030D-6E8A-4147-A177-3AD203B41FA5}">
                      <a16:colId xmlns:a16="http://schemas.microsoft.com/office/drawing/2014/main" val="2579127090"/>
                    </a:ext>
                  </a:extLst>
                </a:gridCol>
                <a:gridCol w="443941">
                  <a:extLst>
                    <a:ext uri="{9D8B030D-6E8A-4147-A177-3AD203B41FA5}">
                      <a16:colId xmlns:a16="http://schemas.microsoft.com/office/drawing/2014/main" val="3059609708"/>
                    </a:ext>
                  </a:extLst>
                </a:gridCol>
                <a:gridCol w="443941">
                  <a:extLst>
                    <a:ext uri="{9D8B030D-6E8A-4147-A177-3AD203B41FA5}">
                      <a16:colId xmlns:a16="http://schemas.microsoft.com/office/drawing/2014/main" val="4258741176"/>
                    </a:ext>
                  </a:extLst>
                </a:gridCol>
                <a:gridCol w="443941">
                  <a:extLst>
                    <a:ext uri="{9D8B030D-6E8A-4147-A177-3AD203B41FA5}">
                      <a16:colId xmlns:a16="http://schemas.microsoft.com/office/drawing/2014/main" val="3669008653"/>
                    </a:ext>
                  </a:extLst>
                </a:gridCol>
                <a:gridCol w="443941">
                  <a:extLst>
                    <a:ext uri="{9D8B030D-6E8A-4147-A177-3AD203B41FA5}">
                      <a16:colId xmlns:a16="http://schemas.microsoft.com/office/drawing/2014/main" val="3423436656"/>
                    </a:ext>
                  </a:extLst>
                </a:gridCol>
              </a:tblGrid>
              <a:tr h="185269">
                <a:tc>
                  <a:txBody>
                    <a:bodyPr/>
                    <a:lstStyle/>
                    <a:p>
                      <a:pPr algn="ctr" fontAlgn="t">
                        <a:buNone/>
                      </a:pPr>
                      <a:r>
                        <a:rPr lang="en-US" sz="800" b="1" i="0" u="none" strike="noStrike">
                          <a:solidFill>
                            <a:srgbClr val="000000"/>
                          </a:solidFill>
                          <a:effectLst/>
                          <a:latin typeface="Boehringer Forward Text" panose="020B0504030403020204" pitchFamily="2" charset="0"/>
                          <a:ea typeface="新細明體" panose="02020500000000000000" pitchFamily="18" charset="-120"/>
                        </a:rPr>
                        <a:t> Months</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Jan-26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Feb-26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Mar-26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Apr-26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May-26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Jun-26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Jul-26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Aug-26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Sep-26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Oct-26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Nov-26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Dec-26</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Jan-27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Feb-27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Mar-27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Apr-27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May-27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Jun-27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Jul-27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Aug-27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Sep-27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Oct-27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800" b="0" i="0" u="none" strike="noStrike">
                          <a:solidFill>
                            <a:srgbClr val="000000"/>
                          </a:solidFill>
                          <a:effectLst/>
                          <a:latin typeface="Boehringer Forward Text" panose="020B0504030403020204" pitchFamily="2" charset="0"/>
                          <a:ea typeface="新細明體" panose="02020500000000000000" pitchFamily="18" charset="-120"/>
                        </a:rPr>
                        <a:t>Nov-27</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42617742"/>
                  </a:ext>
                </a:extLst>
              </a:tr>
              <a:tr h="191445">
                <a:tc>
                  <a:txBody>
                    <a:bodyPr/>
                    <a:lstStyle/>
                    <a:p>
                      <a:pPr algn="ctr" fontAlgn="t">
                        <a:buNone/>
                      </a:pPr>
                      <a:r>
                        <a:rPr lang="en-US" sz="800" b="1" i="0" u="none" strike="noStrike">
                          <a:solidFill>
                            <a:srgbClr val="000000"/>
                          </a:solidFill>
                          <a:effectLst/>
                          <a:latin typeface="Boehringer Forward Text" panose="020B0504030403020204" pitchFamily="2" charset="0"/>
                          <a:ea typeface="新細明體" panose="02020500000000000000" pitchFamily="18" charset="-120"/>
                        </a:rPr>
                        <a:t>Patients Randomized (Actual)</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zh-TW" altLang="en-US" sz="800" b="1"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89685951"/>
                  </a:ext>
                </a:extLst>
              </a:tr>
              <a:tr h="191445">
                <a:tc>
                  <a:txBody>
                    <a:bodyPr/>
                    <a:lstStyle/>
                    <a:p>
                      <a:pPr algn="ctr" fontAlgn="t">
                        <a:buNone/>
                      </a:pPr>
                      <a:r>
                        <a:rPr lang="en-US" sz="800" b="1" i="0" u="none" strike="noStrike">
                          <a:solidFill>
                            <a:srgbClr val="000000"/>
                          </a:solidFill>
                          <a:effectLst/>
                          <a:latin typeface="Boehringer Forward Text" panose="020B0504030403020204" pitchFamily="2" charset="0"/>
                          <a:ea typeface="新細明體" panose="02020500000000000000" pitchFamily="18" charset="-120"/>
                        </a:rPr>
                        <a:t>Patients Randomized (Plan)</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fontAlgn="ctr">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2</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2</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3</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3</a:t>
                      </a:r>
                    </a:p>
                  </a:txBody>
                  <a:tcPr marL="4825" marR="4825" marT="48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4</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4</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5</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5</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6</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6</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7</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7</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8</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8</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9</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10</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11</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11</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77218388"/>
                  </a:ext>
                </a:extLst>
              </a:tr>
              <a:tr h="191445">
                <a:tc>
                  <a:txBody>
                    <a:bodyPr/>
                    <a:lstStyle/>
                    <a:p>
                      <a:pPr algn="ctr" fontAlgn="t">
                        <a:buNone/>
                      </a:pPr>
                      <a:r>
                        <a:rPr lang="en-US" sz="800" b="1" i="0" u="none" strike="noStrike">
                          <a:solidFill>
                            <a:srgbClr val="000000"/>
                          </a:solidFill>
                          <a:effectLst/>
                          <a:latin typeface="Boehringer Forward Text" panose="020B0504030403020204" pitchFamily="2" charset="0"/>
                          <a:ea typeface="新細明體" panose="02020500000000000000" pitchFamily="18" charset="-120"/>
                        </a:rPr>
                        <a:t>Patient Screened(Actual)</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4</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4</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t">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35630242"/>
                  </a:ext>
                </a:extLst>
              </a:tr>
              <a:tr h="191445">
                <a:tc>
                  <a:txBody>
                    <a:bodyPr/>
                    <a:lstStyle/>
                    <a:p>
                      <a:pPr algn="ctr" fontAlgn="t">
                        <a:buNone/>
                      </a:pPr>
                      <a:r>
                        <a:rPr lang="en-US" sz="800" b="1" i="0" u="none" strike="noStrike">
                          <a:solidFill>
                            <a:srgbClr val="000000"/>
                          </a:solidFill>
                          <a:effectLst/>
                          <a:latin typeface="Boehringer Forward Text" panose="020B0504030403020204" pitchFamily="2" charset="0"/>
                          <a:ea typeface="新細明體" panose="02020500000000000000" pitchFamily="18" charset="-120"/>
                        </a:rPr>
                        <a:t>Patient Screened(Planned)</a:t>
                      </a:r>
                    </a:p>
                  </a:txBody>
                  <a:tcPr marL="4825" marR="4825" marT="48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b">
                        <a:buNone/>
                      </a:pPr>
                      <a:r>
                        <a:rPr lang="zh-TW" altLang="en-US" sz="800" b="0" i="0" u="none" strike="noStrike">
                          <a:solidFill>
                            <a:srgbClr val="000000"/>
                          </a:solidFill>
                          <a:effectLst/>
                          <a:latin typeface="Boehringer Forward Text" panose="020B0504030403020204" pitchFamily="2" charset="0"/>
                          <a:ea typeface="新細明體" panose="02020500000000000000" pitchFamily="18" charset="-120"/>
                        </a:rPr>
                        <a:t>　</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0</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2</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3</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4</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5</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5</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6</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6</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7</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8</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9</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9</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10</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11</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11</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12</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13</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13</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14</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3266"/>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rtl="0"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14</a:t>
                      </a:r>
                    </a:p>
                  </a:txBody>
                  <a:tcPr marL="4825" marR="4825" marT="4825" marB="0" anchor="b">
                    <a:lnL w="6350" cap="flat" cmpd="sng" algn="ctr">
                      <a:solidFill>
                        <a:srgbClr val="003266"/>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3266"/>
                      </a:solidFill>
                      <a:prstDash val="solid"/>
                      <a:round/>
                      <a:headEnd type="none" w="med" len="med"/>
                      <a:tailEnd type="none" w="med" len="med"/>
                    </a:lnT>
                    <a:lnB w="6350" cap="flat" cmpd="sng" algn="ctr">
                      <a:solidFill>
                        <a:srgbClr val="003266"/>
                      </a:solidFill>
                      <a:prstDash val="solid"/>
                      <a:round/>
                      <a:headEnd type="none" w="med" len="med"/>
                      <a:tailEnd type="none" w="med" len="med"/>
                    </a:lnB>
                    <a:noFill/>
                  </a:tcPr>
                </a:tc>
                <a:tc>
                  <a:txBody>
                    <a:bodyPr/>
                    <a:lstStyle/>
                    <a:p>
                      <a:pPr algn="ctr" fontAlgn="b">
                        <a:buNone/>
                      </a:pPr>
                      <a:r>
                        <a:rPr lang="en-US" altLang="zh-TW" sz="800" b="0" i="0" u="none" strike="noStrike">
                          <a:solidFill>
                            <a:srgbClr val="000000"/>
                          </a:solidFill>
                          <a:effectLst/>
                          <a:latin typeface="Boehringer Forward Text" panose="020B0504030403020204" pitchFamily="2" charset="0"/>
                          <a:ea typeface="新細明體" panose="02020500000000000000" pitchFamily="18" charset="-120"/>
                        </a:rPr>
                        <a:t>14</a:t>
                      </a:r>
                    </a:p>
                  </a:txBody>
                  <a:tcPr marL="4825" marR="4825" marT="48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18766521"/>
                  </a:ext>
                </a:extLst>
              </a:tr>
            </a:tbl>
          </a:graphicData>
        </a:graphic>
      </p:graphicFrame>
    </p:spTree>
    <p:extLst>
      <p:ext uri="{BB962C8B-B14F-4D97-AF65-F5344CB8AC3E}">
        <p14:creationId xmlns:p14="http://schemas.microsoft.com/office/powerpoint/2010/main" val="277139099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LSHAPE_TB_00000000000000000000000000000000_LeftEndCaps" hidden="1">
            <a:extLst>
              <a:ext uri="{FF2B5EF4-FFF2-40B4-BE49-F238E27FC236}">
                <a16:creationId xmlns:a16="http://schemas.microsoft.com/office/drawing/2014/main" id="{031F092A-DE16-C4E2-1FA9-AE32778CCA72}"/>
              </a:ext>
            </a:extLst>
          </p:cNvPr>
          <p:cNvSpPr txBox="1"/>
          <p:nvPr>
            <p:custDataLst>
              <p:tags r:id="rId2"/>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2025</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83" name="OTLSHAPE_SL2A_cd2308d02d6944d182b1a3169f4604c5_BackgroundRectangle" hidden="1">
            <a:extLst>
              <a:ext uri="{FF2B5EF4-FFF2-40B4-BE49-F238E27FC236}">
                <a16:creationId xmlns:a16="http://schemas.microsoft.com/office/drawing/2014/main" id="{5ED40BCB-C22C-BFC6-ABDC-899E0FB68B10}"/>
              </a:ext>
            </a:extLst>
          </p:cNvPr>
          <p:cNvSpPr/>
          <p:nvPr>
            <p:custDataLst>
              <p:tags r:id="rId3"/>
            </p:custDataLst>
          </p:nvPr>
        </p:nvSpPr>
        <p:spPr>
          <a:xfrm>
            <a:off x="1930400" y="2248455"/>
            <a:ext cx="9423400" cy="1024805"/>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1" name="OTLSHAPE_SL2A_cd2308d02d6944d182b1a3169f4604c5_HeaderRectangle" hidden="1">
            <a:extLst>
              <a:ext uri="{FF2B5EF4-FFF2-40B4-BE49-F238E27FC236}">
                <a16:creationId xmlns:a16="http://schemas.microsoft.com/office/drawing/2014/main" id="{DAA2D747-0D90-DD24-30C0-677E34DF949D}"/>
              </a:ext>
            </a:extLst>
          </p:cNvPr>
          <p:cNvSpPr/>
          <p:nvPr>
            <p:custDataLst>
              <p:tags r:id="rId4"/>
            </p:custDataLst>
          </p:nvPr>
        </p:nvSpPr>
        <p:spPr>
          <a:xfrm>
            <a:off x="1930400" y="2248455"/>
            <a:ext cx="0" cy="0"/>
          </a:xfrm>
          <a:prstGeom prst="rect">
            <a:avLst/>
          </a:prstGeom>
          <a:solidFill>
            <a:srgbClr val="08312A">
              <a:alpha val="24706"/>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2" name="OTLSHAPE_SL2A_cd2308d02d6944d182b1a3169f4604c5_Header" hidden="1">
            <a:extLst>
              <a:ext uri="{FF2B5EF4-FFF2-40B4-BE49-F238E27FC236}">
                <a16:creationId xmlns:a16="http://schemas.microsoft.com/office/drawing/2014/main" id="{61D9D75E-2415-20D1-5F92-40B215157E45}"/>
              </a:ext>
            </a:extLst>
          </p:cNvPr>
          <p:cNvSpPr txBox="1"/>
          <p:nvPr>
            <p:custDataLst>
              <p:tags r:id="rId5"/>
            </p:custDataLst>
          </p:nvPr>
        </p:nvSpPr>
        <p:spPr>
          <a:xfrm>
            <a:off x="12700" y="-2895769"/>
            <a:ext cx="0" cy="1692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136" name="OTLSHAPE_SLT_5e89ef62d6b243098418287a9f5312b4_ShapePercentage" hidden="1">
            <a:extLst>
              <a:ext uri="{FF2B5EF4-FFF2-40B4-BE49-F238E27FC236}">
                <a16:creationId xmlns:a16="http://schemas.microsoft.com/office/drawing/2014/main" id="{3868C688-8D0B-8766-CB34-1A2AC542200A}"/>
              </a:ext>
            </a:extLst>
          </p:cNvPr>
          <p:cNvSpPr/>
          <p:nvPr>
            <p:custDataLst>
              <p:tags r:id="rId6"/>
            </p:custDataLst>
          </p:nvPr>
        </p:nvSpPr>
        <p:spPr>
          <a:xfrm>
            <a:off x="4257523" y="3630638"/>
            <a:ext cx="0" cy="0"/>
          </a:xfrm>
          <a:prstGeom prst="roundRect">
            <a:avLst/>
          </a:prstGeom>
          <a:solidFill>
            <a:schemeClr val="dk1">
              <a:alpha val="34902"/>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37" name="OTLSHAPE_SLT_5e89ef62d6b243098418287a9f5312b4_Duration" hidden="1">
            <a:extLst>
              <a:ext uri="{FF2B5EF4-FFF2-40B4-BE49-F238E27FC236}">
                <a16:creationId xmlns:a16="http://schemas.microsoft.com/office/drawing/2014/main" id="{3F92674D-B182-9A5A-A80E-2BD7AF20C2F5}"/>
              </a:ext>
            </a:extLst>
          </p:cNvPr>
          <p:cNvSpPr txBox="1"/>
          <p:nvPr>
            <p:custDataLst>
              <p:tags r:id="rId7"/>
            </p:custDataLst>
          </p:nvPr>
        </p:nvSpPr>
        <p:spPr>
          <a:xfrm>
            <a:off x="12700" y="-304860"/>
            <a:ext cx="393700" cy="15388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69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8" name="OTLSHAPE_SLT_5e89ef62d6b243098418287a9f5312b4_TextPercentage" hidden="1">
            <a:extLst>
              <a:ext uri="{FF2B5EF4-FFF2-40B4-BE49-F238E27FC236}">
                <a16:creationId xmlns:a16="http://schemas.microsoft.com/office/drawing/2014/main" id="{572179F0-4C1E-83D0-AA46-49ED7C6E1B19}"/>
              </a:ext>
            </a:extLst>
          </p:cNvPr>
          <p:cNvSpPr txBox="1"/>
          <p:nvPr>
            <p:custDataLst>
              <p:tags r:id="rId8"/>
            </p:custDataLst>
          </p:nvPr>
        </p:nvSpPr>
        <p:spPr>
          <a:xfrm>
            <a:off x="12700" y="-310465"/>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9" name="OTLSHAPE_SLT_5e89ef62d6b243098418287a9f5312b4_StartDate" hidden="1">
            <a:extLst>
              <a:ext uri="{FF2B5EF4-FFF2-40B4-BE49-F238E27FC236}">
                <a16:creationId xmlns:a16="http://schemas.microsoft.com/office/drawing/2014/main" id="{3C36CCDC-2746-3E6B-0A77-7FDD9D01D66E}"/>
              </a:ext>
            </a:extLst>
          </p:cNvPr>
          <p:cNvSpPr txBox="1"/>
          <p:nvPr>
            <p:custDataLst>
              <p:tags r:id="rId9"/>
            </p:custDataLst>
          </p:nvPr>
        </p:nvSpPr>
        <p:spPr>
          <a:xfrm>
            <a:off x="12700" y="-772129"/>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140" name="OTLSHAPE_SLT_5e89ef62d6b243098418287a9f5312b4_EndDate" hidden="1">
            <a:extLst>
              <a:ext uri="{FF2B5EF4-FFF2-40B4-BE49-F238E27FC236}">
                <a16:creationId xmlns:a16="http://schemas.microsoft.com/office/drawing/2014/main" id="{E4C6512D-747E-A4E0-85A9-200D622079F8}"/>
              </a:ext>
            </a:extLst>
          </p:cNvPr>
          <p:cNvSpPr txBox="1"/>
          <p:nvPr>
            <p:custDataLst>
              <p:tags r:id="rId10"/>
            </p:custDataLst>
          </p:nvPr>
        </p:nvSpPr>
        <p:spPr>
          <a:xfrm>
            <a:off x="12700" y="-772129"/>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3" name="OTLSHAPE_TB_00000000000000000000000000000000_RightEndCaps" hidden="1">
            <a:extLst>
              <a:ext uri="{FF2B5EF4-FFF2-40B4-BE49-F238E27FC236}">
                <a16:creationId xmlns:a16="http://schemas.microsoft.com/office/drawing/2014/main" id="{B86C1995-BF24-96EF-15DE-369D4B9438B3}"/>
              </a:ext>
            </a:extLst>
          </p:cNvPr>
          <p:cNvSpPr txBox="1"/>
          <p:nvPr>
            <p:custDataLst>
              <p:tags r:id="rId11"/>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2028</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42" name="OTLSHAPE_SLT_204ac9d9291f49b98f02dce0efc777e3_ShapePercentage" hidden="1">
            <a:extLst>
              <a:ext uri="{FF2B5EF4-FFF2-40B4-BE49-F238E27FC236}">
                <a16:creationId xmlns:a16="http://schemas.microsoft.com/office/drawing/2014/main" id="{F32A350B-9C42-295B-F70E-F1D9452A28B3}"/>
              </a:ext>
            </a:extLst>
          </p:cNvPr>
          <p:cNvSpPr/>
          <p:nvPr>
            <p:custDataLst>
              <p:tags r:id="rId12"/>
            </p:custDataLst>
          </p:nvPr>
        </p:nvSpPr>
        <p:spPr>
          <a:xfrm>
            <a:off x="3278276" y="3396619"/>
            <a:ext cx="0" cy="0"/>
          </a:xfrm>
          <a:prstGeom prst="roundRect">
            <a:avLst/>
          </a:prstGeom>
          <a:solidFill>
            <a:schemeClr val="dk1">
              <a:alpha val="34902"/>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52" name="OTLSHAPE_SLT_204ac9d9291f49b98f02dce0efc777e3_Duration" hidden="1">
            <a:extLst>
              <a:ext uri="{FF2B5EF4-FFF2-40B4-BE49-F238E27FC236}">
                <a16:creationId xmlns:a16="http://schemas.microsoft.com/office/drawing/2014/main" id="{66BEF194-341C-A943-44BE-4D17706C6EEB}"/>
              </a:ext>
            </a:extLst>
          </p:cNvPr>
          <p:cNvSpPr txBox="1"/>
          <p:nvPr>
            <p:custDataLst>
              <p:tags r:id="rId13"/>
            </p:custDataLst>
          </p:nvPr>
        </p:nvSpPr>
        <p:spPr>
          <a:xfrm>
            <a:off x="12700" y="-304860"/>
            <a:ext cx="393700" cy="15388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64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53" name="OTLSHAPE_SLT_204ac9d9291f49b98f02dce0efc777e3_TextPercentage" hidden="1">
            <a:extLst>
              <a:ext uri="{FF2B5EF4-FFF2-40B4-BE49-F238E27FC236}">
                <a16:creationId xmlns:a16="http://schemas.microsoft.com/office/drawing/2014/main" id="{1E33C166-7E8B-2313-2E78-A9FF11809DA3}"/>
              </a:ext>
            </a:extLst>
          </p:cNvPr>
          <p:cNvSpPr txBox="1"/>
          <p:nvPr>
            <p:custDataLst>
              <p:tags r:id="rId14"/>
            </p:custDataLst>
          </p:nvPr>
        </p:nvSpPr>
        <p:spPr>
          <a:xfrm>
            <a:off x="12700" y="-23352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54" name="OTLSHAPE_SLT_204ac9d9291f49b98f02dce0efc777e3_StartDate" hidden="1">
            <a:extLst>
              <a:ext uri="{FF2B5EF4-FFF2-40B4-BE49-F238E27FC236}">
                <a16:creationId xmlns:a16="http://schemas.microsoft.com/office/drawing/2014/main" id="{4AC0BFC1-18B5-BF23-46CE-91B4D02C1D2A}"/>
              </a:ext>
            </a:extLst>
          </p:cNvPr>
          <p:cNvSpPr txBox="1"/>
          <p:nvPr>
            <p:custDataLst>
              <p:tags r:id="rId15"/>
            </p:custDataLst>
          </p:nvPr>
        </p:nvSpPr>
        <p:spPr>
          <a:xfrm>
            <a:off x="12700" y="-695185"/>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55" name="OTLSHAPE_SLT_204ac9d9291f49b98f02dce0efc777e3_EndDate" hidden="1">
            <a:extLst>
              <a:ext uri="{FF2B5EF4-FFF2-40B4-BE49-F238E27FC236}">
                <a16:creationId xmlns:a16="http://schemas.microsoft.com/office/drawing/2014/main" id="{34F5FDE2-EEAF-90AA-19AF-F3789C94C244}"/>
              </a:ext>
            </a:extLst>
          </p:cNvPr>
          <p:cNvSpPr txBox="1"/>
          <p:nvPr>
            <p:custDataLst>
              <p:tags r:id="rId16"/>
            </p:custDataLst>
          </p:nvPr>
        </p:nvSpPr>
        <p:spPr>
          <a:xfrm>
            <a:off x="12700" y="-695185"/>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65" name="OTLSHAPE_SL2A_bd812b5aba0d4ece931cb019484466b8_BackgroundRectangle" hidden="1">
            <a:extLst>
              <a:ext uri="{FF2B5EF4-FFF2-40B4-BE49-F238E27FC236}">
                <a16:creationId xmlns:a16="http://schemas.microsoft.com/office/drawing/2014/main" id="{23F420C4-5749-A690-394B-6707D4FBEAAC}"/>
              </a:ext>
            </a:extLst>
          </p:cNvPr>
          <p:cNvSpPr/>
          <p:nvPr>
            <p:custDataLst>
              <p:tags r:id="rId17"/>
            </p:custDataLst>
          </p:nvPr>
        </p:nvSpPr>
        <p:spPr bwMode="gray">
          <a:xfrm>
            <a:off x="1930400" y="3336760"/>
            <a:ext cx="94234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3" name="OTLSHAPE_SL2A_bd812b5aba0d4ece931cb019484466b8_HeaderRectangle" hidden="1">
            <a:extLst>
              <a:ext uri="{FF2B5EF4-FFF2-40B4-BE49-F238E27FC236}">
                <a16:creationId xmlns:a16="http://schemas.microsoft.com/office/drawing/2014/main" id="{FA034370-280D-D47E-41A0-3EA24B9D8D85}"/>
              </a:ext>
            </a:extLst>
          </p:cNvPr>
          <p:cNvSpPr/>
          <p:nvPr>
            <p:custDataLst>
              <p:tags r:id="rId18"/>
            </p:custDataLst>
          </p:nvPr>
        </p:nvSpPr>
        <p:spPr bwMode="gray">
          <a:xfrm>
            <a:off x="1930400" y="3336760"/>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OTLSHAPE_SL2A_bd812b5aba0d4ece931cb019484466b8_Header" hidden="1">
            <a:extLst>
              <a:ext uri="{FF2B5EF4-FFF2-40B4-BE49-F238E27FC236}">
                <a16:creationId xmlns:a16="http://schemas.microsoft.com/office/drawing/2014/main" id="{FB86A555-3366-C413-97AD-E9DDABE3B259}"/>
              </a:ext>
            </a:extLst>
          </p:cNvPr>
          <p:cNvSpPr txBox="1"/>
          <p:nvPr>
            <p:custDataLst>
              <p:tags r:id="rId19"/>
            </p:custDataLst>
          </p:nvPr>
        </p:nvSpPr>
        <p:spPr bwMode="gray">
          <a:xfrm>
            <a:off x="12700" y="-1656790"/>
            <a:ext cx="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66" name="OTLSHAPE_SLT_1dbae2abd791421e828722a5193e8d48_ShapePercentage" hidden="1">
            <a:extLst>
              <a:ext uri="{FF2B5EF4-FFF2-40B4-BE49-F238E27FC236}">
                <a16:creationId xmlns:a16="http://schemas.microsoft.com/office/drawing/2014/main" id="{71515084-EFDF-E6FA-A118-F708EF59E9B3}"/>
              </a:ext>
            </a:extLst>
          </p:cNvPr>
          <p:cNvSpPr/>
          <p:nvPr>
            <p:custDataLst>
              <p:tags r:id="rId20"/>
            </p:custDataLst>
          </p:nvPr>
        </p:nvSpPr>
        <p:spPr bwMode="gray">
          <a:xfrm>
            <a:off x="4600896" y="2697357"/>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9" name="OTLSHAPE_SLT_19b1abb07db4433f9f88502e25b2efb6_ShapePercentage" hidden="1">
            <a:extLst>
              <a:ext uri="{FF2B5EF4-FFF2-40B4-BE49-F238E27FC236}">
                <a16:creationId xmlns:a16="http://schemas.microsoft.com/office/drawing/2014/main" id="{BB621340-4BB6-C554-3739-2384F92ADB36}"/>
              </a:ext>
            </a:extLst>
          </p:cNvPr>
          <p:cNvSpPr/>
          <p:nvPr>
            <p:custDataLst>
              <p:tags r:id="rId21"/>
            </p:custDataLst>
          </p:nvPr>
        </p:nvSpPr>
        <p:spPr bwMode="gray">
          <a:xfrm>
            <a:off x="5414816" y="3864657"/>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7" name="OTLSHAPE_SLT_1dbae2abd791421e828722a5193e8d48_Duration" hidden="1">
            <a:extLst>
              <a:ext uri="{FF2B5EF4-FFF2-40B4-BE49-F238E27FC236}">
                <a16:creationId xmlns:a16="http://schemas.microsoft.com/office/drawing/2014/main" id="{8EC6203E-2795-4A6E-2EE0-4D9FB03082CF}"/>
              </a:ext>
            </a:extLst>
          </p:cNvPr>
          <p:cNvSpPr txBox="1"/>
          <p:nvPr>
            <p:custDataLst>
              <p:tags r:id="rId22"/>
            </p:custDataLst>
          </p:nvPr>
        </p:nvSpPr>
        <p:spPr bwMode="gray">
          <a:xfrm>
            <a:off x="12700" y="-588559"/>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381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68" name="OTLSHAPE_SLT_1dbae2abd791421e828722a5193e8d48_TextPercentage" hidden="1">
            <a:extLst>
              <a:ext uri="{FF2B5EF4-FFF2-40B4-BE49-F238E27FC236}">
                <a16:creationId xmlns:a16="http://schemas.microsoft.com/office/drawing/2014/main" id="{F69DFE90-C659-341D-8F08-19455E722719}"/>
              </a:ext>
            </a:extLst>
          </p:cNvPr>
          <p:cNvSpPr txBox="1"/>
          <p:nvPr>
            <p:custDataLst>
              <p:tags r:id="rId2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69" name="OTLSHAPE_SLT_1dbae2abd791421e828722a5193e8d48_StartDate" hidden="1">
            <a:extLst>
              <a:ext uri="{FF2B5EF4-FFF2-40B4-BE49-F238E27FC236}">
                <a16:creationId xmlns:a16="http://schemas.microsoft.com/office/drawing/2014/main" id="{8E997F56-4650-9174-7D09-FEC0E38D6A06}"/>
              </a:ext>
            </a:extLst>
          </p:cNvPr>
          <p:cNvSpPr txBox="1"/>
          <p:nvPr>
            <p:custDataLst>
              <p:tags r:id="rId2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0" name="OTLSHAPE_SLT_1dbae2abd791421e828722a5193e8d48_EndDate" hidden="1">
            <a:extLst>
              <a:ext uri="{FF2B5EF4-FFF2-40B4-BE49-F238E27FC236}">
                <a16:creationId xmlns:a16="http://schemas.microsoft.com/office/drawing/2014/main" id="{98729074-B4AB-4977-8988-E7F291CD6E3E}"/>
              </a:ext>
            </a:extLst>
          </p:cNvPr>
          <p:cNvSpPr txBox="1"/>
          <p:nvPr>
            <p:custDataLst>
              <p:tags r:id="rId25"/>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85" name="OTLSHAPE_SLT_19b1abb07db4433f9f88502e25b2efb6_Duration" hidden="1">
            <a:extLst>
              <a:ext uri="{FF2B5EF4-FFF2-40B4-BE49-F238E27FC236}">
                <a16:creationId xmlns:a16="http://schemas.microsoft.com/office/drawing/2014/main" id="{3BB0D972-2733-96CA-D823-9F82884C0E7C}"/>
              </a:ext>
            </a:extLst>
          </p:cNvPr>
          <p:cNvSpPr txBox="1"/>
          <p:nvPr>
            <p:custDataLst>
              <p:tags r:id="rId26"/>
            </p:custDataLst>
          </p:nvPr>
        </p:nvSpPr>
        <p:spPr bwMode="gray">
          <a:xfrm>
            <a:off x="12700" y="-588559"/>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289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86" name="OTLSHAPE_SLT_19b1abb07db4433f9f88502e25b2efb6_TextPercentage" hidden="1">
            <a:extLst>
              <a:ext uri="{FF2B5EF4-FFF2-40B4-BE49-F238E27FC236}">
                <a16:creationId xmlns:a16="http://schemas.microsoft.com/office/drawing/2014/main" id="{452E868B-0C8F-E53F-5164-F661B2804DB7}"/>
              </a:ext>
            </a:extLst>
          </p:cNvPr>
          <p:cNvSpPr txBox="1"/>
          <p:nvPr>
            <p:custDataLst>
              <p:tags r:id="rId27"/>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87" name="OTLSHAPE_SLT_19b1abb07db4433f9f88502e25b2efb6_StartDate" hidden="1">
            <a:extLst>
              <a:ext uri="{FF2B5EF4-FFF2-40B4-BE49-F238E27FC236}">
                <a16:creationId xmlns:a16="http://schemas.microsoft.com/office/drawing/2014/main" id="{541FF51C-FD28-BCD2-61B1-0CE9114AFE83}"/>
              </a:ext>
            </a:extLst>
          </p:cNvPr>
          <p:cNvSpPr txBox="1"/>
          <p:nvPr>
            <p:custDataLst>
              <p:tags r:id="rId28"/>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0" name="OTLSHAPE_SLT_19b1abb07db4433f9f88502e25b2efb6_EndDate" hidden="1">
            <a:extLst>
              <a:ext uri="{FF2B5EF4-FFF2-40B4-BE49-F238E27FC236}">
                <a16:creationId xmlns:a16="http://schemas.microsoft.com/office/drawing/2014/main" id="{AE3679E4-5C71-4EB0-090A-A63A9475A6FA}"/>
              </a:ext>
            </a:extLst>
          </p:cNvPr>
          <p:cNvSpPr txBox="1"/>
          <p:nvPr>
            <p:custDataLst>
              <p:tags r:id="rId2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5" name="OTLSHAPE_SL_008b357a959f4d9183e7c3df44197c27_BackgroundRectangle">
            <a:extLst>
              <a:ext uri="{FF2B5EF4-FFF2-40B4-BE49-F238E27FC236}">
                <a16:creationId xmlns:a16="http://schemas.microsoft.com/office/drawing/2014/main" id="{5F1B4AD7-BB3D-D8F5-4A31-9A7074216948}"/>
              </a:ext>
            </a:extLst>
          </p:cNvPr>
          <p:cNvSpPr/>
          <p:nvPr>
            <p:custDataLst>
              <p:tags r:id="rId30"/>
            </p:custDataLst>
          </p:nvPr>
        </p:nvSpPr>
        <p:spPr>
          <a:xfrm>
            <a:off x="63500" y="2112989"/>
            <a:ext cx="11290300" cy="783040"/>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2" name="OTLSHAPE_SL_ae039774f5d941348767efd1938c968d_BackgroundRectangle">
            <a:extLst>
              <a:ext uri="{FF2B5EF4-FFF2-40B4-BE49-F238E27FC236}">
                <a16:creationId xmlns:a16="http://schemas.microsoft.com/office/drawing/2014/main" id="{29633D82-7BA5-6388-73FB-865F1ADD8197}"/>
              </a:ext>
            </a:extLst>
          </p:cNvPr>
          <p:cNvSpPr/>
          <p:nvPr>
            <p:custDataLst>
              <p:tags r:id="rId31"/>
            </p:custDataLst>
          </p:nvPr>
        </p:nvSpPr>
        <p:spPr bwMode="gray">
          <a:xfrm>
            <a:off x="63500" y="3336760"/>
            <a:ext cx="112903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OTLSHAPE_TB_00000000000000000000000000000000_ScaleContainer">
            <a:extLst>
              <a:ext uri="{FF2B5EF4-FFF2-40B4-BE49-F238E27FC236}">
                <a16:creationId xmlns:a16="http://schemas.microsoft.com/office/drawing/2014/main" id="{6E31C414-14A0-B474-C338-CDBC658FD865}"/>
              </a:ext>
            </a:extLst>
          </p:cNvPr>
          <p:cNvSpPr/>
          <p:nvPr>
            <p:custDataLst>
              <p:tags r:id="rId32"/>
            </p:custDataLst>
          </p:nvPr>
        </p:nvSpPr>
        <p:spPr>
          <a:xfrm>
            <a:off x="2057400" y="1520533"/>
            <a:ext cx="9296400" cy="254000"/>
          </a:xfrm>
          <a:prstGeom prst="roundRect">
            <a:avLst/>
          </a:prstGeom>
          <a:gradFill flip="none" rotWithShape="1">
            <a:gsLst>
              <a:gs pos="0">
                <a:srgbClr val="44546A"/>
              </a:gs>
              <a:gs pos="100000">
                <a:srgbClr val="52667F"/>
              </a:gs>
            </a:gsLst>
            <a:lin ang="5400000" scaled="1"/>
            <a:tileRect/>
          </a:gradFill>
          <a:ln w="12700" cap="flat" cmpd="sng" algn="ctr">
            <a:noFill/>
            <a:prstDash val="solid"/>
            <a:miter lim="800000"/>
          </a:ln>
          <a:effectLst>
            <a:reflection blurRad="6350" stA="50000" endA="300" endPos="55500" dist="50800" dir="5400000" sy="-100000" algn="bl" rotWithShape="0"/>
          </a:effectLst>
          <a:scene3d>
            <a:camera prst="orthographicFront"/>
            <a:lightRig rig="threePt" dir="t">
              <a:rot lat="0" lon="0" rev="8700000"/>
            </a:lightRig>
          </a:scene3d>
          <a:sp3d>
            <a:bevelT w="165100" h="1905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76" name="OTLSHAPE_SL_008b357a959f4d9183e7c3df44197c27_HeaderRectangle">
            <a:extLst>
              <a:ext uri="{FF2B5EF4-FFF2-40B4-BE49-F238E27FC236}">
                <a16:creationId xmlns:a16="http://schemas.microsoft.com/office/drawing/2014/main" id="{B3363553-5BC8-1F1F-24DC-FBB287DA2B08}"/>
              </a:ext>
            </a:extLst>
          </p:cNvPr>
          <p:cNvSpPr/>
          <p:nvPr>
            <p:custDataLst>
              <p:tags r:id="rId33"/>
            </p:custDataLst>
          </p:nvPr>
        </p:nvSpPr>
        <p:spPr>
          <a:xfrm>
            <a:off x="63500" y="2112988"/>
            <a:ext cx="1866900" cy="791485"/>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0" name="OTLSHAPE_SL_ae039774f5d941348767efd1938c968d_HeaderRectangle">
            <a:extLst>
              <a:ext uri="{FF2B5EF4-FFF2-40B4-BE49-F238E27FC236}">
                <a16:creationId xmlns:a16="http://schemas.microsoft.com/office/drawing/2014/main" id="{93488A2C-AC0E-4195-593A-310F9502A528}"/>
              </a:ext>
            </a:extLst>
          </p:cNvPr>
          <p:cNvSpPr/>
          <p:nvPr>
            <p:custDataLst>
              <p:tags r:id="rId34"/>
            </p:custDataLst>
          </p:nvPr>
        </p:nvSpPr>
        <p:spPr bwMode="gray">
          <a:xfrm>
            <a:off x="63500" y="3336760"/>
            <a:ext cx="1866900" cy="714756"/>
          </a:xfrm>
          <a:prstGeom prst="rect">
            <a:avLst/>
          </a:prstGeom>
          <a:solidFill>
            <a:schemeClr val="accent3"/>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46" name="OTLSHAPE_G_00000000000000000000000000000000_ShapeBelow0">
            <a:extLst>
              <a:ext uri="{FF2B5EF4-FFF2-40B4-BE49-F238E27FC236}">
                <a16:creationId xmlns:a16="http://schemas.microsoft.com/office/drawing/2014/main" id="{DBB8CC51-F0EF-8CB9-F65C-5C08DDEBB308}"/>
              </a:ext>
            </a:extLst>
          </p:cNvPr>
          <p:cNvCxnSpPr/>
          <p:nvPr>
            <p:custDataLst>
              <p:tags r:id="rId35"/>
            </p:custDataLst>
          </p:nvPr>
        </p:nvCxnSpPr>
        <p:spPr>
          <a:xfrm>
            <a:off x="4378344" y="1774533"/>
            <a:ext cx="0" cy="2276983"/>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OTLSHAPE_G_00000000000000000000000000000000_ShapeBelow1">
            <a:extLst>
              <a:ext uri="{FF2B5EF4-FFF2-40B4-BE49-F238E27FC236}">
                <a16:creationId xmlns:a16="http://schemas.microsoft.com/office/drawing/2014/main" id="{7FA3992C-52FE-CC42-8F18-338ABEDD3449}"/>
              </a:ext>
            </a:extLst>
          </p:cNvPr>
          <p:cNvCxnSpPr/>
          <p:nvPr>
            <p:custDataLst>
              <p:tags r:id="rId36"/>
            </p:custDataLst>
          </p:nvPr>
        </p:nvCxnSpPr>
        <p:spPr>
          <a:xfrm>
            <a:off x="6699288" y="1774533"/>
            <a:ext cx="0" cy="2276983"/>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OTLSHAPE_G_00000000000000000000000000000000_ShapeBelow2">
            <a:extLst>
              <a:ext uri="{FF2B5EF4-FFF2-40B4-BE49-F238E27FC236}">
                <a16:creationId xmlns:a16="http://schemas.microsoft.com/office/drawing/2014/main" id="{E7BFB7C3-B7AD-2C34-001D-EF12F0E98F4F}"/>
              </a:ext>
            </a:extLst>
          </p:cNvPr>
          <p:cNvCxnSpPr/>
          <p:nvPr>
            <p:custDataLst>
              <p:tags r:id="rId37"/>
            </p:custDataLst>
          </p:nvPr>
        </p:nvCxnSpPr>
        <p:spPr bwMode="gray">
          <a:xfrm>
            <a:off x="9020232" y="1774534"/>
            <a:ext cx="0" cy="2276983"/>
          </a:xfrm>
          <a:prstGeom prst="line">
            <a:avLst/>
          </a:prstGeom>
          <a:ln w="6350"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OTLSHAPE_SLT_5e89ef62d6b243098418287a9f5312b4_Shape">
            <a:extLst>
              <a:ext uri="{FF2B5EF4-FFF2-40B4-BE49-F238E27FC236}">
                <a16:creationId xmlns:a16="http://schemas.microsoft.com/office/drawing/2014/main" id="{4833BD7F-15CD-1FC9-85D9-76AB4C3E0987}"/>
              </a:ext>
            </a:extLst>
          </p:cNvPr>
          <p:cNvSpPr/>
          <p:nvPr>
            <p:custDataLst>
              <p:tags r:id="rId38"/>
            </p:custDataLst>
          </p:nvPr>
        </p:nvSpPr>
        <p:spPr>
          <a:xfrm>
            <a:off x="4257523" y="3630638"/>
            <a:ext cx="622300" cy="127000"/>
          </a:xfrm>
          <a:prstGeom prst="roundRect">
            <a:avLst/>
          </a:prstGeom>
          <a:solidFill>
            <a:schemeClr val="accent1"/>
          </a:solidFill>
          <a:ln w="1270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OTLSHAPE_SLT_204ac9d9291f49b98f02dce0efc777e3_Shape">
            <a:extLst>
              <a:ext uri="{FF2B5EF4-FFF2-40B4-BE49-F238E27FC236}">
                <a16:creationId xmlns:a16="http://schemas.microsoft.com/office/drawing/2014/main" id="{B02E5004-15A4-2D08-3D0B-8470CCDEC454}"/>
              </a:ext>
            </a:extLst>
          </p:cNvPr>
          <p:cNvSpPr/>
          <p:nvPr>
            <p:custDataLst>
              <p:tags r:id="rId39"/>
            </p:custDataLst>
          </p:nvPr>
        </p:nvSpPr>
        <p:spPr>
          <a:xfrm>
            <a:off x="3278276" y="3396619"/>
            <a:ext cx="584200" cy="127000"/>
          </a:xfrm>
          <a:prstGeom prst="roundRect">
            <a:avLst/>
          </a:prstGeom>
          <a:solidFill>
            <a:srgbClr val="898885"/>
          </a:solidFill>
          <a:ln w="1270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OTLSHAPE_SLT_1dbae2abd791421e828722a5193e8d48_Shape">
            <a:extLst>
              <a:ext uri="{FF2B5EF4-FFF2-40B4-BE49-F238E27FC236}">
                <a16:creationId xmlns:a16="http://schemas.microsoft.com/office/drawing/2014/main" id="{47C578AB-1768-E0A3-7639-EE155CBBD090}"/>
              </a:ext>
            </a:extLst>
          </p:cNvPr>
          <p:cNvSpPr/>
          <p:nvPr>
            <p:custDataLst>
              <p:tags r:id="rId40"/>
            </p:custDataLst>
          </p:nvPr>
        </p:nvSpPr>
        <p:spPr bwMode="gray">
          <a:xfrm>
            <a:off x="4600896" y="2561890"/>
            <a:ext cx="33909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8" name="OTLSHAPE_SLT_19b1abb07db4433f9f88502e25b2efb6_Shape">
            <a:extLst>
              <a:ext uri="{FF2B5EF4-FFF2-40B4-BE49-F238E27FC236}">
                <a16:creationId xmlns:a16="http://schemas.microsoft.com/office/drawing/2014/main" id="{84E8E543-A9D2-3274-9EC0-83679B769754}"/>
              </a:ext>
            </a:extLst>
          </p:cNvPr>
          <p:cNvSpPr/>
          <p:nvPr>
            <p:custDataLst>
              <p:tags r:id="rId41"/>
            </p:custDataLst>
          </p:nvPr>
        </p:nvSpPr>
        <p:spPr bwMode="gray">
          <a:xfrm>
            <a:off x="5414816" y="3864657"/>
            <a:ext cx="25781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9" name="OTLSHAPE_SLM_f3e8c6c9fbc84b2099f828fe09da3cd6_Shape">
            <a:extLst>
              <a:ext uri="{FF2B5EF4-FFF2-40B4-BE49-F238E27FC236}">
                <a16:creationId xmlns:a16="http://schemas.microsoft.com/office/drawing/2014/main" id="{79A4B4A2-4F7C-DE1E-7472-1580F7AFA381}"/>
              </a:ext>
            </a:extLst>
          </p:cNvPr>
          <p:cNvSpPr/>
          <p:nvPr>
            <p:custDataLst>
              <p:tags r:id="rId42"/>
            </p:custDataLst>
          </p:nvPr>
        </p:nvSpPr>
        <p:spPr bwMode="gray">
          <a:xfrm rot="16200000">
            <a:off x="4085951" y="2231309"/>
            <a:ext cx="165100" cy="165100"/>
          </a:xfrm>
          <a:prstGeom prst="flowChartMerge">
            <a:avLst/>
          </a:prstGeom>
          <a:solidFill>
            <a:srgbClr val="898885"/>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8" name="OTLSHAPE_SLM_57989d9fa814462aa78bef15bbf585e2_Shape">
            <a:extLst>
              <a:ext uri="{FF2B5EF4-FFF2-40B4-BE49-F238E27FC236}">
                <a16:creationId xmlns:a16="http://schemas.microsoft.com/office/drawing/2014/main" id="{66FEBC4C-6B07-B091-FE97-F575D6A5EBF9}"/>
              </a:ext>
            </a:extLst>
          </p:cNvPr>
          <p:cNvSpPr/>
          <p:nvPr>
            <p:custDataLst>
              <p:tags r:id="rId43"/>
            </p:custDataLst>
          </p:nvPr>
        </p:nvSpPr>
        <p:spPr bwMode="gray">
          <a:xfrm rot="16200000">
            <a:off x="9618064" y="2566502"/>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7" name="OTLSHAPE_SL_008b357a959f4d9183e7c3df44197c27_Header">
            <a:extLst>
              <a:ext uri="{FF2B5EF4-FFF2-40B4-BE49-F238E27FC236}">
                <a16:creationId xmlns:a16="http://schemas.microsoft.com/office/drawing/2014/main" id="{457E84F7-58AD-1B5C-F13B-4C86CF7DD0E2}"/>
              </a:ext>
            </a:extLst>
          </p:cNvPr>
          <p:cNvSpPr txBox="1"/>
          <p:nvPr>
            <p:custDataLst>
              <p:tags r:id="rId44"/>
            </p:custDataLst>
          </p:nvPr>
        </p:nvSpPr>
        <p:spPr>
          <a:xfrm>
            <a:off x="63500" y="2121434"/>
            <a:ext cx="1866900" cy="783040"/>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Global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1434-0027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Ph II</a:t>
            </a:r>
            <a:endParaRPr kumimoji="0" lang="zh-CN" altLang="en-US"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31" name="OTLSHAPE_SL_ae039774f5d941348767efd1938c968d_Header">
            <a:extLst>
              <a:ext uri="{FF2B5EF4-FFF2-40B4-BE49-F238E27FC236}">
                <a16:creationId xmlns:a16="http://schemas.microsoft.com/office/drawing/2014/main" id="{D886AA33-4A39-1D04-DE14-64415A6E922B}"/>
              </a:ext>
            </a:extLst>
          </p:cNvPr>
          <p:cNvSpPr txBox="1"/>
          <p:nvPr>
            <p:custDataLst>
              <p:tags r:id="rId45"/>
            </p:custDataLst>
          </p:nvPr>
        </p:nvSpPr>
        <p:spPr bwMode="gray">
          <a:xfrm>
            <a:off x="63500" y="3415056"/>
            <a:ext cx="1866900" cy="558165"/>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China</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1434-0027</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Ph II</a:t>
            </a:r>
            <a:endParaRPr kumimoji="0" lang="zh-CN" altLang="en-US"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endParaRPr>
          </a:p>
        </p:txBody>
      </p:sp>
      <p:sp>
        <p:nvSpPr>
          <p:cNvPr id="7" name="OTLSHAPE_TB_00000000000000000000000000000000_TodayMarkerText">
            <a:extLst>
              <a:ext uri="{FF2B5EF4-FFF2-40B4-BE49-F238E27FC236}">
                <a16:creationId xmlns:a16="http://schemas.microsoft.com/office/drawing/2014/main" id="{8E623CFD-B4C5-30AE-A183-F31E37F7E796}"/>
              </a:ext>
            </a:extLst>
          </p:cNvPr>
          <p:cNvSpPr txBox="1"/>
          <p:nvPr>
            <p:custDataLst>
              <p:tags r:id="rId46"/>
            </p:custDataLst>
          </p:nvPr>
        </p:nvSpPr>
        <p:spPr>
          <a:xfrm>
            <a:off x="5011650" y="1859200"/>
            <a:ext cx="368300" cy="186055"/>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rPr>
              <a:t>Today</a:t>
            </a:r>
            <a:endParaRPr kumimoji="0" lang="zh-CN" altLang="en-US"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8" name="OTLSHAPE_TB_00000000000000000000000000000000_TimescaleInterval1">
            <a:extLst>
              <a:ext uri="{FF2B5EF4-FFF2-40B4-BE49-F238E27FC236}">
                <a16:creationId xmlns:a16="http://schemas.microsoft.com/office/drawing/2014/main" id="{1D880C26-7ED6-7E39-22C5-91C79BAA157D}"/>
              </a:ext>
            </a:extLst>
          </p:cNvPr>
          <p:cNvSpPr txBox="1"/>
          <p:nvPr>
            <p:custDataLst>
              <p:tags r:id="rId47"/>
            </p:custDataLst>
          </p:nvPr>
        </p:nvSpPr>
        <p:spPr>
          <a:xfrm>
            <a:off x="2120900" y="1554506"/>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2025</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0" name="OTLSHAPE_TB_00000000000000000000000000000000_TimescaleInterval2">
            <a:extLst>
              <a:ext uri="{FF2B5EF4-FFF2-40B4-BE49-F238E27FC236}">
                <a16:creationId xmlns:a16="http://schemas.microsoft.com/office/drawing/2014/main" id="{CC9A0F86-1B79-25E8-C377-A5B96013D03C}"/>
              </a:ext>
            </a:extLst>
          </p:cNvPr>
          <p:cNvSpPr txBox="1"/>
          <p:nvPr>
            <p:custDataLst>
              <p:tags r:id="rId48"/>
            </p:custDataLst>
          </p:nvPr>
        </p:nvSpPr>
        <p:spPr>
          <a:xfrm>
            <a:off x="4441844" y="1554506"/>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2026</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2" name="OTLSHAPE_TB_00000000000000000000000000000000_TimescaleInterval3">
            <a:extLst>
              <a:ext uri="{FF2B5EF4-FFF2-40B4-BE49-F238E27FC236}">
                <a16:creationId xmlns:a16="http://schemas.microsoft.com/office/drawing/2014/main" id="{9859ED05-1259-71CD-E240-749E09DFCCC1}"/>
              </a:ext>
            </a:extLst>
          </p:cNvPr>
          <p:cNvSpPr txBox="1"/>
          <p:nvPr>
            <p:custDataLst>
              <p:tags r:id="rId49"/>
            </p:custDataLst>
          </p:nvPr>
        </p:nvSpPr>
        <p:spPr>
          <a:xfrm>
            <a:off x="6762788" y="1554506"/>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2027</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41" name="OTLSHAPE_SLT_5e89ef62d6b243098418287a9f5312b4_JoinedDate">
            <a:extLst>
              <a:ext uri="{FF2B5EF4-FFF2-40B4-BE49-F238E27FC236}">
                <a16:creationId xmlns:a16="http://schemas.microsoft.com/office/drawing/2014/main" id="{34762BB1-7561-9578-981B-1198055F0C0B}"/>
              </a:ext>
            </a:extLst>
          </p:cNvPr>
          <p:cNvSpPr txBox="1"/>
          <p:nvPr>
            <p:custDataLst>
              <p:tags r:id="rId50"/>
            </p:custDataLst>
          </p:nvPr>
        </p:nvSpPr>
        <p:spPr>
          <a:xfrm>
            <a:off x="3205921" y="3617194"/>
            <a:ext cx="100330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08312A"/>
                </a:solidFill>
                <a:effectLst/>
                <a:uLnTx/>
                <a:uFillTx/>
                <a:latin typeface="Calibri"/>
                <a:ea typeface="等线"/>
                <a:cs typeface="Calibri"/>
              </a:rPr>
              <a:t>12/12/25 - </a:t>
            </a:r>
            <a:r>
              <a:rPr lang="en-US" altLang="zh-CN" sz="1000" spc="-6">
                <a:solidFill>
                  <a:srgbClr val="FF0000"/>
                </a:solidFill>
                <a:latin typeface="Calibri"/>
                <a:ea typeface="等线"/>
                <a:cs typeface="Calibri"/>
              </a:rPr>
              <a:t>3/30/26</a:t>
            </a:r>
            <a:endParaRPr kumimoji="0" lang="zh-CN" altLang="en-US" sz="1000" b="0" i="0" u="none" strike="noStrike" kern="1200" cap="none" spc="-6" normalizeH="0" baseline="0" noProof="0">
              <a:ln>
                <a:noFill/>
              </a:ln>
              <a:solidFill>
                <a:srgbClr val="FF0000"/>
              </a:solidFill>
              <a:effectLst/>
              <a:uLnTx/>
              <a:uFillTx/>
              <a:latin typeface="Calibri" panose="020F0502020204030204" pitchFamily="34" charset="0"/>
              <a:ea typeface="等线" panose="02010600030101010101" pitchFamily="2" charset="-122"/>
              <a:cs typeface="+mn-cs"/>
            </a:endParaRPr>
          </a:p>
        </p:txBody>
      </p:sp>
      <p:sp>
        <p:nvSpPr>
          <p:cNvPr id="142" name="OTLSHAPE_SLT_5e89ef62d6b243098418287a9f5312b4_Title">
            <a:extLst>
              <a:ext uri="{FF2B5EF4-FFF2-40B4-BE49-F238E27FC236}">
                <a16:creationId xmlns:a16="http://schemas.microsoft.com/office/drawing/2014/main" id="{D99878E4-440B-6711-77FD-34A68D03B408}"/>
              </a:ext>
            </a:extLst>
          </p:cNvPr>
          <p:cNvSpPr txBox="1"/>
          <p:nvPr>
            <p:custDataLst>
              <p:tags r:id="rId51"/>
            </p:custDataLst>
          </p:nvPr>
        </p:nvSpPr>
        <p:spPr>
          <a:xfrm>
            <a:off x="4925122" y="3608879"/>
            <a:ext cx="723900" cy="170519"/>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rPr>
              <a:t>CTA sub-app</a:t>
            </a:r>
            <a:endParaRPr kumimoji="0" lang="zh-CN" altLang="en-US" sz="1100" b="1"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56" name="OTLSHAPE_SLT_204ac9d9291f49b98f02dce0efc777e3_JoinedDate">
            <a:extLst>
              <a:ext uri="{FF2B5EF4-FFF2-40B4-BE49-F238E27FC236}">
                <a16:creationId xmlns:a16="http://schemas.microsoft.com/office/drawing/2014/main" id="{AE234F4C-BCD8-3506-2EA9-6F2C3FA0973F}"/>
              </a:ext>
            </a:extLst>
          </p:cNvPr>
          <p:cNvSpPr txBox="1"/>
          <p:nvPr>
            <p:custDataLst>
              <p:tags r:id="rId52"/>
            </p:custDataLst>
          </p:nvPr>
        </p:nvSpPr>
        <p:spPr>
          <a:xfrm>
            <a:off x="2291062" y="3382607"/>
            <a:ext cx="9398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tx1">
                    <a:lumMod val="50000"/>
                    <a:lumOff val="50000"/>
                  </a:schemeClr>
                </a:solidFill>
                <a:effectLst/>
                <a:uLnTx/>
                <a:uFillTx/>
                <a:latin typeface="Calibri" panose="020F0502020204030204" pitchFamily="34" charset="0"/>
                <a:ea typeface="等线" panose="02010600030101010101" pitchFamily="2" charset="-122"/>
                <a:cs typeface="+mn-cs"/>
              </a:rPr>
              <a:t>7/11/25 - 10/9/25</a:t>
            </a:r>
            <a:endParaRPr kumimoji="0" lang="zh-CN" altLang="en-US" sz="1000" b="0" i="0" u="none" strike="noStrike" kern="1200" cap="none" spc="-6" normalizeH="0" baseline="0" noProof="0">
              <a:ln>
                <a:noFill/>
              </a:ln>
              <a:solidFill>
                <a:schemeClr val="tx1">
                  <a:lumMod val="50000"/>
                  <a:lumOff val="50000"/>
                </a:schemeClr>
              </a:solidFill>
              <a:effectLst/>
              <a:uLnTx/>
              <a:uFillTx/>
              <a:latin typeface="Calibri" panose="020F0502020204030204" pitchFamily="34" charset="0"/>
              <a:ea typeface="等线" panose="02010600030101010101" pitchFamily="2" charset="-122"/>
              <a:cs typeface="+mn-cs"/>
            </a:endParaRPr>
          </a:p>
        </p:txBody>
      </p:sp>
      <p:sp>
        <p:nvSpPr>
          <p:cNvPr id="57" name="OTLSHAPE_SLT_204ac9d9291f49b98f02dce0efc777e3_Title">
            <a:extLst>
              <a:ext uri="{FF2B5EF4-FFF2-40B4-BE49-F238E27FC236}">
                <a16:creationId xmlns:a16="http://schemas.microsoft.com/office/drawing/2014/main" id="{433733BE-418E-D1F6-BDD4-86C4470DE476}"/>
              </a:ext>
            </a:extLst>
          </p:cNvPr>
          <p:cNvSpPr txBox="1"/>
          <p:nvPr>
            <p:custDataLst>
              <p:tags r:id="rId53"/>
            </p:custDataLst>
          </p:nvPr>
        </p:nvSpPr>
        <p:spPr>
          <a:xfrm>
            <a:off x="3901363" y="3374860"/>
            <a:ext cx="1333500" cy="170519"/>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2"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rPr>
              <a:t>pre-IND sub - feedback</a:t>
            </a:r>
            <a:endParaRPr kumimoji="0" lang="zh-CN" altLang="en-US" sz="1100" b="1" i="0" u="none" strike="noStrike" kern="1200" cap="none" spc="-2" normalizeH="0" baseline="0" noProof="0">
              <a:ln>
                <a:noFill/>
              </a:ln>
              <a:solidFill>
                <a:schemeClr val="bg1">
                  <a:lumMod val="75000"/>
                </a:schemeClr>
              </a:solidFill>
              <a:effectLst/>
              <a:uLnTx/>
              <a:uFillTx/>
              <a:latin typeface="Calibri" panose="020F0502020204030204" pitchFamily="34" charset="0"/>
              <a:ea typeface="等线" panose="02010600030101010101" pitchFamily="2" charset="-122"/>
              <a:cs typeface="+mn-cs"/>
            </a:endParaRPr>
          </a:p>
        </p:txBody>
      </p:sp>
      <p:sp>
        <p:nvSpPr>
          <p:cNvPr id="20" name="OTLSHAPE_SLM_f3e8c6c9fbc84b2099f828fe09da3cd6_Title">
            <a:extLst>
              <a:ext uri="{FF2B5EF4-FFF2-40B4-BE49-F238E27FC236}">
                <a16:creationId xmlns:a16="http://schemas.microsoft.com/office/drawing/2014/main" id="{3D71882A-5458-566B-4E57-F5E2D2E64018}"/>
              </a:ext>
            </a:extLst>
          </p:cNvPr>
          <p:cNvSpPr txBox="1"/>
          <p:nvPr>
            <p:custDataLst>
              <p:tags r:id="rId54"/>
            </p:custDataLst>
          </p:nvPr>
        </p:nvSpPr>
        <p:spPr bwMode="gray">
          <a:xfrm>
            <a:off x="3006112" y="2128850"/>
            <a:ext cx="1041400" cy="21499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schemeClr val="bg1">
                    <a:lumMod val="75000"/>
                  </a:schemeClr>
                </a:solidFill>
                <a:effectLst/>
                <a:uLnTx/>
                <a:uFillTx/>
                <a:latin typeface="Calibri" panose="020F0502020204030204" pitchFamily="34" charset="0"/>
                <a:ea typeface="+mn-ea"/>
                <a:cs typeface="+mn-cs"/>
              </a:rPr>
              <a:t>Final CTA package</a:t>
            </a:r>
            <a:endParaRPr kumimoji="0" lang="zh-CN" altLang="en-US" sz="1100" b="1" i="0" u="none" strike="noStrike" kern="1200" cap="none" spc="-10" normalizeH="0" baseline="0" noProof="0">
              <a:ln>
                <a:noFill/>
              </a:ln>
              <a:solidFill>
                <a:schemeClr val="bg1">
                  <a:lumMod val="75000"/>
                </a:schemeClr>
              </a:solidFill>
              <a:effectLst/>
              <a:uLnTx/>
              <a:uFillTx/>
              <a:latin typeface="Calibri" panose="020F0502020204030204" pitchFamily="34" charset="0"/>
              <a:ea typeface="+mn-ea"/>
              <a:cs typeface="+mn-cs"/>
            </a:endParaRPr>
          </a:p>
        </p:txBody>
      </p:sp>
      <p:sp>
        <p:nvSpPr>
          <p:cNvPr id="21" name="OTLSHAPE_SLM_f3e8c6c9fbc84b2099f828fe09da3cd6_Date">
            <a:extLst>
              <a:ext uri="{FF2B5EF4-FFF2-40B4-BE49-F238E27FC236}">
                <a16:creationId xmlns:a16="http://schemas.microsoft.com/office/drawing/2014/main" id="{C1B972F9-460B-42F4-0352-1ED940EBDBBA}"/>
              </a:ext>
            </a:extLst>
          </p:cNvPr>
          <p:cNvSpPr txBox="1"/>
          <p:nvPr>
            <p:custDataLst>
              <p:tags r:id="rId55"/>
            </p:custDataLst>
          </p:nvPr>
        </p:nvSpPr>
        <p:spPr bwMode="gray">
          <a:xfrm>
            <a:off x="3550688" y="2301400"/>
            <a:ext cx="495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8" normalizeH="0" baseline="0" noProof="0">
                <a:ln>
                  <a:noFill/>
                </a:ln>
                <a:solidFill>
                  <a:schemeClr val="bg1">
                    <a:lumMod val="75000"/>
                  </a:schemeClr>
                </a:solidFill>
                <a:effectLst/>
                <a:uLnTx/>
                <a:uFillTx/>
                <a:latin typeface="Calibri" panose="020F0502020204030204" pitchFamily="34" charset="0"/>
                <a:ea typeface="+mn-ea"/>
                <a:cs typeface="+mn-cs"/>
              </a:rPr>
              <a:t>11/28/25</a:t>
            </a:r>
            <a:endParaRPr kumimoji="0" lang="zh-CN" altLang="en-US" sz="1000" b="0" i="0" u="none" strike="noStrike" kern="1200" cap="none" spc="-8" normalizeH="0" baseline="0" noProof="0">
              <a:ln>
                <a:noFill/>
              </a:ln>
              <a:solidFill>
                <a:schemeClr val="bg1">
                  <a:lumMod val="75000"/>
                </a:schemeClr>
              </a:solidFill>
              <a:effectLst/>
              <a:uLnTx/>
              <a:uFillTx/>
              <a:latin typeface="Calibri" panose="020F0502020204030204" pitchFamily="34" charset="0"/>
              <a:ea typeface="+mn-ea"/>
              <a:cs typeface="+mn-cs"/>
            </a:endParaRPr>
          </a:p>
        </p:txBody>
      </p:sp>
      <p:sp>
        <p:nvSpPr>
          <p:cNvPr id="72" name="OTLSHAPE_SLT_1dbae2abd791421e828722a5193e8d48_JoinedDate">
            <a:extLst>
              <a:ext uri="{FF2B5EF4-FFF2-40B4-BE49-F238E27FC236}">
                <a16:creationId xmlns:a16="http://schemas.microsoft.com/office/drawing/2014/main" id="{4D818D8D-EAEC-CF49-9E9F-F56EC579A8A9}"/>
              </a:ext>
            </a:extLst>
          </p:cNvPr>
          <p:cNvSpPr txBox="1"/>
          <p:nvPr>
            <p:custDataLst>
              <p:tags r:id="rId56"/>
            </p:custDataLst>
          </p:nvPr>
        </p:nvSpPr>
        <p:spPr bwMode="gray">
          <a:xfrm>
            <a:off x="3550688" y="2527672"/>
            <a:ext cx="1003684"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2/20/26 - 7/22/27</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74" name="OTLSHAPE_SLT_1dbae2abd791421e828722a5193e8d48_Title">
            <a:extLst>
              <a:ext uri="{FF2B5EF4-FFF2-40B4-BE49-F238E27FC236}">
                <a16:creationId xmlns:a16="http://schemas.microsoft.com/office/drawing/2014/main" id="{31CF2253-174B-2C6C-9B11-C590FED06D29}"/>
              </a:ext>
            </a:extLst>
          </p:cNvPr>
          <p:cNvSpPr txBox="1"/>
          <p:nvPr>
            <p:custDataLst>
              <p:tags r:id="rId57"/>
            </p:custDataLst>
          </p:nvPr>
        </p:nvSpPr>
        <p:spPr bwMode="gray">
          <a:xfrm>
            <a:off x="8040909" y="2517893"/>
            <a:ext cx="610865"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rPr>
              <a:t>FSIV - LSS</a:t>
            </a:r>
            <a:endParaRPr kumimoji="0" lang="zh-CN" altLang="en-US"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endParaRPr>
          </a:p>
        </p:txBody>
      </p:sp>
      <p:sp>
        <p:nvSpPr>
          <p:cNvPr id="91" name="OTLSHAPE_SLT_19b1abb07db4433f9f88502e25b2efb6_JoinedDate">
            <a:extLst>
              <a:ext uri="{FF2B5EF4-FFF2-40B4-BE49-F238E27FC236}">
                <a16:creationId xmlns:a16="http://schemas.microsoft.com/office/drawing/2014/main" id="{07AF5EC5-A6C0-6F0A-D59C-97AF8F90F232}"/>
              </a:ext>
            </a:extLst>
          </p:cNvPr>
          <p:cNvSpPr txBox="1"/>
          <p:nvPr>
            <p:custDataLst>
              <p:tags r:id="rId58"/>
            </p:custDataLst>
          </p:nvPr>
        </p:nvSpPr>
        <p:spPr bwMode="gray">
          <a:xfrm>
            <a:off x="4427603" y="3850644"/>
            <a:ext cx="9398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rPr>
              <a:t>6/12/26 - 7/22/27</a:t>
            </a:r>
            <a:endParaRPr kumimoji="0" lang="zh-CN" altLang="en-US" sz="1000" b="0" i="0" u="none" strike="noStrike" kern="1200" cap="none" spc="-6" normalizeH="0" baseline="0" noProof="0">
              <a:ln>
                <a:noFill/>
              </a:ln>
              <a:solidFill>
                <a:srgbClr val="44546A"/>
              </a:solidFill>
              <a:effectLst/>
              <a:uLnTx/>
              <a:uFillTx/>
              <a:latin typeface="Calibri" panose="020F0502020204030204" pitchFamily="34" charset="0"/>
              <a:ea typeface="+mn-ea"/>
              <a:cs typeface="+mn-cs"/>
            </a:endParaRPr>
          </a:p>
        </p:txBody>
      </p:sp>
      <p:sp>
        <p:nvSpPr>
          <p:cNvPr id="92" name="OTLSHAPE_SLT_19b1abb07db4433f9f88502e25b2efb6_Title">
            <a:extLst>
              <a:ext uri="{FF2B5EF4-FFF2-40B4-BE49-F238E27FC236}">
                <a16:creationId xmlns:a16="http://schemas.microsoft.com/office/drawing/2014/main" id="{3135CC05-505D-1D10-5124-29C4DBA83854}"/>
              </a:ext>
            </a:extLst>
          </p:cNvPr>
          <p:cNvSpPr txBox="1"/>
          <p:nvPr>
            <p:custDataLst>
              <p:tags r:id="rId59"/>
            </p:custDataLst>
          </p:nvPr>
        </p:nvSpPr>
        <p:spPr bwMode="gray">
          <a:xfrm>
            <a:off x="8040910" y="3820659"/>
            <a:ext cx="5461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fSIV - LSS</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sp>
        <p:nvSpPr>
          <p:cNvPr id="24" name="OTLSHAPE_TB_00000000000000000000000000000000_TimescaleInterval4">
            <a:extLst>
              <a:ext uri="{FF2B5EF4-FFF2-40B4-BE49-F238E27FC236}">
                <a16:creationId xmlns:a16="http://schemas.microsoft.com/office/drawing/2014/main" id="{F61A0DA6-EDF6-F28A-E011-C032FEFF96A1}"/>
              </a:ext>
            </a:extLst>
          </p:cNvPr>
          <p:cNvSpPr txBox="1"/>
          <p:nvPr>
            <p:custDataLst>
              <p:tags r:id="rId60"/>
            </p:custDataLst>
          </p:nvPr>
        </p:nvSpPr>
        <p:spPr bwMode="gray">
          <a:xfrm>
            <a:off x="9083732" y="1554506"/>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rPr>
              <a:t>2028</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mn-ea"/>
              <a:cs typeface="+mn-cs"/>
            </a:endParaRPr>
          </a:p>
        </p:txBody>
      </p:sp>
      <p:sp>
        <p:nvSpPr>
          <p:cNvPr id="29" name="OTLSHAPE_SLM_57989d9fa814462aa78bef15bbf585e2_Title">
            <a:extLst>
              <a:ext uri="{FF2B5EF4-FFF2-40B4-BE49-F238E27FC236}">
                <a16:creationId xmlns:a16="http://schemas.microsoft.com/office/drawing/2014/main" id="{28B487A7-E260-0600-35EE-FB28A99BE20A}"/>
              </a:ext>
            </a:extLst>
          </p:cNvPr>
          <p:cNvSpPr txBox="1"/>
          <p:nvPr>
            <p:custDataLst>
              <p:tags r:id="rId61"/>
            </p:custDataLst>
          </p:nvPr>
        </p:nvSpPr>
        <p:spPr bwMode="gray">
          <a:xfrm>
            <a:off x="8949705" y="2464043"/>
            <a:ext cx="622300" cy="21499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rPr>
              <a:t>key results</a:t>
            </a:r>
            <a:endParaRPr kumimoji="0" lang="zh-CN" altLang="en-US"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endParaRPr>
          </a:p>
        </p:txBody>
      </p:sp>
      <p:sp>
        <p:nvSpPr>
          <p:cNvPr id="45" name="OTLSHAPE_SLM_57989d9fa814462aa78bef15bbf585e2_Date">
            <a:extLst>
              <a:ext uri="{FF2B5EF4-FFF2-40B4-BE49-F238E27FC236}">
                <a16:creationId xmlns:a16="http://schemas.microsoft.com/office/drawing/2014/main" id="{111049BA-0083-69C4-3A48-56E5DDD11D62}"/>
              </a:ext>
            </a:extLst>
          </p:cNvPr>
          <p:cNvSpPr txBox="1"/>
          <p:nvPr>
            <p:custDataLst>
              <p:tags r:id="rId62"/>
            </p:custDataLst>
          </p:nvPr>
        </p:nvSpPr>
        <p:spPr bwMode="gray">
          <a:xfrm>
            <a:off x="9147191" y="2656799"/>
            <a:ext cx="4318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8" normalizeH="0" baseline="0" noProof="0">
                <a:ln>
                  <a:noFill/>
                </a:ln>
                <a:solidFill>
                  <a:srgbClr val="44546A"/>
                </a:solidFill>
                <a:effectLst/>
                <a:uLnTx/>
                <a:uFillTx/>
                <a:latin typeface="Calibri" panose="020F0502020204030204" pitchFamily="34" charset="0"/>
                <a:ea typeface="+mn-ea"/>
                <a:cs typeface="+mn-cs"/>
              </a:rPr>
              <a:t>4/16/28</a:t>
            </a:r>
            <a:endParaRPr kumimoji="0" lang="zh-CN" altLang="en-US" sz="1000" b="0" i="0" u="none" strike="noStrike" kern="1200" cap="none" spc="-8" normalizeH="0" baseline="0" noProof="0">
              <a:ln>
                <a:noFill/>
              </a:ln>
              <a:solidFill>
                <a:srgbClr val="44546A"/>
              </a:solidFill>
              <a:effectLst/>
              <a:uLnTx/>
              <a:uFillTx/>
              <a:latin typeface="Calibri" panose="020F0502020204030204" pitchFamily="34" charset="0"/>
              <a:ea typeface="+mn-ea"/>
              <a:cs typeface="+mn-cs"/>
            </a:endParaRPr>
          </a:p>
        </p:txBody>
      </p:sp>
      <p:cxnSp>
        <p:nvCxnSpPr>
          <p:cNvPr id="9" name="OTLSHAPE_TB_00000000000000000000000000000000_Separator1">
            <a:extLst>
              <a:ext uri="{FF2B5EF4-FFF2-40B4-BE49-F238E27FC236}">
                <a16:creationId xmlns:a16="http://schemas.microsoft.com/office/drawing/2014/main" id="{F0791CAE-3F6E-6966-7A41-A1B0FCC4CE11}"/>
              </a:ext>
            </a:extLst>
          </p:cNvPr>
          <p:cNvCxnSpPr/>
          <p:nvPr>
            <p:custDataLst>
              <p:tags r:id="rId63"/>
            </p:custDataLst>
          </p:nvPr>
        </p:nvCxnSpPr>
        <p:spPr>
          <a:xfrm>
            <a:off x="4378344" y="1558633"/>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OTLSHAPE_TB_00000000000000000000000000000000_Separator2">
            <a:extLst>
              <a:ext uri="{FF2B5EF4-FFF2-40B4-BE49-F238E27FC236}">
                <a16:creationId xmlns:a16="http://schemas.microsoft.com/office/drawing/2014/main" id="{528AE0E9-4330-385F-A359-006B1C77E59C}"/>
              </a:ext>
            </a:extLst>
          </p:cNvPr>
          <p:cNvCxnSpPr/>
          <p:nvPr>
            <p:custDataLst>
              <p:tags r:id="rId64"/>
            </p:custDataLst>
          </p:nvPr>
        </p:nvCxnSpPr>
        <p:spPr>
          <a:xfrm>
            <a:off x="6699288" y="1558633"/>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OTLSHAPE_TB_00000000000000000000000000000000_Separator3">
            <a:extLst>
              <a:ext uri="{FF2B5EF4-FFF2-40B4-BE49-F238E27FC236}">
                <a16:creationId xmlns:a16="http://schemas.microsoft.com/office/drawing/2014/main" id="{5B23E393-BC9A-BB5B-2966-9C640E1E3997}"/>
              </a:ext>
            </a:extLst>
          </p:cNvPr>
          <p:cNvCxnSpPr/>
          <p:nvPr>
            <p:custDataLst>
              <p:tags r:id="rId65"/>
            </p:custDataLst>
          </p:nvPr>
        </p:nvCxnSpPr>
        <p:spPr bwMode="gray">
          <a:xfrm>
            <a:off x="9020232" y="1558633"/>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标题 87">
            <a:extLst>
              <a:ext uri="{FF2B5EF4-FFF2-40B4-BE49-F238E27FC236}">
                <a16:creationId xmlns:a16="http://schemas.microsoft.com/office/drawing/2014/main" id="{A8B0FB33-F249-CCD2-950D-CF4FE1180BE8}"/>
              </a:ext>
            </a:extLst>
          </p:cNvPr>
          <p:cNvSpPr>
            <a:spLocks noGrp="1"/>
          </p:cNvSpPr>
          <p:nvPr>
            <p:ph type="title"/>
          </p:nvPr>
        </p:nvSpPr>
        <p:spPr>
          <a:xfrm>
            <a:off x="421544" y="323245"/>
            <a:ext cx="11649075" cy="492903"/>
          </a:xfrm>
        </p:spPr>
        <p:txBody>
          <a:bodyPr/>
          <a:lstStyle/>
          <a:p>
            <a:r>
              <a:rPr lang="en-US" altLang="zh-CN" err="1"/>
              <a:t>Apecotrep</a:t>
            </a:r>
            <a:r>
              <a:rPr lang="en-US" altLang="zh-CN"/>
              <a:t> (TRPC6i), Podocytopathies Development Plan</a:t>
            </a:r>
            <a:endParaRPr lang="zh-CN" altLang="en-US">
              <a:solidFill>
                <a:srgbClr val="C00000"/>
              </a:solidFill>
            </a:endParaRPr>
          </a:p>
        </p:txBody>
      </p:sp>
      <p:sp>
        <p:nvSpPr>
          <p:cNvPr id="153" name="文本框 152">
            <a:extLst>
              <a:ext uri="{FF2B5EF4-FFF2-40B4-BE49-F238E27FC236}">
                <a16:creationId xmlns:a16="http://schemas.microsoft.com/office/drawing/2014/main" id="{9773809D-7E5D-9CF7-BE0A-7758E9DC35B7}"/>
              </a:ext>
            </a:extLst>
          </p:cNvPr>
          <p:cNvSpPr txBox="1"/>
          <p:nvPr/>
        </p:nvSpPr>
        <p:spPr bwMode="gray">
          <a:xfrm>
            <a:off x="421544" y="4443664"/>
            <a:ext cx="11290295" cy="2165145"/>
          </a:xfrm>
          <a:prstGeom prst="rect">
            <a:avLst/>
          </a:prstGeom>
          <a:noFill/>
        </p:spPr>
        <p:txBody>
          <a:bodyPr wrap="square" lIns="0" tIns="0" rIns="0" bIns="0" rtlCol="0" anchor="t">
            <a:spAutoFit/>
          </a:bodyPr>
          <a:lstStyle/>
          <a:p>
            <a:pPr marL="285750" indent="-285750">
              <a:lnSpc>
                <a:spcPct val="140000"/>
              </a:lnSpc>
              <a:buFont typeface="Arial" panose="020B0604020202020204" pitchFamily="34" charset="0"/>
              <a:buChar char="•"/>
              <a:defRPr/>
            </a:pPr>
            <a:r>
              <a:rPr lang="en-US" sz="1400">
                <a:solidFill>
                  <a:prstClr val="black"/>
                </a:solidFill>
                <a:latin typeface="Boehringer Forward Text"/>
              </a:rPr>
              <a:t>Global: FPI on </a:t>
            </a:r>
            <a:r>
              <a:rPr lang="en-US" sz="1400" b="1">
                <a:solidFill>
                  <a:prstClr val="black"/>
                </a:solidFill>
                <a:latin typeface="Boehringer Forward Text"/>
              </a:rPr>
              <a:t>8 Apr 2026 </a:t>
            </a:r>
            <a:r>
              <a:rPr lang="en-US" sz="1400">
                <a:solidFill>
                  <a:prstClr val="black"/>
                </a:solidFill>
                <a:latin typeface="Boehringer Forward Text"/>
              </a:rPr>
              <a:t>in </a:t>
            </a:r>
            <a:r>
              <a:rPr lang="en-US" altLang="zh-CN" sz="1400">
                <a:solidFill>
                  <a:prstClr val="black"/>
                </a:solidFill>
                <a:latin typeface="Boehringer Forward Text"/>
              </a:rPr>
              <a:t>TR-</a:t>
            </a:r>
            <a:r>
              <a:rPr lang="en-US" altLang="zh-CN" sz="1400" err="1">
                <a:solidFill>
                  <a:prstClr val="black"/>
                </a:solidFill>
                <a:latin typeface="Boehringer Forward Text"/>
              </a:rPr>
              <a:t>pMN</a:t>
            </a:r>
            <a:r>
              <a:rPr lang="en-US" altLang="zh-CN" sz="1400">
                <a:solidFill>
                  <a:prstClr val="black"/>
                </a:solidFill>
                <a:latin typeface="Boehringer Forward Text"/>
              </a:rPr>
              <a:t> cohort in Taiwan</a:t>
            </a:r>
            <a:r>
              <a:rPr lang="en-US" sz="1400">
                <a:solidFill>
                  <a:prstClr val="black"/>
                </a:solidFill>
                <a:latin typeface="Boehringer Forward Text"/>
              </a:rPr>
              <a:t>, screened :2 (1 </a:t>
            </a:r>
            <a:r>
              <a:rPr lang="en-US" altLang="zh-CN" sz="1400">
                <a:solidFill>
                  <a:prstClr val="black"/>
                </a:solidFill>
              </a:rPr>
              <a:t>randomized, 1under screening)</a:t>
            </a:r>
            <a:endParaRPr lang="en-US" sz="1400">
              <a:solidFill>
                <a:prstClr val="black"/>
              </a:solidFill>
              <a:latin typeface="Boehringer Forward Text"/>
            </a:endParaRPr>
          </a:p>
          <a:p>
            <a:pPr marL="285750" indent="-285750">
              <a:lnSpc>
                <a:spcPct val="140000"/>
              </a:lnSpc>
              <a:buFont typeface="Arial" panose="020B0604020202020204" pitchFamily="34" charset="0"/>
              <a:buChar char="•"/>
              <a:defRPr/>
            </a:pPr>
            <a:r>
              <a:rPr lang="en-US" sz="1400">
                <a:solidFill>
                  <a:prstClr val="black"/>
                </a:solidFill>
                <a:latin typeface="Boehringer Forward Text"/>
              </a:rPr>
              <a:t>China </a:t>
            </a:r>
            <a:r>
              <a:rPr lang="en-US" altLang="zh-CN" sz="1400">
                <a:solidFill>
                  <a:prstClr val="black"/>
                </a:solidFill>
              </a:rPr>
              <a:t>CTA approved  on </a:t>
            </a:r>
            <a:r>
              <a:rPr lang="en-US" altLang="zh-CN" sz="1400" b="1">
                <a:solidFill>
                  <a:prstClr val="black"/>
                </a:solidFill>
              </a:rPr>
              <a:t>30-Mar-2026</a:t>
            </a:r>
          </a:p>
          <a:p>
            <a:pPr marL="285750" indent="-285750">
              <a:lnSpc>
                <a:spcPct val="140000"/>
              </a:lnSpc>
              <a:buFont typeface="Arial" panose="020B0604020202020204" pitchFamily="34" charset="0"/>
              <a:buChar char="•"/>
              <a:defRPr/>
            </a:pPr>
            <a:r>
              <a:rPr lang="en-US" altLang="zh-CN" sz="1400">
                <a:solidFill>
                  <a:prstClr val="black"/>
                </a:solidFill>
              </a:rPr>
              <a:t>China </a:t>
            </a:r>
            <a:r>
              <a:rPr lang="en-US" altLang="zh-CN" sz="1400" err="1">
                <a:solidFill>
                  <a:prstClr val="black"/>
                </a:solidFill>
              </a:rPr>
              <a:t>fSIV</a:t>
            </a:r>
            <a:r>
              <a:rPr lang="en-US" altLang="zh-CN" sz="1400">
                <a:solidFill>
                  <a:prstClr val="black"/>
                </a:solidFill>
              </a:rPr>
              <a:t>  happened on </a:t>
            </a:r>
            <a:r>
              <a:rPr lang="en-US" altLang="zh-CN" sz="1400" b="1">
                <a:solidFill>
                  <a:prstClr val="black"/>
                </a:solidFill>
              </a:rPr>
              <a:t>20 Apr 2026 </a:t>
            </a:r>
            <a:r>
              <a:rPr lang="en-US" altLang="zh-CN" sz="1400">
                <a:solidFill>
                  <a:prstClr val="black"/>
                </a:solidFill>
              </a:rPr>
              <a:t>in Peking University First Hospital</a:t>
            </a:r>
          </a:p>
          <a:p>
            <a:pPr marL="285750" indent="-285750">
              <a:lnSpc>
                <a:spcPct val="140000"/>
              </a:lnSpc>
              <a:buFont typeface="Arial" panose="020B0604020202020204" pitchFamily="34" charset="0"/>
              <a:buChar char="•"/>
              <a:defRPr/>
            </a:pPr>
            <a:r>
              <a:rPr lang="en-US" altLang="zh-CN" sz="1400">
                <a:solidFill>
                  <a:prstClr val="black"/>
                </a:solidFill>
              </a:rPr>
              <a:t>Local IM planned on 24 May in Beijing </a:t>
            </a:r>
          </a:p>
          <a:p>
            <a:pPr lvl="1">
              <a:lnSpc>
                <a:spcPct val="140000"/>
              </a:lnSpc>
              <a:defRPr/>
            </a:pPr>
            <a:endParaRPr lang="en-US" sz="1400">
              <a:solidFill>
                <a:prstClr val="black"/>
              </a:solidFill>
              <a:latin typeface="Boehringer Forward Text"/>
            </a:endParaRPr>
          </a:p>
          <a:p>
            <a:pPr lvl="1">
              <a:lnSpc>
                <a:spcPct val="140000"/>
              </a:lnSpc>
              <a:defRPr/>
            </a:pPr>
            <a:r>
              <a:rPr lang="en-US" sz="1400">
                <a:solidFill>
                  <a:prstClr val="black"/>
                </a:solidFill>
                <a:latin typeface="Boehringer Forward Text"/>
              </a:rPr>
              <a:t>                  </a:t>
            </a:r>
          </a:p>
          <a:p>
            <a:pPr lvl="1">
              <a:lnSpc>
                <a:spcPct val="140000"/>
              </a:lnSpc>
              <a:defRPr/>
            </a:pPr>
            <a:endParaRPr lang="en-US">
              <a:solidFill>
                <a:prstClr val="black"/>
              </a:solidFill>
            </a:endParaRPr>
          </a:p>
        </p:txBody>
      </p:sp>
      <p:sp>
        <p:nvSpPr>
          <p:cNvPr id="154" name="文本框 153">
            <a:extLst>
              <a:ext uri="{FF2B5EF4-FFF2-40B4-BE49-F238E27FC236}">
                <a16:creationId xmlns:a16="http://schemas.microsoft.com/office/drawing/2014/main" id="{1B44B8A6-E632-1BB8-F370-7C4E2EB7BF00}"/>
              </a:ext>
            </a:extLst>
          </p:cNvPr>
          <p:cNvSpPr txBox="1"/>
          <p:nvPr/>
        </p:nvSpPr>
        <p:spPr bwMode="gray">
          <a:xfrm>
            <a:off x="4746799" y="2322956"/>
            <a:ext cx="2954972" cy="217175"/>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B050"/>
                </a:solidFill>
                <a:effectLst/>
                <a:uLnTx/>
                <a:uFillTx/>
                <a:latin typeface="Boehringer Forward Text"/>
                <a:ea typeface="+mn-ea"/>
                <a:cs typeface="+mn-cs"/>
              </a:rPr>
              <a:t>N=132</a:t>
            </a:r>
            <a:endParaRPr kumimoji="0" lang="zh-CN" altLang="en-US" sz="1100" b="0" i="0" u="none" strike="noStrike" kern="1200" cap="none" spc="0" normalizeH="0" baseline="0" noProof="0">
              <a:ln>
                <a:noFill/>
              </a:ln>
              <a:solidFill>
                <a:srgbClr val="00B050"/>
              </a:solidFill>
              <a:effectLst/>
              <a:uLnTx/>
              <a:uFillTx/>
              <a:latin typeface="Boehringer Forward Text"/>
              <a:ea typeface="+mn-ea"/>
              <a:cs typeface="+mn-cs"/>
            </a:endParaRPr>
          </a:p>
        </p:txBody>
      </p:sp>
      <p:sp>
        <p:nvSpPr>
          <p:cNvPr id="155" name="文本框 154">
            <a:extLst>
              <a:ext uri="{FF2B5EF4-FFF2-40B4-BE49-F238E27FC236}">
                <a16:creationId xmlns:a16="http://schemas.microsoft.com/office/drawing/2014/main" id="{1A80AD0D-89FC-A9E7-7280-446E0CF50994}"/>
              </a:ext>
            </a:extLst>
          </p:cNvPr>
          <p:cNvSpPr txBox="1"/>
          <p:nvPr/>
        </p:nvSpPr>
        <p:spPr bwMode="gray">
          <a:xfrm>
            <a:off x="5220902" y="3635765"/>
            <a:ext cx="2954972" cy="217175"/>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B050"/>
                </a:solidFill>
                <a:effectLst/>
                <a:uLnTx/>
                <a:uFillTx/>
                <a:latin typeface="Boehringer Forward Text"/>
                <a:ea typeface="+mn-ea"/>
                <a:cs typeface="+mn-cs"/>
              </a:rPr>
              <a:t>N=14 (mainland 10, TW 4)</a:t>
            </a:r>
            <a:endParaRPr kumimoji="0" lang="zh-CN" altLang="en-US" sz="1100" b="0" i="0" u="none" strike="noStrike" kern="1200" cap="none" spc="0" normalizeH="0" baseline="0" noProof="0">
              <a:ln>
                <a:noFill/>
              </a:ln>
              <a:solidFill>
                <a:srgbClr val="00B050"/>
              </a:solidFill>
              <a:effectLst/>
              <a:uLnTx/>
              <a:uFillTx/>
              <a:latin typeface="Boehringer Forward Text"/>
              <a:ea typeface="+mn-ea"/>
              <a:cs typeface="+mn-cs"/>
            </a:endParaRPr>
          </a:p>
        </p:txBody>
      </p:sp>
      <p:grpSp>
        <p:nvGrpSpPr>
          <p:cNvPr id="15" name="Group 49">
            <a:extLst>
              <a:ext uri="{FF2B5EF4-FFF2-40B4-BE49-F238E27FC236}">
                <a16:creationId xmlns:a16="http://schemas.microsoft.com/office/drawing/2014/main" id="{A7B0EC76-FB9B-3033-A069-DA89C43D4673}"/>
              </a:ext>
            </a:extLst>
          </p:cNvPr>
          <p:cNvGrpSpPr/>
          <p:nvPr/>
        </p:nvGrpSpPr>
        <p:grpSpPr>
          <a:xfrm>
            <a:off x="5116885" y="879821"/>
            <a:ext cx="277320" cy="5728988"/>
            <a:chOff x="5091021" y="1316702"/>
            <a:chExt cx="214589" cy="5435974"/>
          </a:xfrm>
          <a:solidFill>
            <a:srgbClr val="00B050"/>
          </a:solidFill>
        </p:grpSpPr>
        <p:sp>
          <p:nvSpPr>
            <p:cNvPr id="16" name="TextBox 50">
              <a:extLst>
                <a:ext uri="{FF2B5EF4-FFF2-40B4-BE49-F238E27FC236}">
                  <a16:creationId xmlns:a16="http://schemas.microsoft.com/office/drawing/2014/main" id="{A13A2A7E-08CD-7195-C150-C46CBAAF1775}"/>
                </a:ext>
              </a:extLst>
            </p:cNvPr>
            <p:cNvSpPr txBox="1"/>
            <p:nvPr/>
          </p:nvSpPr>
          <p:spPr>
            <a:xfrm>
              <a:off x="5091021" y="1316702"/>
              <a:ext cx="214589" cy="132702"/>
            </a:xfrm>
            <a:prstGeom prst="rect">
              <a:avLst/>
            </a:prstGeom>
            <a:grpFill/>
          </p:spPr>
          <p:txBody>
            <a:bodyPr wrap="none" lIns="0" tIns="0" rIns="0" bIns="0" rtlCol="0">
              <a:spAutoFit/>
            </a:bodyPr>
            <a:lstStyle/>
            <a:p>
              <a:pPr marL="0" marR="0" lvl="0" indent="0" algn="l" defTabSz="914128" rtl="0" eaLnBrk="1" fontAlgn="auto" latinLnBrk="0" hangingPunct="1">
                <a:lnSpc>
                  <a:spcPct val="100000"/>
                </a:lnSpc>
                <a:spcBef>
                  <a:spcPts val="0"/>
                </a:spcBef>
                <a:spcAft>
                  <a:spcPts val="0"/>
                </a:spcAft>
                <a:buClrTx/>
                <a:buSzTx/>
                <a:buFontTx/>
                <a:buNone/>
                <a:tabLst/>
                <a:defRPr/>
              </a:pPr>
              <a:r>
                <a:rPr kumimoji="0" lang="en-US" altLang="zh-CN" sz="900" b="1" i="0" u="none" strike="noStrike" kern="0" cap="none" spc="0" normalizeH="0" baseline="0" noProof="0">
                  <a:ln>
                    <a:noFill/>
                  </a:ln>
                  <a:solidFill>
                    <a:srgbClr val="FFFFFF"/>
                  </a:solidFill>
                  <a:effectLst/>
                  <a:highlight>
                    <a:srgbClr val="FF0000"/>
                  </a:highlight>
                  <a:uLnTx/>
                  <a:uFillTx/>
                  <a:latin typeface="BoehringerForward Text"/>
                  <a:ea typeface="黑体"/>
                  <a:cs typeface="+mn-cs"/>
                  <a:sym typeface="+mn-lt"/>
                </a:rPr>
                <a:t>today</a:t>
              </a:r>
              <a:endParaRPr kumimoji="0" lang="zh-CN" altLang="en-US" sz="900" b="1" i="0" u="none" strike="noStrike" kern="0" cap="none" spc="0" normalizeH="0" baseline="0" noProof="0">
                <a:ln>
                  <a:noFill/>
                </a:ln>
                <a:solidFill>
                  <a:srgbClr val="FFFFFF"/>
                </a:solidFill>
                <a:effectLst/>
                <a:highlight>
                  <a:srgbClr val="FF0000"/>
                </a:highlight>
                <a:uLnTx/>
                <a:uFillTx/>
                <a:latin typeface="BoehringerForward Text"/>
                <a:ea typeface="黑体"/>
                <a:cs typeface="+mn-cs"/>
                <a:sym typeface="+mn-lt"/>
              </a:endParaRPr>
            </a:p>
          </p:txBody>
        </p:sp>
        <p:cxnSp>
          <p:nvCxnSpPr>
            <p:cNvPr id="17" name="Straight Connector 51">
              <a:extLst>
                <a:ext uri="{FF2B5EF4-FFF2-40B4-BE49-F238E27FC236}">
                  <a16:creationId xmlns:a16="http://schemas.microsoft.com/office/drawing/2014/main" id="{74A4E264-3353-FBC0-004D-A478C5FC07CB}"/>
                </a:ext>
              </a:extLst>
            </p:cNvPr>
            <p:cNvCxnSpPr>
              <a:cxnSpLocks/>
            </p:cNvCxnSpPr>
            <p:nvPr/>
          </p:nvCxnSpPr>
          <p:spPr>
            <a:xfrm flipH="1">
              <a:off x="5192837" y="1448786"/>
              <a:ext cx="2913" cy="5303890"/>
            </a:xfrm>
            <a:prstGeom prst="line">
              <a:avLst/>
            </a:prstGeom>
            <a:grpFill/>
            <a:ln w="12700" cap="flat" cmpd="sng" algn="ctr">
              <a:solidFill>
                <a:srgbClr val="FF0000"/>
              </a:solidFill>
              <a:prstDash val="sysDot"/>
              <a:miter lim="800000"/>
            </a:ln>
            <a:effectLst/>
          </p:spPr>
        </p:cxnSp>
      </p:grpSp>
    </p:spTree>
    <p:custDataLst>
      <p:tags r:id="rId1"/>
    </p:custDataLst>
    <p:extLst>
      <p:ext uri="{BB962C8B-B14F-4D97-AF65-F5344CB8AC3E}">
        <p14:creationId xmlns:p14="http://schemas.microsoft.com/office/powerpoint/2010/main" val="94557808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LSHAPE_TB_00000000000000000000000000000000_LeftEndCaps" hidden="1">
            <a:extLst>
              <a:ext uri="{FF2B5EF4-FFF2-40B4-BE49-F238E27FC236}">
                <a16:creationId xmlns:a16="http://schemas.microsoft.com/office/drawing/2014/main" id="{031F092A-DE16-C4E2-1FA9-AE32778CCA72}"/>
              </a:ext>
            </a:extLst>
          </p:cNvPr>
          <p:cNvSpPr txBox="1"/>
          <p:nvPr>
            <p:custDataLst>
              <p:tags r:id="rId2"/>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2025</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83" name="OTLSHAPE_SL2A_cd2308d02d6944d182b1a3169f4604c5_BackgroundRectangle" hidden="1">
            <a:extLst>
              <a:ext uri="{FF2B5EF4-FFF2-40B4-BE49-F238E27FC236}">
                <a16:creationId xmlns:a16="http://schemas.microsoft.com/office/drawing/2014/main" id="{5ED40BCB-C22C-BFC6-ABDC-899E0FB68B10}"/>
              </a:ext>
            </a:extLst>
          </p:cNvPr>
          <p:cNvSpPr/>
          <p:nvPr>
            <p:custDataLst>
              <p:tags r:id="rId3"/>
            </p:custDataLst>
          </p:nvPr>
        </p:nvSpPr>
        <p:spPr>
          <a:xfrm>
            <a:off x="1930400" y="2413047"/>
            <a:ext cx="9423400" cy="1413849"/>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1" name="OTLSHAPE_SL2A_cd2308d02d6944d182b1a3169f4604c5_HeaderRectangle" hidden="1">
            <a:extLst>
              <a:ext uri="{FF2B5EF4-FFF2-40B4-BE49-F238E27FC236}">
                <a16:creationId xmlns:a16="http://schemas.microsoft.com/office/drawing/2014/main" id="{DAA2D747-0D90-DD24-30C0-677E34DF949D}"/>
              </a:ext>
            </a:extLst>
          </p:cNvPr>
          <p:cNvSpPr/>
          <p:nvPr>
            <p:custDataLst>
              <p:tags r:id="rId4"/>
            </p:custDataLst>
          </p:nvPr>
        </p:nvSpPr>
        <p:spPr>
          <a:xfrm>
            <a:off x="1930400" y="2413047"/>
            <a:ext cx="0" cy="0"/>
          </a:xfrm>
          <a:prstGeom prst="rect">
            <a:avLst/>
          </a:prstGeom>
          <a:solidFill>
            <a:srgbClr val="08312A">
              <a:alpha val="24706"/>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82" name="OTLSHAPE_SL2A_cd2308d02d6944d182b1a3169f4604c5_Header" hidden="1">
            <a:extLst>
              <a:ext uri="{FF2B5EF4-FFF2-40B4-BE49-F238E27FC236}">
                <a16:creationId xmlns:a16="http://schemas.microsoft.com/office/drawing/2014/main" id="{61D9D75E-2415-20D1-5F92-40B215157E45}"/>
              </a:ext>
            </a:extLst>
          </p:cNvPr>
          <p:cNvSpPr txBox="1"/>
          <p:nvPr>
            <p:custDataLst>
              <p:tags r:id="rId5"/>
            </p:custDataLst>
          </p:nvPr>
        </p:nvSpPr>
        <p:spPr>
          <a:xfrm>
            <a:off x="12700" y="-2726493"/>
            <a:ext cx="0" cy="1692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136" name="OTLSHAPE_SLT_5e89ef62d6b243098418287a9f5312b4_ShapePercentage" hidden="1">
            <a:extLst>
              <a:ext uri="{FF2B5EF4-FFF2-40B4-BE49-F238E27FC236}">
                <a16:creationId xmlns:a16="http://schemas.microsoft.com/office/drawing/2014/main" id="{3868C688-8D0B-8766-CB34-1A2AC542200A}"/>
              </a:ext>
            </a:extLst>
          </p:cNvPr>
          <p:cNvSpPr/>
          <p:nvPr>
            <p:custDataLst>
              <p:tags r:id="rId6"/>
            </p:custDataLst>
          </p:nvPr>
        </p:nvSpPr>
        <p:spPr>
          <a:xfrm>
            <a:off x="5249488" y="4184273"/>
            <a:ext cx="0" cy="0"/>
          </a:xfrm>
          <a:prstGeom prst="roundRect">
            <a:avLst/>
          </a:prstGeom>
          <a:solidFill>
            <a:schemeClr val="dk1">
              <a:alpha val="34902"/>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37" name="OTLSHAPE_SLT_5e89ef62d6b243098418287a9f5312b4_Duration" hidden="1">
            <a:extLst>
              <a:ext uri="{FF2B5EF4-FFF2-40B4-BE49-F238E27FC236}">
                <a16:creationId xmlns:a16="http://schemas.microsoft.com/office/drawing/2014/main" id="{3F92674D-B182-9A5A-A80E-2BD7AF20C2F5}"/>
              </a:ext>
            </a:extLst>
          </p:cNvPr>
          <p:cNvSpPr txBox="1"/>
          <p:nvPr>
            <p:custDataLst>
              <p:tags r:id="rId7"/>
            </p:custDataLst>
          </p:nvPr>
        </p:nvSpPr>
        <p:spPr>
          <a:xfrm>
            <a:off x="12700" y="-304860"/>
            <a:ext cx="393700" cy="15388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8" name="OTLSHAPE_SLT_5e89ef62d6b243098418287a9f5312b4_TextPercentage" hidden="1">
            <a:extLst>
              <a:ext uri="{FF2B5EF4-FFF2-40B4-BE49-F238E27FC236}">
                <a16:creationId xmlns:a16="http://schemas.microsoft.com/office/drawing/2014/main" id="{572179F0-4C1E-83D0-AA46-49ED7C6E1B19}"/>
              </a:ext>
            </a:extLst>
          </p:cNvPr>
          <p:cNvSpPr txBox="1"/>
          <p:nvPr>
            <p:custDataLst>
              <p:tags r:id="rId8"/>
            </p:custDataLst>
          </p:nvPr>
        </p:nvSpPr>
        <p:spPr>
          <a:xfrm>
            <a:off x="12700" y="-310465"/>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139" name="OTLSHAPE_SLT_5e89ef62d6b243098418287a9f5312b4_StartDate" hidden="1">
            <a:extLst>
              <a:ext uri="{FF2B5EF4-FFF2-40B4-BE49-F238E27FC236}">
                <a16:creationId xmlns:a16="http://schemas.microsoft.com/office/drawing/2014/main" id="{3C36CCDC-2746-3E6B-0A77-7FDD9D01D66E}"/>
              </a:ext>
            </a:extLst>
          </p:cNvPr>
          <p:cNvSpPr txBox="1"/>
          <p:nvPr>
            <p:custDataLst>
              <p:tags r:id="rId9"/>
            </p:custDataLst>
          </p:nvPr>
        </p:nvSpPr>
        <p:spPr>
          <a:xfrm>
            <a:off x="12700" y="-695185"/>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140" name="OTLSHAPE_SLT_5e89ef62d6b243098418287a9f5312b4_EndDate" hidden="1">
            <a:extLst>
              <a:ext uri="{FF2B5EF4-FFF2-40B4-BE49-F238E27FC236}">
                <a16:creationId xmlns:a16="http://schemas.microsoft.com/office/drawing/2014/main" id="{E4C6512D-747E-A4E0-85A9-200D622079F8}"/>
              </a:ext>
            </a:extLst>
          </p:cNvPr>
          <p:cNvSpPr txBox="1"/>
          <p:nvPr>
            <p:custDataLst>
              <p:tags r:id="rId10"/>
            </p:custDataLst>
          </p:nvPr>
        </p:nvSpPr>
        <p:spPr>
          <a:xfrm>
            <a:off x="12700" y="-695185"/>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3" name="OTLSHAPE_TB_00000000000000000000000000000000_RightEndCaps" hidden="1">
            <a:extLst>
              <a:ext uri="{FF2B5EF4-FFF2-40B4-BE49-F238E27FC236}">
                <a16:creationId xmlns:a16="http://schemas.microsoft.com/office/drawing/2014/main" id="{B86C1995-BF24-96EF-15DE-369D4B9438B3}"/>
              </a:ext>
            </a:extLst>
          </p:cNvPr>
          <p:cNvSpPr txBox="1"/>
          <p:nvPr>
            <p:custDataLst>
              <p:tags r:id="rId11"/>
            </p:custDataLst>
          </p:nvPr>
        </p:nvSpPr>
        <p:spPr>
          <a:xfrm>
            <a:off x="-221339" y="12700"/>
            <a:ext cx="469900" cy="276999"/>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2028</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42" name="OTLSHAPE_SLT_204ac9d9291f49b98f02dce0efc777e3_ShapePercentage" hidden="1">
            <a:extLst>
              <a:ext uri="{FF2B5EF4-FFF2-40B4-BE49-F238E27FC236}">
                <a16:creationId xmlns:a16="http://schemas.microsoft.com/office/drawing/2014/main" id="{F32A350B-9C42-295B-F70E-F1D9452A28B3}"/>
              </a:ext>
            </a:extLst>
          </p:cNvPr>
          <p:cNvSpPr/>
          <p:nvPr>
            <p:custDataLst>
              <p:tags r:id="rId12"/>
            </p:custDataLst>
          </p:nvPr>
        </p:nvSpPr>
        <p:spPr>
          <a:xfrm>
            <a:off x="4302035" y="3950255"/>
            <a:ext cx="0" cy="0"/>
          </a:xfrm>
          <a:prstGeom prst="roundRect">
            <a:avLst/>
          </a:prstGeom>
          <a:solidFill>
            <a:schemeClr val="dk1">
              <a:alpha val="34902"/>
            </a:scheme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52" name="OTLSHAPE_SLT_204ac9d9291f49b98f02dce0efc777e3_Duration" hidden="1">
            <a:extLst>
              <a:ext uri="{FF2B5EF4-FFF2-40B4-BE49-F238E27FC236}">
                <a16:creationId xmlns:a16="http://schemas.microsoft.com/office/drawing/2014/main" id="{66BEF194-341C-A943-44BE-4D17706C6EEB}"/>
              </a:ext>
            </a:extLst>
          </p:cNvPr>
          <p:cNvSpPr txBox="1"/>
          <p:nvPr>
            <p:custDataLst>
              <p:tags r:id="rId13"/>
            </p:custDataLst>
          </p:nvPr>
        </p:nvSpPr>
        <p:spPr>
          <a:xfrm>
            <a:off x="12700" y="-304860"/>
            <a:ext cx="393700" cy="15388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rPr>
              <a:t>30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53" name="OTLSHAPE_SLT_204ac9d9291f49b98f02dce0efc777e3_TextPercentage" hidden="1">
            <a:extLst>
              <a:ext uri="{FF2B5EF4-FFF2-40B4-BE49-F238E27FC236}">
                <a16:creationId xmlns:a16="http://schemas.microsoft.com/office/drawing/2014/main" id="{1E33C166-7E8B-2313-2E78-A9FF11809DA3}"/>
              </a:ext>
            </a:extLst>
          </p:cNvPr>
          <p:cNvSpPr txBox="1"/>
          <p:nvPr>
            <p:custDataLst>
              <p:tags r:id="rId14"/>
            </p:custDataLst>
          </p:nvPr>
        </p:nvSpPr>
        <p:spPr>
          <a:xfrm>
            <a:off x="12700" y="-23352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等线" panose="02010600030101010101" pitchFamily="2" charset="-122"/>
              <a:cs typeface="+mn-cs"/>
            </a:endParaRPr>
          </a:p>
        </p:txBody>
      </p:sp>
      <p:sp>
        <p:nvSpPr>
          <p:cNvPr id="54" name="OTLSHAPE_SLT_204ac9d9291f49b98f02dce0efc777e3_StartDate" hidden="1">
            <a:extLst>
              <a:ext uri="{FF2B5EF4-FFF2-40B4-BE49-F238E27FC236}">
                <a16:creationId xmlns:a16="http://schemas.microsoft.com/office/drawing/2014/main" id="{4AC0BFC1-18B5-BF23-46CE-91B4D02C1D2A}"/>
              </a:ext>
            </a:extLst>
          </p:cNvPr>
          <p:cNvSpPr txBox="1"/>
          <p:nvPr>
            <p:custDataLst>
              <p:tags r:id="rId15"/>
            </p:custDataLst>
          </p:nvPr>
        </p:nvSpPr>
        <p:spPr>
          <a:xfrm>
            <a:off x="12700" y="-618241"/>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55" name="OTLSHAPE_SLT_204ac9d9291f49b98f02dce0efc777e3_EndDate" hidden="1">
            <a:extLst>
              <a:ext uri="{FF2B5EF4-FFF2-40B4-BE49-F238E27FC236}">
                <a16:creationId xmlns:a16="http://schemas.microsoft.com/office/drawing/2014/main" id="{34F5FDE2-EEAF-90AA-19AF-F3789C94C244}"/>
              </a:ext>
            </a:extLst>
          </p:cNvPr>
          <p:cNvSpPr txBox="1"/>
          <p:nvPr>
            <p:custDataLst>
              <p:tags r:id="rId16"/>
            </p:custDataLst>
          </p:nvPr>
        </p:nvSpPr>
        <p:spPr>
          <a:xfrm>
            <a:off x="12700" y="-618241"/>
            <a:ext cx="0"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08312A"/>
              </a:solidFill>
              <a:effectLst/>
              <a:uLnTx/>
              <a:uFillTx/>
              <a:latin typeface="Calibri" panose="020F0502020204030204" pitchFamily="34" charset="0"/>
              <a:ea typeface="等线" panose="02010600030101010101" pitchFamily="2" charset="-122"/>
              <a:cs typeface="+mn-cs"/>
            </a:endParaRPr>
          </a:p>
        </p:txBody>
      </p:sp>
      <p:sp>
        <p:nvSpPr>
          <p:cNvPr id="65" name="OTLSHAPE_SL2A_bd812b5aba0d4ece931cb019484466b8_BackgroundRectangle" hidden="1">
            <a:extLst>
              <a:ext uri="{FF2B5EF4-FFF2-40B4-BE49-F238E27FC236}">
                <a16:creationId xmlns:a16="http://schemas.microsoft.com/office/drawing/2014/main" id="{23F420C4-5749-A690-394B-6707D4FBEAAC}"/>
              </a:ext>
            </a:extLst>
          </p:cNvPr>
          <p:cNvSpPr/>
          <p:nvPr>
            <p:custDataLst>
              <p:tags r:id="rId17"/>
            </p:custDataLst>
          </p:nvPr>
        </p:nvSpPr>
        <p:spPr bwMode="gray">
          <a:xfrm>
            <a:off x="1930400" y="3890395"/>
            <a:ext cx="94234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3" name="OTLSHAPE_SL2A_bd812b5aba0d4ece931cb019484466b8_HeaderRectangle" hidden="1">
            <a:extLst>
              <a:ext uri="{FF2B5EF4-FFF2-40B4-BE49-F238E27FC236}">
                <a16:creationId xmlns:a16="http://schemas.microsoft.com/office/drawing/2014/main" id="{FA034370-280D-D47E-41A0-3EA24B9D8D85}"/>
              </a:ext>
            </a:extLst>
          </p:cNvPr>
          <p:cNvSpPr/>
          <p:nvPr>
            <p:custDataLst>
              <p:tags r:id="rId18"/>
            </p:custDataLst>
          </p:nvPr>
        </p:nvSpPr>
        <p:spPr bwMode="gray">
          <a:xfrm>
            <a:off x="1930400" y="3890395"/>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4" name="OTLSHAPE_SL2A_bd812b5aba0d4ece931cb019484466b8_Header" hidden="1">
            <a:extLst>
              <a:ext uri="{FF2B5EF4-FFF2-40B4-BE49-F238E27FC236}">
                <a16:creationId xmlns:a16="http://schemas.microsoft.com/office/drawing/2014/main" id="{FB86A555-3366-C413-97AD-E9DDABE3B259}"/>
              </a:ext>
            </a:extLst>
          </p:cNvPr>
          <p:cNvSpPr txBox="1"/>
          <p:nvPr>
            <p:custDataLst>
              <p:tags r:id="rId19"/>
            </p:custDataLst>
          </p:nvPr>
        </p:nvSpPr>
        <p:spPr bwMode="gray">
          <a:xfrm>
            <a:off x="12700" y="-1441796"/>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66" name="OTLSHAPE_SLT_1dbae2abd791421e828722a5193e8d48_ShapePercentage" hidden="1">
            <a:extLst>
              <a:ext uri="{FF2B5EF4-FFF2-40B4-BE49-F238E27FC236}">
                <a16:creationId xmlns:a16="http://schemas.microsoft.com/office/drawing/2014/main" id="{71515084-EFDF-E6FA-A118-F708EF59E9B3}"/>
              </a:ext>
            </a:extLst>
          </p:cNvPr>
          <p:cNvSpPr/>
          <p:nvPr>
            <p:custDataLst>
              <p:tags r:id="rId20"/>
            </p:custDataLst>
          </p:nvPr>
        </p:nvSpPr>
        <p:spPr bwMode="gray">
          <a:xfrm>
            <a:off x="5440251" y="3250993"/>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7" name="OTLSHAPE_SLT_1dbae2abd791421e828722a5193e8d48_Duration" hidden="1">
            <a:extLst>
              <a:ext uri="{FF2B5EF4-FFF2-40B4-BE49-F238E27FC236}">
                <a16:creationId xmlns:a16="http://schemas.microsoft.com/office/drawing/2014/main" id="{8EC6203E-2795-4A6E-2EE0-4D9FB03082CF}"/>
              </a:ext>
            </a:extLst>
          </p:cNvPr>
          <p:cNvSpPr txBox="1"/>
          <p:nvPr>
            <p:custDataLst>
              <p:tags r:id="rId21"/>
            </p:custDataLst>
          </p:nvPr>
        </p:nvSpPr>
        <p:spPr bwMode="gray">
          <a:xfrm>
            <a:off x="12700" y="-603728"/>
            <a:ext cx="457200" cy="195438"/>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289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68" name="OTLSHAPE_SLT_1dbae2abd791421e828722a5193e8d48_TextPercentage" hidden="1">
            <a:extLst>
              <a:ext uri="{FF2B5EF4-FFF2-40B4-BE49-F238E27FC236}">
                <a16:creationId xmlns:a16="http://schemas.microsoft.com/office/drawing/2014/main" id="{F69DFE90-C659-341D-8F08-19455E722719}"/>
              </a:ext>
            </a:extLst>
          </p:cNvPr>
          <p:cNvSpPr txBox="1"/>
          <p:nvPr>
            <p:custDataLst>
              <p:tags r:id="rId22"/>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69" name="OTLSHAPE_SLT_1dbae2abd791421e828722a5193e8d48_StartDate" hidden="1">
            <a:extLst>
              <a:ext uri="{FF2B5EF4-FFF2-40B4-BE49-F238E27FC236}">
                <a16:creationId xmlns:a16="http://schemas.microsoft.com/office/drawing/2014/main" id="{8E997F56-4650-9174-7D09-FEC0E38D6A06}"/>
              </a:ext>
            </a:extLst>
          </p:cNvPr>
          <p:cNvSpPr txBox="1"/>
          <p:nvPr>
            <p:custDataLst>
              <p:tags r:id="rId2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0" name="OTLSHAPE_SLT_1dbae2abd791421e828722a5193e8d48_EndDate" hidden="1">
            <a:extLst>
              <a:ext uri="{FF2B5EF4-FFF2-40B4-BE49-F238E27FC236}">
                <a16:creationId xmlns:a16="http://schemas.microsoft.com/office/drawing/2014/main" id="{98729074-B4AB-4977-8988-E7F291CD6E3E}"/>
              </a:ext>
            </a:extLst>
          </p:cNvPr>
          <p:cNvSpPr txBox="1"/>
          <p:nvPr>
            <p:custDataLst>
              <p:tags r:id="rId2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5" name="OTLSHAPE_SL_008b357a959f4d9183e7c3df44197c27_BackgroundRectangle">
            <a:extLst>
              <a:ext uri="{FF2B5EF4-FFF2-40B4-BE49-F238E27FC236}">
                <a16:creationId xmlns:a16="http://schemas.microsoft.com/office/drawing/2014/main" id="{5F1B4AD7-BB3D-D8F5-4A31-9A7074216948}"/>
              </a:ext>
            </a:extLst>
          </p:cNvPr>
          <p:cNvSpPr/>
          <p:nvPr>
            <p:custDataLst>
              <p:tags r:id="rId25"/>
            </p:custDataLst>
          </p:nvPr>
        </p:nvSpPr>
        <p:spPr>
          <a:xfrm>
            <a:off x="63500" y="2063731"/>
            <a:ext cx="11290300" cy="1413849"/>
          </a:xfrm>
          <a:prstGeom prst="rect">
            <a:avLst/>
          </a:prstGeom>
          <a:solidFill>
            <a:srgbClr val="C5C3EE">
              <a:alpha val="20000"/>
            </a:srgbClr>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22" name="OTLSHAPE_SL_ae039774f5d941348767efd1938c968d_BackgroundRectangle">
            <a:extLst>
              <a:ext uri="{FF2B5EF4-FFF2-40B4-BE49-F238E27FC236}">
                <a16:creationId xmlns:a16="http://schemas.microsoft.com/office/drawing/2014/main" id="{29633D82-7BA5-6388-73FB-865F1ADD8197}"/>
              </a:ext>
            </a:extLst>
          </p:cNvPr>
          <p:cNvSpPr/>
          <p:nvPr>
            <p:custDataLst>
              <p:tags r:id="rId26"/>
            </p:custDataLst>
          </p:nvPr>
        </p:nvSpPr>
        <p:spPr bwMode="gray">
          <a:xfrm>
            <a:off x="63500" y="3541079"/>
            <a:ext cx="112903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OTLSHAPE_TB_00000000000000000000000000000000_ScaleContainer">
            <a:extLst>
              <a:ext uri="{FF2B5EF4-FFF2-40B4-BE49-F238E27FC236}">
                <a16:creationId xmlns:a16="http://schemas.microsoft.com/office/drawing/2014/main" id="{6E31C414-14A0-B474-C338-CDBC658FD865}"/>
              </a:ext>
            </a:extLst>
          </p:cNvPr>
          <p:cNvSpPr/>
          <p:nvPr>
            <p:custDataLst>
              <p:tags r:id="rId27"/>
            </p:custDataLst>
          </p:nvPr>
        </p:nvSpPr>
        <p:spPr>
          <a:xfrm>
            <a:off x="2057400" y="1335809"/>
            <a:ext cx="9296400" cy="254000"/>
          </a:xfrm>
          <a:prstGeom prst="roundRect">
            <a:avLst/>
          </a:prstGeom>
          <a:gradFill flip="none" rotWithShape="1">
            <a:gsLst>
              <a:gs pos="0">
                <a:srgbClr val="44546A"/>
              </a:gs>
              <a:gs pos="100000">
                <a:srgbClr val="52667F"/>
              </a:gs>
            </a:gsLst>
            <a:lin ang="5400000" scaled="1"/>
            <a:tileRect/>
          </a:gradFill>
          <a:ln w="12700" cap="flat" cmpd="sng" algn="ctr">
            <a:noFill/>
            <a:prstDash val="solid"/>
            <a:miter lim="800000"/>
          </a:ln>
          <a:effectLst>
            <a:reflection blurRad="6350" stA="50000" endA="300" endPos="55500" dist="50800" dir="5400000" sy="-100000" algn="bl" rotWithShape="0"/>
          </a:effectLst>
          <a:scene3d>
            <a:camera prst="orthographicFront"/>
            <a:lightRig rig="threePt" dir="t">
              <a:rot lat="0" lon="0" rev="8700000"/>
            </a:lightRig>
          </a:scene3d>
          <a:sp3d>
            <a:bevelT w="165100" h="1905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lumMod val="85000"/>
                </a:schemeClr>
              </a:solidFill>
              <a:effectLst/>
              <a:uLnTx/>
              <a:uFillTx/>
              <a:latin typeface="等线" panose="020F0502020204030204"/>
              <a:ea typeface="等线" panose="02010600030101010101" pitchFamily="2" charset="-122"/>
              <a:cs typeface="+mn-cs"/>
            </a:endParaRPr>
          </a:p>
        </p:txBody>
      </p:sp>
      <p:sp>
        <p:nvSpPr>
          <p:cNvPr id="76" name="OTLSHAPE_SL_008b357a959f4d9183e7c3df44197c27_HeaderRectangle">
            <a:extLst>
              <a:ext uri="{FF2B5EF4-FFF2-40B4-BE49-F238E27FC236}">
                <a16:creationId xmlns:a16="http://schemas.microsoft.com/office/drawing/2014/main" id="{B3363553-5BC8-1F1F-24DC-FBB287DA2B08}"/>
              </a:ext>
            </a:extLst>
          </p:cNvPr>
          <p:cNvSpPr/>
          <p:nvPr>
            <p:custDataLst>
              <p:tags r:id="rId28"/>
            </p:custDataLst>
          </p:nvPr>
        </p:nvSpPr>
        <p:spPr>
          <a:xfrm>
            <a:off x="63500" y="2063731"/>
            <a:ext cx="1866900" cy="1413849"/>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0" name="OTLSHAPE_SL_ae039774f5d941348767efd1938c968d_HeaderRectangle">
            <a:extLst>
              <a:ext uri="{FF2B5EF4-FFF2-40B4-BE49-F238E27FC236}">
                <a16:creationId xmlns:a16="http://schemas.microsoft.com/office/drawing/2014/main" id="{93488A2C-AC0E-4195-593A-310F9502A528}"/>
              </a:ext>
            </a:extLst>
          </p:cNvPr>
          <p:cNvSpPr/>
          <p:nvPr>
            <p:custDataLst>
              <p:tags r:id="rId29"/>
            </p:custDataLst>
          </p:nvPr>
        </p:nvSpPr>
        <p:spPr bwMode="gray">
          <a:xfrm>
            <a:off x="63500" y="3541079"/>
            <a:ext cx="1866900" cy="714756"/>
          </a:xfrm>
          <a:prstGeom prst="rect">
            <a:avLst/>
          </a:prstGeom>
          <a:solidFill>
            <a:schemeClr val="accent3"/>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46" name="OTLSHAPE_G_00000000000000000000000000000000_ShapeBelow0">
            <a:extLst>
              <a:ext uri="{FF2B5EF4-FFF2-40B4-BE49-F238E27FC236}">
                <a16:creationId xmlns:a16="http://schemas.microsoft.com/office/drawing/2014/main" id="{DBB8CC51-F0EF-8CB9-F65C-5C08DDEBB308}"/>
              </a:ext>
            </a:extLst>
          </p:cNvPr>
          <p:cNvCxnSpPr/>
          <p:nvPr>
            <p:custDataLst>
              <p:tags r:id="rId30"/>
            </p:custDataLst>
          </p:nvPr>
        </p:nvCxnSpPr>
        <p:spPr>
          <a:xfrm>
            <a:off x="4378344" y="1589810"/>
            <a:ext cx="0" cy="2666026"/>
          </a:xfrm>
          <a:prstGeom prst="line">
            <a:avLst/>
          </a:prstGeom>
          <a:ln w="9525"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OTLSHAPE_G_00000000000000000000000000000000_ShapeBelow1">
            <a:extLst>
              <a:ext uri="{FF2B5EF4-FFF2-40B4-BE49-F238E27FC236}">
                <a16:creationId xmlns:a16="http://schemas.microsoft.com/office/drawing/2014/main" id="{7FA3992C-52FE-CC42-8F18-338ABEDD3449}"/>
              </a:ext>
            </a:extLst>
          </p:cNvPr>
          <p:cNvCxnSpPr/>
          <p:nvPr>
            <p:custDataLst>
              <p:tags r:id="rId31"/>
            </p:custDataLst>
          </p:nvPr>
        </p:nvCxnSpPr>
        <p:spPr>
          <a:xfrm>
            <a:off x="6699288" y="1589810"/>
            <a:ext cx="0" cy="2666026"/>
          </a:xfrm>
          <a:prstGeom prst="line">
            <a:avLst/>
          </a:prstGeom>
          <a:ln w="9525"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G_00000000000000000000000000000000_ShapeBelow2">
            <a:extLst>
              <a:ext uri="{FF2B5EF4-FFF2-40B4-BE49-F238E27FC236}">
                <a16:creationId xmlns:a16="http://schemas.microsoft.com/office/drawing/2014/main" id="{C2486BD6-E927-2CFB-8619-C41FF86F1AE5}"/>
              </a:ext>
            </a:extLst>
          </p:cNvPr>
          <p:cNvCxnSpPr/>
          <p:nvPr>
            <p:custDataLst>
              <p:tags r:id="rId32"/>
            </p:custDataLst>
          </p:nvPr>
        </p:nvCxnSpPr>
        <p:spPr>
          <a:xfrm>
            <a:off x="9020232" y="1589810"/>
            <a:ext cx="0" cy="2666026"/>
          </a:xfrm>
          <a:prstGeom prst="line">
            <a:avLst/>
          </a:prstGeom>
          <a:ln w="9525" cap="flat" cmpd="sng" algn="ctr">
            <a:solidFill>
              <a:schemeClr val="accent5">
                <a:alpha val="14902"/>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OTLSHAPE_SLT_5e89ef62d6b243098418287a9f5312b4_Shape">
            <a:extLst>
              <a:ext uri="{FF2B5EF4-FFF2-40B4-BE49-F238E27FC236}">
                <a16:creationId xmlns:a16="http://schemas.microsoft.com/office/drawing/2014/main" id="{4833BD7F-15CD-1FC9-85D9-76AB4C3E0987}"/>
              </a:ext>
            </a:extLst>
          </p:cNvPr>
          <p:cNvSpPr/>
          <p:nvPr>
            <p:custDataLst>
              <p:tags r:id="rId33"/>
            </p:custDataLst>
          </p:nvPr>
        </p:nvSpPr>
        <p:spPr>
          <a:xfrm>
            <a:off x="5249488" y="3834957"/>
            <a:ext cx="571500" cy="127000"/>
          </a:xfrm>
          <a:prstGeom prst="roundRect">
            <a:avLst/>
          </a:prstGeom>
          <a:solidFill>
            <a:schemeClr val="accent1"/>
          </a:solidFill>
          <a:ln w="1270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lumMod val="85000"/>
                </a:schemeClr>
              </a:solidFill>
              <a:effectLst/>
              <a:uLnTx/>
              <a:uFillTx/>
              <a:latin typeface="等线" panose="020F0502020204030204"/>
              <a:ea typeface="等线" panose="02010600030101010101" pitchFamily="2" charset="-122"/>
              <a:cs typeface="+mn-cs"/>
            </a:endParaRPr>
          </a:p>
        </p:txBody>
      </p:sp>
      <p:sp>
        <p:nvSpPr>
          <p:cNvPr id="41" name="OTLSHAPE_SLT_204ac9d9291f49b98f02dce0efc777e3_Shape">
            <a:extLst>
              <a:ext uri="{FF2B5EF4-FFF2-40B4-BE49-F238E27FC236}">
                <a16:creationId xmlns:a16="http://schemas.microsoft.com/office/drawing/2014/main" id="{B02E5004-15A4-2D08-3D0B-8470CCDEC454}"/>
              </a:ext>
            </a:extLst>
          </p:cNvPr>
          <p:cNvSpPr/>
          <p:nvPr>
            <p:custDataLst>
              <p:tags r:id="rId34"/>
            </p:custDataLst>
          </p:nvPr>
        </p:nvSpPr>
        <p:spPr>
          <a:xfrm>
            <a:off x="4302035" y="3600939"/>
            <a:ext cx="279400" cy="127000"/>
          </a:xfrm>
          <a:prstGeom prst="roundRect">
            <a:avLst/>
          </a:prstGeom>
          <a:solidFill>
            <a:schemeClr val="accent1"/>
          </a:solidFill>
          <a:ln w="1270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lumMod val="85000"/>
                </a:schemeClr>
              </a:solidFill>
              <a:effectLst/>
              <a:uLnTx/>
              <a:uFillTx/>
              <a:latin typeface="等线" panose="020F0502020204030204"/>
              <a:ea typeface="等线" panose="02010600030101010101" pitchFamily="2" charset="-122"/>
              <a:cs typeface="+mn-cs"/>
            </a:endParaRPr>
          </a:p>
        </p:txBody>
      </p:sp>
      <p:sp>
        <p:nvSpPr>
          <p:cNvPr id="44" name="OTLSHAPE_SLT_1dbae2abd791421e828722a5193e8d48_Shape">
            <a:extLst>
              <a:ext uri="{FF2B5EF4-FFF2-40B4-BE49-F238E27FC236}">
                <a16:creationId xmlns:a16="http://schemas.microsoft.com/office/drawing/2014/main" id="{47C578AB-1768-E0A3-7639-EE155CBBD090}"/>
              </a:ext>
            </a:extLst>
          </p:cNvPr>
          <p:cNvSpPr/>
          <p:nvPr>
            <p:custDataLst>
              <p:tags r:id="rId35"/>
            </p:custDataLst>
          </p:nvPr>
        </p:nvSpPr>
        <p:spPr bwMode="gray">
          <a:xfrm>
            <a:off x="5440251" y="2901677"/>
            <a:ext cx="25781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
        <p:nvSpPr>
          <p:cNvPr id="15" name="OTLSHAPE_SLT_19b1abb07db4433f9f88502e25b2efb6_Shape">
            <a:extLst>
              <a:ext uri="{FF2B5EF4-FFF2-40B4-BE49-F238E27FC236}">
                <a16:creationId xmlns:a16="http://schemas.microsoft.com/office/drawing/2014/main" id="{26E3888C-110F-0C5F-DD95-2291BC343C4E}"/>
              </a:ext>
            </a:extLst>
          </p:cNvPr>
          <p:cNvSpPr/>
          <p:nvPr>
            <p:custDataLst>
              <p:tags r:id="rId36"/>
            </p:custDataLst>
          </p:nvPr>
        </p:nvSpPr>
        <p:spPr bwMode="gray">
          <a:xfrm>
            <a:off x="6419498" y="4068976"/>
            <a:ext cx="16002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
        <p:nvSpPr>
          <p:cNvPr id="5" name="OTLSHAPE_TB_00000000000000000000000000000000_ElapsedTime">
            <a:extLst>
              <a:ext uri="{FF2B5EF4-FFF2-40B4-BE49-F238E27FC236}">
                <a16:creationId xmlns:a16="http://schemas.microsoft.com/office/drawing/2014/main" id="{CAF08150-0D50-58E6-2D96-B2D2333E766D}"/>
              </a:ext>
            </a:extLst>
          </p:cNvPr>
          <p:cNvSpPr/>
          <p:nvPr>
            <p:custDataLst>
              <p:tags r:id="rId37"/>
            </p:custDataLst>
          </p:nvPr>
        </p:nvSpPr>
        <p:spPr>
          <a:xfrm>
            <a:off x="2057399" y="1539008"/>
            <a:ext cx="2979417" cy="56685"/>
          </a:xfrm>
          <a:prstGeom prst="roundRect">
            <a:avLst/>
          </a:prstGeom>
          <a:solidFill>
            <a:srgbClr val="FF0000">
              <a:alpha val="74902"/>
            </a:srgbClr>
          </a:solidFill>
          <a:ln w="12700" cap="flat" cmpd="sng" algn="ctr">
            <a:noFill/>
            <a:prstDash val="solid"/>
            <a:miter lim="800000"/>
          </a:ln>
          <a:effectLst/>
          <a:scene3d>
            <a:camera prst="orthographicFront"/>
            <a:lightRig rig="threePt" dir="t"/>
          </a:scene3d>
          <a:sp3d>
            <a:bevelT w="12700" h="139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9" name="OTLSHAPE_SLM_f3e8c6c9fbc84b2099f828fe09da3cd6_Shape">
            <a:extLst>
              <a:ext uri="{FF2B5EF4-FFF2-40B4-BE49-F238E27FC236}">
                <a16:creationId xmlns:a16="http://schemas.microsoft.com/office/drawing/2014/main" id="{79A4B4A2-4F7C-DE1E-7472-1580F7AFA381}"/>
              </a:ext>
            </a:extLst>
          </p:cNvPr>
          <p:cNvSpPr/>
          <p:nvPr>
            <p:custDataLst>
              <p:tags r:id="rId38"/>
            </p:custDataLst>
          </p:nvPr>
        </p:nvSpPr>
        <p:spPr bwMode="gray">
          <a:xfrm rot="16200000">
            <a:off x="4976176" y="2571096"/>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
        <p:nvSpPr>
          <p:cNvPr id="24" name="OTLSHAPE_SLM_fe1fb872a36c48858ffc587a0fdc0874_Shape">
            <a:extLst>
              <a:ext uri="{FF2B5EF4-FFF2-40B4-BE49-F238E27FC236}">
                <a16:creationId xmlns:a16="http://schemas.microsoft.com/office/drawing/2014/main" id="{E15D60C8-787C-5D48-E7E6-B1463F4E78D1}"/>
              </a:ext>
            </a:extLst>
          </p:cNvPr>
          <p:cNvSpPr/>
          <p:nvPr>
            <p:custDataLst>
              <p:tags r:id="rId39"/>
            </p:custDataLst>
          </p:nvPr>
        </p:nvSpPr>
        <p:spPr bwMode="gray">
          <a:xfrm rot="16200000">
            <a:off x="4073233" y="2182052"/>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
        <p:nvSpPr>
          <p:cNvPr id="59" name="OTLSHAPE_SLM_7d4b5d9add5b412dbe1f9d81c3a1220c_Shape">
            <a:extLst>
              <a:ext uri="{FF2B5EF4-FFF2-40B4-BE49-F238E27FC236}">
                <a16:creationId xmlns:a16="http://schemas.microsoft.com/office/drawing/2014/main" id="{F4BAD0D0-F9B6-D8EC-83DB-A5AD3834D352}"/>
              </a:ext>
            </a:extLst>
          </p:cNvPr>
          <p:cNvSpPr/>
          <p:nvPr>
            <p:custDataLst>
              <p:tags r:id="rId40"/>
            </p:custDataLst>
          </p:nvPr>
        </p:nvSpPr>
        <p:spPr bwMode="gray">
          <a:xfrm rot="16200000">
            <a:off x="9732521" y="3194158"/>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
        <p:nvSpPr>
          <p:cNvPr id="16" name="OTLSHAPE_SLT_19b1abb07db4433f9f88502e25b2efb6_ShapePercentage" hidden="1">
            <a:extLst>
              <a:ext uri="{FF2B5EF4-FFF2-40B4-BE49-F238E27FC236}">
                <a16:creationId xmlns:a16="http://schemas.microsoft.com/office/drawing/2014/main" id="{6DC7E8A9-4D9B-B7F3-1D2F-0DDE9611DA2B}"/>
              </a:ext>
            </a:extLst>
          </p:cNvPr>
          <p:cNvSpPr/>
          <p:nvPr>
            <p:custDataLst>
              <p:tags r:id="rId41"/>
            </p:custDataLst>
          </p:nvPr>
        </p:nvSpPr>
        <p:spPr bwMode="gray">
          <a:xfrm>
            <a:off x="6419498" y="4418292"/>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7" name="OTLSHAPE_SL_008b357a959f4d9183e7c3df44197c27_Header">
            <a:extLst>
              <a:ext uri="{FF2B5EF4-FFF2-40B4-BE49-F238E27FC236}">
                <a16:creationId xmlns:a16="http://schemas.microsoft.com/office/drawing/2014/main" id="{457E84F7-58AD-1B5C-F13B-4C86CF7DD0E2}"/>
              </a:ext>
            </a:extLst>
          </p:cNvPr>
          <p:cNvSpPr txBox="1"/>
          <p:nvPr>
            <p:custDataLst>
              <p:tags r:id="rId42"/>
            </p:custDataLst>
          </p:nvPr>
        </p:nvSpPr>
        <p:spPr>
          <a:xfrm>
            <a:off x="63500" y="2491573"/>
            <a:ext cx="1866900" cy="558165"/>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Global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1434-0019</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Ph II</a:t>
            </a:r>
            <a:endParaRPr kumimoji="0" lang="zh-CN" altLang="en-US" sz="1200" b="0" i="0" u="none" strike="noStrike" kern="1200" cap="none" spc="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31" name="OTLSHAPE_SL_ae039774f5d941348767efd1938c968d_Header">
            <a:extLst>
              <a:ext uri="{FF2B5EF4-FFF2-40B4-BE49-F238E27FC236}">
                <a16:creationId xmlns:a16="http://schemas.microsoft.com/office/drawing/2014/main" id="{D886AA33-4A39-1D04-DE14-64415A6E922B}"/>
              </a:ext>
            </a:extLst>
          </p:cNvPr>
          <p:cNvSpPr txBox="1"/>
          <p:nvPr>
            <p:custDataLst>
              <p:tags r:id="rId43"/>
            </p:custDataLst>
          </p:nvPr>
        </p:nvSpPr>
        <p:spPr bwMode="gray">
          <a:xfrm>
            <a:off x="63500" y="3619375"/>
            <a:ext cx="1866900" cy="558165"/>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China</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1434-0019</a:t>
            </a:r>
          </a:p>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Ph II</a:t>
            </a:r>
            <a:endParaRPr kumimoji="0" lang="zh-CN" altLang="en-US"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endParaRPr>
          </a:p>
        </p:txBody>
      </p:sp>
      <p:sp>
        <p:nvSpPr>
          <p:cNvPr id="6" name="OTLSHAPE_TB_00000000000000000000000000000000_TodayMarkerShape">
            <a:extLst>
              <a:ext uri="{FF2B5EF4-FFF2-40B4-BE49-F238E27FC236}">
                <a16:creationId xmlns:a16="http://schemas.microsoft.com/office/drawing/2014/main" id="{D53B2030-A83B-91E6-4FCF-168B6EE844CC}"/>
              </a:ext>
            </a:extLst>
          </p:cNvPr>
          <p:cNvSpPr/>
          <p:nvPr>
            <p:custDataLst>
              <p:tags r:id="rId44"/>
            </p:custDataLst>
          </p:nvPr>
        </p:nvSpPr>
        <p:spPr>
          <a:xfrm>
            <a:off x="4990221" y="1589809"/>
            <a:ext cx="76200" cy="84667"/>
          </a:xfrm>
          <a:prstGeom prst="triangle">
            <a:avLst/>
          </a:prstGeom>
          <a:solidFill>
            <a:srgbClr val="FF0000"/>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lumMod val="85000"/>
                </a:schemeClr>
              </a:solidFill>
              <a:effectLst/>
              <a:uLnTx/>
              <a:uFillTx/>
              <a:latin typeface="等线" panose="020F0502020204030204"/>
              <a:ea typeface="等线" panose="02010600030101010101" pitchFamily="2" charset="-122"/>
              <a:cs typeface="+mn-cs"/>
            </a:endParaRPr>
          </a:p>
        </p:txBody>
      </p:sp>
      <p:sp>
        <p:nvSpPr>
          <p:cNvPr id="7" name="OTLSHAPE_TB_00000000000000000000000000000000_TodayMarkerText">
            <a:extLst>
              <a:ext uri="{FF2B5EF4-FFF2-40B4-BE49-F238E27FC236}">
                <a16:creationId xmlns:a16="http://schemas.microsoft.com/office/drawing/2014/main" id="{8E623CFD-B4C5-30AE-A183-F31E37F7E796}"/>
              </a:ext>
            </a:extLst>
          </p:cNvPr>
          <p:cNvSpPr txBox="1"/>
          <p:nvPr>
            <p:custDataLst>
              <p:tags r:id="rId45"/>
            </p:custDataLst>
          </p:nvPr>
        </p:nvSpPr>
        <p:spPr>
          <a:xfrm>
            <a:off x="4846378" y="1674476"/>
            <a:ext cx="368300" cy="186055"/>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1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rPr>
              <a:t>Today</a:t>
            </a:r>
            <a:endParaRPr kumimoji="0" lang="zh-CN" altLang="en-US" sz="1200" b="0" i="0" u="none" strike="noStrike" kern="1200" cap="none" spc="-1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endParaRPr>
          </a:p>
        </p:txBody>
      </p:sp>
      <p:sp>
        <p:nvSpPr>
          <p:cNvPr id="8" name="OTLSHAPE_TB_00000000000000000000000000000000_TimescaleInterval1">
            <a:extLst>
              <a:ext uri="{FF2B5EF4-FFF2-40B4-BE49-F238E27FC236}">
                <a16:creationId xmlns:a16="http://schemas.microsoft.com/office/drawing/2014/main" id="{1D880C26-7ED6-7E39-22C5-91C79BAA157D}"/>
              </a:ext>
            </a:extLst>
          </p:cNvPr>
          <p:cNvSpPr txBox="1"/>
          <p:nvPr>
            <p:custDataLst>
              <p:tags r:id="rId46"/>
            </p:custDataLst>
          </p:nvPr>
        </p:nvSpPr>
        <p:spPr>
          <a:xfrm>
            <a:off x="2120900" y="1369782"/>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2025</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0" name="OTLSHAPE_TB_00000000000000000000000000000000_TimescaleInterval2">
            <a:extLst>
              <a:ext uri="{FF2B5EF4-FFF2-40B4-BE49-F238E27FC236}">
                <a16:creationId xmlns:a16="http://schemas.microsoft.com/office/drawing/2014/main" id="{CC9A0F86-1B79-25E8-C377-A5B96013D03C}"/>
              </a:ext>
            </a:extLst>
          </p:cNvPr>
          <p:cNvSpPr txBox="1"/>
          <p:nvPr>
            <p:custDataLst>
              <p:tags r:id="rId47"/>
            </p:custDataLst>
          </p:nvPr>
        </p:nvSpPr>
        <p:spPr>
          <a:xfrm>
            <a:off x="4441844" y="1369782"/>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2026</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2" name="OTLSHAPE_TB_00000000000000000000000000000000_TimescaleInterval3">
            <a:extLst>
              <a:ext uri="{FF2B5EF4-FFF2-40B4-BE49-F238E27FC236}">
                <a16:creationId xmlns:a16="http://schemas.microsoft.com/office/drawing/2014/main" id="{9859ED05-1259-71CD-E240-749E09DFCCC1}"/>
              </a:ext>
            </a:extLst>
          </p:cNvPr>
          <p:cNvSpPr txBox="1"/>
          <p:nvPr>
            <p:custDataLst>
              <p:tags r:id="rId48"/>
            </p:custDataLst>
          </p:nvPr>
        </p:nvSpPr>
        <p:spPr>
          <a:xfrm>
            <a:off x="6762788" y="1369782"/>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2027</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4" name="OTLSHAPE_TB_00000000000000000000000000000000_TimescaleInterval4">
            <a:extLst>
              <a:ext uri="{FF2B5EF4-FFF2-40B4-BE49-F238E27FC236}">
                <a16:creationId xmlns:a16="http://schemas.microsoft.com/office/drawing/2014/main" id="{50D3CE5D-D9D7-579D-9975-B2DCC3AC6BEA}"/>
              </a:ext>
            </a:extLst>
          </p:cNvPr>
          <p:cNvSpPr txBox="1"/>
          <p:nvPr>
            <p:custDataLst>
              <p:tags r:id="rId49"/>
            </p:custDataLst>
          </p:nvPr>
        </p:nvSpPr>
        <p:spPr>
          <a:xfrm>
            <a:off x="9083732" y="1369782"/>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rPr>
              <a:t>2028</a:t>
            </a:r>
            <a:endParaRPr kumimoji="0" lang="zh-CN" altLang="en-US" sz="1200" b="0" i="0" u="none" strike="noStrike" kern="1200" cap="none" spc="-20" normalizeH="0" baseline="0" noProof="0">
              <a:ln>
                <a:noFill/>
              </a:ln>
              <a:solidFill>
                <a:prstClr val="white"/>
              </a:solidFill>
              <a:effectLst/>
              <a:uLnTx/>
              <a:uFillTx/>
              <a:latin typeface="Calibri" panose="020F0502020204030204" pitchFamily="34" charset="0"/>
              <a:ea typeface="等线" panose="02010600030101010101" pitchFamily="2" charset="-122"/>
              <a:cs typeface="+mn-cs"/>
            </a:endParaRPr>
          </a:p>
        </p:txBody>
      </p:sp>
      <p:sp>
        <p:nvSpPr>
          <p:cNvPr id="141" name="OTLSHAPE_SLT_5e89ef62d6b243098418287a9f5312b4_JoinedDate">
            <a:extLst>
              <a:ext uri="{FF2B5EF4-FFF2-40B4-BE49-F238E27FC236}">
                <a16:creationId xmlns:a16="http://schemas.microsoft.com/office/drawing/2014/main" id="{34762BB1-7561-9578-981B-1198055F0C0B}"/>
              </a:ext>
            </a:extLst>
          </p:cNvPr>
          <p:cNvSpPr txBox="1"/>
          <p:nvPr>
            <p:custDataLst>
              <p:tags r:id="rId50"/>
            </p:custDataLst>
          </p:nvPr>
        </p:nvSpPr>
        <p:spPr>
          <a:xfrm>
            <a:off x="4262275" y="3820945"/>
            <a:ext cx="939800" cy="15502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rPr>
              <a:t>5/17/26 - 8/14/26</a:t>
            </a:r>
            <a:endParaRPr kumimoji="0" lang="zh-CN" altLang="en-US"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endParaRPr>
          </a:p>
        </p:txBody>
      </p:sp>
      <p:sp>
        <p:nvSpPr>
          <p:cNvPr id="142" name="OTLSHAPE_SLT_5e89ef62d6b243098418287a9f5312b4_Title">
            <a:extLst>
              <a:ext uri="{FF2B5EF4-FFF2-40B4-BE49-F238E27FC236}">
                <a16:creationId xmlns:a16="http://schemas.microsoft.com/office/drawing/2014/main" id="{D99878E4-440B-6711-77FD-34A68D03B408}"/>
              </a:ext>
            </a:extLst>
          </p:cNvPr>
          <p:cNvSpPr txBox="1"/>
          <p:nvPr>
            <p:custDataLst>
              <p:tags r:id="rId51"/>
            </p:custDataLst>
          </p:nvPr>
        </p:nvSpPr>
        <p:spPr>
          <a:xfrm>
            <a:off x="5866217" y="3813198"/>
            <a:ext cx="723900" cy="170519"/>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1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rPr>
              <a:t>CTA sub-app</a:t>
            </a:r>
            <a:endParaRPr kumimoji="0" lang="zh-CN" altLang="en-US" sz="1100" b="1" i="0" u="none" strike="noStrike" kern="1200" cap="none" spc="-1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endParaRPr>
          </a:p>
        </p:txBody>
      </p:sp>
      <p:sp>
        <p:nvSpPr>
          <p:cNvPr id="56" name="OTLSHAPE_SLT_204ac9d9291f49b98f02dce0efc777e3_JoinedDate">
            <a:extLst>
              <a:ext uri="{FF2B5EF4-FFF2-40B4-BE49-F238E27FC236}">
                <a16:creationId xmlns:a16="http://schemas.microsoft.com/office/drawing/2014/main" id="{AE234F4C-BCD8-3506-2EA9-6F2C3FA0973F}"/>
              </a:ext>
            </a:extLst>
          </p:cNvPr>
          <p:cNvSpPr txBox="1"/>
          <p:nvPr>
            <p:custDataLst>
              <p:tags r:id="rId52"/>
            </p:custDataLst>
          </p:nvPr>
        </p:nvSpPr>
        <p:spPr>
          <a:xfrm>
            <a:off x="3057935" y="3587494"/>
            <a:ext cx="1195797" cy="15388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rPr>
              <a:t>19/12/25 – 30/1/26</a:t>
            </a:r>
            <a:endParaRPr kumimoji="0" lang="zh-CN" altLang="en-US"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endParaRPr>
          </a:p>
        </p:txBody>
      </p:sp>
      <p:sp>
        <p:nvSpPr>
          <p:cNvPr id="57" name="OTLSHAPE_SLT_204ac9d9291f49b98f02dce0efc777e3_Title">
            <a:extLst>
              <a:ext uri="{FF2B5EF4-FFF2-40B4-BE49-F238E27FC236}">
                <a16:creationId xmlns:a16="http://schemas.microsoft.com/office/drawing/2014/main" id="{433733BE-418E-D1F6-BDD4-86C4470DE476}"/>
              </a:ext>
            </a:extLst>
          </p:cNvPr>
          <p:cNvSpPr txBox="1"/>
          <p:nvPr>
            <p:custDataLst>
              <p:tags r:id="rId53"/>
            </p:custDataLst>
          </p:nvPr>
        </p:nvSpPr>
        <p:spPr>
          <a:xfrm>
            <a:off x="4619902" y="3579179"/>
            <a:ext cx="1333500" cy="170519"/>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rPr>
              <a:t>pre-IND sub - feedback</a:t>
            </a:r>
            <a:endParaRPr kumimoji="0" lang="zh-CN" altLang="en-US" sz="1100" b="1" i="0" u="none" strike="noStrike" kern="1200" cap="none" spc="-2" normalizeH="0" baseline="0" noProof="0">
              <a:ln>
                <a:noFill/>
              </a:ln>
              <a:solidFill>
                <a:schemeClr val="bg1">
                  <a:lumMod val="85000"/>
                </a:schemeClr>
              </a:solidFill>
              <a:effectLst/>
              <a:uLnTx/>
              <a:uFillTx/>
              <a:latin typeface="Calibri" panose="020F0502020204030204" pitchFamily="34" charset="0"/>
              <a:ea typeface="等线" panose="02010600030101010101" pitchFamily="2" charset="-122"/>
              <a:cs typeface="+mn-cs"/>
            </a:endParaRPr>
          </a:p>
        </p:txBody>
      </p:sp>
      <p:sp>
        <p:nvSpPr>
          <p:cNvPr id="20" name="OTLSHAPE_SLM_f3e8c6c9fbc84b2099f828fe09da3cd6_Title">
            <a:extLst>
              <a:ext uri="{FF2B5EF4-FFF2-40B4-BE49-F238E27FC236}">
                <a16:creationId xmlns:a16="http://schemas.microsoft.com/office/drawing/2014/main" id="{3D71882A-5458-566B-4E57-F5E2D2E64018}"/>
              </a:ext>
            </a:extLst>
          </p:cNvPr>
          <p:cNvSpPr txBox="1"/>
          <p:nvPr>
            <p:custDataLst>
              <p:tags r:id="rId54"/>
            </p:custDataLst>
          </p:nvPr>
        </p:nvSpPr>
        <p:spPr bwMode="gray">
          <a:xfrm>
            <a:off x="3896337" y="2468636"/>
            <a:ext cx="1041400" cy="21499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rPr>
              <a:t>Final CTA package</a:t>
            </a:r>
            <a:endParaRPr kumimoji="0" lang="zh-CN" altLang="en-US"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21" name="OTLSHAPE_SLM_f3e8c6c9fbc84b2099f828fe09da3cd6_Date">
            <a:extLst>
              <a:ext uri="{FF2B5EF4-FFF2-40B4-BE49-F238E27FC236}">
                <a16:creationId xmlns:a16="http://schemas.microsoft.com/office/drawing/2014/main" id="{C1B972F9-460B-42F4-0352-1ED940EBDBBA}"/>
              </a:ext>
            </a:extLst>
          </p:cNvPr>
          <p:cNvSpPr txBox="1"/>
          <p:nvPr>
            <p:custDataLst>
              <p:tags r:id="rId55"/>
            </p:custDataLst>
          </p:nvPr>
        </p:nvSpPr>
        <p:spPr bwMode="gray">
          <a:xfrm>
            <a:off x="4505302" y="2641187"/>
            <a:ext cx="4318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1"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rPr>
              <a:t>4/10/26</a:t>
            </a:r>
            <a:endParaRPr kumimoji="0" lang="zh-CN" altLang="en-US" sz="1000" b="1"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72" name="OTLSHAPE_SLT_1dbae2abd791421e828722a5193e8d48_JoinedDate">
            <a:extLst>
              <a:ext uri="{FF2B5EF4-FFF2-40B4-BE49-F238E27FC236}">
                <a16:creationId xmlns:a16="http://schemas.microsoft.com/office/drawing/2014/main" id="{4D818D8D-EAEC-CF49-9E9F-F56EC579A8A9}"/>
              </a:ext>
            </a:extLst>
          </p:cNvPr>
          <p:cNvSpPr txBox="1"/>
          <p:nvPr>
            <p:custDataLst>
              <p:tags r:id="rId56"/>
            </p:custDataLst>
          </p:nvPr>
        </p:nvSpPr>
        <p:spPr bwMode="gray">
          <a:xfrm>
            <a:off x="4453037" y="2867458"/>
            <a:ext cx="9398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mn-ea"/>
                <a:cs typeface="+mn-cs"/>
              </a:rPr>
              <a:t>6/16/26 - 7/26/27</a:t>
            </a:r>
            <a:endParaRPr kumimoji="0" lang="zh-CN" altLang="en-US"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74" name="OTLSHAPE_SLT_1dbae2abd791421e828722a5193e8d48_Title">
            <a:extLst>
              <a:ext uri="{FF2B5EF4-FFF2-40B4-BE49-F238E27FC236}">
                <a16:creationId xmlns:a16="http://schemas.microsoft.com/office/drawing/2014/main" id="{31CF2253-174B-2C6C-9B11-C590FED06D29}"/>
              </a:ext>
            </a:extLst>
          </p:cNvPr>
          <p:cNvSpPr txBox="1"/>
          <p:nvPr>
            <p:custDataLst>
              <p:tags r:id="rId57"/>
            </p:custDataLst>
          </p:nvPr>
        </p:nvSpPr>
        <p:spPr bwMode="gray">
          <a:xfrm>
            <a:off x="8066345" y="2857679"/>
            <a:ext cx="4826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rPr>
              <a:t>FSS- LSS</a:t>
            </a:r>
            <a:endParaRPr kumimoji="0" lang="zh-CN" altLang="en-US"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25" name="OTLSHAPE_SLM_fe1fb872a36c48858ffc587a0fdc0874_Title">
            <a:extLst>
              <a:ext uri="{FF2B5EF4-FFF2-40B4-BE49-F238E27FC236}">
                <a16:creationId xmlns:a16="http://schemas.microsoft.com/office/drawing/2014/main" id="{71C273FD-FE06-80CE-2E89-E0EDDBFBE4CE}"/>
              </a:ext>
            </a:extLst>
          </p:cNvPr>
          <p:cNvSpPr txBox="1"/>
          <p:nvPr>
            <p:custDataLst>
              <p:tags r:id="rId58"/>
            </p:custDataLst>
          </p:nvPr>
        </p:nvSpPr>
        <p:spPr bwMode="gray">
          <a:xfrm>
            <a:off x="3331723" y="2079593"/>
            <a:ext cx="698500" cy="21499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4" normalizeH="0" baseline="0" noProof="0">
                <a:ln>
                  <a:noFill/>
                </a:ln>
                <a:solidFill>
                  <a:schemeClr val="bg1">
                    <a:lumMod val="85000"/>
                  </a:schemeClr>
                </a:solidFill>
                <a:effectLst/>
                <a:uLnTx/>
                <a:uFillTx/>
                <a:latin typeface="Calibri" panose="020F0502020204030204" pitchFamily="34" charset="0"/>
                <a:ea typeface="+mn-ea"/>
                <a:cs typeface="+mn-cs"/>
              </a:rPr>
              <a:t>pre-IND sub</a:t>
            </a:r>
            <a:endParaRPr kumimoji="0" lang="zh-CN" altLang="en-US" sz="1100" b="1" i="0" u="none" strike="noStrike" kern="1200" cap="none" spc="-4"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28" name="OTLSHAPE_SLM_fe1fb872a36c48858ffc587a0fdc0874_Date">
            <a:extLst>
              <a:ext uri="{FF2B5EF4-FFF2-40B4-BE49-F238E27FC236}">
                <a16:creationId xmlns:a16="http://schemas.microsoft.com/office/drawing/2014/main" id="{0727007D-5144-9A00-4BD3-56981DF8EE2A}"/>
              </a:ext>
            </a:extLst>
          </p:cNvPr>
          <p:cNvSpPr txBox="1"/>
          <p:nvPr>
            <p:custDataLst>
              <p:tags r:id="rId59"/>
            </p:custDataLst>
          </p:nvPr>
        </p:nvSpPr>
        <p:spPr bwMode="gray">
          <a:xfrm>
            <a:off x="3537970" y="2252143"/>
            <a:ext cx="495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rPr>
              <a:t>11/26/25</a:t>
            </a:r>
            <a:endParaRPr kumimoji="0" lang="zh-CN" altLang="en-US" sz="1000" b="0"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60" name="OTLSHAPE_SLM_7d4b5d9add5b412dbe1f9d81c3a1220c_Title">
            <a:extLst>
              <a:ext uri="{FF2B5EF4-FFF2-40B4-BE49-F238E27FC236}">
                <a16:creationId xmlns:a16="http://schemas.microsoft.com/office/drawing/2014/main" id="{40DE28D1-6658-55C2-E784-0F04E94CF836}"/>
              </a:ext>
            </a:extLst>
          </p:cNvPr>
          <p:cNvSpPr txBox="1"/>
          <p:nvPr>
            <p:custDataLst>
              <p:tags r:id="rId60"/>
            </p:custDataLst>
          </p:nvPr>
        </p:nvSpPr>
        <p:spPr bwMode="gray">
          <a:xfrm>
            <a:off x="9064163" y="3091698"/>
            <a:ext cx="622300" cy="214995"/>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rPr>
              <a:t>key results</a:t>
            </a:r>
            <a:endParaRPr kumimoji="0" lang="zh-CN" altLang="en-US" sz="1100" b="1" i="0" u="none" strike="noStrike" kern="1200" cap="none" spc="-10"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61" name="OTLSHAPE_SLM_7d4b5d9add5b412dbe1f9d81c3a1220c_Date">
            <a:extLst>
              <a:ext uri="{FF2B5EF4-FFF2-40B4-BE49-F238E27FC236}">
                <a16:creationId xmlns:a16="http://schemas.microsoft.com/office/drawing/2014/main" id="{34A85395-1647-01AF-170F-ABE16F115D86}"/>
              </a:ext>
            </a:extLst>
          </p:cNvPr>
          <p:cNvSpPr txBox="1"/>
          <p:nvPr>
            <p:custDataLst>
              <p:tags r:id="rId61"/>
            </p:custDataLst>
          </p:nvPr>
        </p:nvSpPr>
        <p:spPr bwMode="gray">
          <a:xfrm>
            <a:off x="9326037" y="3264249"/>
            <a:ext cx="368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rPr>
              <a:t>5/4/28</a:t>
            </a:r>
            <a:endParaRPr kumimoji="0" lang="zh-CN" altLang="en-US" sz="1000" b="0"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17" name="OTLSHAPE_SLT_19b1abb07db4433f9f88502e25b2efb6_Duration" hidden="1">
            <a:extLst>
              <a:ext uri="{FF2B5EF4-FFF2-40B4-BE49-F238E27FC236}">
                <a16:creationId xmlns:a16="http://schemas.microsoft.com/office/drawing/2014/main" id="{40BC65F0-87B7-6907-094A-DF89F23D2091}"/>
              </a:ext>
            </a:extLst>
          </p:cNvPr>
          <p:cNvSpPr txBox="1"/>
          <p:nvPr>
            <p:custDataLst>
              <p:tags r:id="rId62"/>
            </p:custDataLst>
          </p:nvPr>
        </p:nvSpPr>
        <p:spPr bwMode="gray">
          <a:xfrm>
            <a:off x="12700" y="-573390"/>
            <a:ext cx="4572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179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8" name="OTLSHAPE_SLT_19b1abb07db4433f9f88502e25b2efb6_TextPercentage" hidden="1">
            <a:extLst>
              <a:ext uri="{FF2B5EF4-FFF2-40B4-BE49-F238E27FC236}">
                <a16:creationId xmlns:a16="http://schemas.microsoft.com/office/drawing/2014/main" id="{8BC7565A-4573-498A-59C5-A29F7531F5A7}"/>
              </a:ext>
            </a:extLst>
          </p:cNvPr>
          <p:cNvSpPr txBox="1"/>
          <p:nvPr>
            <p:custDataLst>
              <p:tags r:id="rId6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23" name="OTLSHAPE_SLT_19b1abb07db4433f9f88502e25b2efb6_StartDate" hidden="1">
            <a:extLst>
              <a:ext uri="{FF2B5EF4-FFF2-40B4-BE49-F238E27FC236}">
                <a16:creationId xmlns:a16="http://schemas.microsoft.com/office/drawing/2014/main" id="{2DD348FA-7DC5-F943-1129-33F4BFC447E5}"/>
              </a:ext>
            </a:extLst>
          </p:cNvPr>
          <p:cNvSpPr txBox="1"/>
          <p:nvPr>
            <p:custDataLst>
              <p:tags r:id="rId6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26" name="OTLSHAPE_SLT_19b1abb07db4433f9f88502e25b2efb6_EndDate" hidden="1">
            <a:extLst>
              <a:ext uri="{FF2B5EF4-FFF2-40B4-BE49-F238E27FC236}">
                <a16:creationId xmlns:a16="http://schemas.microsoft.com/office/drawing/2014/main" id="{B677ACFA-ECFE-68D9-B58B-DF3C0908E1F2}"/>
              </a:ext>
            </a:extLst>
          </p:cNvPr>
          <p:cNvSpPr txBox="1"/>
          <p:nvPr>
            <p:custDataLst>
              <p:tags r:id="rId65"/>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27" name="OTLSHAPE_SLT_19b1abb07db4433f9f88502e25b2efb6_JoinedDate">
            <a:extLst>
              <a:ext uri="{FF2B5EF4-FFF2-40B4-BE49-F238E27FC236}">
                <a16:creationId xmlns:a16="http://schemas.microsoft.com/office/drawing/2014/main" id="{D1C68C9B-19E2-DF14-42F2-F0E4C0319169}"/>
              </a:ext>
            </a:extLst>
          </p:cNvPr>
          <p:cNvSpPr txBox="1"/>
          <p:nvPr>
            <p:custDataLst>
              <p:tags r:id="rId66"/>
            </p:custDataLst>
          </p:nvPr>
        </p:nvSpPr>
        <p:spPr bwMode="gray">
          <a:xfrm>
            <a:off x="5367896" y="4034758"/>
            <a:ext cx="1003300" cy="195438"/>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mn-ea"/>
                <a:cs typeface="+mn-cs"/>
              </a:rPr>
              <a:t>11/17/26 - 7/26/27</a:t>
            </a:r>
            <a:endParaRPr kumimoji="0" lang="zh-CN" altLang="en-US" sz="1000" b="0" i="0" u="none" strike="noStrike" kern="1200" cap="none" spc="-6" normalizeH="0" baseline="0" noProof="0">
              <a:ln>
                <a:noFill/>
              </a:ln>
              <a:solidFill>
                <a:schemeClr val="bg1">
                  <a:lumMod val="85000"/>
                </a:schemeClr>
              </a:solidFill>
              <a:effectLst/>
              <a:uLnTx/>
              <a:uFillTx/>
              <a:latin typeface="Calibri" panose="020F0502020204030204" pitchFamily="34" charset="0"/>
              <a:ea typeface="+mn-ea"/>
              <a:cs typeface="+mn-cs"/>
            </a:endParaRPr>
          </a:p>
        </p:txBody>
      </p:sp>
      <p:sp>
        <p:nvSpPr>
          <p:cNvPr id="32" name="OTLSHAPE_SLT_19b1abb07db4433f9f88502e25b2efb6_Title">
            <a:extLst>
              <a:ext uri="{FF2B5EF4-FFF2-40B4-BE49-F238E27FC236}">
                <a16:creationId xmlns:a16="http://schemas.microsoft.com/office/drawing/2014/main" id="{D2EB5E10-C56A-22C1-F1D7-FB98A2EB6A1B}"/>
              </a:ext>
            </a:extLst>
          </p:cNvPr>
          <p:cNvSpPr txBox="1"/>
          <p:nvPr>
            <p:custDataLst>
              <p:tags r:id="rId67"/>
            </p:custDataLst>
          </p:nvPr>
        </p:nvSpPr>
        <p:spPr bwMode="gray">
          <a:xfrm>
            <a:off x="8066345" y="4024979"/>
            <a:ext cx="508000"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rPr>
              <a:t>fSIV- LSS</a:t>
            </a:r>
            <a:endParaRPr kumimoji="0" lang="zh-CN" altLang="en-US" sz="1100" b="1" i="0" u="none" strike="noStrike" kern="1200" cap="none" spc="-8" normalizeH="0" baseline="0" noProof="0">
              <a:ln>
                <a:noFill/>
              </a:ln>
              <a:solidFill>
                <a:schemeClr val="bg1">
                  <a:lumMod val="85000"/>
                </a:schemeClr>
              </a:solidFill>
              <a:effectLst/>
              <a:uLnTx/>
              <a:uFillTx/>
              <a:latin typeface="Calibri" panose="020F0502020204030204" pitchFamily="34" charset="0"/>
              <a:ea typeface="+mn-ea"/>
              <a:cs typeface="+mn-cs"/>
            </a:endParaRPr>
          </a:p>
        </p:txBody>
      </p:sp>
      <p:cxnSp>
        <p:nvCxnSpPr>
          <p:cNvPr id="9" name="OTLSHAPE_TB_00000000000000000000000000000000_Separator1">
            <a:extLst>
              <a:ext uri="{FF2B5EF4-FFF2-40B4-BE49-F238E27FC236}">
                <a16:creationId xmlns:a16="http://schemas.microsoft.com/office/drawing/2014/main" id="{F0791CAE-3F6E-6966-7A41-A1B0FCC4CE11}"/>
              </a:ext>
            </a:extLst>
          </p:cNvPr>
          <p:cNvCxnSpPr/>
          <p:nvPr>
            <p:custDataLst>
              <p:tags r:id="rId68"/>
            </p:custDataLst>
          </p:nvPr>
        </p:nvCxnSpPr>
        <p:spPr>
          <a:xfrm>
            <a:off x="4378344" y="1373909"/>
            <a:ext cx="0" cy="177800"/>
          </a:xfrm>
          <a:prstGeom prst="line">
            <a:avLst/>
          </a:prstGeom>
          <a:ln w="9525"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OTLSHAPE_TB_00000000000000000000000000000000_Separator2">
            <a:extLst>
              <a:ext uri="{FF2B5EF4-FFF2-40B4-BE49-F238E27FC236}">
                <a16:creationId xmlns:a16="http://schemas.microsoft.com/office/drawing/2014/main" id="{528AE0E9-4330-385F-A359-006B1C77E59C}"/>
              </a:ext>
            </a:extLst>
          </p:cNvPr>
          <p:cNvCxnSpPr/>
          <p:nvPr>
            <p:custDataLst>
              <p:tags r:id="rId69"/>
            </p:custDataLst>
          </p:nvPr>
        </p:nvCxnSpPr>
        <p:spPr>
          <a:xfrm>
            <a:off x="6699288" y="1373909"/>
            <a:ext cx="0" cy="177800"/>
          </a:xfrm>
          <a:prstGeom prst="line">
            <a:avLst/>
          </a:prstGeom>
          <a:ln w="9525"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OTLSHAPE_TB_00000000000000000000000000000000_Separator3">
            <a:extLst>
              <a:ext uri="{FF2B5EF4-FFF2-40B4-BE49-F238E27FC236}">
                <a16:creationId xmlns:a16="http://schemas.microsoft.com/office/drawing/2014/main" id="{E60F8965-7021-B26E-9D79-974DBAF20288}"/>
              </a:ext>
            </a:extLst>
          </p:cNvPr>
          <p:cNvCxnSpPr/>
          <p:nvPr>
            <p:custDataLst>
              <p:tags r:id="rId70"/>
            </p:custDataLst>
          </p:nvPr>
        </p:nvCxnSpPr>
        <p:spPr>
          <a:xfrm>
            <a:off x="9020232" y="1373909"/>
            <a:ext cx="0" cy="177800"/>
          </a:xfrm>
          <a:prstGeom prst="line">
            <a:avLst/>
          </a:prstGeom>
          <a:ln w="9525"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标题 87">
            <a:extLst>
              <a:ext uri="{FF2B5EF4-FFF2-40B4-BE49-F238E27FC236}">
                <a16:creationId xmlns:a16="http://schemas.microsoft.com/office/drawing/2014/main" id="{85A3296D-06F1-AAD4-0191-7EED5AD8E0BD}"/>
              </a:ext>
            </a:extLst>
          </p:cNvPr>
          <p:cNvSpPr txBox="1">
            <a:spLocks/>
          </p:cNvSpPr>
          <p:nvPr/>
        </p:nvSpPr>
        <p:spPr bwMode="gray">
          <a:xfrm>
            <a:off x="249641" y="410916"/>
            <a:ext cx="11233151"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lvl="0">
              <a:defRPr/>
            </a:pPr>
            <a:r>
              <a:rPr lang="en-US" altLang="zh-CN" err="1">
                <a:solidFill>
                  <a:schemeClr val="tx1"/>
                </a:solidFill>
              </a:rPr>
              <a:t>Apecotrep</a:t>
            </a:r>
            <a:r>
              <a:rPr lang="en-US" altLang="zh-CN">
                <a:solidFill>
                  <a:schemeClr val="tx1"/>
                </a:solidFill>
              </a:rPr>
              <a:t> </a:t>
            </a:r>
            <a:r>
              <a:rPr kumimoji="0" lang="en-US" altLang="zh-CN" sz="2500" b="1" i="0" u="none" kern="1200" cap="none" spc="0" normalizeH="0" baseline="0" noProof="0">
                <a:ln>
                  <a:noFill/>
                </a:ln>
                <a:solidFill>
                  <a:schemeClr val="tx1"/>
                </a:solidFill>
                <a:effectLst/>
                <a:uLnTx/>
                <a:uFillTx/>
                <a:latin typeface="Boehringer Forward Head"/>
                <a:ea typeface="+mj-ea"/>
                <a:cs typeface="+mj-cs"/>
              </a:rPr>
              <a:t>(TRPC6i), DMD Development Plan — </a:t>
            </a:r>
            <a:r>
              <a:rPr kumimoji="0" lang="en-US" altLang="zh-CN" sz="2500" b="1" i="0" u="none" kern="1200" cap="none" spc="0" normalizeH="0" baseline="0" noProof="0">
                <a:ln>
                  <a:noFill/>
                </a:ln>
                <a:solidFill>
                  <a:srgbClr val="FF0000"/>
                </a:solidFill>
                <a:effectLst/>
                <a:uLnTx/>
                <a:uFillTx/>
                <a:latin typeface="Boehringer Forward Head"/>
                <a:ea typeface="+mj-ea"/>
                <a:cs typeface="+mj-cs"/>
              </a:rPr>
              <a:t>Terminated</a:t>
            </a:r>
            <a:endParaRPr kumimoji="0" lang="zh-CN" altLang="en-US" sz="2500" b="1" i="0" u="none" kern="1200" cap="none" spc="0" normalizeH="0" baseline="0" noProof="0">
              <a:ln>
                <a:noFill/>
              </a:ln>
              <a:solidFill>
                <a:srgbClr val="FF0000"/>
              </a:solidFill>
              <a:effectLst/>
              <a:uLnTx/>
              <a:uFillTx/>
              <a:latin typeface="Boehringer Forward Head"/>
              <a:ea typeface="+mj-ea"/>
              <a:cs typeface="+mj-cs"/>
            </a:endParaRPr>
          </a:p>
        </p:txBody>
      </p:sp>
      <p:sp>
        <p:nvSpPr>
          <p:cNvPr id="58" name="文本框 57">
            <a:extLst>
              <a:ext uri="{FF2B5EF4-FFF2-40B4-BE49-F238E27FC236}">
                <a16:creationId xmlns:a16="http://schemas.microsoft.com/office/drawing/2014/main" id="{01D38303-C1BD-0D19-4AC8-6D9F23BD5A3B}"/>
              </a:ext>
            </a:extLst>
          </p:cNvPr>
          <p:cNvSpPr txBox="1"/>
          <p:nvPr/>
        </p:nvSpPr>
        <p:spPr bwMode="gray">
          <a:xfrm>
            <a:off x="953173" y="4374157"/>
            <a:ext cx="10659305" cy="1482906"/>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srgbClr val="B7B6B2"/>
                </a:solidFill>
                <a:effectLst/>
                <a:uLnTx/>
                <a:uFillTx/>
                <a:latin typeface="Boehringer Forward Text"/>
                <a:ea typeface="+mn-ea"/>
                <a:cs typeface="+mn-cs"/>
              </a:rPr>
              <a:t>Pre-IND</a:t>
            </a:r>
            <a:r>
              <a:rPr kumimoji="0" lang="en-US" altLang="zh-CN" sz="1400" i="0" u="none" strike="noStrike" kern="1200" cap="none" spc="0" normalizeH="0" baseline="0" noProof="0">
                <a:ln>
                  <a:noFill/>
                </a:ln>
                <a:solidFill>
                  <a:srgbClr val="B7B6B2"/>
                </a:solidFill>
                <a:effectLst/>
                <a:uLnTx/>
                <a:uFillTx/>
                <a:latin typeface="Boehringer Forward Text"/>
                <a:ea typeface="+mn-ea"/>
                <a:cs typeface="+mn-cs"/>
              </a:rPr>
              <a:t> submitted </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on 19-Dec-2025, and </a:t>
            </a:r>
            <a:r>
              <a:rPr kumimoji="0" lang="en-US" altLang="zh-CN" sz="1400" b="0" i="0" u="none" strike="noStrike" kern="1200" cap="none" spc="0" normalizeH="0" baseline="0" noProof="0" err="1">
                <a:ln>
                  <a:noFill/>
                </a:ln>
                <a:solidFill>
                  <a:srgbClr val="B7B6B2"/>
                </a:solidFill>
                <a:effectLst/>
                <a:uLnTx/>
                <a:uFillTx/>
                <a:latin typeface="Boehringer Forward Text"/>
                <a:ea typeface="+mn-ea"/>
                <a:cs typeface="+mn-cs"/>
              </a:rPr>
              <a:t>fe</a:t>
            </a:r>
            <a:r>
              <a:rPr lang="en-US" altLang="zh-CN" sz="1400" err="1">
                <a:solidFill>
                  <a:srgbClr val="B7B6B2"/>
                </a:solidFill>
                <a:latin typeface="Boehringer Forward Text"/>
              </a:rPr>
              <a:t>edback</a:t>
            </a:r>
            <a:r>
              <a:rPr lang="en-US" altLang="zh-CN" sz="1400">
                <a:solidFill>
                  <a:srgbClr val="B7B6B2"/>
                </a:solidFill>
                <a:latin typeface="Boehringer Forward Text"/>
              </a:rPr>
              <a:t> received on 12 Jan without critical comments </a:t>
            </a:r>
          </a:p>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lang="en-US" altLang="zh-CN" sz="1400" b="1">
                <a:solidFill>
                  <a:srgbClr val="B7B6B2"/>
                </a:solidFill>
                <a:latin typeface="Boehringer Forward Text"/>
              </a:rPr>
              <a:t>Final TDO </a:t>
            </a:r>
            <a:r>
              <a:rPr lang="en-US" altLang="zh-CN" sz="1400">
                <a:solidFill>
                  <a:srgbClr val="B7B6B2"/>
                </a:solidFill>
                <a:latin typeface="Boehringer Forward Text"/>
              </a:rPr>
              <a:t>was completed on </a:t>
            </a:r>
            <a:r>
              <a:rPr lang="en-US" altLang="zh-CN" sz="1400" b="1">
                <a:solidFill>
                  <a:srgbClr val="B7B6B2"/>
                </a:solidFill>
                <a:latin typeface="Boehringer Forward Text"/>
              </a:rPr>
              <a:t>24Feb2026. </a:t>
            </a:r>
            <a:r>
              <a:rPr lang="en-US" altLang="zh-CN" sz="1400">
                <a:solidFill>
                  <a:srgbClr val="B7B6B2"/>
                </a:solidFill>
                <a:latin typeface="Boehringer Forward Text"/>
              </a:rPr>
              <a:t>Global allocated </a:t>
            </a:r>
            <a:r>
              <a:rPr lang="en-US" altLang="zh-CN" sz="1400" b="1">
                <a:solidFill>
                  <a:srgbClr val="B7B6B2"/>
                </a:solidFill>
                <a:latin typeface="Boehringer Forward Text"/>
              </a:rPr>
              <a:t>4 sites &amp; 3 pts in Chinese Mainland; 1 site &amp; 2 pts in HK. </a:t>
            </a:r>
          </a:p>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srgbClr val="B7B6B2"/>
                </a:solidFill>
                <a:effectLst/>
                <a:uLnTx/>
                <a:uFillTx/>
                <a:latin typeface="Boehringer Forward Text"/>
                <a:ea typeface="+mn-ea"/>
                <a:cs typeface="+mn-cs"/>
              </a:rPr>
              <a:t>Leading PI selection </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under discussion (</a:t>
            </a:r>
            <a:r>
              <a:rPr kumimoji="0" lang="zh-CN" altLang="en-US" sz="1400" b="0" i="0" u="none" strike="noStrike" kern="1200" cap="none" spc="0" normalizeH="0" baseline="0" noProof="0">
                <a:ln>
                  <a:noFill/>
                </a:ln>
                <a:solidFill>
                  <a:srgbClr val="B7B6B2"/>
                </a:solidFill>
                <a:effectLst/>
                <a:uLnTx/>
                <a:uFillTx/>
                <a:latin typeface="Boehringer Forward Text"/>
                <a:ea typeface="+mn-ea"/>
                <a:cs typeface="+mn-cs"/>
              </a:rPr>
              <a:t>北京协和</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a:t>
            </a:r>
            <a:r>
              <a:rPr kumimoji="0" lang="zh-CN" altLang="en-US" sz="1400" b="0" i="0" u="none" strike="noStrike" kern="1200" cap="none" spc="0" normalizeH="0" baseline="0" noProof="0">
                <a:ln>
                  <a:noFill/>
                </a:ln>
                <a:solidFill>
                  <a:srgbClr val="B7B6B2"/>
                </a:solidFill>
                <a:effectLst/>
                <a:uLnTx/>
                <a:uFillTx/>
                <a:latin typeface="Boehringer Forward Text"/>
                <a:ea typeface="+mn-ea"/>
                <a:cs typeface="+mn-cs"/>
              </a:rPr>
              <a:t>戴毅；北京儿童医院</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a:t>
            </a:r>
            <a:r>
              <a:rPr kumimoji="0" lang="zh-CN" altLang="en-US" sz="1400" b="0" i="0" u="none" strike="noStrike" kern="1200" cap="none" spc="0" normalizeH="0" baseline="0" noProof="0">
                <a:ln>
                  <a:noFill/>
                </a:ln>
                <a:solidFill>
                  <a:srgbClr val="B7B6B2"/>
                </a:solidFill>
                <a:effectLst/>
                <a:uLnTx/>
                <a:uFillTx/>
                <a:latin typeface="Boehringer Forward Text"/>
                <a:ea typeface="+mn-ea"/>
                <a:cs typeface="+mn-cs"/>
              </a:rPr>
              <a:t>熊晖</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 CTM will schedule a meeting with team within this week. </a:t>
            </a:r>
          </a:p>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400" b="1" i="0" u="none" strike="noStrike" kern="1200" cap="none" spc="0" normalizeH="0" baseline="0" noProof="0">
                <a:ln>
                  <a:noFill/>
                </a:ln>
                <a:solidFill>
                  <a:srgbClr val="B7B6B2"/>
                </a:solidFill>
                <a:effectLst/>
                <a:uLnTx/>
                <a:uFillTx/>
                <a:latin typeface="Boehringer Forward Text"/>
                <a:ea typeface="+mn-ea"/>
                <a:cs typeface="+mn-cs"/>
              </a:rPr>
              <a:t>China PAB meeting </a:t>
            </a:r>
            <a:r>
              <a:rPr kumimoji="0" lang="en-US" altLang="zh-CN" sz="1400" b="0" i="0" u="none" strike="noStrike" kern="1200" cap="none" spc="0" normalizeH="0" baseline="0" noProof="0">
                <a:ln>
                  <a:noFill/>
                </a:ln>
                <a:solidFill>
                  <a:srgbClr val="B7B6B2"/>
                </a:solidFill>
                <a:effectLst/>
                <a:uLnTx/>
                <a:uFillTx/>
                <a:latin typeface="Boehringer Forward Text"/>
                <a:ea typeface="+mn-ea"/>
                <a:cs typeface="+mn-cs"/>
              </a:rPr>
              <a:t>is planned in the week of 23Mar2026. </a:t>
            </a:r>
          </a:p>
        </p:txBody>
      </p:sp>
      <p:sp>
        <p:nvSpPr>
          <p:cNvPr id="62" name="文本占位符 114">
            <a:extLst>
              <a:ext uri="{FF2B5EF4-FFF2-40B4-BE49-F238E27FC236}">
                <a16:creationId xmlns:a16="http://schemas.microsoft.com/office/drawing/2014/main" id="{4D5DB8F4-DF84-88E4-C5F6-7A6BAA843AE2}"/>
              </a:ext>
            </a:extLst>
          </p:cNvPr>
          <p:cNvSpPr>
            <a:spLocks noGrp="1"/>
          </p:cNvSpPr>
          <p:nvPr>
            <p:ph type="body" sz="quarter" idx="13"/>
          </p:nvPr>
        </p:nvSpPr>
        <p:spPr>
          <a:xfrm>
            <a:off x="1709322" y="6513978"/>
            <a:ext cx="9307048" cy="292200"/>
          </a:xfrm>
        </p:spPr>
        <p:txBody>
          <a:bodyPr/>
          <a:lstStyle/>
          <a:p>
            <a:r>
              <a:rPr lang="en-US" altLang="zh-CN" sz="1000">
                <a:solidFill>
                  <a:schemeClr val="bg1">
                    <a:lumMod val="85000"/>
                  </a:schemeClr>
                </a:solidFill>
              </a:rPr>
              <a:t>FSS: first subject screened; LSR: last subject randomized; FSGS: DMD: Duchenne Muscular Dystrophy; TRPC6i: transient receptor potential channel 6 inhibitor </a:t>
            </a:r>
            <a:endParaRPr lang="zh-CN" altLang="en-US" sz="1000">
              <a:solidFill>
                <a:schemeClr val="bg1">
                  <a:lumMod val="85000"/>
                </a:schemeClr>
              </a:solidFill>
            </a:endParaRPr>
          </a:p>
        </p:txBody>
      </p:sp>
      <p:sp>
        <p:nvSpPr>
          <p:cNvPr id="29" name="文本框 154">
            <a:extLst>
              <a:ext uri="{FF2B5EF4-FFF2-40B4-BE49-F238E27FC236}">
                <a16:creationId xmlns:a16="http://schemas.microsoft.com/office/drawing/2014/main" id="{723D5EEB-AEDB-BD77-F8BA-E72BE1FB33D9}"/>
              </a:ext>
            </a:extLst>
          </p:cNvPr>
          <p:cNvSpPr txBox="1"/>
          <p:nvPr/>
        </p:nvSpPr>
        <p:spPr bwMode="gray">
          <a:xfrm>
            <a:off x="6109191" y="3826275"/>
            <a:ext cx="2954972" cy="217175"/>
          </a:xfrm>
          <a:prstGeom prst="rect">
            <a:avLst/>
          </a:prstGeom>
          <a:noFill/>
        </p:spPr>
        <p:txBody>
          <a:bodyPr wrap="square" lIns="0" tIns="0" rIns="0" bIns="0" rtlCol="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chemeClr val="bg1">
                    <a:lumMod val="85000"/>
                  </a:schemeClr>
                </a:solidFill>
                <a:effectLst/>
                <a:uLnTx/>
                <a:uFillTx/>
                <a:latin typeface="Boehringer Forward Text"/>
                <a:ea typeface="+mn-ea"/>
                <a:cs typeface="+mn-cs"/>
              </a:rPr>
              <a:t>N=5 (mainland 3, HK 2)</a:t>
            </a:r>
            <a:endParaRPr kumimoji="0" lang="zh-CN" altLang="en-US" sz="1100" b="0" i="0" u="none" strike="noStrike" kern="1200" cap="none" spc="0" normalizeH="0" baseline="0" noProof="0">
              <a:ln>
                <a:noFill/>
              </a:ln>
              <a:solidFill>
                <a:schemeClr val="bg1">
                  <a:lumMod val="85000"/>
                </a:schemeClr>
              </a:solidFill>
              <a:effectLst/>
              <a:uLnTx/>
              <a:uFillTx/>
              <a:latin typeface="Boehringer Forward Text"/>
              <a:ea typeface="+mn-ea"/>
              <a:cs typeface="+mn-cs"/>
            </a:endParaRPr>
          </a:p>
        </p:txBody>
      </p:sp>
    </p:spTree>
    <p:custDataLst>
      <p:tags r:id="rId1"/>
    </p:custDataLst>
    <p:extLst>
      <p:ext uri="{BB962C8B-B14F-4D97-AF65-F5344CB8AC3E}">
        <p14:creationId xmlns:p14="http://schemas.microsoft.com/office/powerpoint/2010/main" val="308025018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150192E-DD2E-C8EF-2657-C4F16C3585D2}"/>
              </a:ext>
            </a:extLst>
          </p:cNvPr>
          <p:cNvSpPr>
            <a:spLocks noGrp="1"/>
          </p:cNvSpPr>
          <p:nvPr>
            <p:ph type="title"/>
          </p:nvPr>
        </p:nvSpPr>
        <p:spPr/>
        <p:txBody>
          <a:bodyPr/>
          <a:lstStyle/>
          <a:p>
            <a:r>
              <a:rPr lang="en-US" altLang="zh-CN"/>
              <a:t>Rationale for termination of </a:t>
            </a:r>
            <a:r>
              <a:rPr lang="en-US" altLang="zh-CN" err="1"/>
              <a:t>Apecotrep</a:t>
            </a:r>
            <a:r>
              <a:rPr lang="en-US" altLang="zh-CN"/>
              <a:t> (TRPC6i) DMD </a:t>
            </a:r>
            <a:endParaRPr lang="zh-CN" altLang="en-US"/>
          </a:p>
        </p:txBody>
      </p:sp>
      <p:sp>
        <p:nvSpPr>
          <p:cNvPr id="4" name="页脚占位符 3">
            <a:extLst>
              <a:ext uri="{FF2B5EF4-FFF2-40B4-BE49-F238E27FC236}">
                <a16:creationId xmlns:a16="http://schemas.microsoft.com/office/drawing/2014/main" id="{0262BB6A-A5D0-1DEE-8FAD-C1EF3F109CEB}"/>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3F942493-D7CE-1298-962F-A94B0AB233EB}"/>
              </a:ext>
            </a:extLst>
          </p:cNvPr>
          <p:cNvSpPr>
            <a:spLocks noGrp="1"/>
          </p:cNvSpPr>
          <p:nvPr>
            <p:ph type="sldNum" sz="quarter" idx="11"/>
          </p:nvPr>
        </p:nvSpPr>
        <p:spPr/>
        <p:txBody>
          <a:bodyPr/>
          <a:lstStyle/>
          <a:p>
            <a:fld id="{8FF9B0DE-3FEB-4AA0-B465-B80EF7C1333D}" type="slidenum">
              <a:rPr lang="en-US" smtClean="0"/>
              <a:pPr/>
              <a:t>70</a:t>
            </a:fld>
            <a:endParaRPr lang="en-US"/>
          </a:p>
        </p:txBody>
      </p:sp>
      <p:pic>
        <p:nvPicPr>
          <p:cNvPr id="7" name="图片 6">
            <a:extLst>
              <a:ext uri="{FF2B5EF4-FFF2-40B4-BE49-F238E27FC236}">
                <a16:creationId xmlns:a16="http://schemas.microsoft.com/office/drawing/2014/main" id="{97E918E2-9963-75E6-10F5-D1A76057AD92}"/>
              </a:ext>
            </a:extLst>
          </p:cNvPr>
          <p:cNvPicPr>
            <a:picLocks noChangeAspect="1"/>
          </p:cNvPicPr>
          <p:nvPr/>
        </p:nvPicPr>
        <p:blipFill>
          <a:blip r:embed="rId2"/>
          <a:stretch>
            <a:fillRect/>
          </a:stretch>
        </p:blipFill>
        <p:spPr>
          <a:xfrm>
            <a:off x="0" y="1809576"/>
            <a:ext cx="12192000" cy="3238847"/>
          </a:xfrm>
          <a:prstGeom prst="rect">
            <a:avLst/>
          </a:prstGeom>
        </p:spPr>
      </p:pic>
    </p:spTree>
    <p:extLst>
      <p:ext uri="{BB962C8B-B14F-4D97-AF65-F5344CB8AC3E}">
        <p14:creationId xmlns:p14="http://schemas.microsoft.com/office/powerpoint/2010/main" val="1915344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0CC5FB3-1C06-02FE-3BCD-3129603E20E5}"/>
              </a:ext>
            </a:extLst>
          </p:cNvPr>
          <p:cNvSpPr>
            <a:spLocks noGrp="1"/>
          </p:cNvSpPr>
          <p:nvPr>
            <p:ph type="title"/>
          </p:nvPr>
        </p:nvSpPr>
        <p:spPr>
          <a:xfrm>
            <a:off x="479424" y="1412874"/>
            <a:ext cx="7632701" cy="1174683"/>
          </a:xfrm>
        </p:spPr>
        <p:txBody>
          <a:bodyPr/>
          <a:lstStyle/>
          <a:p>
            <a:r>
              <a:rPr lang="en-US" altLang="zh-CN"/>
              <a:t>Early Assets</a:t>
            </a:r>
            <a:endParaRPr lang="zh-CN" altLang="en-US"/>
          </a:p>
        </p:txBody>
      </p:sp>
      <p:sp>
        <p:nvSpPr>
          <p:cNvPr id="3" name="副标题 2">
            <a:extLst>
              <a:ext uri="{FF2B5EF4-FFF2-40B4-BE49-F238E27FC236}">
                <a16:creationId xmlns:a16="http://schemas.microsoft.com/office/drawing/2014/main" id="{AEFD857E-910D-9125-3F3B-574A800C3860}"/>
              </a:ext>
            </a:extLst>
          </p:cNvPr>
          <p:cNvSpPr>
            <a:spLocks noGrp="1"/>
          </p:cNvSpPr>
          <p:nvPr>
            <p:ph type="subTitle" idx="14"/>
          </p:nvPr>
        </p:nvSpPr>
        <p:spPr>
          <a:xfrm>
            <a:off x="479424" y="2923764"/>
            <a:ext cx="7632701" cy="1543733"/>
          </a:xfrm>
        </p:spPr>
        <p:txBody>
          <a:bodyPr/>
          <a:lstStyle/>
          <a:p>
            <a:pPr marL="285750" indent="-285750">
              <a:buFont typeface="Arial" panose="020B0604020202020204" pitchFamily="34" charset="0"/>
              <a:buChar char="•"/>
            </a:pPr>
            <a:r>
              <a:rPr lang="en-US" altLang="zh-CN" b="1" u="sng"/>
              <a:t>BI 3034701 (GGY2Ra.)</a:t>
            </a:r>
          </a:p>
          <a:p>
            <a:pPr marL="285750" indent="-285750">
              <a:buFont typeface="Arial" panose="020B0604020202020204" pitchFamily="34" charset="0"/>
              <a:buChar char="•"/>
            </a:pPr>
            <a:r>
              <a:rPr lang="en-US" altLang="zh-CN" b="1" u="sng"/>
              <a:t>BI 3802876 (FAP/TRAILR2)</a:t>
            </a:r>
          </a:p>
          <a:p>
            <a:pPr marL="285750" indent="-285750">
              <a:buFont typeface="Arial" panose="020B0604020202020204" pitchFamily="34" charset="0"/>
              <a:buChar char="•"/>
            </a:pPr>
            <a:r>
              <a:rPr lang="en-US" altLang="zh-CN" b="1" u="sng"/>
              <a:t>BI 3802876 (Anti-TLR4 </a:t>
            </a:r>
            <a:r>
              <a:rPr lang="en-US" altLang="zh-CN" b="1" u="sng" err="1"/>
              <a:t>mAb</a:t>
            </a:r>
            <a:r>
              <a:rPr lang="en-US" altLang="zh-CN" b="1" u="sng"/>
              <a:t>)</a:t>
            </a:r>
            <a:endParaRPr lang="zh-CN" altLang="en-US" b="1" u="sng"/>
          </a:p>
        </p:txBody>
      </p:sp>
      <p:sp>
        <p:nvSpPr>
          <p:cNvPr id="4" name="灯片编号占位符 3">
            <a:extLst>
              <a:ext uri="{FF2B5EF4-FFF2-40B4-BE49-F238E27FC236}">
                <a16:creationId xmlns:a16="http://schemas.microsoft.com/office/drawing/2014/main" id="{8F2527C9-F2AF-EEAF-65C0-0D278F3816C5}"/>
              </a:ext>
            </a:extLst>
          </p:cNvPr>
          <p:cNvSpPr>
            <a:spLocks noGrp="1"/>
          </p:cNvSpPr>
          <p:nvPr>
            <p:ph type="sldNum" sz="quarter" idx="16"/>
          </p:nvPr>
        </p:nvSpPr>
        <p:spPr/>
        <p:txBody>
          <a:bodyPr/>
          <a:lstStyle/>
          <a:p>
            <a:fld id="{8FF9B0DE-3FEB-4AA0-B465-B80EF7C1333D}" type="slidenum">
              <a:rPr lang="en-US" smtClean="0"/>
              <a:pPr/>
              <a:t>71</a:t>
            </a:fld>
            <a:endParaRPr lang="en-US"/>
          </a:p>
        </p:txBody>
      </p:sp>
    </p:spTree>
    <p:extLst>
      <p:ext uri="{BB962C8B-B14F-4D97-AF65-F5344CB8AC3E}">
        <p14:creationId xmlns:p14="http://schemas.microsoft.com/office/powerpoint/2010/main" val="9557143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223CC9-EE08-42E5-B7E1-1F74C16D716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CC4D121-24A2-BE14-62F2-C985C1FE36E8}"/>
              </a:ext>
            </a:extLst>
          </p:cNvPr>
          <p:cNvSpPr>
            <a:spLocks noGrp="1"/>
          </p:cNvSpPr>
          <p:nvPr>
            <p:ph type="title"/>
          </p:nvPr>
        </p:nvSpPr>
        <p:spPr>
          <a:xfrm>
            <a:off x="479424" y="2328153"/>
            <a:ext cx="10873160" cy="884583"/>
          </a:xfrm>
        </p:spPr>
        <p:txBody>
          <a:bodyPr anchor="t"/>
          <a:lstStyle/>
          <a:p>
            <a:r>
              <a:rPr lang="en-US" altLang="zh-CN" sz="3600"/>
              <a:t>BI 3034701 (GGY2Ra.)</a:t>
            </a:r>
          </a:p>
        </p:txBody>
      </p:sp>
      <p:sp>
        <p:nvSpPr>
          <p:cNvPr id="4" name="Subtitle 3">
            <a:extLst>
              <a:ext uri="{FF2B5EF4-FFF2-40B4-BE49-F238E27FC236}">
                <a16:creationId xmlns:a16="http://schemas.microsoft.com/office/drawing/2014/main" id="{4E2898C2-AA13-4242-8994-06FF0E9E1E5A}"/>
              </a:ext>
            </a:extLst>
          </p:cNvPr>
          <p:cNvSpPr>
            <a:spLocks noGrp="1"/>
          </p:cNvSpPr>
          <p:nvPr>
            <p:ph type="subTitle" idx="14"/>
          </p:nvPr>
        </p:nvSpPr>
        <p:spPr/>
        <p:txBody>
          <a:bodyPr/>
          <a:lstStyle/>
          <a:p>
            <a:endParaRPr lang="en-US"/>
          </a:p>
        </p:txBody>
      </p:sp>
    </p:spTree>
    <p:extLst>
      <p:ext uri="{BB962C8B-B14F-4D97-AF65-F5344CB8AC3E}">
        <p14:creationId xmlns:p14="http://schemas.microsoft.com/office/powerpoint/2010/main" val="102516573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E9EB58-8B3D-EC93-AB94-47E50C1E71A1}"/>
            </a:ext>
          </a:extLst>
        </p:cNvPr>
        <p:cNvGrpSpPr/>
        <p:nvPr/>
      </p:nvGrpSpPr>
      <p:grpSpPr>
        <a:xfrm>
          <a:off x="0" y="0"/>
          <a:ext cx="0" cy="0"/>
          <a:chOff x="0" y="0"/>
          <a:chExt cx="0" cy="0"/>
        </a:xfrm>
      </p:grpSpPr>
      <p:sp>
        <p:nvSpPr>
          <p:cNvPr id="3" name="OTLSHAPE_SL_b5b0dbbf03b44e75a3e8517aba9931f2_BackgroundRectangle">
            <a:extLst>
              <a:ext uri="{FF2B5EF4-FFF2-40B4-BE49-F238E27FC236}">
                <a16:creationId xmlns:a16="http://schemas.microsoft.com/office/drawing/2014/main" id="{95383797-118E-9DE8-CF1A-77F472E54A94}"/>
              </a:ext>
            </a:extLst>
          </p:cNvPr>
          <p:cNvSpPr/>
          <p:nvPr>
            <p:custDataLst>
              <p:tags r:id="rId2"/>
            </p:custDataLst>
          </p:nvPr>
        </p:nvSpPr>
        <p:spPr bwMode="gray">
          <a:xfrm>
            <a:off x="63499" y="2851267"/>
            <a:ext cx="12128499" cy="15486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4" name="OTLSHAPE_SL_b5b0dbbf03b44e75a3e8517aba9931f2_HeaderRectangle">
            <a:extLst>
              <a:ext uri="{FF2B5EF4-FFF2-40B4-BE49-F238E27FC236}">
                <a16:creationId xmlns:a16="http://schemas.microsoft.com/office/drawing/2014/main" id="{66038BA4-2C93-810B-6A86-5A7948B581FC}"/>
              </a:ext>
            </a:extLst>
          </p:cNvPr>
          <p:cNvSpPr/>
          <p:nvPr>
            <p:custDataLst>
              <p:tags r:id="rId3"/>
            </p:custDataLst>
          </p:nvPr>
        </p:nvSpPr>
        <p:spPr bwMode="gray">
          <a:xfrm>
            <a:off x="63500" y="2840575"/>
            <a:ext cx="901700" cy="1559348"/>
          </a:xfrm>
          <a:prstGeom prst="rect">
            <a:avLst/>
          </a:prstGeom>
          <a:solidFill>
            <a:schemeClr val="accent3"/>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5" name="OTLSHAPE_SL_b5b0dbbf03b44e75a3e8517aba9931f2_Header">
            <a:extLst>
              <a:ext uri="{FF2B5EF4-FFF2-40B4-BE49-F238E27FC236}">
                <a16:creationId xmlns:a16="http://schemas.microsoft.com/office/drawing/2014/main" id="{170C7E3A-18E1-1F2C-AFD0-B09B45FFEE76}"/>
              </a:ext>
            </a:extLst>
          </p:cNvPr>
          <p:cNvSpPr txBox="1"/>
          <p:nvPr>
            <p:custDataLst>
              <p:tags r:id="rId4"/>
            </p:custDataLst>
          </p:nvPr>
        </p:nvSpPr>
        <p:spPr bwMode="gray">
          <a:xfrm>
            <a:off x="69796" y="2823648"/>
            <a:ext cx="901700" cy="1576276"/>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lang="en-US" altLang="zh-CN" sz="1200" b="1" spc="-40">
                <a:solidFill>
                  <a:prstClr val="white"/>
                </a:solidFill>
                <a:latin typeface="Boehringer Forward Text" panose="020B0504030403020204" pitchFamily="2" charset="0"/>
              </a:rPr>
              <a:t>China</a:t>
            </a:r>
          </a:p>
        </p:txBody>
      </p:sp>
      <p:sp>
        <p:nvSpPr>
          <p:cNvPr id="16" name="OTLSHAPE_SL_b6a0b4ae734941dcb18a25b7b8b35ac4_BackgroundRectangle">
            <a:extLst>
              <a:ext uri="{FF2B5EF4-FFF2-40B4-BE49-F238E27FC236}">
                <a16:creationId xmlns:a16="http://schemas.microsoft.com/office/drawing/2014/main" id="{13431271-AE12-5241-F8F1-476BD501A529}"/>
              </a:ext>
            </a:extLst>
          </p:cNvPr>
          <p:cNvSpPr/>
          <p:nvPr>
            <p:custDataLst>
              <p:tags r:id="rId5"/>
            </p:custDataLst>
          </p:nvPr>
        </p:nvSpPr>
        <p:spPr bwMode="gray">
          <a:xfrm>
            <a:off x="34924" y="1254210"/>
            <a:ext cx="12157075" cy="1509772"/>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8" name="OTLSHAPE_SLT_f8a8e67cf2d44d7f98671616391cd05c_Shape">
            <a:extLst>
              <a:ext uri="{FF2B5EF4-FFF2-40B4-BE49-F238E27FC236}">
                <a16:creationId xmlns:a16="http://schemas.microsoft.com/office/drawing/2014/main" id="{E330B7E2-D850-3A3B-86FC-9D8E2C1D5473}"/>
              </a:ext>
            </a:extLst>
          </p:cNvPr>
          <p:cNvSpPr/>
          <p:nvPr>
            <p:custDataLst>
              <p:tags r:id="rId6"/>
            </p:custDataLst>
          </p:nvPr>
        </p:nvSpPr>
        <p:spPr bwMode="gray">
          <a:xfrm>
            <a:off x="3353289" y="1504538"/>
            <a:ext cx="1115568" cy="128016"/>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3" name="OTLSHAPE_SL2A_c2c078fca8f64ff58b058c32f92b08fc_BackgroundRectangle" hidden="1">
            <a:extLst>
              <a:ext uri="{FF2B5EF4-FFF2-40B4-BE49-F238E27FC236}">
                <a16:creationId xmlns:a16="http://schemas.microsoft.com/office/drawing/2014/main" id="{F8058343-037F-467C-EE49-BDE142BCA9B4}"/>
              </a:ext>
            </a:extLst>
          </p:cNvPr>
          <p:cNvSpPr/>
          <p:nvPr>
            <p:custDataLst>
              <p:tags r:id="rId7"/>
            </p:custDataLst>
          </p:nvPr>
        </p:nvSpPr>
        <p:spPr bwMode="gray">
          <a:xfrm>
            <a:off x="965200" y="1534454"/>
            <a:ext cx="10388600" cy="1802892"/>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OTLSHAPE_TB_00000000000000000000000000000000_LeftEndCaps" hidden="1">
            <a:extLst>
              <a:ext uri="{FF2B5EF4-FFF2-40B4-BE49-F238E27FC236}">
                <a16:creationId xmlns:a16="http://schemas.microsoft.com/office/drawing/2014/main" id="{6E4162C2-35FB-B751-CA1C-6C3E1752409E}"/>
              </a:ext>
            </a:extLst>
          </p:cNvPr>
          <p:cNvSpPr txBox="1"/>
          <p:nvPr>
            <p:custDataLst>
              <p:tags r:id="rId8"/>
            </p:custDataLst>
          </p:nvPr>
        </p:nvSpPr>
        <p:spPr bwMode="gray">
          <a:xfrm>
            <a:off x="-221339" y="-5221"/>
            <a:ext cx="469900" cy="279400"/>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mn-ea"/>
                <a:cs typeface="+mn-cs"/>
              </a:rPr>
              <a:t>2025</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21" name="OTLSHAPE_SL2A_c2c078fca8f64ff58b058c32f92b08fc_HeaderRectangle" hidden="1">
            <a:extLst>
              <a:ext uri="{FF2B5EF4-FFF2-40B4-BE49-F238E27FC236}">
                <a16:creationId xmlns:a16="http://schemas.microsoft.com/office/drawing/2014/main" id="{C1D91C3C-58DF-90C4-DAC9-3C92885FD709}"/>
              </a:ext>
            </a:extLst>
          </p:cNvPr>
          <p:cNvSpPr/>
          <p:nvPr>
            <p:custDataLst>
              <p:tags r:id="rId9"/>
            </p:custDataLst>
          </p:nvPr>
        </p:nvSpPr>
        <p:spPr bwMode="gray">
          <a:xfrm>
            <a:off x="965200" y="1534454"/>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2" name="OTLSHAPE_SL2A_c2c078fca8f64ff58b058c32f92b08fc_Header" hidden="1">
            <a:extLst>
              <a:ext uri="{FF2B5EF4-FFF2-40B4-BE49-F238E27FC236}">
                <a16:creationId xmlns:a16="http://schemas.microsoft.com/office/drawing/2014/main" id="{7CE07866-5DE6-F6CF-F66D-CC54DED85540}"/>
              </a:ext>
            </a:extLst>
          </p:cNvPr>
          <p:cNvSpPr txBox="1"/>
          <p:nvPr>
            <p:custDataLst>
              <p:tags r:id="rId10"/>
            </p:custDataLst>
          </p:nvPr>
        </p:nvSpPr>
        <p:spPr bwMode="gray">
          <a:xfrm>
            <a:off x="12700" y="-2731760"/>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39" name="OTLSHAPE_SLT_1e5bcfb5f49944c49eebcea66b620a37_ShapePercentage" hidden="1">
            <a:extLst>
              <a:ext uri="{FF2B5EF4-FFF2-40B4-BE49-F238E27FC236}">
                <a16:creationId xmlns:a16="http://schemas.microsoft.com/office/drawing/2014/main" id="{36111069-97E3-9EE5-2465-F22E9BE3E758}"/>
              </a:ext>
            </a:extLst>
          </p:cNvPr>
          <p:cNvSpPr/>
          <p:nvPr>
            <p:custDataLst>
              <p:tags r:id="rId11"/>
            </p:custDataLst>
          </p:nvPr>
        </p:nvSpPr>
        <p:spPr bwMode="gray">
          <a:xfrm>
            <a:off x="1853232" y="3460705"/>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0" name="OTLSHAPE_SLT_1e5bcfb5f49944c49eebcea66b620a37_Duration" hidden="1">
            <a:extLst>
              <a:ext uri="{FF2B5EF4-FFF2-40B4-BE49-F238E27FC236}">
                <a16:creationId xmlns:a16="http://schemas.microsoft.com/office/drawing/2014/main" id="{DB886578-9D73-CA58-9C68-94C64792E96A}"/>
              </a:ext>
            </a:extLst>
          </p:cNvPr>
          <p:cNvSpPr txBox="1"/>
          <p:nvPr>
            <p:custDataLst>
              <p:tags r:id="rId12"/>
            </p:custDataLst>
          </p:nvPr>
        </p:nvSpPr>
        <p:spPr bwMode="gray">
          <a:xfrm>
            <a:off x="12700" y="-526344"/>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41" name="OTLSHAPE_SLT_1e5bcfb5f49944c49eebcea66b620a37_TextPercentage" hidden="1">
            <a:extLst>
              <a:ext uri="{FF2B5EF4-FFF2-40B4-BE49-F238E27FC236}">
                <a16:creationId xmlns:a16="http://schemas.microsoft.com/office/drawing/2014/main" id="{1B2EB123-2F1C-BA69-4FC6-4F2A48694731}"/>
              </a:ext>
            </a:extLst>
          </p:cNvPr>
          <p:cNvSpPr txBox="1"/>
          <p:nvPr>
            <p:custDataLst>
              <p:tags r:id="rId1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42" name="OTLSHAPE_SLT_1e5bcfb5f49944c49eebcea66b620a37_StartDate" hidden="1">
            <a:extLst>
              <a:ext uri="{FF2B5EF4-FFF2-40B4-BE49-F238E27FC236}">
                <a16:creationId xmlns:a16="http://schemas.microsoft.com/office/drawing/2014/main" id="{ED2B9AB7-99B8-CD4C-C9C1-4E8E05D29B64}"/>
              </a:ext>
            </a:extLst>
          </p:cNvPr>
          <p:cNvSpPr txBox="1"/>
          <p:nvPr>
            <p:custDataLst>
              <p:tags r:id="rId1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43" name="OTLSHAPE_SLT_1e5bcfb5f49944c49eebcea66b620a37_EndDate" hidden="1">
            <a:extLst>
              <a:ext uri="{FF2B5EF4-FFF2-40B4-BE49-F238E27FC236}">
                <a16:creationId xmlns:a16="http://schemas.microsoft.com/office/drawing/2014/main" id="{B981FD08-1483-6BF9-6A3D-325D7F120052}"/>
              </a:ext>
            </a:extLst>
          </p:cNvPr>
          <p:cNvSpPr txBox="1"/>
          <p:nvPr>
            <p:custDataLst>
              <p:tags r:id="rId15"/>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5" name="OTLSHAPE_SLT_af3e80754ee84374888d0f25fd542f08_ShapePercentage" hidden="1">
            <a:extLst>
              <a:ext uri="{FF2B5EF4-FFF2-40B4-BE49-F238E27FC236}">
                <a16:creationId xmlns:a16="http://schemas.microsoft.com/office/drawing/2014/main" id="{3C62A433-1207-7815-D452-1D7A131CABEE}"/>
              </a:ext>
            </a:extLst>
          </p:cNvPr>
          <p:cNvSpPr/>
          <p:nvPr>
            <p:custDataLst>
              <p:tags r:id="rId16"/>
            </p:custDataLst>
          </p:nvPr>
        </p:nvSpPr>
        <p:spPr bwMode="gray">
          <a:xfrm>
            <a:off x="3138268" y="3694724"/>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6" name="OTLSHAPE_SLT_af3e80754ee84374888d0f25fd542f08_Duration" hidden="1">
            <a:extLst>
              <a:ext uri="{FF2B5EF4-FFF2-40B4-BE49-F238E27FC236}">
                <a16:creationId xmlns:a16="http://schemas.microsoft.com/office/drawing/2014/main" id="{77AA1C9E-662B-51DF-30D2-59CB0CF0E482}"/>
              </a:ext>
            </a:extLst>
          </p:cNvPr>
          <p:cNvSpPr txBox="1"/>
          <p:nvPr>
            <p:custDataLst>
              <p:tags r:id="rId17"/>
            </p:custDataLst>
          </p:nvPr>
        </p:nvSpPr>
        <p:spPr bwMode="gray">
          <a:xfrm>
            <a:off x="12700" y="-49600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77" name="OTLSHAPE_SLT_af3e80754ee84374888d0f25fd542f08_TextPercentage" hidden="1">
            <a:extLst>
              <a:ext uri="{FF2B5EF4-FFF2-40B4-BE49-F238E27FC236}">
                <a16:creationId xmlns:a16="http://schemas.microsoft.com/office/drawing/2014/main" id="{9F08D8CB-F690-3CB6-FA19-5AC9B7F1FCE9}"/>
              </a:ext>
            </a:extLst>
          </p:cNvPr>
          <p:cNvSpPr txBox="1"/>
          <p:nvPr>
            <p:custDataLst>
              <p:tags r:id="rId18"/>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78" name="OTLSHAPE_SLT_af3e80754ee84374888d0f25fd542f08_StartDate" hidden="1">
            <a:extLst>
              <a:ext uri="{FF2B5EF4-FFF2-40B4-BE49-F238E27FC236}">
                <a16:creationId xmlns:a16="http://schemas.microsoft.com/office/drawing/2014/main" id="{540D1BDE-B143-7360-21B8-923C7F2EA401}"/>
              </a:ext>
            </a:extLst>
          </p:cNvPr>
          <p:cNvSpPr txBox="1"/>
          <p:nvPr>
            <p:custDataLst>
              <p:tags r:id="rId1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9" name="OTLSHAPE_SLT_af3e80754ee84374888d0f25fd542f08_EndDate" hidden="1">
            <a:extLst>
              <a:ext uri="{FF2B5EF4-FFF2-40B4-BE49-F238E27FC236}">
                <a16:creationId xmlns:a16="http://schemas.microsoft.com/office/drawing/2014/main" id="{E4985E7C-0120-3191-269A-555A6A43FE6A}"/>
              </a:ext>
            </a:extLst>
          </p:cNvPr>
          <p:cNvSpPr txBox="1"/>
          <p:nvPr>
            <p:custDataLst>
              <p:tags r:id="rId20"/>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2" name="OTLSHAPE_SLT_f8a8e67cf2d44d7f98671616391cd05c_ShapePercentage" hidden="1">
            <a:extLst>
              <a:ext uri="{FF2B5EF4-FFF2-40B4-BE49-F238E27FC236}">
                <a16:creationId xmlns:a16="http://schemas.microsoft.com/office/drawing/2014/main" id="{DF93A139-9779-74C8-B244-D3C14275F90A}"/>
              </a:ext>
            </a:extLst>
          </p:cNvPr>
          <p:cNvSpPr/>
          <p:nvPr>
            <p:custDataLst>
              <p:tags r:id="rId21"/>
            </p:custDataLst>
          </p:nvPr>
        </p:nvSpPr>
        <p:spPr bwMode="gray">
          <a:xfrm>
            <a:off x="4573017" y="2761443"/>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3" name="OTLSHAPE_SLT_f8a8e67cf2d44d7f98671616391cd05c_Duration" hidden="1">
            <a:extLst>
              <a:ext uri="{FF2B5EF4-FFF2-40B4-BE49-F238E27FC236}">
                <a16:creationId xmlns:a16="http://schemas.microsoft.com/office/drawing/2014/main" id="{0988F1FC-F5D2-BC3E-0190-160D8E8A1890}"/>
              </a:ext>
            </a:extLst>
          </p:cNvPr>
          <p:cNvSpPr txBox="1"/>
          <p:nvPr>
            <p:custDataLst>
              <p:tags r:id="rId22"/>
            </p:custDataLst>
          </p:nvPr>
        </p:nvSpPr>
        <p:spPr bwMode="gray">
          <a:xfrm>
            <a:off x="12700" y="-77212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96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94" name="OTLSHAPE_SLT_f8a8e67cf2d44d7f98671616391cd05c_TextPercentage" hidden="1">
            <a:extLst>
              <a:ext uri="{FF2B5EF4-FFF2-40B4-BE49-F238E27FC236}">
                <a16:creationId xmlns:a16="http://schemas.microsoft.com/office/drawing/2014/main" id="{D1106EAC-6E2D-7B89-3AFF-DDD62864968A}"/>
              </a:ext>
            </a:extLst>
          </p:cNvPr>
          <p:cNvSpPr txBox="1"/>
          <p:nvPr>
            <p:custDataLst>
              <p:tags r:id="rId2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95" name="OTLSHAPE_SLT_f8a8e67cf2d44d7f98671616391cd05c_StartDate" hidden="1">
            <a:extLst>
              <a:ext uri="{FF2B5EF4-FFF2-40B4-BE49-F238E27FC236}">
                <a16:creationId xmlns:a16="http://schemas.microsoft.com/office/drawing/2014/main" id="{5A14FF49-3E7E-7D32-AF91-EDDAAFFDA118}"/>
              </a:ext>
            </a:extLst>
          </p:cNvPr>
          <p:cNvSpPr txBox="1"/>
          <p:nvPr>
            <p:custDataLst>
              <p:tags r:id="rId2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6" name="OTLSHAPE_SLT_f8a8e67cf2d44d7f98671616391cd05c_EndDate" hidden="1">
            <a:extLst>
              <a:ext uri="{FF2B5EF4-FFF2-40B4-BE49-F238E27FC236}">
                <a16:creationId xmlns:a16="http://schemas.microsoft.com/office/drawing/2014/main" id="{F72252DF-AF94-A8F1-A770-874C998E6CE3}"/>
              </a:ext>
            </a:extLst>
          </p:cNvPr>
          <p:cNvSpPr txBox="1"/>
          <p:nvPr>
            <p:custDataLst>
              <p:tags r:id="rId25"/>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58" name="OTLSHAPE_SL2A_6ef1f7ee7eb8483496531fc1560d0454_BackgroundRectangle" hidden="1">
            <a:extLst>
              <a:ext uri="{FF2B5EF4-FFF2-40B4-BE49-F238E27FC236}">
                <a16:creationId xmlns:a16="http://schemas.microsoft.com/office/drawing/2014/main" id="{57997651-F052-AF6D-B035-0E607094B608}"/>
              </a:ext>
            </a:extLst>
          </p:cNvPr>
          <p:cNvSpPr/>
          <p:nvPr>
            <p:custDataLst>
              <p:tags r:id="rId26"/>
            </p:custDataLst>
          </p:nvPr>
        </p:nvSpPr>
        <p:spPr bwMode="gray">
          <a:xfrm>
            <a:off x="965200" y="3400846"/>
            <a:ext cx="103886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6" name="OTLSHAPE_SL2A_6ef1f7ee7eb8483496531fc1560d0454_HeaderRectangle" hidden="1">
            <a:extLst>
              <a:ext uri="{FF2B5EF4-FFF2-40B4-BE49-F238E27FC236}">
                <a16:creationId xmlns:a16="http://schemas.microsoft.com/office/drawing/2014/main" id="{17E60B9E-9DA0-6AAF-7F5E-B1F4164216AD}"/>
              </a:ext>
            </a:extLst>
          </p:cNvPr>
          <p:cNvSpPr/>
          <p:nvPr>
            <p:custDataLst>
              <p:tags r:id="rId27"/>
            </p:custDataLst>
          </p:nvPr>
        </p:nvSpPr>
        <p:spPr bwMode="gray">
          <a:xfrm>
            <a:off x="965200" y="3400846"/>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7" name="OTLSHAPE_SL2A_6ef1f7ee7eb8483496531fc1560d0454_Header" hidden="1">
            <a:extLst>
              <a:ext uri="{FF2B5EF4-FFF2-40B4-BE49-F238E27FC236}">
                <a16:creationId xmlns:a16="http://schemas.microsoft.com/office/drawing/2014/main" id="{858FF8C6-A65D-DD72-CE4D-811509DF7001}"/>
              </a:ext>
            </a:extLst>
          </p:cNvPr>
          <p:cNvSpPr txBox="1"/>
          <p:nvPr>
            <p:custDataLst>
              <p:tags r:id="rId28"/>
            </p:custDataLst>
          </p:nvPr>
        </p:nvSpPr>
        <p:spPr bwMode="gray">
          <a:xfrm>
            <a:off x="12700" y="-2194275"/>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116" name="OTLSHAPE_SLT_3d8b1dcab4f642c8adaf495fc2f4a9fd_ShapePercentage" hidden="1">
            <a:extLst>
              <a:ext uri="{FF2B5EF4-FFF2-40B4-BE49-F238E27FC236}">
                <a16:creationId xmlns:a16="http://schemas.microsoft.com/office/drawing/2014/main" id="{4C68C5E0-A5AB-4AFC-040E-BDE1D2CD31F7}"/>
              </a:ext>
            </a:extLst>
          </p:cNvPr>
          <p:cNvSpPr/>
          <p:nvPr>
            <p:custDataLst>
              <p:tags r:id="rId29"/>
            </p:custDataLst>
          </p:nvPr>
        </p:nvSpPr>
        <p:spPr bwMode="gray">
          <a:xfrm>
            <a:off x="5408914" y="3928742"/>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7" name="OTLSHAPE_SLT_3d8b1dcab4f642c8adaf495fc2f4a9fd_Duration" hidden="1">
            <a:extLst>
              <a:ext uri="{FF2B5EF4-FFF2-40B4-BE49-F238E27FC236}">
                <a16:creationId xmlns:a16="http://schemas.microsoft.com/office/drawing/2014/main" id="{1B642394-B1B0-400E-32B2-4C419E5574DF}"/>
              </a:ext>
            </a:extLst>
          </p:cNvPr>
          <p:cNvSpPr txBox="1"/>
          <p:nvPr>
            <p:custDataLst>
              <p:tags r:id="rId30"/>
            </p:custDataLst>
          </p:nvPr>
        </p:nvSpPr>
        <p:spPr bwMode="gray">
          <a:xfrm>
            <a:off x="12700" y="-49600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47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18" name="OTLSHAPE_SLT_3d8b1dcab4f642c8adaf495fc2f4a9fd_TextPercentage" hidden="1">
            <a:extLst>
              <a:ext uri="{FF2B5EF4-FFF2-40B4-BE49-F238E27FC236}">
                <a16:creationId xmlns:a16="http://schemas.microsoft.com/office/drawing/2014/main" id="{507CE4C2-9F29-5DDB-9B20-3A9FF6656D7C}"/>
              </a:ext>
            </a:extLst>
          </p:cNvPr>
          <p:cNvSpPr txBox="1"/>
          <p:nvPr>
            <p:custDataLst>
              <p:tags r:id="rId31"/>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19" name="OTLSHAPE_SLT_3d8b1dcab4f642c8adaf495fc2f4a9fd_StartDate" hidden="1">
            <a:extLst>
              <a:ext uri="{FF2B5EF4-FFF2-40B4-BE49-F238E27FC236}">
                <a16:creationId xmlns:a16="http://schemas.microsoft.com/office/drawing/2014/main" id="{CF8D6640-3CD3-367A-4E97-5F0A62A13A0E}"/>
              </a:ext>
            </a:extLst>
          </p:cNvPr>
          <p:cNvSpPr txBox="1"/>
          <p:nvPr>
            <p:custDataLst>
              <p:tags r:id="rId32"/>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120" name="OTLSHAPE_SLT_3d8b1dcab4f642c8adaf495fc2f4a9fd_EndDate" hidden="1">
            <a:extLst>
              <a:ext uri="{FF2B5EF4-FFF2-40B4-BE49-F238E27FC236}">
                <a16:creationId xmlns:a16="http://schemas.microsoft.com/office/drawing/2014/main" id="{5641B50C-5C2E-CA10-A0D8-D5A2A3002457}"/>
              </a:ext>
            </a:extLst>
          </p:cNvPr>
          <p:cNvSpPr txBox="1"/>
          <p:nvPr>
            <p:custDataLst>
              <p:tags r:id="rId33"/>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5" name="OTLSHAPE_TB_00000000000000000000000000000000_RightEndCaps">
            <a:extLst>
              <a:ext uri="{FF2B5EF4-FFF2-40B4-BE49-F238E27FC236}">
                <a16:creationId xmlns:a16="http://schemas.microsoft.com/office/drawing/2014/main" id="{63B0632E-39D9-74C4-2BB1-5561527221F4}"/>
              </a:ext>
            </a:extLst>
          </p:cNvPr>
          <p:cNvSpPr txBox="1"/>
          <p:nvPr>
            <p:custDataLst>
              <p:tags r:id="rId34"/>
            </p:custDataLst>
          </p:nvPr>
        </p:nvSpPr>
        <p:spPr bwMode="gray">
          <a:xfrm>
            <a:off x="11476585" y="644634"/>
            <a:ext cx="445508" cy="351763"/>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800" b="1" i="0" u="none" strike="noStrike" kern="1200" cap="none" spc="-44" normalizeH="0" baseline="0" noProof="0">
                <a:ln>
                  <a:noFill/>
                </a:ln>
                <a:solidFill>
                  <a:srgbClr val="ED7D31"/>
                </a:solidFill>
                <a:effectLst/>
                <a:uLnTx/>
                <a:uFillTx/>
                <a:latin typeface="Calibri" panose="020F0502020204030204" pitchFamily="34" charset="0"/>
                <a:ea typeface="+mn-ea"/>
                <a:cs typeface="+mn-cs"/>
              </a:rPr>
              <a:t>2028</a:t>
            </a:r>
            <a:endParaRPr kumimoji="0" lang="zh-CN" altLang="en-US" sz="1800" b="1" i="0" u="none" strike="noStrike" kern="1200" cap="none" spc="-44" normalizeH="0" baseline="0" noProof="0">
              <a:ln>
                <a:noFill/>
              </a:ln>
              <a:solidFill>
                <a:srgbClr val="ED7D31"/>
              </a:solidFill>
              <a:effectLst/>
              <a:uLnTx/>
              <a:uFillTx/>
              <a:latin typeface="Calibri" panose="020F0502020204030204" pitchFamily="34" charset="0"/>
              <a:ea typeface="+mn-ea"/>
              <a:cs typeface="+mn-cs"/>
            </a:endParaRPr>
          </a:p>
        </p:txBody>
      </p:sp>
      <p:sp>
        <p:nvSpPr>
          <p:cNvPr id="6" name="OTLSHAPE_TB_00000000000000000000000000000000_ScaleContainer">
            <a:extLst>
              <a:ext uri="{FF2B5EF4-FFF2-40B4-BE49-F238E27FC236}">
                <a16:creationId xmlns:a16="http://schemas.microsoft.com/office/drawing/2014/main" id="{A7C8200F-5BF3-AEFB-3ECB-0E23BF649A3C}"/>
              </a:ext>
            </a:extLst>
          </p:cNvPr>
          <p:cNvSpPr/>
          <p:nvPr>
            <p:custDataLst>
              <p:tags r:id="rId35"/>
            </p:custDataLst>
          </p:nvPr>
        </p:nvSpPr>
        <p:spPr bwMode="gray">
          <a:xfrm>
            <a:off x="1092200" y="693516"/>
            <a:ext cx="10261600" cy="254000"/>
          </a:xfrm>
          <a:prstGeom prst="roundRect">
            <a:avLst/>
          </a:prstGeom>
          <a:gradFill flip="none" rotWithShape="1">
            <a:gsLst>
              <a:gs pos="0">
                <a:srgbClr val="44546A"/>
              </a:gs>
              <a:gs pos="100000">
                <a:srgbClr val="52667F"/>
              </a:gs>
            </a:gsLst>
            <a:lin ang="5400000" scaled="1"/>
            <a:tileRect/>
          </a:gradFill>
          <a:ln w="6350" cap="flat" cmpd="sng" algn="ctr">
            <a:noFill/>
            <a:prstDash val="solid"/>
            <a:miter lim="800000"/>
          </a:ln>
          <a:effectLst>
            <a:reflection blurRad="6350" stA="50000" endA="300" endPos="55500" dist="50800" dir="5400000" sy="-100000" algn="bl" rotWithShape="0"/>
          </a:effectLst>
          <a:scene3d>
            <a:camera prst="orthographicFront"/>
            <a:lightRig rig="threePt" dir="t">
              <a:rot lat="0" lon="0" rev="8700000"/>
            </a:lightRig>
          </a:scene3d>
          <a:sp3d>
            <a:bevelT w="165100" h="1905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7" name="OTLSHAPE_SL_b6a0b4ae734941dcb18a25b7b8b35ac4_HeaderRectangle">
            <a:extLst>
              <a:ext uri="{FF2B5EF4-FFF2-40B4-BE49-F238E27FC236}">
                <a16:creationId xmlns:a16="http://schemas.microsoft.com/office/drawing/2014/main" id="{B585C579-4C4E-282C-4E4D-0B0AC774AA11}"/>
              </a:ext>
            </a:extLst>
          </p:cNvPr>
          <p:cNvSpPr/>
          <p:nvPr>
            <p:custDataLst>
              <p:tags r:id="rId36"/>
            </p:custDataLst>
          </p:nvPr>
        </p:nvSpPr>
        <p:spPr bwMode="gray">
          <a:xfrm>
            <a:off x="63500" y="1254211"/>
            <a:ext cx="901700" cy="1509772"/>
          </a:xfrm>
          <a:prstGeom prst="rect">
            <a:avLst/>
          </a:prstGeom>
          <a:solidFill>
            <a:schemeClr val="accent2"/>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19" name="OTLSHAPE_G_00000000000000000000000000000000_ShapeBelow0">
            <a:extLst>
              <a:ext uri="{FF2B5EF4-FFF2-40B4-BE49-F238E27FC236}">
                <a16:creationId xmlns:a16="http://schemas.microsoft.com/office/drawing/2014/main" id="{C65F7312-2516-11FF-556D-50FF48001617}"/>
              </a:ext>
            </a:extLst>
          </p:cNvPr>
          <p:cNvCxnSpPr/>
          <p:nvPr>
            <p:custDataLst>
              <p:tags r:id="rId37"/>
            </p:custDataLst>
          </p:nvPr>
        </p:nvCxnSpPr>
        <p:spPr bwMode="gray">
          <a:xfrm>
            <a:off x="2239999"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OTLSHAPE_G_00000000000000000000000000000000_ShapeBelow1">
            <a:extLst>
              <a:ext uri="{FF2B5EF4-FFF2-40B4-BE49-F238E27FC236}">
                <a16:creationId xmlns:a16="http://schemas.microsoft.com/office/drawing/2014/main" id="{AD2AA9AF-A129-3395-FA38-4697CE7469B8}"/>
              </a:ext>
            </a:extLst>
          </p:cNvPr>
          <p:cNvCxnSpPr/>
          <p:nvPr>
            <p:custDataLst>
              <p:tags r:id="rId38"/>
            </p:custDataLst>
          </p:nvPr>
        </p:nvCxnSpPr>
        <p:spPr bwMode="gray">
          <a:xfrm>
            <a:off x="3362846"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OTLSHAPE_G_00000000000000000000000000000000_ShapeBelow2">
            <a:extLst>
              <a:ext uri="{FF2B5EF4-FFF2-40B4-BE49-F238E27FC236}">
                <a16:creationId xmlns:a16="http://schemas.microsoft.com/office/drawing/2014/main" id="{CF2895D5-B5FE-842D-C83C-91B34FC506FB}"/>
              </a:ext>
            </a:extLst>
          </p:cNvPr>
          <p:cNvCxnSpPr/>
          <p:nvPr>
            <p:custDataLst>
              <p:tags r:id="rId39"/>
            </p:custDataLst>
          </p:nvPr>
        </p:nvCxnSpPr>
        <p:spPr bwMode="gray">
          <a:xfrm>
            <a:off x="4498169"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OTLSHAPE_G_00000000000000000000000000000000_ShapeBelow3">
            <a:extLst>
              <a:ext uri="{FF2B5EF4-FFF2-40B4-BE49-F238E27FC236}">
                <a16:creationId xmlns:a16="http://schemas.microsoft.com/office/drawing/2014/main" id="{D067EE75-D693-E7B3-DDF4-44584737EFF1}"/>
              </a:ext>
            </a:extLst>
          </p:cNvPr>
          <p:cNvCxnSpPr/>
          <p:nvPr>
            <p:custDataLst>
              <p:tags r:id="rId40"/>
            </p:custDataLst>
          </p:nvPr>
        </p:nvCxnSpPr>
        <p:spPr bwMode="gray">
          <a:xfrm>
            <a:off x="5645968"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OTLSHAPE_G_00000000000000000000000000000000_ShapeBelow4">
            <a:extLst>
              <a:ext uri="{FF2B5EF4-FFF2-40B4-BE49-F238E27FC236}">
                <a16:creationId xmlns:a16="http://schemas.microsoft.com/office/drawing/2014/main" id="{6BA4768B-1A26-2641-F266-C5CD10E62283}"/>
              </a:ext>
            </a:extLst>
          </p:cNvPr>
          <p:cNvCxnSpPr/>
          <p:nvPr>
            <p:custDataLst>
              <p:tags r:id="rId41"/>
            </p:custDataLst>
          </p:nvPr>
        </p:nvCxnSpPr>
        <p:spPr bwMode="gray">
          <a:xfrm>
            <a:off x="6793767"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OTLSHAPE_G_00000000000000000000000000000000_ShapeBelow5">
            <a:extLst>
              <a:ext uri="{FF2B5EF4-FFF2-40B4-BE49-F238E27FC236}">
                <a16:creationId xmlns:a16="http://schemas.microsoft.com/office/drawing/2014/main" id="{CCCB6F0E-8529-9E19-7875-50BCCD060593}"/>
              </a:ext>
            </a:extLst>
          </p:cNvPr>
          <p:cNvCxnSpPr/>
          <p:nvPr>
            <p:custDataLst>
              <p:tags r:id="rId42"/>
            </p:custDataLst>
          </p:nvPr>
        </p:nvCxnSpPr>
        <p:spPr bwMode="gray">
          <a:xfrm>
            <a:off x="7916614"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OTLSHAPE_G_00000000000000000000000000000000_ShapeBelow6">
            <a:extLst>
              <a:ext uri="{FF2B5EF4-FFF2-40B4-BE49-F238E27FC236}">
                <a16:creationId xmlns:a16="http://schemas.microsoft.com/office/drawing/2014/main" id="{D958D5DD-DB4C-C466-8814-C5E7968598B1}"/>
              </a:ext>
            </a:extLst>
          </p:cNvPr>
          <p:cNvCxnSpPr/>
          <p:nvPr>
            <p:custDataLst>
              <p:tags r:id="rId43"/>
            </p:custDataLst>
          </p:nvPr>
        </p:nvCxnSpPr>
        <p:spPr bwMode="gray">
          <a:xfrm>
            <a:off x="9051937" y="947515"/>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OTLSHAPE_G_00000000000000000000000000000000_ShapeBelow7">
            <a:extLst>
              <a:ext uri="{FF2B5EF4-FFF2-40B4-BE49-F238E27FC236}">
                <a16:creationId xmlns:a16="http://schemas.microsoft.com/office/drawing/2014/main" id="{F0AC21BC-CE94-C66A-6FD0-D109C2B016D6}"/>
              </a:ext>
            </a:extLst>
          </p:cNvPr>
          <p:cNvCxnSpPr/>
          <p:nvPr>
            <p:custDataLst>
              <p:tags r:id="rId44"/>
            </p:custDataLst>
          </p:nvPr>
        </p:nvCxnSpPr>
        <p:spPr bwMode="gray">
          <a:xfrm>
            <a:off x="10199736" y="947515"/>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OTLSHAPE_SLT_af3e80754ee84374888d0f25fd542f08_Shape">
            <a:extLst>
              <a:ext uri="{FF2B5EF4-FFF2-40B4-BE49-F238E27FC236}">
                <a16:creationId xmlns:a16="http://schemas.microsoft.com/office/drawing/2014/main" id="{9608B8C5-890C-E94A-7067-70D7841E73A6}"/>
              </a:ext>
            </a:extLst>
          </p:cNvPr>
          <p:cNvSpPr/>
          <p:nvPr>
            <p:custDataLst>
              <p:tags r:id="rId45"/>
            </p:custDataLst>
          </p:nvPr>
        </p:nvSpPr>
        <p:spPr bwMode="gray">
          <a:xfrm>
            <a:off x="2249559" y="3164343"/>
            <a:ext cx="11430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5" name="OTLSHAPE_SLT_3d8b1dcab4f642c8adaf495fc2f4a9fd_Shape">
            <a:extLst>
              <a:ext uri="{FF2B5EF4-FFF2-40B4-BE49-F238E27FC236}">
                <a16:creationId xmlns:a16="http://schemas.microsoft.com/office/drawing/2014/main" id="{B6F4D99F-3E14-FD3D-429D-8677D307EA43}"/>
              </a:ext>
            </a:extLst>
          </p:cNvPr>
          <p:cNvSpPr/>
          <p:nvPr>
            <p:custDataLst>
              <p:tags r:id="rId46"/>
            </p:custDataLst>
          </p:nvPr>
        </p:nvSpPr>
        <p:spPr bwMode="gray">
          <a:xfrm>
            <a:off x="3673630" y="3164744"/>
            <a:ext cx="840617" cy="128016"/>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2" name="OTLSHAPE_TB_00000000000000000000000000000000_TimescaleInterval2">
            <a:extLst>
              <a:ext uri="{FF2B5EF4-FFF2-40B4-BE49-F238E27FC236}">
                <a16:creationId xmlns:a16="http://schemas.microsoft.com/office/drawing/2014/main" id="{9B08C7B1-1AB3-FDD4-A5DC-F8333CDD6406}"/>
              </a:ext>
            </a:extLst>
          </p:cNvPr>
          <p:cNvSpPr txBox="1"/>
          <p:nvPr>
            <p:custDataLst>
              <p:tags r:id="rId47"/>
            </p:custDataLst>
          </p:nvPr>
        </p:nvSpPr>
        <p:spPr bwMode="gray">
          <a:xfrm>
            <a:off x="1173199"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14" name="OTLSHAPE_TB_00000000000000000000000000000000_TimescaleInterval3">
            <a:extLst>
              <a:ext uri="{FF2B5EF4-FFF2-40B4-BE49-F238E27FC236}">
                <a16:creationId xmlns:a16="http://schemas.microsoft.com/office/drawing/2014/main" id="{E2E56FBB-14C2-D56C-A6FB-A10BDEAE0234}"/>
              </a:ext>
            </a:extLst>
          </p:cNvPr>
          <p:cNvSpPr txBox="1"/>
          <p:nvPr>
            <p:custDataLst>
              <p:tags r:id="rId48"/>
            </p:custDataLst>
          </p:nvPr>
        </p:nvSpPr>
        <p:spPr bwMode="gray">
          <a:xfrm>
            <a:off x="2296046"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Q2</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36" name="OTLSHAPE_TB_00000000000000000000000000000000_TimescaleInterval4">
            <a:extLst>
              <a:ext uri="{FF2B5EF4-FFF2-40B4-BE49-F238E27FC236}">
                <a16:creationId xmlns:a16="http://schemas.microsoft.com/office/drawing/2014/main" id="{C52407D6-BE14-045A-32D4-CE3D9DAF2D10}"/>
              </a:ext>
            </a:extLst>
          </p:cNvPr>
          <p:cNvSpPr txBox="1"/>
          <p:nvPr>
            <p:custDataLst>
              <p:tags r:id="rId49"/>
            </p:custDataLst>
          </p:nvPr>
        </p:nvSpPr>
        <p:spPr bwMode="gray">
          <a:xfrm>
            <a:off x="3431369"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Q3</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47" name="OTLSHAPE_TB_00000000000000000000000000000000_TimescaleInterval5">
            <a:extLst>
              <a:ext uri="{FF2B5EF4-FFF2-40B4-BE49-F238E27FC236}">
                <a16:creationId xmlns:a16="http://schemas.microsoft.com/office/drawing/2014/main" id="{0BC09362-2B5B-2155-9292-61DE348B2985}"/>
              </a:ext>
            </a:extLst>
          </p:cNvPr>
          <p:cNvSpPr txBox="1"/>
          <p:nvPr>
            <p:custDataLst>
              <p:tags r:id="rId50"/>
            </p:custDataLst>
          </p:nvPr>
        </p:nvSpPr>
        <p:spPr bwMode="gray">
          <a:xfrm>
            <a:off x="4579168"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Q4</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49" name="OTLSHAPE_TB_00000000000000000000000000000000_TimescaleInterval6">
            <a:extLst>
              <a:ext uri="{FF2B5EF4-FFF2-40B4-BE49-F238E27FC236}">
                <a16:creationId xmlns:a16="http://schemas.microsoft.com/office/drawing/2014/main" id="{D09D2E89-8211-E451-F070-CE816D26A579}"/>
              </a:ext>
            </a:extLst>
          </p:cNvPr>
          <p:cNvSpPr txBox="1"/>
          <p:nvPr>
            <p:custDataLst>
              <p:tags r:id="rId51"/>
            </p:custDataLst>
          </p:nvPr>
        </p:nvSpPr>
        <p:spPr bwMode="gray">
          <a:xfrm>
            <a:off x="5726967"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51" name="OTLSHAPE_TB_00000000000000000000000000000000_TimescaleInterval7">
            <a:extLst>
              <a:ext uri="{FF2B5EF4-FFF2-40B4-BE49-F238E27FC236}">
                <a16:creationId xmlns:a16="http://schemas.microsoft.com/office/drawing/2014/main" id="{49E1DB6E-7574-9318-4F54-38D4F96010D3}"/>
              </a:ext>
            </a:extLst>
          </p:cNvPr>
          <p:cNvSpPr txBox="1"/>
          <p:nvPr>
            <p:custDataLst>
              <p:tags r:id="rId52"/>
            </p:custDataLst>
          </p:nvPr>
        </p:nvSpPr>
        <p:spPr bwMode="gray">
          <a:xfrm>
            <a:off x="6849814"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Q2</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71" name="OTLSHAPE_SLM_6c2bc955e3924ae2a06ea4bdd7b769d5_Shape">
            <a:extLst>
              <a:ext uri="{FF2B5EF4-FFF2-40B4-BE49-F238E27FC236}">
                <a16:creationId xmlns:a16="http://schemas.microsoft.com/office/drawing/2014/main" id="{03E0DDC5-1806-5231-5618-38D9C7B80718}"/>
              </a:ext>
            </a:extLst>
          </p:cNvPr>
          <p:cNvSpPr/>
          <p:nvPr>
            <p:custDataLst>
              <p:tags r:id="rId53"/>
            </p:custDataLst>
          </p:nvPr>
        </p:nvSpPr>
        <p:spPr bwMode="gray">
          <a:xfrm rot="16200000">
            <a:off x="4798982" y="2278218"/>
            <a:ext cx="137160" cy="13716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2" name="OTLSHAPE_SLM_6c2bc955e3924ae2a06ea4bdd7b769d5_Title">
            <a:extLst>
              <a:ext uri="{FF2B5EF4-FFF2-40B4-BE49-F238E27FC236}">
                <a16:creationId xmlns:a16="http://schemas.microsoft.com/office/drawing/2014/main" id="{BE0681A8-D624-DB62-D331-A3A3FD4A4630}"/>
              </a:ext>
            </a:extLst>
          </p:cNvPr>
          <p:cNvSpPr txBox="1"/>
          <p:nvPr>
            <p:custDataLst>
              <p:tags r:id="rId54"/>
            </p:custDataLst>
          </p:nvPr>
        </p:nvSpPr>
        <p:spPr bwMode="gray">
          <a:xfrm>
            <a:off x="4459949" y="2398772"/>
            <a:ext cx="804605" cy="177677"/>
          </a:xfrm>
          <a:prstGeom prst="rect">
            <a:avLst/>
          </a:prstGeom>
          <a:noFill/>
        </p:spPr>
        <p:txBody>
          <a:bodyPr vert="horz" wrap="square" lIns="0" tIns="0" rIns="0" bIns="0" rtlCol="0" anchor="ctr" anchorCtr="0">
            <a:spAutoFit/>
          </a:bodyPr>
          <a:lstStyle/>
          <a:p>
            <a:pPr marR="0" lvl="0" indent="0" algn="ctr" defTabSz="685800" fontAlgn="auto">
              <a:lnSpc>
                <a:spcPct val="140000"/>
              </a:lnSpc>
              <a:spcBef>
                <a:spcPts val="0"/>
              </a:spcBef>
              <a:spcAft>
                <a:spcPts val="0"/>
              </a:spcAft>
              <a:buClrTx/>
              <a:buSzTx/>
              <a:buFontTx/>
              <a:buNone/>
              <a:tabLst/>
              <a:defRPr/>
            </a:pPr>
            <a:r>
              <a:rPr lang="en-US" altLang="zh-CN" sz="900" b="1" spc="-6"/>
              <a:t>Ph III CTA sub</a:t>
            </a:r>
            <a:endParaRPr lang="zh-CN" altLang="en-US" sz="900" b="1" spc="-6"/>
          </a:p>
        </p:txBody>
      </p:sp>
      <p:sp>
        <p:nvSpPr>
          <p:cNvPr id="73" name="OTLSHAPE_SLM_6c2bc955e3924ae2a06ea4bdd7b769d5_Date">
            <a:extLst>
              <a:ext uri="{FF2B5EF4-FFF2-40B4-BE49-F238E27FC236}">
                <a16:creationId xmlns:a16="http://schemas.microsoft.com/office/drawing/2014/main" id="{6927E765-36D3-1129-9F80-C40A55B87BE3}"/>
              </a:ext>
            </a:extLst>
          </p:cNvPr>
          <p:cNvSpPr txBox="1"/>
          <p:nvPr>
            <p:custDataLst>
              <p:tags r:id="rId55"/>
            </p:custDataLst>
          </p:nvPr>
        </p:nvSpPr>
        <p:spPr bwMode="gray">
          <a:xfrm>
            <a:off x="4545761" y="2534529"/>
            <a:ext cx="633791" cy="148117"/>
          </a:xfrm>
          <a:prstGeom prst="rect">
            <a:avLst/>
          </a:prstGeom>
          <a:noFill/>
        </p:spPr>
        <p:txBody>
          <a:bodyPr vert="horz" wrap="square" lIns="0" tIns="0" rIns="0" bIns="0" rtlCol="0" anchor="ctr" anchorCtr="0">
            <a:spAutoFit/>
          </a:bodyPr>
          <a:lstStyle/>
          <a:p>
            <a:pPr marR="0" lvl="0" indent="0" algn="ctr" fontAlgn="auto">
              <a:lnSpc>
                <a:spcPct val="140000"/>
              </a:lnSpc>
              <a:spcBef>
                <a:spcPts val="0"/>
              </a:spcBef>
              <a:spcAft>
                <a:spcPts val="0"/>
              </a:spcAft>
              <a:buClrTx/>
              <a:buSzTx/>
              <a:buFontTx/>
              <a:buNone/>
              <a:tabLst/>
              <a:defRPr/>
            </a:pPr>
            <a:r>
              <a:rPr lang="en-US" altLang="zh-CN" sz="750">
                <a:solidFill>
                  <a:srgbClr val="08312A"/>
                </a:solidFill>
                <a:latin typeface="Boehringer Forward Text"/>
              </a:rPr>
              <a:t>31/10/26</a:t>
            </a:r>
            <a:endParaRPr lang="zh-CN" altLang="en-US" sz="750">
              <a:solidFill>
                <a:srgbClr val="08312A"/>
              </a:solidFill>
              <a:latin typeface="Boehringer Forward Text"/>
            </a:endParaRPr>
          </a:p>
        </p:txBody>
      </p:sp>
      <p:sp>
        <p:nvSpPr>
          <p:cNvPr id="80" name="OTLSHAPE_SLT_af3e80754ee84374888d0f25fd542f08_JoinedDate">
            <a:extLst>
              <a:ext uri="{FF2B5EF4-FFF2-40B4-BE49-F238E27FC236}">
                <a16:creationId xmlns:a16="http://schemas.microsoft.com/office/drawing/2014/main" id="{C215BC75-392B-4160-5F33-C7F7C04F976C}"/>
              </a:ext>
            </a:extLst>
          </p:cNvPr>
          <p:cNvSpPr txBox="1"/>
          <p:nvPr>
            <p:custDataLst>
              <p:tags r:id="rId56"/>
            </p:custDataLst>
          </p:nvPr>
        </p:nvSpPr>
        <p:spPr bwMode="gray">
          <a:xfrm>
            <a:off x="2291648" y="3294304"/>
            <a:ext cx="1034003" cy="148117"/>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lang="en-US" altLang="zh-CN" sz="750">
                <a:solidFill>
                  <a:srgbClr val="08312A"/>
                </a:solidFill>
                <a:latin typeface="Boehringer Forward Text"/>
              </a:rPr>
              <a:t>3/4/26 – 30/6/26</a:t>
            </a:r>
            <a:endParaRPr lang="zh-CN" altLang="en-US" sz="750">
              <a:solidFill>
                <a:srgbClr val="08312A"/>
              </a:solidFill>
              <a:latin typeface="Boehringer Forward Text"/>
            </a:endParaRPr>
          </a:p>
        </p:txBody>
      </p:sp>
      <p:sp>
        <p:nvSpPr>
          <p:cNvPr id="81" name="OTLSHAPE_SLT_af3e80754ee84374888d0f25fd542f08_Title">
            <a:extLst>
              <a:ext uri="{FF2B5EF4-FFF2-40B4-BE49-F238E27FC236}">
                <a16:creationId xmlns:a16="http://schemas.microsoft.com/office/drawing/2014/main" id="{5A2268BA-BA78-E72F-7990-1B1B5D93A336}"/>
              </a:ext>
            </a:extLst>
          </p:cNvPr>
          <p:cNvSpPr txBox="1"/>
          <p:nvPr>
            <p:custDataLst>
              <p:tags r:id="rId57"/>
            </p:custDataLst>
          </p:nvPr>
        </p:nvSpPr>
        <p:spPr bwMode="gray">
          <a:xfrm>
            <a:off x="2277122" y="2890740"/>
            <a:ext cx="1066800" cy="276999"/>
          </a:xfrm>
          <a:prstGeom prst="rect">
            <a:avLst/>
          </a:prstGeom>
          <a:noFill/>
        </p:spPr>
        <p:txBody>
          <a:bodyPr vert="horz" wrap="square" lIns="0" tIns="0" rIns="0" bIns="0" rtlCol="0" anchor="ctr" anchorCtr="0">
            <a:spAutoFit/>
          </a:bodyPr>
          <a:lstStyle/>
          <a:p>
            <a:pPr algn="ctr">
              <a:defRPr/>
            </a:pPr>
            <a:r>
              <a:rPr lang="en-US" altLang="zh-CN" sz="900" b="1" spc="-6"/>
              <a:t>1507-0002  Ph II </a:t>
            </a:r>
          </a:p>
          <a:p>
            <a:pPr algn="ctr">
              <a:defRPr/>
            </a:pPr>
            <a:r>
              <a:rPr lang="en-US" altLang="zh-CN" sz="900" b="1" spc="-6"/>
              <a:t>CTA sub - app</a:t>
            </a:r>
            <a:endParaRPr lang="zh-CN" altLang="en-US" sz="900" b="1" spc="-6"/>
          </a:p>
        </p:txBody>
      </p:sp>
      <p:sp>
        <p:nvSpPr>
          <p:cNvPr id="123" name="OTLSHAPE_SLT_3d8b1dcab4f642c8adaf495fc2f4a9fd_Title">
            <a:extLst>
              <a:ext uri="{FF2B5EF4-FFF2-40B4-BE49-F238E27FC236}">
                <a16:creationId xmlns:a16="http://schemas.microsoft.com/office/drawing/2014/main" id="{B6EF1D9F-EED1-5F43-4661-086B70CA79AC}"/>
              </a:ext>
            </a:extLst>
          </p:cNvPr>
          <p:cNvSpPr txBox="1"/>
          <p:nvPr>
            <p:custDataLst>
              <p:tags r:id="rId58"/>
            </p:custDataLst>
          </p:nvPr>
        </p:nvSpPr>
        <p:spPr bwMode="gray">
          <a:xfrm>
            <a:off x="4565095" y="3143139"/>
            <a:ext cx="3762476" cy="177677"/>
          </a:xfrm>
          <a:prstGeom prst="rect">
            <a:avLst/>
          </a:prstGeom>
          <a:noFill/>
        </p:spPr>
        <p:txBody>
          <a:bodyPr vert="horz" wrap="square" lIns="0" tIns="0" rIns="0" bIns="0" rtlCol="0" anchor="ctr" anchorCtr="0">
            <a:spAutoFit/>
          </a:bodyPr>
          <a:lstStyle/>
          <a:p>
            <a:pPr marR="0" lvl="0" indent="0" fontAlgn="auto">
              <a:lnSpc>
                <a:spcPct val="140000"/>
              </a:lnSpc>
              <a:spcBef>
                <a:spcPts val="0"/>
              </a:spcBef>
              <a:spcAft>
                <a:spcPts val="0"/>
              </a:spcAft>
              <a:buClrTx/>
              <a:buSzTx/>
              <a:buFontTx/>
              <a:buNone/>
              <a:tabLst/>
              <a:defRPr/>
            </a:pPr>
            <a:r>
              <a:rPr lang="en-US" altLang="zh-CN" sz="900" b="1" spc="-6"/>
              <a:t>China </a:t>
            </a:r>
            <a:r>
              <a:rPr lang="en-US" altLang="zh-CN" sz="900" b="1" spc="-6" err="1"/>
              <a:t>fSIV</a:t>
            </a:r>
            <a:r>
              <a:rPr lang="en-US" altLang="zh-CN" sz="900" b="1" spc="-6"/>
              <a:t> – LSS </a:t>
            </a:r>
            <a:r>
              <a:rPr lang="en-US" altLang="zh-CN" sz="900" spc="-6"/>
              <a:t>(Recruitment window: 1-2M, 25 pts, 8 sites)</a:t>
            </a:r>
          </a:p>
        </p:txBody>
      </p:sp>
      <p:sp>
        <p:nvSpPr>
          <p:cNvPr id="26" name="OTLSHAPE_TB_00000000000000000000000000000000_ScaleMarking2">
            <a:extLst>
              <a:ext uri="{FF2B5EF4-FFF2-40B4-BE49-F238E27FC236}">
                <a16:creationId xmlns:a16="http://schemas.microsoft.com/office/drawing/2014/main" id="{FFBD4002-6B86-936A-E252-6156302665A8}"/>
              </a:ext>
            </a:extLst>
          </p:cNvPr>
          <p:cNvSpPr txBox="1"/>
          <p:nvPr>
            <p:custDataLst>
              <p:tags r:id="rId59"/>
            </p:custDataLst>
          </p:nvPr>
        </p:nvSpPr>
        <p:spPr bwMode="gray">
          <a:xfrm>
            <a:off x="1173199"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2026</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sp>
        <p:nvSpPr>
          <p:cNvPr id="2" name="OTLSHAPE_TB_00000000000000000000000000000000_ScaleMarking3">
            <a:extLst>
              <a:ext uri="{FF2B5EF4-FFF2-40B4-BE49-F238E27FC236}">
                <a16:creationId xmlns:a16="http://schemas.microsoft.com/office/drawing/2014/main" id="{022C060E-D2FA-B197-F94B-F04D2D031D4D}"/>
              </a:ext>
            </a:extLst>
          </p:cNvPr>
          <p:cNvSpPr txBox="1"/>
          <p:nvPr>
            <p:custDataLst>
              <p:tags r:id="rId60"/>
            </p:custDataLst>
          </p:nvPr>
        </p:nvSpPr>
        <p:spPr bwMode="gray">
          <a:xfrm>
            <a:off x="5726967"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2027</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sp>
        <p:nvSpPr>
          <p:cNvPr id="29" name="OTLSHAPE_TB_00000000000000000000000000000000_TimescaleInterval8">
            <a:extLst>
              <a:ext uri="{FF2B5EF4-FFF2-40B4-BE49-F238E27FC236}">
                <a16:creationId xmlns:a16="http://schemas.microsoft.com/office/drawing/2014/main" id="{787567B9-408C-E917-F86F-890B06EDFDD3}"/>
              </a:ext>
            </a:extLst>
          </p:cNvPr>
          <p:cNvSpPr txBox="1"/>
          <p:nvPr>
            <p:custDataLst>
              <p:tags r:id="rId61"/>
            </p:custDataLst>
          </p:nvPr>
        </p:nvSpPr>
        <p:spPr bwMode="gray">
          <a:xfrm>
            <a:off x="7985137"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Q3</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60" name="OTLSHAPE_TB_00000000000000000000000000000000_TimescaleInterval9">
            <a:extLst>
              <a:ext uri="{FF2B5EF4-FFF2-40B4-BE49-F238E27FC236}">
                <a16:creationId xmlns:a16="http://schemas.microsoft.com/office/drawing/2014/main" id="{2BC5EE69-E829-049F-2270-15DC9237C3AC}"/>
              </a:ext>
            </a:extLst>
          </p:cNvPr>
          <p:cNvSpPr txBox="1"/>
          <p:nvPr>
            <p:custDataLst>
              <p:tags r:id="rId62"/>
            </p:custDataLst>
          </p:nvPr>
        </p:nvSpPr>
        <p:spPr bwMode="gray">
          <a:xfrm>
            <a:off x="9132936"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Q4</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cxnSp>
        <p:nvCxnSpPr>
          <p:cNvPr id="11" name="OTLSHAPE_TB_00000000000000000000000000000000_Separator1">
            <a:extLst>
              <a:ext uri="{FF2B5EF4-FFF2-40B4-BE49-F238E27FC236}">
                <a16:creationId xmlns:a16="http://schemas.microsoft.com/office/drawing/2014/main" id="{0BAFE8A2-504D-3A7D-49D7-E0222963FE00}"/>
              </a:ext>
            </a:extLst>
          </p:cNvPr>
          <p:cNvCxnSpPr/>
          <p:nvPr>
            <p:custDataLst>
              <p:tags r:id="rId63"/>
            </p:custDataLst>
          </p:nvPr>
        </p:nvCxnSpPr>
        <p:spPr bwMode="gray">
          <a:xfrm>
            <a:off x="1109699"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OTLSHAPE_TB_00000000000000000000000000000000_Separator2">
            <a:extLst>
              <a:ext uri="{FF2B5EF4-FFF2-40B4-BE49-F238E27FC236}">
                <a16:creationId xmlns:a16="http://schemas.microsoft.com/office/drawing/2014/main" id="{806340FF-D609-2A25-1440-E087B22B72CE}"/>
              </a:ext>
            </a:extLst>
          </p:cNvPr>
          <p:cNvCxnSpPr/>
          <p:nvPr>
            <p:custDataLst>
              <p:tags r:id="rId64"/>
            </p:custDataLst>
          </p:nvPr>
        </p:nvCxnSpPr>
        <p:spPr bwMode="gray">
          <a:xfrm>
            <a:off x="2232546"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OTLSHAPE_TB_00000000000000000000000000000000_Separator3">
            <a:extLst>
              <a:ext uri="{FF2B5EF4-FFF2-40B4-BE49-F238E27FC236}">
                <a16:creationId xmlns:a16="http://schemas.microsoft.com/office/drawing/2014/main" id="{DBCECDB6-12E8-F349-8847-A7B0E5662C7C}"/>
              </a:ext>
            </a:extLst>
          </p:cNvPr>
          <p:cNvCxnSpPr/>
          <p:nvPr>
            <p:custDataLst>
              <p:tags r:id="rId65"/>
            </p:custDataLst>
          </p:nvPr>
        </p:nvCxnSpPr>
        <p:spPr bwMode="gray">
          <a:xfrm>
            <a:off x="3367869"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OTLSHAPE_TB_00000000000000000000000000000000_Separator4">
            <a:extLst>
              <a:ext uri="{FF2B5EF4-FFF2-40B4-BE49-F238E27FC236}">
                <a16:creationId xmlns:a16="http://schemas.microsoft.com/office/drawing/2014/main" id="{AD3261AD-D7EC-B1E2-5764-7F0D1F7E8297}"/>
              </a:ext>
            </a:extLst>
          </p:cNvPr>
          <p:cNvCxnSpPr/>
          <p:nvPr>
            <p:custDataLst>
              <p:tags r:id="rId66"/>
            </p:custDataLst>
          </p:nvPr>
        </p:nvCxnSpPr>
        <p:spPr bwMode="gray">
          <a:xfrm>
            <a:off x="4515668"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TB_00000000000000000000000000000000_Separator5">
            <a:extLst>
              <a:ext uri="{FF2B5EF4-FFF2-40B4-BE49-F238E27FC236}">
                <a16:creationId xmlns:a16="http://schemas.microsoft.com/office/drawing/2014/main" id="{EC4182C0-581E-C6F8-1D4D-5E76DBD450F7}"/>
              </a:ext>
            </a:extLst>
          </p:cNvPr>
          <p:cNvCxnSpPr/>
          <p:nvPr>
            <p:custDataLst>
              <p:tags r:id="rId67"/>
            </p:custDataLst>
          </p:nvPr>
        </p:nvCxnSpPr>
        <p:spPr bwMode="gray">
          <a:xfrm>
            <a:off x="5663467"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OTLSHAPE_TB_00000000000000000000000000000000_Separator6">
            <a:extLst>
              <a:ext uri="{FF2B5EF4-FFF2-40B4-BE49-F238E27FC236}">
                <a16:creationId xmlns:a16="http://schemas.microsoft.com/office/drawing/2014/main" id="{E98F53AC-6252-D0CF-DEE9-F2E32218356C}"/>
              </a:ext>
            </a:extLst>
          </p:cNvPr>
          <p:cNvCxnSpPr/>
          <p:nvPr>
            <p:custDataLst>
              <p:tags r:id="rId68"/>
            </p:custDataLst>
          </p:nvPr>
        </p:nvCxnSpPr>
        <p:spPr bwMode="gray">
          <a:xfrm>
            <a:off x="6786314"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OTLSHAPE_TB_00000000000000000000000000000000_Separator7">
            <a:extLst>
              <a:ext uri="{FF2B5EF4-FFF2-40B4-BE49-F238E27FC236}">
                <a16:creationId xmlns:a16="http://schemas.microsoft.com/office/drawing/2014/main" id="{0D00B954-0B1E-6F73-1988-B34F1D96C0FC}"/>
              </a:ext>
            </a:extLst>
          </p:cNvPr>
          <p:cNvCxnSpPr/>
          <p:nvPr>
            <p:custDataLst>
              <p:tags r:id="rId69"/>
            </p:custDataLst>
          </p:nvPr>
        </p:nvCxnSpPr>
        <p:spPr bwMode="gray">
          <a:xfrm>
            <a:off x="7921637"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OTLSHAPE_TB_00000000000000000000000000000000_Separator8">
            <a:extLst>
              <a:ext uri="{FF2B5EF4-FFF2-40B4-BE49-F238E27FC236}">
                <a16:creationId xmlns:a16="http://schemas.microsoft.com/office/drawing/2014/main" id="{A7644498-7BBD-E4D2-AA51-2E1CFD521EAA}"/>
              </a:ext>
            </a:extLst>
          </p:cNvPr>
          <p:cNvCxnSpPr/>
          <p:nvPr>
            <p:custDataLst>
              <p:tags r:id="rId70"/>
            </p:custDataLst>
          </p:nvPr>
        </p:nvCxnSpPr>
        <p:spPr bwMode="gray">
          <a:xfrm>
            <a:off x="9069436"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标题 106">
            <a:extLst>
              <a:ext uri="{FF2B5EF4-FFF2-40B4-BE49-F238E27FC236}">
                <a16:creationId xmlns:a16="http://schemas.microsoft.com/office/drawing/2014/main" id="{294A0EAF-6709-01A1-79F3-361C7C2F838E}"/>
              </a:ext>
            </a:extLst>
          </p:cNvPr>
          <p:cNvSpPr>
            <a:spLocks noGrp="1"/>
          </p:cNvSpPr>
          <p:nvPr>
            <p:ph type="title"/>
          </p:nvPr>
        </p:nvSpPr>
        <p:spPr>
          <a:xfrm>
            <a:off x="479424" y="167023"/>
            <a:ext cx="11233151" cy="394436"/>
          </a:xfrm>
        </p:spPr>
        <p:txBody>
          <a:bodyPr/>
          <a:lstStyle/>
          <a:p>
            <a:r>
              <a:rPr lang="en-US" altLang="zh-CN"/>
              <a:t>BI 3034701 (GGY2Ra.), Obesity China Development Plan</a:t>
            </a:r>
            <a:endParaRPr lang="zh-CN" altLang="en-US" b="0">
              <a:solidFill>
                <a:srgbClr val="C00000"/>
              </a:solidFill>
            </a:endParaRPr>
          </a:p>
        </p:txBody>
      </p:sp>
      <p:sp>
        <p:nvSpPr>
          <p:cNvPr id="45" name="OTLSHAPE_SLT_1e5bcfb5f49944c49eebcea66b620a37_Title">
            <a:extLst>
              <a:ext uri="{FF2B5EF4-FFF2-40B4-BE49-F238E27FC236}">
                <a16:creationId xmlns:a16="http://schemas.microsoft.com/office/drawing/2014/main" id="{BF7DF53F-B72E-F9AE-5A7E-F91180F5396C}"/>
              </a:ext>
            </a:extLst>
          </p:cNvPr>
          <p:cNvSpPr txBox="1"/>
          <p:nvPr>
            <p:custDataLst>
              <p:tags r:id="rId71"/>
            </p:custDataLst>
          </p:nvPr>
        </p:nvSpPr>
        <p:spPr bwMode="gray">
          <a:xfrm>
            <a:off x="1013189" y="3082166"/>
            <a:ext cx="901699"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2" normalizeH="0" baseline="0" noProof="0">
                <a:ln>
                  <a:noFill/>
                </a:ln>
                <a:solidFill>
                  <a:prstClr val="black"/>
                </a:solidFill>
                <a:effectLst/>
                <a:uLnTx/>
                <a:uFillTx/>
                <a:latin typeface="Calibri" panose="020F0502020204030204" pitchFamily="34" charset="0"/>
                <a:ea typeface="+mn-ea"/>
                <a:cs typeface="+mn-cs"/>
              </a:rPr>
              <a:t>Ph II pre-IND</a:t>
            </a:r>
            <a:endParaRPr kumimoji="0" lang="zh-CN" altLang="en-US" sz="1100" b="1" i="0" u="none" strike="noStrike" kern="1200" cap="none" spc="-2" normalizeH="0" baseline="0" noProof="0">
              <a:ln>
                <a:noFill/>
              </a:ln>
              <a:solidFill>
                <a:prstClr val="black"/>
              </a:solidFill>
              <a:effectLst/>
              <a:uLnTx/>
              <a:uFillTx/>
              <a:latin typeface="Calibri" panose="020F0502020204030204" pitchFamily="34" charset="0"/>
              <a:ea typeface="+mn-ea"/>
              <a:cs typeface="+mn-cs"/>
            </a:endParaRPr>
          </a:p>
        </p:txBody>
      </p:sp>
      <p:sp>
        <p:nvSpPr>
          <p:cNvPr id="66" name="乘号 65">
            <a:extLst>
              <a:ext uri="{FF2B5EF4-FFF2-40B4-BE49-F238E27FC236}">
                <a16:creationId xmlns:a16="http://schemas.microsoft.com/office/drawing/2014/main" id="{FC390C65-DFE4-5164-8498-67565779B141}"/>
              </a:ext>
            </a:extLst>
          </p:cNvPr>
          <p:cNvSpPr/>
          <p:nvPr/>
        </p:nvSpPr>
        <p:spPr bwMode="gray">
          <a:xfrm>
            <a:off x="1272203" y="3042782"/>
            <a:ext cx="257540" cy="377739"/>
          </a:xfrm>
          <a:prstGeom prst="mathMultiply">
            <a:avLst/>
          </a:prstGeom>
          <a:solidFill>
            <a:srgbClr val="C0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2" name="星形: 五角 19">
            <a:extLst>
              <a:ext uri="{FF2B5EF4-FFF2-40B4-BE49-F238E27FC236}">
                <a16:creationId xmlns:a16="http://schemas.microsoft.com/office/drawing/2014/main" id="{3FE702F7-091F-590F-6EA9-9C6741248042}"/>
              </a:ext>
            </a:extLst>
          </p:cNvPr>
          <p:cNvSpPr/>
          <p:nvPr/>
        </p:nvSpPr>
        <p:spPr bwMode="gray">
          <a:xfrm>
            <a:off x="3817879" y="2209632"/>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zh-CN" altLang="en-US" sz="1600">
              <a:solidFill>
                <a:schemeClr val="tx1"/>
              </a:solidFill>
            </a:endParaRPr>
          </a:p>
        </p:txBody>
      </p:sp>
      <p:sp>
        <p:nvSpPr>
          <p:cNvPr id="67" name="OTLSHAPE_M_9b86c997fb8e4df6aed84bfc4e67d3ef_Title">
            <a:extLst>
              <a:ext uri="{FF2B5EF4-FFF2-40B4-BE49-F238E27FC236}">
                <a16:creationId xmlns:a16="http://schemas.microsoft.com/office/drawing/2014/main" id="{A6865108-FF50-0C2F-0E23-11964C692737}"/>
              </a:ext>
            </a:extLst>
          </p:cNvPr>
          <p:cNvSpPr txBox="1"/>
          <p:nvPr>
            <p:custDataLst>
              <p:tags r:id="rId72"/>
            </p:custDataLst>
          </p:nvPr>
        </p:nvSpPr>
        <p:spPr bwMode="gray">
          <a:xfrm>
            <a:off x="3331919" y="2430934"/>
            <a:ext cx="1162733" cy="253916"/>
          </a:xfrm>
          <a:prstGeom prst="rect">
            <a:avLst/>
          </a:prstGeom>
          <a:noFill/>
        </p:spPr>
        <p:txBody>
          <a:bodyPr vert="horz" wrap="square" lIns="0" tIns="0" rIns="0" bIns="0" rtlCol="0" anchor="ctr" anchorCtr="0">
            <a:spAutoFit/>
          </a:bodyPr>
          <a:lstStyle/>
          <a:p>
            <a:pPr algn="ctr" defTabSz="685800">
              <a:defRPr/>
            </a:pPr>
            <a:r>
              <a:rPr lang="en-US" altLang="zh-CN" sz="900" b="1" spc="-6"/>
              <a:t>FDA Type C</a:t>
            </a:r>
          </a:p>
          <a:p>
            <a:pPr algn="ctr">
              <a:defRPr/>
            </a:pPr>
            <a:r>
              <a:rPr lang="en-US" altLang="zh-CN" sz="750">
                <a:highlight>
                  <a:srgbClr val="FFFF00"/>
                </a:highlight>
                <a:latin typeface="Boehringer Forward Text"/>
              </a:rPr>
              <a:t>Aug/</a:t>
            </a:r>
            <a:r>
              <a:rPr lang="en-US" sz="750">
                <a:highlight>
                  <a:srgbClr val="FFFF00"/>
                </a:highlight>
                <a:latin typeface="Boehringer Forward Text"/>
              </a:rPr>
              <a:t>26</a:t>
            </a:r>
          </a:p>
        </p:txBody>
      </p:sp>
      <p:sp>
        <p:nvSpPr>
          <p:cNvPr id="69" name="OTLSHAPE_SLT_f8a8e67cf2d44d7f98671616391cd05c_JoinedDate">
            <a:extLst>
              <a:ext uri="{FF2B5EF4-FFF2-40B4-BE49-F238E27FC236}">
                <a16:creationId xmlns:a16="http://schemas.microsoft.com/office/drawing/2014/main" id="{4F5815C5-166C-E532-4BC2-3E495CFAAA0D}"/>
              </a:ext>
            </a:extLst>
          </p:cNvPr>
          <p:cNvSpPr txBox="1"/>
          <p:nvPr>
            <p:custDataLst>
              <p:tags r:id="rId73"/>
            </p:custDataLst>
          </p:nvPr>
        </p:nvSpPr>
        <p:spPr bwMode="gray">
          <a:xfrm>
            <a:off x="1677685" y="1356664"/>
            <a:ext cx="1642826" cy="253916"/>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spcBef>
                <a:spcPts val="0"/>
              </a:spcBef>
              <a:spcAft>
                <a:spcPts val="0"/>
              </a:spcAft>
              <a:buClrTx/>
              <a:buSzTx/>
              <a:buFontTx/>
              <a:buNone/>
              <a:tabLst/>
              <a:defRPr/>
            </a:pPr>
            <a:r>
              <a:rPr kumimoji="0" lang="en-US" altLang="zh-CN" sz="900" b="1" i="0" u="none" strike="noStrike" kern="1200" cap="none" spc="-6" normalizeH="0" baseline="0" noProof="0">
                <a:ln>
                  <a:noFill/>
                </a:ln>
                <a:effectLst/>
                <a:uLnTx/>
                <a:uFillTx/>
                <a:ea typeface="+mn-ea"/>
                <a:cs typeface="+mn-cs"/>
              </a:rPr>
              <a:t>1507-0002 Ph II</a:t>
            </a:r>
          </a:p>
          <a:p>
            <a:pPr marL="0" marR="0" lvl="0" indent="0" algn="r" defTabSz="914400" rtl="0" eaLnBrk="1" fontAlgn="auto" latinLnBrk="0" hangingPunct="1">
              <a:spcBef>
                <a:spcPts val="0"/>
              </a:spcBef>
              <a:spcAft>
                <a:spcPts val="0"/>
              </a:spcAft>
              <a:buClrTx/>
              <a:buSzTx/>
              <a:buFontTx/>
              <a:buNone/>
              <a:tabLst/>
              <a:defRPr/>
            </a:pPr>
            <a:r>
              <a:rPr lang="en-US" altLang="zh-CN" sz="750">
                <a:solidFill>
                  <a:srgbClr val="08312A"/>
                </a:solidFill>
                <a:latin typeface="Boehringer Forward Text"/>
              </a:rPr>
              <a:t>22/6/26 – 22/9/26</a:t>
            </a:r>
            <a:endParaRPr lang="zh-CN" altLang="en-US" sz="750">
              <a:solidFill>
                <a:srgbClr val="08312A"/>
              </a:solidFill>
              <a:latin typeface="Boehringer Forward Text"/>
            </a:endParaRPr>
          </a:p>
        </p:txBody>
      </p:sp>
      <p:sp>
        <p:nvSpPr>
          <p:cNvPr id="70" name="OTLSHAPE_SLT_f8a8e67cf2d44d7f98671616391cd05c_Title">
            <a:extLst>
              <a:ext uri="{FF2B5EF4-FFF2-40B4-BE49-F238E27FC236}">
                <a16:creationId xmlns:a16="http://schemas.microsoft.com/office/drawing/2014/main" id="{246412B9-F369-6EF1-A224-B0FA6DE91679}"/>
              </a:ext>
            </a:extLst>
          </p:cNvPr>
          <p:cNvSpPr txBox="1"/>
          <p:nvPr>
            <p:custDataLst>
              <p:tags r:id="rId74"/>
            </p:custDataLst>
          </p:nvPr>
        </p:nvSpPr>
        <p:spPr bwMode="gray">
          <a:xfrm>
            <a:off x="4481003" y="1469038"/>
            <a:ext cx="1130403" cy="177677"/>
          </a:xfrm>
          <a:prstGeom prst="rect">
            <a:avLst/>
          </a:prstGeom>
          <a:noFill/>
        </p:spPr>
        <p:txBody>
          <a:bodyPr vert="horz" wrap="square" lIns="0" tIns="0" rIns="0" bIns="0" rtlCol="0" anchor="ctr" anchorCtr="0">
            <a:spAutoFit/>
          </a:bodyPr>
          <a:lstStyle/>
          <a:p>
            <a:pPr>
              <a:lnSpc>
                <a:spcPct val="140000"/>
              </a:lnSpc>
              <a:defRPr/>
            </a:pPr>
            <a:r>
              <a:rPr lang="en-US" altLang="zh-CN" sz="900" b="1" spc="-6" err="1"/>
              <a:t>gFSS</a:t>
            </a:r>
            <a:r>
              <a:rPr lang="en-US" altLang="zh-CN" sz="900" b="1" spc="-6"/>
              <a:t> – LSS</a:t>
            </a:r>
            <a:endParaRPr lang="zh-CN" altLang="en-US" sz="900" b="1" spc="-6"/>
          </a:p>
        </p:txBody>
      </p:sp>
      <p:sp>
        <p:nvSpPr>
          <p:cNvPr id="82" name="OTLSHAPE_SLT_f8a8e67cf2d44d7f98671616391cd05c_Shape">
            <a:extLst>
              <a:ext uri="{FF2B5EF4-FFF2-40B4-BE49-F238E27FC236}">
                <a16:creationId xmlns:a16="http://schemas.microsoft.com/office/drawing/2014/main" id="{9101F8B7-6F95-7228-703F-1C3D3A5A8F50}"/>
              </a:ext>
            </a:extLst>
          </p:cNvPr>
          <p:cNvSpPr/>
          <p:nvPr>
            <p:custDataLst>
              <p:tags r:id="rId75"/>
            </p:custDataLst>
          </p:nvPr>
        </p:nvSpPr>
        <p:spPr bwMode="gray">
          <a:xfrm>
            <a:off x="6411812" y="2289006"/>
            <a:ext cx="2657624" cy="128016"/>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4" name="OTLSHAPE_SLT_f8a8e67cf2d44d7f98671616391cd05c_Title">
            <a:extLst>
              <a:ext uri="{FF2B5EF4-FFF2-40B4-BE49-F238E27FC236}">
                <a16:creationId xmlns:a16="http://schemas.microsoft.com/office/drawing/2014/main" id="{AA5AE773-364B-730D-8AEF-02F2A562D0F0}"/>
              </a:ext>
            </a:extLst>
          </p:cNvPr>
          <p:cNvSpPr txBox="1"/>
          <p:nvPr>
            <p:custDataLst>
              <p:tags r:id="rId76"/>
            </p:custDataLst>
          </p:nvPr>
        </p:nvSpPr>
        <p:spPr bwMode="gray">
          <a:xfrm>
            <a:off x="9074030" y="2248856"/>
            <a:ext cx="664724" cy="177677"/>
          </a:xfrm>
          <a:prstGeom prst="rect">
            <a:avLst/>
          </a:prstGeom>
          <a:noFill/>
        </p:spPr>
        <p:txBody>
          <a:bodyPr vert="horz" wrap="square" lIns="0" tIns="0" rIns="0" bIns="0" rtlCol="0" anchor="ctr" anchorCtr="0">
            <a:spAutoFit/>
          </a:bodyPr>
          <a:lstStyle/>
          <a:p>
            <a:pPr marR="0" lvl="0" indent="0" fontAlgn="auto">
              <a:lnSpc>
                <a:spcPct val="140000"/>
              </a:lnSpc>
              <a:spcBef>
                <a:spcPts val="0"/>
              </a:spcBef>
              <a:spcAft>
                <a:spcPts val="0"/>
              </a:spcAft>
              <a:buClrTx/>
              <a:buSzTx/>
              <a:buFontTx/>
              <a:buNone/>
              <a:tabLst/>
              <a:defRPr/>
            </a:pPr>
            <a:r>
              <a:rPr lang="en-US" altLang="zh-CN" sz="900" b="1" spc="-6" err="1"/>
              <a:t>gFSS</a:t>
            </a:r>
            <a:r>
              <a:rPr lang="en-US" altLang="zh-CN" sz="900" b="1" spc="-6"/>
              <a:t> - LSR</a:t>
            </a:r>
            <a:endParaRPr lang="zh-CN" altLang="en-US" sz="900" b="1" spc="-6"/>
          </a:p>
        </p:txBody>
      </p:sp>
      <p:sp>
        <p:nvSpPr>
          <p:cNvPr id="85" name="星形: 五角 19">
            <a:extLst>
              <a:ext uri="{FF2B5EF4-FFF2-40B4-BE49-F238E27FC236}">
                <a16:creationId xmlns:a16="http://schemas.microsoft.com/office/drawing/2014/main" id="{BBF74555-8839-B0C4-1A92-C9A22B46A844}"/>
              </a:ext>
            </a:extLst>
          </p:cNvPr>
          <p:cNvSpPr/>
          <p:nvPr/>
        </p:nvSpPr>
        <p:spPr bwMode="gray">
          <a:xfrm>
            <a:off x="6222465" y="1469429"/>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zh-CN" altLang="en-US" sz="1600">
              <a:solidFill>
                <a:schemeClr val="tx1"/>
              </a:solidFill>
            </a:endParaRPr>
          </a:p>
        </p:txBody>
      </p:sp>
      <p:sp>
        <p:nvSpPr>
          <p:cNvPr id="86" name="OTLSHAPE_M_9b86c997fb8e4df6aed84bfc4e67d3ef_Title">
            <a:extLst>
              <a:ext uri="{FF2B5EF4-FFF2-40B4-BE49-F238E27FC236}">
                <a16:creationId xmlns:a16="http://schemas.microsoft.com/office/drawing/2014/main" id="{8CF5DA79-6F4C-1DD1-C43A-D8A30C0874EF}"/>
              </a:ext>
            </a:extLst>
          </p:cNvPr>
          <p:cNvSpPr txBox="1"/>
          <p:nvPr>
            <p:custDataLst>
              <p:tags r:id="rId77"/>
            </p:custDataLst>
          </p:nvPr>
        </p:nvSpPr>
        <p:spPr bwMode="gray">
          <a:xfrm>
            <a:off x="5859321" y="1666839"/>
            <a:ext cx="929852" cy="253916"/>
          </a:xfrm>
          <a:prstGeom prst="rect">
            <a:avLst/>
          </a:prstGeom>
          <a:noFill/>
        </p:spPr>
        <p:txBody>
          <a:bodyPr vert="horz" wrap="square" lIns="0" tIns="0" rIns="0" bIns="0" rtlCol="0" anchor="ctr" anchorCtr="0">
            <a:spAutoFit/>
          </a:bodyPr>
          <a:lstStyle/>
          <a:p>
            <a:pPr algn="ctr" defTabSz="685800">
              <a:defRPr/>
            </a:pPr>
            <a:r>
              <a:rPr lang="en-US" sz="900" b="1" spc="-6">
                <a:solidFill>
                  <a:prstClr val="black"/>
                </a:solidFill>
              </a:rPr>
              <a:t>IA for Go/No-Go</a:t>
            </a:r>
          </a:p>
          <a:p>
            <a:pPr algn="ctr">
              <a:defRPr/>
            </a:pPr>
            <a:r>
              <a:rPr lang="en-US" sz="750">
                <a:latin typeface="Boehringer Forward Text"/>
              </a:rPr>
              <a:t>22/2/27</a:t>
            </a:r>
          </a:p>
        </p:txBody>
      </p:sp>
      <p:sp>
        <p:nvSpPr>
          <p:cNvPr id="109" name="OTLSHAPE_SLM_6c2bc955e3924ae2a06ea4bdd7b769d5_Title">
            <a:extLst>
              <a:ext uri="{FF2B5EF4-FFF2-40B4-BE49-F238E27FC236}">
                <a16:creationId xmlns:a16="http://schemas.microsoft.com/office/drawing/2014/main" id="{5E22CCF0-5A10-466F-7394-B4E677B05357}"/>
              </a:ext>
            </a:extLst>
          </p:cNvPr>
          <p:cNvSpPr txBox="1"/>
          <p:nvPr>
            <p:custDataLst>
              <p:tags r:id="rId78"/>
            </p:custDataLst>
          </p:nvPr>
        </p:nvSpPr>
        <p:spPr bwMode="gray">
          <a:xfrm>
            <a:off x="979951" y="1392323"/>
            <a:ext cx="1041400" cy="170519"/>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rPr>
              <a:t>Final CTA package</a:t>
            </a:r>
            <a:endParaRPr kumimoji="0" lang="zh-CN" altLang="en-US"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endParaRPr>
          </a:p>
        </p:txBody>
      </p:sp>
      <p:sp>
        <p:nvSpPr>
          <p:cNvPr id="110" name="OTLSHAPE_SLM_6c2bc955e3924ae2a06ea4bdd7b769d5_Date">
            <a:extLst>
              <a:ext uri="{FF2B5EF4-FFF2-40B4-BE49-F238E27FC236}">
                <a16:creationId xmlns:a16="http://schemas.microsoft.com/office/drawing/2014/main" id="{45BA830D-BD96-ABFE-7965-A265C266CA94}"/>
              </a:ext>
            </a:extLst>
          </p:cNvPr>
          <p:cNvSpPr txBox="1"/>
          <p:nvPr>
            <p:custDataLst>
              <p:tags r:id="rId79"/>
            </p:custDataLst>
          </p:nvPr>
        </p:nvSpPr>
        <p:spPr bwMode="gray">
          <a:xfrm>
            <a:off x="1386925" y="1566296"/>
            <a:ext cx="633791" cy="148117"/>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lang="en-US" altLang="zh-CN" sz="750">
                <a:solidFill>
                  <a:srgbClr val="08312A"/>
                </a:solidFill>
                <a:latin typeface="Boehringer Forward Text"/>
              </a:rPr>
              <a:t>13/3/26</a:t>
            </a:r>
            <a:endParaRPr lang="zh-CN" altLang="en-US" sz="750">
              <a:solidFill>
                <a:srgbClr val="08312A"/>
              </a:solidFill>
              <a:latin typeface="Boehringer Forward Text"/>
            </a:endParaRPr>
          </a:p>
        </p:txBody>
      </p:sp>
      <p:sp>
        <p:nvSpPr>
          <p:cNvPr id="114" name="OTLSHAPE_SLM_6c2bc955e3924ae2a06ea4bdd7b769d5_Shape">
            <a:extLst>
              <a:ext uri="{FF2B5EF4-FFF2-40B4-BE49-F238E27FC236}">
                <a16:creationId xmlns:a16="http://schemas.microsoft.com/office/drawing/2014/main" id="{CF264514-BD23-500C-C6F4-A50FAF0D7A33}"/>
              </a:ext>
            </a:extLst>
          </p:cNvPr>
          <p:cNvSpPr/>
          <p:nvPr>
            <p:custDataLst>
              <p:tags r:id="rId80"/>
            </p:custDataLst>
          </p:nvPr>
        </p:nvSpPr>
        <p:spPr bwMode="gray">
          <a:xfrm rot="16200000">
            <a:off x="2034815" y="1479188"/>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0" name="OTLSHAPE_TB_00000000000000000000000000000000_TimescaleInterval2">
            <a:extLst>
              <a:ext uri="{FF2B5EF4-FFF2-40B4-BE49-F238E27FC236}">
                <a16:creationId xmlns:a16="http://schemas.microsoft.com/office/drawing/2014/main" id="{025F946F-71F2-2A35-F9EC-FAE356297CAE}"/>
              </a:ext>
            </a:extLst>
          </p:cNvPr>
          <p:cNvSpPr txBox="1"/>
          <p:nvPr>
            <p:custDataLst>
              <p:tags r:id="rId81"/>
            </p:custDataLst>
          </p:nvPr>
        </p:nvSpPr>
        <p:spPr bwMode="gray">
          <a:xfrm>
            <a:off x="10269105"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131" name="OTLSHAPE_TB_00000000000000000000000000000000_ScaleMarking2">
            <a:extLst>
              <a:ext uri="{FF2B5EF4-FFF2-40B4-BE49-F238E27FC236}">
                <a16:creationId xmlns:a16="http://schemas.microsoft.com/office/drawing/2014/main" id="{C0D58D8B-8A0A-C182-3F30-A899DD0F9499}"/>
              </a:ext>
            </a:extLst>
          </p:cNvPr>
          <p:cNvSpPr txBox="1"/>
          <p:nvPr>
            <p:custDataLst>
              <p:tags r:id="rId82"/>
            </p:custDataLst>
          </p:nvPr>
        </p:nvSpPr>
        <p:spPr bwMode="gray">
          <a:xfrm>
            <a:off x="10269105"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2028</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cxnSp>
        <p:nvCxnSpPr>
          <p:cNvPr id="132" name="OTLSHAPE_TB_00000000000000000000000000000000_Separator1">
            <a:extLst>
              <a:ext uri="{FF2B5EF4-FFF2-40B4-BE49-F238E27FC236}">
                <a16:creationId xmlns:a16="http://schemas.microsoft.com/office/drawing/2014/main" id="{0DBE536D-E10A-CCA1-9533-6C41C0D4C6F1}"/>
              </a:ext>
            </a:extLst>
          </p:cNvPr>
          <p:cNvCxnSpPr/>
          <p:nvPr>
            <p:custDataLst>
              <p:tags r:id="rId83"/>
            </p:custDataLst>
          </p:nvPr>
        </p:nvCxnSpPr>
        <p:spPr bwMode="gray">
          <a:xfrm>
            <a:off x="10205605"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9" name="OTLSHAPE_SLT_f8a8e67cf2d44d7f98671616391cd05c_Shape">
            <a:extLst>
              <a:ext uri="{FF2B5EF4-FFF2-40B4-BE49-F238E27FC236}">
                <a16:creationId xmlns:a16="http://schemas.microsoft.com/office/drawing/2014/main" id="{76F61B66-6BAE-6F19-3328-028A2AE52766}"/>
              </a:ext>
            </a:extLst>
          </p:cNvPr>
          <p:cNvSpPr/>
          <p:nvPr>
            <p:custDataLst>
              <p:tags r:id="rId84"/>
            </p:custDataLst>
          </p:nvPr>
        </p:nvSpPr>
        <p:spPr bwMode="gray">
          <a:xfrm>
            <a:off x="7025376" y="3602977"/>
            <a:ext cx="2020298" cy="128016"/>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142" name="连接符: 肘形 99">
            <a:extLst>
              <a:ext uri="{FF2B5EF4-FFF2-40B4-BE49-F238E27FC236}">
                <a16:creationId xmlns:a16="http://schemas.microsoft.com/office/drawing/2014/main" id="{90321810-48E1-2D7D-1E1A-BB4C51B74918}"/>
              </a:ext>
            </a:extLst>
          </p:cNvPr>
          <p:cNvCxnSpPr>
            <a:cxnSpLocks/>
          </p:cNvCxnSpPr>
          <p:nvPr/>
        </p:nvCxnSpPr>
        <p:spPr bwMode="gray">
          <a:xfrm rot="16200000" flipH="1">
            <a:off x="4618504" y="2926798"/>
            <a:ext cx="922308" cy="434003"/>
          </a:xfrm>
          <a:prstGeom prst="bentConnector2">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45" name="OTLSHAPE_SLT_af3e80754ee84374888d0f25fd542f08_Shape">
            <a:extLst>
              <a:ext uri="{FF2B5EF4-FFF2-40B4-BE49-F238E27FC236}">
                <a16:creationId xmlns:a16="http://schemas.microsoft.com/office/drawing/2014/main" id="{3BF37BA6-0062-C548-A668-B0716D2B114E}"/>
              </a:ext>
            </a:extLst>
          </p:cNvPr>
          <p:cNvSpPr/>
          <p:nvPr>
            <p:custDataLst>
              <p:tags r:id="rId85"/>
            </p:custDataLst>
          </p:nvPr>
        </p:nvSpPr>
        <p:spPr bwMode="gray">
          <a:xfrm>
            <a:off x="7025375" y="3846000"/>
            <a:ext cx="2020824" cy="133038"/>
          </a:xfrm>
          <a:prstGeom prst="roundRect">
            <a:avLst/>
          </a:prstGeom>
          <a:solidFill>
            <a:schemeClr val="tx2"/>
          </a:solidFill>
          <a:ln w="6350" cap="flat" cmpd="sng" algn="ctr">
            <a:noFill/>
            <a:prstDash val="solid"/>
            <a:miter lim="800000"/>
          </a:ln>
          <a:effectLst/>
          <a:scene3d>
            <a:camera prst="orthographicFront"/>
            <a:lightRig rig="balanced" dir="t">
              <a:rot lat="0" lon="0" rev="8700000"/>
            </a:lightRig>
          </a:scene3d>
          <a:sp3d>
            <a:bevelT w="1651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CN Ph III with low BMI</a:t>
            </a:r>
          </a:p>
        </p:txBody>
      </p:sp>
      <p:sp>
        <p:nvSpPr>
          <p:cNvPr id="155" name="星形: 五角 19">
            <a:extLst>
              <a:ext uri="{FF2B5EF4-FFF2-40B4-BE49-F238E27FC236}">
                <a16:creationId xmlns:a16="http://schemas.microsoft.com/office/drawing/2014/main" id="{7DC5C4B5-8FFA-9093-52A1-5C038F3C5C1F}"/>
              </a:ext>
            </a:extLst>
          </p:cNvPr>
          <p:cNvSpPr/>
          <p:nvPr/>
        </p:nvSpPr>
        <p:spPr bwMode="gray">
          <a:xfrm>
            <a:off x="4045597" y="3507061"/>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40000"/>
              </a:lnSpc>
            </a:pPr>
            <a:endParaRPr lang="zh-CN" altLang="en-US" sz="1600">
              <a:solidFill>
                <a:schemeClr val="tx1"/>
              </a:solidFill>
            </a:endParaRPr>
          </a:p>
        </p:txBody>
      </p:sp>
      <p:sp>
        <p:nvSpPr>
          <p:cNvPr id="8" name="矩形 66">
            <a:extLst>
              <a:ext uri="{FF2B5EF4-FFF2-40B4-BE49-F238E27FC236}">
                <a16:creationId xmlns:a16="http://schemas.microsoft.com/office/drawing/2014/main" id="{FF24C262-F8ED-44EC-4A7F-36CF0023A3AC}"/>
              </a:ext>
            </a:extLst>
          </p:cNvPr>
          <p:cNvSpPr/>
          <p:nvPr/>
        </p:nvSpPr>
        <p:spPr bwMode="gray">
          <a:xfrm>
            <a:off x="2662016" y="2007918"/>
            <a:ext cx="1402363" cy="290819"/>
          </a:xfrm>
          <a:prstGeom prst="rect">
            <a:avLst/>
          </a:prstGeom>
          <a:noFill/>
          <a:ln w="12700">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ctr" defTabSz="914400" rtl="0" eaLnBrk="1" fontAlgn="auto" latinLnBrk="0" hangingPunct="1">
              <a:lnSpc>
                <a:spcPts val="900"/>
              </a:lnSpc>
              <a:spcBef>
                <a:spcPts val="0"/>
              </a:spcBef>
              <a:spcAft>
                <a:spcPts val="0"/>
              </a:spcAft>
              <a:buClrTx/>
              <a:buSzTx/>
              <a:tabLst/>
              <a:defRPr/>
            </a:pPr>
            <a:r>
              <a:rPr lang="en-US" altLang="zh-CN" sz="900" b="1">
                <a:solidFill>
                  <a:schemeClr val="tx1"/>
                </a:solidFill>
                <a:latin typeface="Boehringer Forward Text"/>
              </a:rPr>
              <a:t>HPEC </a:t>
            </a:r>
          </a:p>
          <a:p>
            <a:pPr marR="0" lvl="0" algn="ctr" defTabSz="914400" rtl="0" eaLnBrk="1" fontAlgn="auto" latinLnBrk="0" hangingPunct="1">
              <a:lnSpc>
                <a:spcPts val="900"/>
              </a:lnSpc>
              <a:spcBef>
                <a:spcPts val="0"/>
              </a:spcBef>
              <a:spcAft>
                <a:spcPts val="0"/>
              </a:spcAft>
              <a:buClrTx/>
              <a:buSzTx/>
              <a:tabLst/>
              <a:defRPr/>
            </a:pPr>
            <a:r>
              <a:rPr lang="en-US" altLang="zh-CN" sz="900" b="1">
                <a:solidFill>
                  <a:schemeClr val="tx1"/>
                </a:solidFill>
                <a:latin typeface="Boehringer Forward Text"/>
              </a:rPr>
              <a:t>Strategic direction</a:t>
            </a:r>
          </a:p>
          <a:p>
            <a:pPr algn="ctr">
              <a:lnSpc>
                <a:spcPts val="900"/>
              </a:lnSpc>
              <a:defRPr/>
            </a:pPr>
            <a:r>
              <a:rPr lang="en-US" altLang="zh-CN" sz="750">
                <a:solidFill>
                  <a:schemeClr val="tx1"/>
                </a:solidFill>
                <a:latin typeface="Boehringer Forward Text"/>
              </a:rPr>
              <a:t>24/06/26</a:t>
            </a:r>
          </a:p>
        </p:txBody>
      </p:sp>
      <p:sp>
        <p:nvSpPr>
          <p:cNvPr id="9" name="AutoShape 31">
            <a:extLst>
              <a:ext uri="{FF2B5EF4-FFF2-40B4-BE49-F238E27FC236}">
                <a16:creationId xmlns:a16="http://schemas.microsoft.com/office/drawing/2014/main" id="{7765DF1C-E7D7-A9CA-2FA6-C7DA7FE61DD8}"/>
              </a:ext>
            </a:extLst>
          </p:cNvPr>
          <p:cNvSpPr>
            <a:spLocks noChangeArrowheads="1"/>
          </p:cNvSpPr>
          <p:nvPr/>
        </p:nvSpPr>
        <p:spPr bwMode="gray">
          <a:xfrm rot="5400000">
            <a:off x="3295135" y="1819369"/>
            <a:ext cx="137160" cy="137160"/>
          </a:xfrm>
          <a:prstGeom prst="triangle">
            <a:avLst>
              <a:gd name="adj" fmla="val 50000"/>
            </a:avLst>
          </a:prstGeom>
          <a:solidFill>
            <a:schemeClr val="accent2"/>
          </a:solidFill>
          <a:ln>
            <a:noFill/>
          </a:ln>
          <a:effectLst/>
        </p:spPr>
        <p:txBody>
          <a:bodyPr rot="10800000" wrap="none" lIns="0" tIns="0" rIns="0" bIns="0" anchor="ctr"/>
          <a:lstStyle>
            <a:defPPr>
              <a:defRPr lang="de-DE"/>
            </a:defPPr>
            <a:lvl1pPr algn="ctr" rtl="0" fontAlgn="base">
              <a:spcBef>
                <a:spcPct val="0"/>
              </a:spcBef>
              <a:spcAft>
                <a:spcPct val="0"/>
              </a:spcAft>
              <a:defRPr kern="1200">
                <a:solidFill>
                  <a:schemeClr val="tx1"/>
                </a:solidFill>
                <a:latin typeface="Arial" charset="0"/>
                <a:ea typeface="+mn-ea"/>
                <a:cs typeface="+mn-cs"/>
              </a:defRPr>
            </a:lvl1pPr>
            <a:lvl2pPr marL="457200" algn="ctr" rtl="0" fontAlgn="base">
              <a:spcBef>
                <a:spcPct val="0"/>
              </a:spcBef>
              <a:spcAft>
                <a:spcPct val="0"/>
              </a:spcAft>
              <a:defRPr kern="1200">
                <a:solidFill>
                  <a:schemeClr val="tx1"/>
                </a:solidFill>
                <a:latin typeface="Arial" charset="0"/>
                <a:ea typeface="+mn-ea"/>
                <a:cs typeface="+mn-cs"/>
              </a:defRPr>
            </a:lvl2pPr>
            <a:lvl3pPr marL="914400" algn="ctr" rtl="0" fontAlgn="base">
              <a:spcBef>
                <a:spcPct val="0"/>
              </a:spcBef>
              <a:spcAft>
                <a:spcPct val="0"/>
              </a:spcAft>
              <a:defRPr kern="1200">
                <a:solidFill>
                  <a:schemeClr val="tx1"/>
                </a:solidFill>
                <a:latin typeface="Arial" charset="0"/>
                <a:ea typeface="+mn-ea"/>
                <a:cs typeface="+mn-cs"/>
              </a:defRPr>
            </a:lvl3pPr>
            <a:lvl4pPr marL="1371600" algn="ctr" rtl="0" fontAlgn="base">
              <a:spcBef>
                <a:spcPct val="0"/>
              </a:spcBef>
              <a:spcAft>
                <a:spcPct val="0"/>
              </a:spcAft>
              <a:defRPr kern="1200">
                <a:solidFill>
                  <a:schemeClr val="tx1"/>
                </a:solidFill>
                <a:latin typeface="Arial" charset="0"/>
                <a:ea typeface="+mn-ea"/>
                <a:cs typeface="+mn-cs"/>
              </a:defRPr>
            </a:lvl4pPr>
            <a:lvl5pPr marL="1828800" algn="ctr"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Aft>
                <a:spcPct val="20000"/>
              </a:spcAft>
              <a:buClr>
                <a:srgbClr val="000000"/>
              </a:buClr>
              <a:buSzPct val="80000"/>
              <a:buFont typeface="Wingdings" pitchFamily="2" charset="2"/>
              <a:buNone/>
            </a:pPr>
            <a:endParaRPr lang="en-US" sz="1400" noProof="0">
              <a:solidFill>
                <a:srgbClr val="000000"/>
              </a:solidFill>
            </a:endParaRPr>
          </a:p>
        </p:txBody>
      </p:sp>
      <p:sp>
        <p:nvSpPr>
          <p:cNvPr id="10" name="OTLSHAPE_SLT_f8a8e67cf2d44d7f98671616391cd05c_JoinedDate">
            <a:extLst>
              <a:ext uri="{FF2B5EF4-FFF2-40B4-BE49-F238E27FC236}">
                <a16:creationId xmlns:a16="http://schemas.microsoft.com/office/drawing/2014/main" id="{81E614BA-E9C1-0630-EC70-0AD2A2E7C718}"/>
              </a:ext>
            </a:extLst>
          </p:cNvPr>
          <p:cNvSpPr txBox="1"/>
          <p:nvPr>
            <p:custDataLst>
              <p:tags r:id="rId86"/>
            </p:custDataLst>
          </p:nvPr>
        </p:nvSpPr>
        <p:spPr bwMode="gray">
          <a:xfrm>
            <a:off x="6389507" y="2014156"/>
            <a:ext cx="953208" cy="2539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900" b="1" i="0" u="none" strike="noStrike" kern="1200" cap="none" spc="-6" normalizeH="0" baseline="0" noProof="0">
                <a:ln>
                  <a:noFill/>
                </a:ln>
                <a:effectLst/>
                <a:uLnTx/>
                <a:uFillTx/>
                <a:ea typeface="+mn-ea"/>
                <a:cs typeface="+mn-cs"/>
              </a:rPr>
              <a:t>1507-0010 Ph III</a:t>
            </a:r>
          </a:p>
          <a:p>
            <a:pPr marL="0" marR="0" lvl="0" indent="0" algn="ctr" defTabSz="914400" rtl="0" eaLnBrk="1" fontAlgn="auto" latinLnBrk="0" hangingPunct="1">
              <a:spcBef>
                <a:spcPts val="0"/>
              </a:spcBef>
              <a:spcAft>
                <a:spcPts val="0"/>
              </a:spcAft>
              <a:buClrTx/>
              <a:buSzTx/>
              <a:buFontTx/>
              <a:buNone/>
              <a:tabLst/>
              <a:defRPr/>
            </a:pPr>
            <a:r>
              <a:rPr lang="en-US" altLang="zh-CN" sz="750">
                <a:solidFill>
                  <a:srgbClr val="08312A"/>
                </a:solidFill>
                <a:latin typeface="Boehringer Forward Text"/>
              </a:rPr>
              <a:t>1/3/27 – 24/9/27</a:t>
            </a:r>
            <a:endParaRPr lang="zh-CN" altLang="en-US" sz="750">
              <a:solidFill>
                <a:srgbClr val="08312A"/>
              </a:solidFill>
              <a:latin typeface="Boehringer Forward Text"/>
            </a:endParaRPr>
          </a:p>
        </p:txBody>
      </p:sp>
      <p:cxnSp>
        <p:nvCxnSpPr>
          <p:cNvPr id="15" name="连接符: 肘形 99">
            <a:extLst>
              <a:ext uri="{FF2B5EF4-FFF2-40B4-BE49-F238E27FC236}">
                <a16:creationId xmlns:a16="http://schemas.microsoft.com/office/drawing/2014/main" id="{BEF55DC6-F20B-49CF-DD1B-439F26CF2DE8}"/>
              </a:ext>
            </a:extLst>
          </p:cNvPr>
          <p:cNvCxnSpPr>
            <a:cxnSpLocks/>
            <a:endCxn id="82" idx="1"/>
          </p:cNvCxnSpPr>
          <p:nvPr/>
        </p:nvCxnSpPr>
        <p:spPr bwMode="gray">
          <a:xfrm rot="16200000" flipH="1">
            <a:off x="6149355" y="2090556"/>
            <a:ext cx="432259" cy="92655"/>
          </a:xfrm>
          <a:prstGeom prst="bentConnector2">
            <a:avLst/>
          </a:prstGeom>
          <a:ln w="190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3" name="OTLSHAPE_TB_00000000000000000000000000000000_ElapsedTime">
            <a:extLst>
              <a:ext uri="{FF2B5EF4-FFF2-40B4-BE49-F238E27FC236}">
                <a16:creationId xmlns:a16="http://schemas.microsoft.com/office/drawing/2014/main" id="{635EA496-1EE4-F335-8061-CD2CD6EF3410}"/>
              </a:ext>
            </a:extLst>
          </p:cNvPr>
          <p:cNvSpPr/>
          <p:nvPr>
            <p:custDataLst>
              <p:tags r:id="rId87"/>
            </p:custDataLst>
          </p:nvPr>
        </p:nvSpPr>
        <p:spPr>
          <a:xfrm>
            <a:off x="1090565" y="916246"/>
            <a:ext cx="1554480" cy="45720"/>
          </a:xfrm>
          <a:prstGeom prst="roundRect">
            <a:avLst/>
          </a:prstGeom>
          <a:solidFill>
            <a:srgbClr val="FF0000">
              <a:alpha val="74902"/>
            </a:srgbClr>
          </a:solidFill>
          <a:ln w="12700" cap="flat" cmpd="sng" algn="ctr">
            <a:noFill/>
            <a:prstDash val="solid"/>
            <a:miter lim="800000"/>
          </a:ln>
          <a:effectLst/>
          <a:scene3d>
            <a:camera prst="orthographicFront"/>
            <a:lightRig rig="threePt" dir="t"/>
          </a:scene3d>
          <a:sp3d>
            <a:bevelT w="12700" h="139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4" name="OTLSHAPE_TB_00000000000000000000000000000000_TodayMarkerShape">
            <a:extLst>
              <a:ext uri="{FF2B5EF4-FFF2-40B4-BE49-F238E27FC236}">
                <a16:creationId xmlns:a16="http://schemas.microsoft.com/office/drawing/2014/main" id="{F7AFA885-18A5-792E-5C35-CFA11E7EB198}"/>
              </a:ext>
            </a:extLst>
          </p:cNvPr>
          <p:cNvSpPr/>
          <p:nvPr>
            <p:custDataLst>
              <p:tags r:id="rId88"/>
            </p:custDataLst>
          </p:nvPr>
        </p:nvSpPr>
        <p:spPr>
          <a:xfrm>
            <a:off x="2657037" y="944187"/>
            <a:ext cx="76200" cy="84667"/>
          </a:xfrm>
          <a:prstGeom prst="triangle">
            <a:avLst/>
          </a:prstGeom>
          <a:solidFill>
            <a:srgbClr val="FF0000"/>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8" name="OTLSHAPE_TB_00000000000000000000000000000000_TodayMarkerText">
            <a:extLst>
              <a:ext uri="{FF2B5EF4-FFF2-40B4-BE49-F238E27FC236}">
                <a16:creationId xmlns:a16="http://schemas.microsoft.com/office/drawing/2014/main" id="{21AB583E-A878-E505-D2FA-4785D5C916B1}"/>
              </a:ext>
            </a:extLst>
          </p:cNvPr>
          <p:cNvSpPr txBox="1"/>
          <p:nvPr>
            <p:custDataLst>
              <p:tags r:id="rId89"/>
            </p:custDataLst>
          </p:nvPr>
        </p:nvSpPr>
        <p:spPr>
          <a:xfrm>
            <a:off x="2513195" y="1028854"/>
            <a:ext cx="368300" cy="186055"/>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rPr>
              <a:t>Today</a:t>
            </a:r>
            <a:endParaRPr kumimoji="0" lang="zh-CN" altLang="en-US"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sp>
        <p:nvSpPr>
          <p:cNvPr id="83" name="OTLSHAPE_SLT_f8a8e67cf2d44d7f98671616391cd05c_JoinedDate">
            <a:extLst>
              <a:ext uri="{FF2B5EF4-FFF2-40B4-BE49-F238E27FC236}">
                <a16:creationId xmlns:a16="http://schemas.microsoft.com/office/drawing/2014/main" id="{4635D81D-4F22-F479-FF7A-AE2063889161}"/>
              </a:ext>
            </a:extLst>
          </p:cNvPr>
          <p:cNvSpPr txBox="1"/>
          <p:nvPr>
            <p:custDataLst>
              <p:tags r:id="rId90"/>
            </p:custDataLst>
          </p:nvPr>
        </p:nvSpPr>
        <p:spPr bwMode="gray">
          <a:xfrm>
            <a:off x="3636458" y="2884621"/>
            <a:ext cx="879441" cy="2539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900" b="1" i="0" u="none" strike="noStrike" kern="1200" cap="none" spc="-6" normalizeH="0" baseline="0" noProof="0">
                <a:ln>
                  <a:noFill/>
                </a:ln>
                <a:effectLst/>
                <a:uLnTx/>
                <a:uFillTx/>
                <a:ea typeface="+mn-ea"/>
                <a:cs typeface="+mn-cs"/>
              </a:rPr>
              <a:t>1507-0002 Ph II</a:t>
            </a:r>
          </a:p>
          <a:p>
            <a:pPr marL="0" marR="0" lvl="0" indent="0" algn="ctr" defTabSz="914400" rtl="0" eaLnBrk="1" fontAlgn="auto" latinLnBrk="0" hangingPunct="1">
              <a:spcBef>
                <a:spcPts val="0"/>
              </a:spcBef>
              <a:spcAft>
                <a:spcPts val="0"/>
              </a:spcAft>
              <a:buClrTx/>
              <a:buSzTx/>
              <a:buFontTx/>
              <a:buNone/>
              <a:tabLst/>
              <a:defRPr/>
            </a:pPr>
            <a:r>
              <a:rPr lang="en-US" altLang="zh-CN" sz="750">
                <a:solidFill>
                  <a:srgbClr val="08312A"/>
                </a:solidFill>
                <a:latin typeface="Boehringer Forward Text"/>
              </a:rPr>
              <a:t>16/8/26 – 22/9/26</a:t>
            </a:r>
            <a:endParaRPr lang="zh-CN" altLang="en-US" sz="750">
              <a:solidFill>
                <a:srgbClr val="08312A"/>
              </a:solidFill>
              <a:latin typeface="Boehringer Forward Text"/>
            </a:endParaRPr>
          </a:p>
        </p:txBody>
      </p:sp>
      <p:sp>
        <p:nvSpPr>
          <p:cNvPr id="136" name="OTLSHAPE_SLM_6c2bc955e3924ae2a06ea4bdd7b769d5_Shape">
            <a:extLst>
              <a:ext uri="{FF2B5EF4-FFF2-40B4-BE49-F238E27FC236}">
                <a16:creationId xmlns:a16="http://schemas.microsoft.com/office/drawing/2014/main" id="{EC1BC9C1-3A48-40BB-BF23-B48D6B2011B5}"/>
              </a:ext>
            </a:extLst>
          </p:cNvPr>
          <p:cNvSpPr/>
          <p:nvPr>
            <p:custDataLst>
              <p:tags r:id="rId91"/>
            </p:custDataLst>
          </p:nvPr>
        </p:nvSpPr>
        <p:spPr bwMode="gray">
          <a:xfrm rot="16200000">
            <a:off x="5296660" y="3543147"/>
            <a:ext cx="137160" cy="13716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9" name="OTLSHAPE_SLM_6c2bc955e3924ae2a06ea4bdd7b769d5_Title">
            <a:extLst>
              <a:ext uri="{FF2B5EF4-FFF2-40B4-BE49-F238E27FC236}">
                <a16:creationId xmlns:a16="http://schemas.microsoft.com/office/drawing/2014/main" id="{57EAB7BE-D3A8-0C09-A501-5D8E62E84390}"/>
              </a:ext>
            </a:extLst>
          </p:cNvPr>
          <p:cNvSpPr txBox="1"/>
          <p:nvPr>
            <p:custDataLst>
              <p:tags r:id="rId92"/>
            </p:custDataLst>
          </p:nvPr>
        </p:nvSpPr>
        <p:spPr bwMode="gray">
          <a:xfrm>
            <a:off x="4961039" y="3668700"/>
            <a:ext cx="804605" cy="177677"/>
          </a:xfrm>
          <a:prstGeom prst="rect">
            <a:avLst/>
          </a:prstGeom>
          <a:noFill/>
        </p:spPr>
        <p:txBody>
          <a:bodyPr vert="horz" wrap="square" lIns="0" tIns="0" rIns="0" bIns="0" rtlCol="0" anchor="ctr" anchorCtr="0">
            <a:spAutoFit/>
          </a:bodyPr>
          <a:lstStyle/>
          <a:p>
            <a:pPr marR="0" lvl="0" indent="0" algn="ctr" defTabSz="685800" fontAlgn="auto">
              <a:lnSpc>
                <a:spcPct val="140000"/>
              </a:lnSpc>
              <a:spcBef>
                <a:spcPts val="0"/>
              </a:spcBef>
              <a:spcAft>
                <a:spcPts val="0"/>
              </a:spcAft>
              <a:buClrTx/>
              <a:buSzTx/>
              <a:buFontTx/>
              <a:buNone/>
              <a:tabLst/>
              <a:defRPr/>
            </a:pPr>
            <a:r>
              <a:rPr lang="en-US" altLang="zh-CN" sz="900" b="1" spc="-6"/>
              <a:t>Ph III CTA sub</a:t>
            </a:r>
            <a:endParaRPr lang="zh-CN" altLang="en-US" sz="900" b="1" spc="-6"/>
          </a:p>
        </p:txBody>
      </p:sp>
      <p:sp>
        <p:nvSpPr>
          <p:cNvPr id="90" name="OTLSHAPE_SLM_6c2bc955e3924ae2a06ea4bdd7b769d5_Date">
            <a:extLst>
              <a:ext uri="{FF2B5EF4-FFF2-40B4-BE49-F238E27FC236}">
                <a16:creationId xmlns:a16="http://schemas.microsoft.com/office/drawing/2014/main" id="{11B61881-50D4-1100-27C9-2DD4316DF28B}"/>
              </a:ext>
            </a:extLst>
          </p:cNvPr>
          <p:cNvSpPr txBox="1"/>
          <p:nvPr>
            <p:custDataLst>
              <p:tags r:id="rId93"/>
            </p:custDataLst>
          </p:nvPr>
        </p:nvSpPr>
        <p:spPr bwMode="gray">
          <a:xfrm>
            <a:off x="5055017" y="3804457"/>
            <a:ext cx="633791" cy="148117"/>
          </a:xfrm>
          <a:prstGeom prst="rect">
            <a:avLst/>
          </a:prstGeom>
          <a:noFill/>
        </p:spPr>
        <p:txBody>
          <a:bodyPr vert="horz" wrap="square" lIns="0" tIns="0" rIns="0" bIns="0" rtlCol="0" anchor="ctr" anchorCtr="0">
            <a:spAutoFit/>
          </a:bodyPr>
          <a:lstStyle/>
          <a:p>
            <a:pPr marR="0" lvl="0" indent="0" algn="ctr" fontAlgn="auto">
              <a:lnSpc>
                <a:spcPct val="140000"/>
              </a:lnSpc>
              <a:spcBef>
                <a:spcPts val="0"/>
              </a:spcBef>
              <a:spcAft>
                <a:spcPts val="0"/>
              </a:spcAft>
              <a:buClrTx/>
              <a:buSzTx/>
              <a:buFontTx/>
              <a:buNone/>
              <a:tabLst/>
              <a:defRPr/>
            </a:pPr>
            <a:r>
              <a:rPr lang="en-US" altLang="zh-CN" sz="750">
                <a:solidFill>
                  <a:srgbClr val="08312A"/>
                </a:solidFill>
                <a:latin typeface="Boehringer Forward Text"/>
              </a:rPr>
              <a:t>30/11/26</a:t>
            </a:r>
            <a:endParaRPr lang="zh-CN" altLang="en-US" sz="750">
              <a:solidFill>
                <a:srgbClr val="08312A"/>
              </a:solidFill>
              <a:latin typeface="Boehringer Forward Text"/>
            </a:endParaRPr>
          </a:p>
        </p:txBody>
      </p:sp>
      <p:sp>
        <p:nvSpPr>
          <p:cNvPr id="91" name="OTLSHAPE_M_9b86c997fb8e4df6aed84bfc4e67d3ef_Title">
            <a:extLst>
              <a:ext uri="{FF2B5EF4-FFF2-40B4-BE49-F238E27FC236}">
                <a16:creationId xmlns:a16="http://schemas.microsoft.com/office/drawing/2014/main" id="{10F10C66-E90E-8EC1-15E0-03F351DD42CC}"/>
              </a:ext>
            </a:extLst>
          </p:cNvPr>
          <p:cNvSpPr txBox="1"/>
          <p:nvPr>
            <p:custDataLst>
              <p:tags r:id="rId94"/>
            </p:custDataLst>
          </p:nvPr>
        </p:nvSpPr>
        <p:spPr bwMode="gray">
          <a:xfrm>
            <a:off x="3558903" y="3743850"/>
            <a:ext cx="1162733" cy="253916"/>
          </a:xfrm>
          <a:prstGeom prst="rect">
            <a:avLst/>
          </a:prstGeom>
          <a:noFill/>
        </p:spPr>
        <p:txBody>
          <a:bodyPr vert="horz" wrap="square" lIns="0" tIns="0" rIns="0" bIns="0" rtlCol="0" anchor="ctr" anchorCtr="0">
            <a:spAutoFit/>
          </a:bodyPr>
          <a:lstStyle/>
          <a:p>
            <a:pPr algn="ctr" defTabSz="685800">
              <a:defRPr/>
            </a:pPr>
            <a:r>
              <a:rPr lang="en-US" altLang="zh-CN" sz="900" b="1" spc="-6"/>
              <a:t>CDE Type II</a:t>
            </a:r>
          </a:p>
          <a:p>
            <a:pPr algn="ctr">
              <a:defRPr/>
            </a:pPr>
            <a:r>
              <a:rPr lang="en-US" altLang="zh-CN" sz="750">
                <a:highlight>
                  <a:srgbClr val="FFFF00"/>
                </a:highlight>
                <a:latin typeface="Boehringer Forward Text"/>
              </a:rPr>
              <a:t>Oct/</a:t>
            </a:r>
            <a:r>
              <a:rPr lang="en-US" sz="750">
                <a:highlight>
                  <a:srgbClr val="FFFF00"/>
                </a:highlight>
                <a:latin typeface="Boehringer Forward Text"/>
              </a:rPr>
              <a:t>26</a:t>
            </a:r>
          </a:p>
        </p:txBody>
      </p:sp>
      <p:sp>
        <p:nvSpPr>
          <p:cNvPr id="100" name="OTLSHAPE_SLT_f8a8e67cf2d44d7f98671616391cd05c_JoinedDate">
            <a:extLst>
              <a:ext uri="{FF2B5EF4-FFF2-40B4-BE49-F238E27FC236}">
                <a16:creationId xmlns:a16="http://schemas.microsoft.com/office/drawing/2014/main" id="{DB624190-3932-1E60-CBB1-66787A96DD3A}"/>
              </a:ext>
            </a:extLst>
          </p:cNvPr>
          <p:cNvSpPr txBox="1"/>
          <p:nvPr>
            <p:custDataLst>
              <p:tags r:id="rId95"/>
            </p:custDataLst>
          </p:nvPr>
        </p:nvSpPr>
        <p:spPr bwMode="gray">
          <a:xfrm>
            <a:off x="7000903" y="3444076"/>
            <a:ext cx="953208" cy="138499"/>
          </a:xfrm>
          <a:prstGeom prst="rect">
            <a:avLst/>
          </a:prstGeom>
          <a:noFill/>
        </p:spPr>
        <p:txBody>
          <a:bodyPr vert="horz" wrap="square" lIns="0" tIns="0" rIns="0" bIns="0" rtlCol="0" anchor="ctr" anchorCtr="0">
            <a:spAutoFit/>
          </a:bodyPr>
          <a:lstStyle/>
          <a:p>
            <a:pPr marL="0" marR="0" lvl="0" indent="0" defTabSz="914400" rtl="0" eaLnBrk="1" fontAlgn="auto" latinLnBrk="0" hangingPunct="1">
              <a:spcBef>
                <a:spcPts val="0"/>
              </a:spcBef>
              <a:spcAft>
                <a:spcPts val="0"/>
              </a:spcAft>
              <a:buClrTx/>
              <a:buSzTx/>
              <a:buFontTx/>
              <a:buNone/>
              <a:tabLst/>
              <a:defRPr/>
            </a:pPr>
            <a:r>
              <a:rPr kumimoji="0" lang="en-US" altLang="zh-CN" sz="900" b="1" i="0" u="none" strike="noStrike" kern="1200" cap="none" spc="-6" normalizeH="0" baseline="0" noProof="0">
                <a:ln>
                  <a:noFill/>
                </a:ln>
                <a:effectLst/>
                <a:uLnTx/>
                <a:uFillTx/>
                <a:ea typeface="+mn-ea"/>
                <a:cs typeface="+mn-cs"/>
              </a:rPr>
              <a:t>1507-0010 Ph III</a:t>
            </a:r>
          </a:p>
        </p:txBody>
      </p:sp>
      <p:sp>
        <p:nvSpPr>
          <p:cNvPr id="25" name="矩形 66">
            <a:extLst>
              <a:ext uri="{FF2B5EF4-FFF2-40B4-BE49-F238E27FC236}">
                <a16:creationId xmlns:a16="http://schemas.microsoft.com/office/drawing/2014/main" id="{8731333C-3157-1B86-2DAC-E393076CCDEC}"/>
              </a:ext>
            </a:extLst>
          </p:cNvPr>
          <p:cNvSpPr/>
          <p:nvPr/>
        </p:nvSpPr>
        <p:spPr bwMode="gray">
          <a:xfrm>
            <a:off x="11251450" y="2304911"/>
            <a:ext cx="696497" cy="290819"/>
          </a:xfrm>
          <a:prstGeom prst="rect">
            <a:avLst/>
          </a:prstGeom>
          <a:noFill/>
          <a:ln w="12700">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ctr" defTabSz="914400" rtl="0" eaLnBrk="1" fontAlgn="auto" latinLnBrk="0" hangingPunct="1">
              <a:lnSpc>
                <a:spcPct val="100000"/>
              </a:lnSpc>
              <a:spcBef>
                <a:spcPts val="0"/>
              </a:spcBef>
              <a:spcAft>
                <a:spcPts val="0"/>
              </a:spcAft>
              <a:buClrTx/>
              <a:buSzTx/>
              <a:tabLst/>
              <a:defRPr/>
            </a:pPr>
            <a:r>
              <a:rPr lang="en-US" altLang="zh-CN" sz="900" b="1">
                <a:solidFill>
                  <a:schemeClr val="tx1"/>
                </a:solidFill>
                <a:latin typeface="Boehringer Forward Text"/>
              </a:rPr>
              <a:t>DBL</a:t>
            </a:r>
          </a:p>
          <a:p>
            <a:pPr algn="ctr">
              <a:defRPr/>
            </a:pPr>
            <a:r>
              <a:rPr lang="en-US" altLang="zh-CN" sz="750">
                <a:solidFill>
                  <a:schemeClr val="tx1"/>
                </a:solidFill>
                <a:latin typeface="Boehringer Forward Text"/>
              </a:rPr>
              <a:t>14/1/29</a:t>
            </a:r>
          </a:p>
        </p:txBody>
      </p:sp>
      <p:sp>
        <p:nvSpPr>
          <p:cNvPr id="27" name="AutoShape 31">
            <a:extLst>
              <a:ext uri="{FF2B5EF4-FFF2-40B4-BE49-F238E27FC236}">
                <a16:creationId xmlns:a16="http://schemas.microsoft.com/office/drawing/2014/main" id="{1CFED38C-123F-E5A6-79E9-678A2FC5611B}"/>
              </a:ext>
            </a:extLst>
          </p:cNvPr>
          <p:cNvSpPr>
            <a:spLocks noChangeArrowheads="1"/>
          </p:cNvSpPr>
          <p:nvPr/>
        </p:nvSpPr>
        <p:spPr bwMode="gray">
          <a:xfrm rot="5400000">
            <a:off x="11567873" y="2140854"/>
            <a:ext cx="137160" cy="137160"/>
          </a:xfrm>
          <a:prstGeom prst="triangle">
            <a:avLst>
              <a:gd name="adj" fmla="val 50000"/>
            </a:avLst>
          </a:prstGeom>
          <a:solidFill>
            <a:schemeClr val="accent2"/>
          </a:solidFill>
          <a:ln>
            <a:noFill/>
          </a:ln>
          <a:effectLst/>
        </p:spPr>
        <p:txBody>
          <a:bodyPr rot="10800000" wrap="none" lIns="0" tIns="0" rIns="0" bIns="0" anchor="ctr"/>
          <a:lstStyle>
            <a:defPPr>
              <a:defRPr lang="de-DE"/>
            </a:defPPr>
            <a:lvl1pPr algn="ctr" rtl="0" fontAlgn="base">
              <a:spcBef>
                <a:spcPct val="0"/>
              </a:spcBef>
              <a:spcAft>
                <a:spcPct val="0"/>
              </a:spcAft>
              <a:defRPr kern="1200">
                <a:solidFill>
                  <a:schemeClr val="tx1"/>
                </a:solidFill>
                <a:latin typeface="Arial" charset="0"/>
                <a:ea typeface="+mn-ea"/>
                <a:cs typeface="+mn-cs"/>
              </a:defRPr>
            </a:lvl1pPr>
            <a:lvl2pPr marL="457200" algn="ctr" rtl="0" fontAlgn="base">
              <a:spcBef>
                <a:spcPct val="0"/>
              </a:spcBef>
              <a:spcAft>
                <a:spcPct val="0"/>
              </a:spcAft>
              <a:defRPr kern="1200">
                <a:solidFill>
                  <a:schemeClr val="tx1"/>
                </a:solidFill>
                <a:latin typeface="Arial" charset="0"/>
                <a:ea typeface="+mn-ea"/>
                <a:cs typeface="+mn-cs"/>
              </a:defRPr>
            </a:lvl2pPr>
            <a:lvl3pPr marL="914400" algn="ctr" rtl="0" fontAlgn="base">
              <a:spcBef>
                <a:spcPct val="0"/>
              </a:spcBef>
              <a:spcAft>
                <a:spcPct val="0"/>
              </a:spcAft>
              <a:defRPr kern="1200">
                <a:solidFill>
                  <a:schemeClr val="tx1"/>
                </a:solidFill>
                <a:latin typeface="Arial" charset="0"/>
                <a:ea typeface="+mn-ea"/>
                <a:cs typeface="+mn-cs"/>
              </a:defRPr>
            </a:lvl3pPr>
            <a:lvl4pPr marL="1371600" algn="ctr" rtl="0" fontAlgn="base">
              <a:spcBef>
                <a:spcPct val="0"/>
              </a:spcBef>
              <a:spcAft>
                <a:spcPct val="0"/>
              </a:spcAft>
              <a:defRPr kern="1200">
                <a:solidFill>
                  <a:schemeClr val="tx1"/>
                </a:solidFill>
                <a:latin typeface="Arial" charset="0"/>
                <a:ea typeface="+mn-ea"/>
                <a:cs typeface="+mn-cs"/>
              </a:defRPr>
            </a:lvl4pPr>
            <a:lvl5pPr marL="1828800" algn="ctr"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Aft>
                <a:spcPct val="20000"/>
              </a:spcAft>
              <a:buClr>
                <a:srgbClr val="000000"/>
              </a:buClr>
              <a:buSzPct val="80000"/>
              <a:buFont typeface="Wingdings" pitchFamily="2" charset="2"/>
              <a:buNone/>
            </a:pPr>
            <a:endParaRPr lang="en-US" sz="1400" noProof="0">
              <a:solidFill>
                <a:srgbClr val="000000"/>
              </a:solidFill>
            </a:endParaRPr>
          </a:p>
        </p:txBody>
      </p:sp>
      <p:sp>
        <p:nvSpPr>
          <p:cNvPr id="53" name="OTLSHAPE_SLT_af3e80754ee84374888d0f25fd542f08_Shape">
            <a:extLst>
              <a:ext uri="{FF2B5EF4-FFF2-40B4-BE49-F238E27FC236}">
                <a16:creationId xmlns:a16="http://schemas.microsoft.com/office/drawing/2014/main" id="{3C5EC7B8-7907-A10B-2C44-EEDC4998FA1C}"/>
              </a:ext>
            </a:extLst>
          </p:cNvPr>
          <p:cNvSpPr/>
          <p:nvPr>
            <p:custDataLst>
              <p:tags r:id="rId96"/>
            </p:custDataLst>
          </p:nvPr>
        </p:nvSpPr>
        <p:spPr bwMode="gray">
          <a:xfrm>
            <a:off x="7022055" y="4093582"/>
            <a:ext cx="2020824" cy="133038"/>
          </a:xfrm>
          <a:prstGeom prst="roundRect">
            <a:avLst/>
          </a:prstGeom>
          <a:solidFill>
            <a:schemeClr val="tx2"/>
          </a:solidFill>
          <a:ln w="6350" cap="flat" cmpd="sng" algn="ctr">
            <a:noFill/>
            <a:prstDash val="solid"/>
            <a:miter lim="800000"/>
          </a:ln>
          <a:effectLst/>
          <a:scene3d>
            <a:camera prst="orthographicFront"/>
            <a:lightRig rig="balanced" dir="t">
              <a:rot lat="0" lon="0" rev="8700000"/>
            </a:lightRig>
          </a:scene3d>
          <a:sp3d>
            <a:bevelT w="1651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r>
              <a:rPr kumimoji="0" lang="en-US" altLang="zh-CN" sz="800" b="1" i="0" u="none" strike="noStrike" kern="1200" cap="none" spc="0" normalizeH="0" baseline="0" noProof="0">
                <a:ln>
                  <a:noFill/>
                </a:ln>
                <a:solidFill>
                  <a:prstClr val="black"/>
                </a:solidFill>
                <a:effectLst/>
                <a:uLnTx/>
                <a:uFillTx/>
                <a:latin typeface="Boehringer Forward Text"/>
                <a:ea typeface="+mn-ea"/>
                <a:cs typeface="+mn-cs"/>
              </a:rPr>
              <a:t>CN PK</a:t>
            </a:r>
          </a:p>
        </p:txBody>
      </p:sp>
      <p:sp>
        <p:nvSpPr>
          <p:cNvPr id="18" name="OTLSHAPE_SL_b6a0b4ae734941dcb18a25b7b8b35ac4_Header">
            <a:extLst>
              <a:ext uri="{FF2B5EF4-FFF2-40B4-BE49-F238E27FC236}">
                <a16:creationId xmlns:a16="http://schemas.microsoft.com/office/drawing/2014/main" id="{262AAC1A-CCFB-40C5-0AC0-623454D3B298}"/>
              </a:ext>
            </a:extLst>
          </p:cNvPr>
          <p:cNvSpPr txBox="1"/>
          <p:nvPr>
            <p:custDataLst>
              <p:tags r:id="rId97"/>
            </p:custDataLst>
          </p:nvPr>
        </p:nvSpPr>
        <p:spPr bwMode="gray">
          <a:xfrm>
            <a:off x="56099" y="1251175"/>
            <a:ext cx="901700" cy="1509772"/>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1" i="0" u="none" strike="noStrike" kern="1200" cap="none" spc="-40" normalizeH="0" baseline="0" noProof="0">
                <a:ln>
                  <a:noFill/>
                </a:ln>
                <a:solidFill>
                  <a:prstClr val="white"/>
                </a:solidFill>
                <a:effectLst/>
                <a:uLnTx/>
                <a:uFillTx/>
                <a:latin typeface="Boehringer Forward Text" panose="020B0504030403020204" pitchFamily="2" charset="0"/>
              </a:rPr>
              <a:t>Global</a:t>
            </a:r>
          </a:p>
        </p:txBody>
      </p:sp>
      <p:sp>
        <p:nvSpPr>
          <p:cNvPr id="101" name="TextBox 100">
            <a:extLst>
              <a:ext uri="{FF2B5EF4-FFF2-40B4-BE49-F238E27FC236}">
                <a16:creationId xmlns:a16="http://schemas.microsoft.com/office/drawing/2014/main" id="{45481821-AE80-469D-C89B-F0405A2BFA1C}"/>
              </a:ext>
            </a:extLst>
          </p:cNvPr>
          <p:cNvSpPr txBox="1"/>
          <p:nvPr/>
        </p:nvSpPr>
        <p:spPr bwMode="gray">
          <a:xfrm>
            <a:off x="479088" y="4535680"/>
            <a:ext cx="5502262" cy="1078565"/>
          </a:xfrm>
          <a:prstGeom prst="rect">
            <a:avLst/>
          </a:prstGeom>
          <a:noFill/>
        </p:spPr>
        <p:txBody>
          <a:bodyPr wrap="square" lIns="0" tIns="0" rIns="0" bIns="0" rtlCol="0">
            <a:spAutoFit/>
          </a:bodyPr>
          <a:lstStyle/>
          <a:p>
            <a:pPr>
              <a:lnSpc>
                <a:spcPts val="1700"/>
              </a:lnSpc>
            </a:pPr>
            <a:r>
              <a:rPr lang="en-US" sz="1400" b="1"/>
              <a:t>Global: </a:t>
            </a:r>
          </a:p>
          <a:p>
            <a:pPr marL="285750" indent="-285750">
              <a:lnSpc>
                <a:spcPts val="1700"/>
              </a:lnSpc>
              <a:buFont typeface="Arial" panose="020B0604020202020204" pitchFamily="34" charset="0"/>
              <a:buChar char="•"/>
            </a:pPr>
            <a:r>
              <a:rPr lang="en-US" sz="1200"/>
              <a:t>Decision point: HPEC to endorse strategic direction by 24 Jun.</a:t>
            </a:r>
            <a:endParaRPr lang="en-US" sz="1200" baseline="30000"/>
          </a:p>
          <a:p>
            <a:pPr marL="285750" indent="-285750">
              <a:lnSpc>
                <a:spcPts val="1700"/>
              </a:lnSpc>
              <a:buFont typeface="Arial" panose="020B0604020202020204" pitchFamily="34" charset="0"/>
              <a:buChar char="•"/>
            </a:pPr>
            <a:r>
              <a:rPr lang="en-US" sz="1200"/>
              <a:t>FDA Type C (post-decision): to confirm Ph2 to Ph3 transition plans and key Ph3 design, aiming to skip a typical EOP2 and directly initiate Ph3 after IA (2027Feb).</a:t>
            </a:r>
          </a:p>
        </p:txBody>
      </p:sp>
      <p:sp>
        <p:nvSpPr>
          <p:cNvPr id="104" name="TextBox 103">
            <a:extLst>
              <a:ext uri="{FF2B5EF4-FFF2-40B4-BE49-F238E27FC236}">
                <a16:creationId xmlns:a16="http://schemas.microsoft.com/office/drawing/2014/main" id="{7A706CC6-101F-79A3-939D-C65BCA3387D6}"/>
              </a:ext>
            </a:extLst>
          </p:cNvPr>
          <p:cNvSpPr txBox="1"/>
          <p:nvPr/>
        </p:nvSpPr>
        <p:spPr bwMode="gray">
          <a:xfrm>
            <a:off x="6095998" y="4539283"/>
            <a:ext cx="5724089" cy="1514582"/>
          </a:xfrm>
          <a:prstGeom prst="rect">
            <a:avLst/>
          </a:prstGeom>
          <a:noFill/>
        </p:spPr>
        <p:txBody>
          <a:bodyPr wrap="square" lIns="0" tIns="0" rIns="0" bIns="0" rtlCol="0">
            <a:spAutoFit/>
          </a:bodyPr>
          <a:lstStyle/>
          <a:p>
            <a:pPr>
              <a:lnSpc>
                <a:spcPts val="1700"/>
              </a:lnSpc>
            </a:pPr>
            <a:r>
              <a:rPr lang="en-US" altLang="zh-CN" sz="1400" b="1"/>
              <a:t>China: </a:t>
            </a:r>
          </a:p>
          <a:p>
            <a:pPr marL="285750" indent="-285750">
              <a:lnSpc>
                <a:spcPts val="1700"/>
              </a:lnSpc>
              <a:buFont typeface="Arial" panose="020B0604020202020204" pitchFamily="34" charset="0"/>
              <a:buChar char="•"/>
            </a:pPr>
            <a:r>
              <a:rPr lang="en-US" altLang="zh-CN" sz="1200"/>
              <a:t>China local workshop (21 Apr): Scenario-based alignment under evolving global assumptions — China indication focus, development scenarios &amp; timeline, trial priorities, sample size range, and CMC/device considerations.</a:t>
            </a:r>
          </a:p>
          <a:p>
            <a:pPr marL="285750" indent="-285750">
              <a:lnSpc>
                <a:spcPts val="1700"/>
              </a:lnSpc>
              <a:buFont typeface="Arial" panose="020B0604020202020204" pitchFamily="34" charset="0"/>
              <a:buChar char="•"/>
            </a:pPr>
            <a:r>
              <a:rPr lang="en-US" sz="1200"/>
              <a:t>Next step: </a:t>
            </a:r>
          </a:p>
          <a:p>
            <a:pPr marL="742950" lvl="1" indent="-285750">
              <a:lnSpc>
                <a:spcPts val="1700"/>
              </a:lnSpc>
              <a:buFont typeface="Arial" panose="020B0604020202020204" pitchFamily="34" charset="0"/>
              <a:buChar char="•"/>
            </a:pPr>
            <a:r>
              <a:rPr lang="en-US" sz="1200"/>
              <a:t>Align China strategy with global team</a:t>
            </a:r>
          </a:p>
          <a:p>
            <a:pPr marL="742950" lvl="1" indent="-285750">
              <a:lnSpc>
                <a:spcPts val="1700"/>
              </a:lnSpc>
              <a:buFont typeface="Arial" panose="020B0604020202020204" pitchFamily="34" charset="0"/>
              <a:buChar char="•"/>
            </a:pPr>
            <a:r>
              <a:rPr lang="en-US" sz="1200"/>
              <a:t>Prepare CDE Type II meeting following FDA Type C</a:t>
            </a:r>
          </a:p>
        </p:txBody>
      </p:sp>
      <p:sp>
        <p:nvSpPr>
          <p:cNvPr id="108" name="Rectangle 107">
            <a:extLst>
              <a:ext uri="{FF2B5EF4-FFF2-40B4-BE49-F238E27FC236}">
                <a16:creationId xmlns:a16="http://schemas.microsoft.com/office/drawing/2014/main" id="{11E36674-413A-0CC8-BBF7-8A0EBEE8A120}"/>
              </a:ext>
            </a:extLst>
          </p:cNvPr>
          <p:cNvSpPr/>
          <p:nvPr/>
        </p:nvSpPr>
        <p:spPr bwMode="gray">
          <a:xfrm>
            <a:off x="9212385" y="3442421"/>
            <a:ext cx="2389586" cy="901655"/>
          </a:xfrm>
          <a:prstGeom prst="rect">
            <a:avLst/>
          </a:prstGeom>
          <a:solidFill>
            <a:srgbClr val="FFC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300"/>
              </a:lnSpc>
            </a:pPr>
            <a:r>
              <a:rPr lang="en-US" sz="1200" i="1">
                <a:solidFill>
                  <a:srgbClr val="002060"/>
                </a:solidFill>
              </a:rPr>
              <a:t>Ideal scenario based on assumptions. More scenarios are under development and will be adapted according to the changing global scenarios. </a:t>
            </a:r>
          </a:p>
        </p:txBody>
      </p:sp>
    </p:spTree>
    <p:custDataLst>
      <p:tags r:id="rId1"/>
    </p:custDataLst>
    <p:extLst>
      <p:ext uri="{BB962C8B-B14F-4D97-AF65-F5344CB8AC3E}">
        <p14:creationId xmlns:p14="http://schemas.microsoft.com/office/powerpoint/2010/main" val="395202700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el 19">
            <a:extLst>
              <a:ext uri="{FF2B5EF4-FFF2-40B4-BE49-F238E27FC236}">
                <a16:creationId xmlns:a16="http://schemas.microsoft.com/office/drawing/2014/main" id="{8D17EF76-2217-4565-20CD-D65D723EE31F}"/>
              </a:ext>
            </a:extLst>
          </p:cNvPr>
          <p:cNvSpPr>
            <a:spLocks noGrp="1"/>
          </p:cNvSpPr>
          <p:nvPr>
            <p:ph type="ctrTitle"/>
          </p:nvPr>
        </p:nvSpPr>
        <p:spPr bwMode="gray">
          <a:xfrm>
            <a:off x="479426" y="2637000"/>
            <a:ext cx="9086606" cy="1584000"/>
          </a:xfrm>
        </p:spPr>
        <p:txBody>
          <a:bodyPr anchor="t"/>
          <a:lstStyle/>
          <a:p>
            <a:r>
              <a:rPr lang="en-US" altLang="zh-CN" sz="2800"/>
              <a:t>China</a:t>
            </a:r>
            <a:r>
              <a:rPr lang="zh-CN" altLang="en-US" sz="2800"/>
              <a:t> </a:t>
            </a:r>
            <a:r>
              <a:rPr lang="en-US" altLang="zh-CN" sz="2800"/>
              <a:t>Leading PI Selection for 1507-0010 (GGY2Ra in obesity, Phase III) study </a:t>
            </a:r>
            <a:br>
              <a:rPr lang="en-US" altLang="zh-CN" sz="2800" i="1">
                <a:solidFill>
                  <a:schemeClr val="bg1"/>
                </a:solidFill>
              </a:rPr>
            </a:br>
            <a:endParaRPr lang="en-US" sz="3200" i="1">
              <a:solidFill>
                <a:schemeClr val="bg1"/>
              </a:solidFill>
            </a:endParaRPr>
          </a:p>
        </p:txBody>
      </p:sp>
      <p:sp>
        <p:nvSpPr>
          <p:cNvPr id="17" name="Fußzeilenplatzhalter 16">
            <a:extLst>
              <a:ext uri="{FF2B5EF4-FFF2-40B4-BE49-F238E27FC236}">
                <a16:creationId xmlns:a16="http://schemas.microsoft.com/office/drawing/2014/main" id="{F654D22F-3A89-4EFD-C1CD-0566D4DCFD4D}"/>
              </a:ext>
            </a:extLst>
          </p:cNvPr>
          <p:cNvSpPr>
            <a:spLocks noGrp="1"/>
          </p:cNvSpPr>
          <p:nvPr>
            <p:ph type="ftr" sz="quarter" idx="19"/>
          </p:nvPr>
        </p:nvSpPr>
        <p:spPr bwMode="gray">
          <a:xfrm>
            <a:off x="479936" y="6165328"/>
            <a:ext cx="5040000" cy="216000"/>
          </a:xfrm>
        </p:spPr>
        <p:txBody>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prstClr val="white"/>
                </a:solidFill>
                <a:effectLst/>
                <a:uLnTx/>
                <a:uFillTx/>
                <a:latin typeface="Boehringer Forward Text"/>
                <a:ea typeface="+mn-ea"/>
                <a:cs typeface="+mn-cs"/>
              </a:rPr>
              <a:t>ONLY FOR INTERNAL USE</a:t>
            </a:r>
          </a:p>
        </p:txBody>
      </p:sp>
      <p:sp>
        <p:nvSpPr>
          <p:cNvPr id="5" name="Textfeld 4">
            <a:extLst>
              <a:ext uri="{FF2B5EF4-FFF2-40B4-BE49-F238E27FC236}">
                <a16:creationId xmlns:a16="http://schemas.microsoft.com/office/drawing/2014/main" id="{839FA9F0-3369-8108-E195-C7D33FD09D0A}"/>
              </a:ext>
            </a:extLst>
          </p:cNvPr>
          <p:cNvSpPr txBox="1"/>
          <p:nvPr/>
        </p:nvSpPr>
        <p:spPr bwMode="gray">
          <a:xfrm>
            <a:off x="1964267" y="1027289"/>
            <a:ext cx="0" cy="0"/>
          </a:xfrm>
          <a:prstGeom prst="rect">
            <a:avLst/>
          </a:prstGeom>
          <a:noFill/>
        </p:spPr>
        <p:txBody>
          <a:bodyPr wrap="none" lIns="0" tIns="0" rIns="0" bIns="0" rtlCol="0">
            <a:noAutofit/>
          </a:bodyPr>
          <a:lstStyle/>
          <a:p>
            <a:pPr marL="180000" marR="0" lvl="0" indent="-180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 name="TextBox 7">
            <a:extLst>
              <a:ext uri="{FF2B5EF4-FFF2-40B4-BE49-F238E27FC236}">
                <a16:creationId xmlns:a16="http://schemas.microsoft.com/office/drawing/2014/main" id="{28576732-9C88-DCDA-879A-44699A5FB4E6}"/>
              </a:ext>
            </a:extLst>
          </p:cNvPr>
          <p:cNvSpPr txBox="1">
            <a:spLocks noGrp="1" noRot="1" noMove="1" noResize="1" noEditPoints="1" noAdjustHandles="1" noChangeArrowheads="1" noChangeShapeType="1"/>
          </p:cNvSpPr>
          <p:nvPr/>
        </p:nvSpPr>
        <p:spPr bwMode="gray">
          <a:xfrm>
            <a:off x="12399976" y="-1"/>
            <a:ext cx="1715078" cy="3017521"/>
          </a:xfrm>
          <a:prstGeom prst="rect">
            <a:avLst/>
          </a:prstGeom>
          <a:solidFill>
            <a:schemeClr val="bg1"/>
          </a:solidFill>
        </p:spPr>
        <p:txBody>
          <a:bodyPr wrap="square" lIns="108000" tIns="108000" rIns="108000" bIns="108000">
            <a:noAutofit/>
          </a:bodyPr>
          <a:lstStyle/>
          <a:p>
            <a:pPr marL="0" marR="0" lvl="0" indent="0" algn="l" defTabSz="914400" rtl="0" eaLnBrk="1" fontAlgn="auto" latinLnBrk="0" hangingPunct="1">
              <a:lnSpc>
                <a:spcPct val="120000"/>
              </a:lnSpc>
              <a:spcBef>
                <a:spcPts val="0"/>
              </a:spcBef>
              <a:spcAft>
                <a:spcPts val="600"/>
              </a:spcAft>
              <a:buClrTx/>
              <a:buSzTx/>
              <a:buFontTx/>
              <a:buNone/>
              <a:tabLst/>
              <a:defRPr/>
            </a:pPr>
            <a:r>
              <a:rPr kumimoji="0" lang="en-US" sz="1100" b="1" i="0" u="none" strike="noStrike" kern="1200" cap="none" spc="0" normalizeH="0" baseline="0" noProof="0">
                <a:ln>
                  <a:noFill/>
                </a:ln>
                <a:solidFill>
                  <a:prstClr val="black"/>
                </a:solidFill>
                <a:effectLst/>
                <a:uLnTx/>
                <a:uFillTx/>
                <a:latin typeface="Boehringer Forward Head"/>
                <a:ea typeface="+mn-ea"/>
                <a:cs typeface="+mn-cs"/>
              </a:rPr>
              <a:t>To insert a wordmark:</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Add (e.g. via drag and drop) your wordmark file (in RGB) to this slide (in alignment with our brand governance and architecture guidelines)</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Change the size of the wordmark according to the height reference (magenta placeholder)</a:t>
            </a:r>
          </a:p>
          <a:p>
            <a:pPr marL="144000" marR="0" lvl="0" indent="-144000" algn="l" defTabSz="914400" rtl="0" eaLnBrk="1" fontAlgn="auto" latinLnBrk="0" hangingPunct="1">
              <a:lnSpc>
                <a:spcPct val="120000"/>
              </a:lnSpc>
              <a:spcBef>
                <a:spcPts val="0"/>
              </a:spcBef>
              <a:spcAft>
                <a:spcPts val="600"/>
              </a:spcAft>
              <a:buClrTx/>
              <a:buSzTx/>
              <a:buFont typeface="+mj-lt"/>
              <a:buAutoNum type="arabicPeriod"/>
              <a:tabLst/>
              <a:defRPr/>
            </a:pPr>
            <a:r>
              <a:rPr kumimoji="0" lang="en-US" sz="900" b="0" i="0" u="none" strike="noStrike" kern="1200" cap="none" spc="0" normalizeH="0" baseline="0" noProof="0">
                <a:ln>
                  <a:noFill/>
                </a:ln>
                <a:solidFill>
                  <a:prstClr val="black"/>
                </a:solidFill>
                <a:effectLst/>
                <a:uLnTx/>
                <a:uFillTx/>
                <a:latin typeface="Boehringer Forward Text"/>
                <a:ea typeface="+mn-ea"/>
                <a:cs typeface="+mn-cs"/>
              </a:rPr>
              <a:t>Select the “guides” in the navigation bar and move the wordmark to the right and top line (orange)</a:t>
            </a:r>
          </a:p>
        </p:txBody>
      </p:sp>
      <p:pic>
        <p:nvPicPr>
          <p:cNvPr id="10" name="Grafik 9">
            <a:extLst>
              <a:ext uri="{FF2B5EF4-FFF2-40B4-BE49-F238E27FC236}">
                <a16:creationId xmlns:a16="http://schemas.microsoft.com/office/drawing/2014/main" id="{3ABF3C48-BECA-13B1-0740-A1DC728D6B9E}"/>
              </a:ext>
            </a:extLst>
          </p:cNvPr>
          <p:cNvPicPr>
            <a:picLocks noGrp="1" noRot="1" noChangeAspect="1" noMove="1" noResize="1" noEditPoints="1" noAdjustHandles="1" noChangeArrowheads="1" noChangeShapeType="1" noCrop="1"/>
          </p:cNvPicPr>
          <p:nvPr/>
        </p:nvPicPr>
        <p:blipFill>
          <a:blip r:embed="rId3"/>
          <a:stretch>
            <a:fillRect/>
          </a:stretch>
        </p:blipFill>
        <p:spPr>
          <a:xfrm>
            <a:off x="12399976" y="3212976"/>
            <a:ext cx="2448273" cy="815185"/>
          </a:xfrm>
          <a:prstGeom prst="rect">
            <a:avLst/>
          </a:prstGeom>
        </p:spPr>
      </p:pic>
      <p:sp>
        <p:nvSpPr>
          <p:cNvPr id="4" name="Subtitle 3">
            <a:extLst>
              <a:ext uri="{FF2B5EF4-FFF2-40B4-BE49-F238E27FC236}">
                <a16:creationId xmlns:a16="http://schemas.microsoft.com/office/drawing/2014/main" id="{B842B8B0-546B-4149-FB01-3B9E50C16EF6}"/>
              </a:ext>
            </a:extLst>
          </p:cNvPr>
          <p:cNvSpPr>
            <a:spLocks noGrp="1"/>
          </p:cNvSpPr>
          <p:nvPr>
            <p:ph type="subTitle" idx="1"/>
          </p:nvPr>
        </p:nvSpPr>
        <p:spPr>
          <a:xfrm>
            <a:off x="573210" y="4150662"/>
            <a:ext cx="8281375" cy="1728208"/>
          </a:xfrm>
        </p:spPr>
        <p:txBody>
          <a:bodyPr/>
          <a:lstStyle/>
          <a:p>
            <a:r>
              <a:rPr lang="pt-PT" altLang="zh-CN"/>
              <a:t>China CDO &amp; TA team  </a:t>
            </a:r>
          </a:p>
          <a:p>
            <a:r>
              <a:rPr lang="en-US" altLang="zh-CN"/>
              <a:t>23Apr2026</a:t>
            </a:r>
            <a:endParaRPr lang="zh-CN" altLang="en-US"/>
          </a:p>
        </p:txBody>
      </p:sp>
    </p:spTree>
    <p:extLst>
      <p:ext uri="{BB962C8B-B14F-4D97-AF65-F5344CB8AC3E}">
        <p14:creationId xmlns:p14="http://schemas.microsoft.com/office/powerpoint/2010/main" val="281231725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platzhalter 2">
            <a:extLst>
              <a:ext uri="{FF2B5EF4-FFF2-40B4-BE49-F238E27FC236}">
                <a16:creationId xmlns:a16="http://schemas.microsoft.com/office/drawing/2014/main" id="{14E13E65-19E9-40D9-0E28-57EF046837FA}"/>
              </a:ext>
            </a:extLst>
          </p:cNvPr>
          <p:cNvSpPr txBox="1">
            <a:spLocks/>
          </p:cNvSpPr>
          <p:nvPr/>
        </p:nvSpPr>
        <p:spPr bwMode="gray">
          <a:xfrm>
            <a:off x="4016048" y="2257456"/>
            <a:ext cx="6552367" cy="1008000"/>
          </a:xfrm>
          <a:prstGeom prst="rect">
            <a:avLst/>
          </a:prstGeom>
          <a:noFill/>
        </p:spPr>
        <p:txBody>
          <a:bodyPr vert="horz" lIns="0" tIns="0" rIns="0" bIns="0" rtlCol="0" anchor="t" anchorCtr="0">
            <a:noAutofit/>
          </a:bodyPr>
          <a:lstStyle>
            <a:lvl1pPr marL="216000" indent="-216000" algn="l" defTabSz="914400"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6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2000" indent="-216000" algn="l" defTabSz="914400"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4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8000" indent="-142875"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2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6000" indent="-144000" algn="l" defTabSz="914400"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marR="0" lvl="0" indent="0" algn="just" defTabSz="914400" rtl="0" eaLnBrk="1" fontAlgn="auto" latinLnBrk="0" hangingPunct="1">
              <a:lnSpc>
                <a:spcPct val="140000"/>
              </a:lnSpc>
              <a:spcBef>
                <a:spcPts val="0"/>
              </a:spcBef>
              <a:spcAft>
                <a:spcPts val="600"/>
              </a:spcAft>
              <a:buClrTx/>
              <a:buSzTx/>
              <a:buFont typeface="Arial" panose="020B0604020202020204" pitchFamily="34" charset="0"/>
              <a:buNone/>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6" name="TextBox 15">
            <a:extLst>
              <a:ext uri="{FF2B5EF4-FFF2-40B4-BE49-F238E27FC236}">
                <a16:creationId xmlns:a16="http://schemas.microsoft.com/office/drawing/2014/main" id="{9F2FA1F5-A4EA-D77D-28A2-BDBE89322BEB}"/>
              </a:ext>
            </a:extLst>
          </p:cNvPr>
          <p:cNvSpPr txBox="1"/>
          <p:nvPr/>
        </p:nvSpPr>
        <p:spPr bwMode="gray">
          <a:xfrm>
            <a:off x="4008015" y="1136974"/>
            <a:ext cx="7704577" cy="1308050"/>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altLang="zh-CN" sz="1600" b="0" i="0" u="none" strike="noStrike" kern="0" cap="none" spc="0" normalizeH="0" baseline="0" noProof="0">
                <a:ln>
                  <a:noFill/>
                </a:ln>
                <a:solidFill>
                  <a:prstClr val="black"/>
                </a:solidFill>
                <a:effectLst/>
                <a:uLnTx/>
                <a:uFillTx/>
                <a:latin typeface="Boehringer Forward Text"/>
                <a:ea typeface="+mn-ea"/>
                <a:cs typeface="+mn-cs"/>
              </a:rPr>
              <a:t>BI 3034701 (GGY2Ra.) is a </a:t>
            </a: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GLP-1R, GIPR and NPY2R triple agonist </a:t>
            </a:r>
            <a:r>
              <a:rPr kumimoji="0" lang="en-US" altLang="zh-CN" sz="1600" b="0" i="0" u="none" strike="noStrike" kern="0" cap="none" spc="0" normalizeH="0" baseline="0" noProof="0">
                <a:ln>
                  <a:noFill/>
                </a:ln>
                <a:solidFill>
                  <a:prstClr val="black"/>
                </a:solidFill>
                <a:effectLst/>
                <a:uLnTx/>
                <a:uFillTx/>
                <a:latin typeface="Boehringer Forward Text"/>
                <a:ea typeface="+mn-ea"/>
                <a:cs typeface="+mn-cs"/>
              </a:rPr>
              <a:t>being developed in obesity.</a:t>
            </a:r>
          </a:p>
          <a:p>
            <a:pPr marL="180000" marR="0" lvl="0" indent="-1800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altLang="zh-CN" sz="1600" b="0" i="0" u="none" strike="noStrike" kern="0" cap="none" spc="0" normalizeH="0" baseline="0" noProof="0">
                <a:ln>
                  <a:noFill/>
                </a:ln>
                <a:solidFill>
                  <a:prstClr val="black"/>
                </a:solidFill>
                <a:effectLst/>
                <a:uLnTx/>
                <a:uFillTx/>
                <a:latin typeface="Boehringer Forward Text"/>
                <a:ea typeface="+mn-ea"/>
                <a:cs typeface="+mn-cs"/>
              </a:rPr>
              <a:t>PoC has been achieved based on Ph I SRD/MRD data. </a:t>
            </a:r>
          </a:p>
          <a:p>
            <a:pPr marL="180000" marR="0" lvl="0" indent="-1800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altLang="zh-CN" sz="1600" b="0" i="0" u="none" strike="noStrike" kern="0" cap="none" spc="0" normalizeH="0" baseline="0" noProof="0">
                <a:ln>
                  <a:noFill/>
                </a:ln>
                <a:solidFill>
                  <a:prstClr val="black"/>
                </a:solidFill>
                <a:effectLst/>
                <a:uLnTx/>
                <a:uFillTx/>
                <a:latin typeface="Boehringer Forward Text"/>
                <a:ea typeface="+mn-ea"/>
                <a:cs typeface="+mn-cs"/>
              </a:rPr>
              <a:t>China plans to join the global Ph III study, </a:t>
            </a: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75 sites &amp; 585 pts were allocated  to China</a:t>
            </a:r>
            <a:r>
              <a:rPr lang="en-US" altLang="zh-CN" sz="1600" b="1" kern="0">
                <a:solidFill>
                  <a:prstClr val="black"/>
                </a:solidFill>
                <a:latin typeface="Boehringer Forward Text"/>
              </a:rPr>
              <a:t>;</a:t>
            </a: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 </a:t>
            </a:r>
            <a:r>
              <a:rPr kumimoji="0" lang="en-US" altLang="zh-CN" sz="1600" i="0" u="none" strike="noStrike" kern="0" cap="none" spc="0" normalizeH="0" baseline="0" noProof="0">
                <a:ln>
                  <a:noFill/>
                </a:ln>
                <a:solidFill>
                  <a:prstClr val="black"/>
                </a:solidFill>
                <a:effectLst/>
                <a:uLnTx/>
                <a:uFillTx/>
                <a:latin typeface="Boehringer Forward Text"/>
                <a:ea typeface="+mn-ea"/>
                <a:cs typeface="+mn-cs"/>
              </a:rPr>
              <a:t>country feasibility is underway.  </a:t>
            </a: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(global 5850 pts)</a:t>
            </a:r>
          </a:p>
        </p:txBody>
      </p:sp>
      <p:sp>
        <p:nvSpPr>
          <p:cNvPr id="2" name="Title 1">
            <a:extLst>
              <a:ext uri="{FF2B5EF4-FFF2-40B4-BE49-F238E27FC236}">
                <a16:creationId xmlns:a16="http://schemas.microsoft.com/office/drawing/2014/main" id="{93A3707B-E434-0441-E538-F1189F7DAC19}"/>
              </a:ext>
            </a:extLst>
          </p:cNvPr>
          <p:cNvSpPr>
            <a:spLocks noGrp="1"/>
          </p:cNvSpPr>
          <p:nvPr>
            <p:ph type="title"/>
          </p:nvPr>
        </p:nvSpPr>
        <p:spPr/>
        <p:txBody>
          <a:bodyPr/>
          <a:lstStyle/>
          <a:p>
            <a:pPr algn="ctr"/>
            <a:r>
              <a:rPr lang="en-US" altLang="zh-CN"/>
              <a:t>Executive Summary</a:t>
            </a:r>
            <a:endParaRPr lang="zh-CN" altLang="en-US"/>
          </a:p>
        </p:txBody>
      </p:sp>
      <p:sp>
        <p:nvSpPr>
          <p:cNvPr id="7" name="Slide Number Placeholder 6">
            <a:extLst>
              <a:ext uri="{FF2B5EF4-FFF2-40B4-BE49-F238E27FC236}">
                <a16:creationId xmlns:a16="http://schemas.microsoft.com/office/drawing/2014/main" id="{13BA5787-E7DA-BB4B-3F07-F7455584B6EB}"/>
              </a:ext>
            </a:extLst>
          </p:cNvPr>
          <p:cNvSpPr>
            <a:spLocks noGrp="1"/>
          </p:cNvSpPr>
          <p:nvPr>
            <p:ph type="sldNum" sz="quarter" idx="2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pSp>
        <p:nvGrpSpPr>
          <p:cNvPr id="5" name="Group 4">
            <a:extLst>
              <a:ext uri="{FF2B5EF4-FFF2-40B4-BE49-F238E27FC236}">
                <a16:creationId xmlns:a16="http://schemas.microsoft.com/office/drawing/2014/main" id="{68D431F1-884F-08FD-386D-36505874E84F}"/>
              </a:ext>
            </a:extLst>
          </p:cNvPr>
          <p:cNvGrpSpPr/>
          <p:nvPr/>
        </p:nvGrpSpPr>
        <p:grpSpPr>
          <a:xfrm>
            <a:off x="412524" y="1136974"/>
            <a:ext cx="2991723" cy="576000"/>
            <a:chOff x="412524" y="1136974"/>
            <a:chExt cx="2991723" cy="576000"/>
          </a:xfrm>
        </p:grpSpPr>
        <p:sp>
          <p:nvSpPr>
            <p:cNvPr id="8" name="Textplatzhalter 2">
              <a:extLst>
                <a:ext uri="{FF2B5EF4-FFF2-40B4-BE49-F238E27FC236}">
                  <a16:creationId xmlns:a16="http://schemas.microsoft.com/office/drawing/2014/main" id="{92AFA8A2-EE05-C396-D21F-C05229A42079}"/>
                </a:ext>
              </a:extLst>
            </p:cNvPr>
            <p:cNvSpPr txBox="1">
              <a:spLocks/>
            </p:cNvSpPr>
            <p:nvPr/>
          </p:nvSpPr>
          <p:spPr bwMode="gray">
            <a:xfrm>
              <a:off x="412524" y="1229238"/>
              <a:ext cx="2553431" cy="391473"/>
            </a:xfrm>
            <a:prstGeom prst="rect">
              <a:avLst/>
            </a:prstGeom>
          </p:spPr>
          <p:txBody>
            <a:bodyPr vert="horz" lIns="0" tIns="0" rIns="0" bIns="0" rtlCol="0">
              <a:noAutofit/>
            </a:bodyPr>
            <a:lstStyle>
              <a:lvl1pPr marL="21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b="0" kern="1200">
                  <a:solidFill>
                    <a:schemeClr val="bg1"/>
                  </a:solidFill>
                  <a:latin typeface="+mn-lt"/>
                  <a:ea typeface="+mn-ea"/>
                  <a:cs typeface="+mn-cs"/>
                </a:defRPr>
              </a:lvl1pPr>
              <a:lvl2pPr marL="43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2pPr>
              <a:lvl3pPr marL="57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3pPr>
              <a:lvl4pPr marL="79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4pPr>
              <a:lvl5pPr marL="144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5pPr>
              <a:lvl6pPr marL="288000" indent="-142875"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6pPr>
              <a:lvl7pPr marL="432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7pPr>
              <a:lvl8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8pPr>
              <a:lvl9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9pPr>
            </a:lstStyle>
            <a:p>
              <a:pPr marL="0" marR="0" lvl="0" indent="0" algn="l" defTabSz="914400" rtl="0" eaLnBrk="1" fontAlgn="auto" latinLnBrk="0" hangingPunct="1">
                <a:lnSpc>
                  <a:spcPct val="140000"/>
                </a:lnSpc>
                <a:spcBef>
                  <a:spcPts val="0"/>
                </a:spcBef>
                <a:spcAft>
                  <a:spcPts val="600"/>
                </a:spcAft>
                <a:buClr>
                  <a:srgbClr val="00E47C"/>
                </a:buClr>
                <a:buSzTx/>
                <a:buFont typeface="Arial" panose="020B0604020202020204" pitchFamily="34" charset="0"/>
                <a:buNone/>
                <a:tabLst/>
                <a:defRPr/>
              </a:pPr>
              <a:r>
                <a:rPr kumimoji="0" lang="en-US" sz="1600" b="1" i="0" u="none" strike="noStrike" kern="1200" cap="none" spc="0" normalizeH="0" baseline="0" noProof="0">
                  <a:ln>
                    <a:noFill/>
                  </a:ln>
                  <a:solidFill>
                    <a:prstClr val="white"/>
                  </a:solidFill>
                  <a:effectLst/>
                  <a:uLnTx/>
                  <a:uFillTx/>
                  <a:latin typeface="Boehringer Forward Text"/>
                  <a:ea typeface="+mn-ea"/>
                  <a:cs typeface="+mn-cs"/>
                </a:rPr>
                <a:t>Background </a:t>
              </a:r>
            </a:p>
          </p:txBody>
        </p:sp>
        <p:pic>
          <p:nvPicPr>
            <p:cNvPr id="9" name="Grafik 17">
              <a:extLst>
                <a:ext uri="{FF2B5EF4-FFF2-40B4-BE49-F238E27FC236}">
                  <a16:creationId xmlns:a16="http://schemas.microsoft.com/office/drawing/2014/main" id="{9F61877D-FC4A-2CC4-B77D-D231A8253A9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a:off x="2828247" y="1136974"/>
              <a:ext cx="576000" cy="576000"/>
            </a:xfrm>
            <a:prstGeom prst="rect">
              <a:avLst/>
            </a:prstGeom>
          </p:spPr>
        </p:pic>
      </p:grpSp>
      <p:grpSp>
        <p:nvGrpSpPr>
          <p:cNvPr id="3" name="Group 2">
            <a:extLst>
              <a:ext uri="{FF2B5EF4-FFF2-40B4-BE49-F238E27FC236}">
                <a16:creationId xmlns:a16="http://schemas.microsoft.com/office/drawing/2014/main" id="{D6EBC572-C7D8-0D79-02DE-042CC1E3B80F}"/>
              </a:ext>
            </a:extLst>
          </p:cNvPr>
          <p:cNvGrpSpPr/>
          <p:nvPr/>
        </p:nvGrpSpPr>
        <p:grpSpPr>
          <a:xfrm>
            <a:off x="432712" y="4421957"/>
            <a:ext cx="3019944" cy="663473"/>
            <a:chOff x="412524" y="4811571"/>
            <a:chExt cx="3019944" cy="663473"/>
          </a:xfrm>
        </p:grpSpPr>
        <p:sp>
          <p:nvSpPr>
            <p:cNvPr id="10" name="Textplatzhalter 2">
              <a:extLst>
                <a:ext uri="{FF2B5EF4-FFF2-40B4-BE49-F238E27FC236}">
                  <a16:creationId xmlns:a16="http://schemas.microsoft.com/office/drawing/2014/main" id="{EEC3C00D-1B74-B99A-7349-EEAC3DCE6D40}"/>
                </a:ext>
              </a:extLst>
            </p:cNvPr>
            <p:cNvSpPr txBox="1">
              <a:spLocks/>
            </p:cNvSpPr>
            <p:nvPr/>
          </p:nvSpPr>
          <p:spPr bwMode="gray">
            <a:xfrm>
              <a:off x="412524" y="4811571"/>
              <a:ext cx="2088000" cy="663473"/>
            </a:xfrm>
            <a:prstGeom prst="rect">
              <a:avLst/>
            </a:prstGeom>
          </p:spPr>
          <p:txBody>
            <a:bodyPr vert="horz" lIns="0" tIns="0" rIns="0" bIns="0" rtlCol="0">
              <a:noAutofit/>
            </a:bodyPr>
            <a:lstStyle>
              <a:lvl1pPr marL="21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b="0" kern="1200">
                  <a:solidFill>
                    <a:schemeClr val="bg1"/>
                  </a:solidFill>
                  <a:latin typeface="+mn-lt"/>
                  <a:ea typeface="+mn-ea"/>
                  <a:cs typeface="+mn-cs"/>
                </a:defRPr>
              </a:lvl1pPr>
              <a:lvl2pPr marL="43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2pPr>
              <a:lvl3pPr marL="57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3pPr>
              <a:lvl4pPr marL="79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4pPr>
              <a:lvl5pPr marL="144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5pPr>
              <a:lvl6pPr marL="288000" indent="-142875"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6pPr>
              <a:lvl7pPr marL="432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7pPr>
              <a:lvl8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8pPr>
              <a:lvl9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9pPr>
            </a:lstStyle>
            <a:p>
              <a:pPr marL="0" marR="0" lvl="0" indent="0" algn="l" defTabSz="914400" rtl="0" eaLnBrk="1" fontAlgn="auto" latinLnBrk="0" hangingPunct="1">
                <a:lnSpc>
                  <a:spcPct val="140000"/>
                </a:lnSpc>
                <a:spcBef>
                  <a:spcPts val="0"/>
                </a:spcBef>
                <a:spcAft>
                  <a:spcPts val="600"/>
                </a:spcAft>
                <a:buClr>
                  <a:srgbClr val="00E47C"/>
                </a:buClr>
                <a:buSzTx/>
                <a:buFont typeface="Arial" panose="020B0604020202020204" pitchFamily="34" charset="0"/>
                <a:buNone/>
                <a:tabLst/>
                <a:defRPr/>
              </a:pPr>
              <a:r>
                <a:rPr kumimoji="0" lang="en-US" sz="1600" b="1" i="0" u="none" strike="noStrike" kern="1200" cap="none" spc="0" normalizeH="0" baseline="0" noProof="0">
                  <a:ln>
                    <a:noFill/>
                  </a:ln>
                  <a:solidFill>
                    <a:prstClr val="white"/>
                  </a:solidFill>
                  <a:effectLst/>
                  <a:uLnTx/>
                  <a:uFillTx/>
                  <a:latin typeface="Boehringer Forward Text"/>
                  <a:ea typeface="+mn-ea"/>
                  <a:cs typeface="+mn-cs"/>
                </a:rPr>
                <a:t>Team Recommendations</a:t>
              </a:r>
              <a:endParaRPr kumimoji="0" lang="en-US" sz="1600" b="1" i="0" u="none" strike="noStrike" kern="1200" cap="none" spc="0" normalizeH="0" baseline="0" noProof="0">
                <a:ln>
                  <a:noFill/>
                </a:ln>
                <a:solidFill>
                  <a:srgbClr val="FFE667"/>
                </a:solidFill>
                <a:effectLst/>
                <a:uLnTx/>
                <a:uFillTx/>
                <a:latin typeface="Boehringer Forward Text"/>
                <a:ea typeface="+mn-ea"/>
                <a:cs typeface="+mn-cs"/>
              </a:endParaRPr>
            </a:p>
          </p:txBody>
        </p:sp>
        <p:pic>
          <p:nvPicPr>
            <p:cNvPr id="11" name="Grafik 46">
              <a:extLst>
                <a:ext uri="{FF2B5EF4-FFF2-40B4-BE49-F238E27FC236}">
                  <a16:creationId xmlns:a16="http://schemas.microsoft.com/office/drawing/2014/main" id="{74C800AF-A959-EB7D-CDFC-82EEAB798BF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a:off x="2856468" y="4855307"/>
              <a:ext cx="576000" cy="576000"/>
            </a:xfrm>
            <a:prstGeom prst="rect">
              <a:avLst/>
            </a:prstGeom>
          </p:spPr>
        </p:pic>
      </p:grpSp>
      <p:grpSp>
        <p:nvGrpSpPr>
          <p:cNvPr id="4" name="Group 3">
            <a:extLst>
              <a:ext uri="{FF2B5EF4-FFF2-40B4-BE49-F238E27FC236}">
                <a16:creationId xmlns:a16="http://schemas.microsoft.com/office/drawing/2014/main" id="{74B0DF14-5FBC-F6A7-B456-874BAEDB1D5B}"/>
              </a:ext>
            </a:extLst>
          </p:cNvPr>
          <p:cNvGrpSpPr/>
          <p:nvPr/>
        </p:nvGrpSpPr>
        <p:grpSpPr>
          <a:xfrm>
            <a:off x="432712" y="2664405"/>
            <a:ext cx="2999756" cy="576000"/>
            <a:chOff x="412524" y="2354437"/>
            <a:chExt cx="2999756" cy="576000"/>
          </a:xfrm>
        </p:grpSpPr>
        <p:sp>
          <p:nvSpPr>
            <p:cNvPr id="12" name="Textplatzhalter 2">
              <a:extLst>
                <a:ext uri="{FF2B5EF4-FFF2-40B4-BE49-F238E27FC236}">
                  <a16:creationId xmlns:a16="http://schemas.microsoft.com/office/drawing/2014/main" id="{CA94E05C-EC99-D66A-47DB-B09DC245EA34}"/>
                </a:ext>
              </a:extLst>
            </p:cNvPr>
            <p:cNvSpPr txBox="1">
              <a:spLocks/>
            </p:cNvSpPr>
            <p:nvPr/>
          </p:nvSpPr>
          <p:spPr bwMode="gray">
            <a:xfrm>
              <a:off x="412524" y="2410893"/>
              <a:ext cx="2377045" cy="463089"/>
            </a:xfrm>
            <a:prstGeom prst="rect">
              <a:avLst/>
            </a:prstGeom>
          </p:spPr>
          <p:txBody>
            <a:bodyPr vert="horz" lIns="0" tIns="0" rIns="0" bIns="0" rtlCol="0">
              <a:noAutofit/>
            </a:bodyPr>
            <a:lstStyle>
              <a:lvl1pPr marL="21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b="0" kern="1200">
                  <a:solidFill>
                    <a:schemeClr val="bg1"/>
                  </a:solidFill>
                  <a:latin typeface="+mn-lt"/>
                  <a:ea typeface="+mn-ea"/>
                  <a:cs typeface="+mn-cs"/>
                </a:defRPr>
              </a:lvl1pPr>
              <a:lvl2pPr marL="43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2pPr>
              <a:lvl3pPr marL="576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3pPr>
              <a:lvl4pPr marL="792000" indent="-216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600" kern="1200">
                  <a:solidFill>
                    <a:schemeClr val="bg1"/>
                  </a:solidFill>
                  <a:latin typeface="+mn-lt"/>
                  <a:ea typeface="+mn-ea"/>
                  <a:cs typeface="+mn-cs"/>
                </a:defRPr>
              </a:lvl4pPr>
              <a:lvl5pPr marL="144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5pPr>
              <a:lvl6pPr marL="288000" indent="-142875"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6pPr>
              <a:lvl7pPr marL="432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7pPr>
              <a:lvl8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8pPr>
              <a:lvl9pPr marL="576000" indent="-144000" algn="l" defTabSz="914400" rtl="0" eaLnBrk="1" latinLnBrk="0" hangingPunct="1">
                <a:lnSpc>
                  <a:spcPct val="140000"/>
                </a:lnSpc>
                <a:spcBef>
                  <a:spcPts val="0"/>
                </a:spcBef>
                <a:spcAft>
                  <a:spcPts val="600"/>
                </a:spcAft>
                <a:buClr>
                  <a:schemeClr val="tx2"/>
                </a:buClr>
                <a:buFont typeface="Arial" panose="020B0604020202020204" pitchFamily="34" charset="0"/>
                <a:buChar char="•"/>
                <a:defRPr sz="1200" kern="1200">
                  <a:solidFill>
                    <a:schemeClr val="bg1"/>
                  </a:solidFill>
                  <a:latin typeface="+mn-lt"/>
                  <a:ea typeface="+mn-ea"/>
                  <a:cs typeface="+mn-cs"/>
                </a:defRPr>
              </a:lvl9pPr>
            </a:lstStyle>
            <a:p>
              <a:pPr marL="0" marR="0" lvl="0" indent="0" algn="l" defTabSz="914400" rtl="0" eaLnBrk="1" fontAlgn="auto" latinLnBrk="0" hangingPunct="1">
                <a:lnSpc>
                  <a:spcPct val="140000"/>
                </a:lnSpc>
                <a:spcBef>
                  <a:spcPts val="0"/>
                </a:spcBef>
                <a:spcAft>
                  <a:spcPts val="600"/>
                </a:spcAft>
                <a:buClr>
                  <a:srgbClr val="00E47C"/>
                </a:buClr>
                <a:buSzTx/>
                <a:buFont typeface="Arial" panose="020B0604020202020204" pitchFamily="34" charset="0"/>
                <a:buNone/>
                <a:tabLst/>
                <a:defRPr/>
              </a:pPr>
              <a:r>
                <a:rPr kumimoji="0" lang="en-US" sz="1600" b="1" i="0" u="none" strike="noStrike" kern="1200" cap="none" spc="0" normalizeH="0" baseline="0" noProof="0">
                  <a:ln>
                    <a:noFill/>
                  </a:ln>
                  <a:solidFill>
                    <a:prstClr val="white"/>
                  </a:solidFill>
                  <a:effectLst/>
                  <a:uLnTx/>
                  <a:uFillTx/>
                  <a:latin typeface="Boehringer Forward Text"/>
                  <a:ea typeface="+mn-ea"/>
                  <a:cs typeface="+mn-cs"/>
                </a:rPr>
                <a:t>Key Message/Rationale</a:t>
              </a:r>
            </a:p>
          </p:txBody>
        </p:sp>
        <p:pic>
          <p:nvPicPr>
            <p:cNvPr id="13" name="Grafik 42">
              <a:extLst>
                <a:ext uri="{FF2B5EF4-FFF2-40B4-BE49-F238E27FC236}">
                  <a16:creationId xmlns:a16="http://schemas.microsoft.com/office/drawing/2014/main" id="{4D4920A2-A67C-5622-D297-C51D4A2547C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bwMode="gray">
            <a:xfrm>
              <a:off x="2836280" y="2354437"/>
              <a:ext cx="576000" cy="576000"/>
            </a:xfrm>
            <a:prstGeom prst="rect">
              <a:avLst/>
            </a:prstGeom>
          </p:spPr>
        </p:pic>
      </p:grpSp>
      <p:sp>
        <p:nvSpPr>
          <p:cNvPr id="17" name="TextBox 16">
            <a:extLst>
              <a:ext uri="{FF2B5EF4-FFF2-40B4-BE49-F238E27FC236}">
                <a16:creationId xmlns:a16="http://schemas.microsoft.com/office/drawing/2014/main" id="{EC079AFD-EE9E-7681-626D-2A99C6AE0815}"/>
              </a:ext>
            </a:extLst>
          </p:cNvPr>
          <p:cNvSpPr txBox="1"/>
          <p:nvPr/>
        </p:nvSpPr>
        <p:spPr bwMode="gray">
          <a:xfrm>
            <a:off x="3984563" y="2726385"/>
            <a:ext cx="7974199" cy="1915909"/>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Tight timeline in the study. </a:t>
            </a:r>
          </a:p>
          <a:p>
            <a:pPr marR="0" lvl="0" algn="l" defTabSz="914400" rtl="0" eaLnBrk="1" fontAlgn="auto" latinLnBrk="0" hangingPunct="1">
              <a:lnSpc>
                <a:spcPct val="100000"/>
              </a:lnSpc>
              <a:spcBef>
                <a:spcPts val="0"/>
              </a:spcBef>
              <a:spcAft>
                <a:spcPts val="300"/>
              </a:spcAft>
              <a:buClrTx/>
              <a:buSzTx/>
              <a:tabLst/>
              <a:defRPr/>
            </a:pP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    4 months</a:t>
            </a:r>
            <a:r>
              <a:rPr kumimoji="0" lang="en-US" altLang="zh-CN" sz="1600" i="0" u="none" strike="noStrike" kern="0" cap="none" spc="0" normalizeH="0" baseline="0" noProof="0">
                <a:ln>
                  <a:noFill/>
                </a:ln>
                <a:solidFill>
                  <a:prstClr val="black"/>
                </a:solidFill>
                <a:effectLst/>
                <a:uLnTx/>
                <a:uFillTx/>
                <a:latin typeface="Boehringer Forward Text"/>
                <a:ea typeface="+mn-ea"/>
                <a:cs typeface="+mn-cs"/>
              </a:rPr>
              <a:t> from CTA package to first subject in</a:t>
            </a: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  </a:t>
            </a:r>
          </a:p>
          <a:p>
            <a:pPr marR="0" lvl="0" algn="l" defTabSz="914400" rtl="0" eaLnBrk="1" fontAlgn="auto" latinLnBrk="0" hangingPunct="1">
              <a:lnSpc>
                <a:spcPct val="100000"/>
              </a:lnSpc>
              <a:spcBef>
                <a:spcPts val="0"/>
              </a:spcBef>
              <a:spcAft>
                <a:spcPts val="300"/>
              </a:spcAft>
              <a:buClrTx/>
              <a:buSzTx/>
              <a:tabLst/>
              <a:defRPr/>
            </a:pPr>
            <a:r>
              <a:rPr kumimoji="0" lang="en-US" altLang="zh-CN" sz="1600" b="1" i="0" u="none" strike="noStrike" kern="0" cap="none" spc="0" normalizeH="0" baseline="0" noProof="0">
                <a:ln>
                  <a:noFill/>
                </a:ln>
                <a:solidFill>
                  <a:prstClr val="black"/>
                </a:solidFill>
                <a:effectLst/>
                <a:uLnTx/>
                <a:uFillTx/>
                <a:latin typeface="Boehringer Forward Text"/>
                <a:ea typeface="+mn-ea"/>
                <a:cs typeface="+mn-cs"/>
              </a:rPr>
              <a:t>    5.7 months </a:t>
            </a:r>
            <a:r>
              <a:rPr kumimoji="0" lang="en-US" altLang="zh-CN" sz="1600" i="0" u="none" strike="noStrike" kern="0" cap="none" spc="0" normalizeH="0" baseline="0" noProof="0">
                <a:ln>
                  <a:noFill/>
                </a:ln>
                <a:solidFill>
                  <a:prstClr val="black"/>
                </a:solidFill>
                <a:effectLst/>
                <a:uLnTx/>
                <a:uFillTx/>
                <a:latin typeface="Boehringer Forward Text"/>
                <a:ea typeface="+mn-ea"/>
                <a:cs typeface="+mn-cs"/>
              </a:rPr>
              <a:t>for enrollment duration. </a:t>
            </a:r>
            <a:endParaRPr kumimoji="0" lang="en-US" altLang="zh-CN" sz="1600" b="1" i="0" u="none" strike="noStrike" kern="0" cap="none" spc="0" normalizeH="0" baseline="0" noProof="0">
              <a:ln>
                <a:noFill/>
              </a:ln>
              <a:solidFill>
                <a:prstClr val="black"/>
              </a:solidFill>
              <a:effectLst/>
              <a:uLnTx/>
              <a:uFillTx/>
              <a:latin typeface="Boehringer Forward Text"/>
              <a:ea typeface="+mn-ea"/>
              <a:cs typeface="+mn-cs"/>
            </a:endParaRPr>
          </a:p>
          <a:p>
            <a:pPr marL="396875" marR="0" lvl="0" indent="-174625" algn="l" defTabSz="914400" rtl="0" eaLnBrk="1" fontAlgn="auto" latinLnBrk="0" hangingPunct="1">
              <a:lnSpc>
                <a:spcPct val="100000"/>
              </a:lnSpc>
              <a:spcBef>
                <a:spcPts val="0"/>
              </a:spcBef>
              <a:spcAft>
                <a:spcPts val="300"/>
              </a:spcAft>
              <a:buClrTx/>
              <a:buSzTx/>
              <a:buFont typeface="Wingdings" panose="05000000000000000000" pitchFamily="2" charset="2"/>
              <a:buChar char="ü"/>
              <a:tabLst/>
              <a:defRPr/>
            </a:pPr>
            <a:r>
              <a:rPr lang="en-US" altLang="zh-CN" sz="1600" kern="0">
                <a:solidFill>
                  <a:schemeClr val="accent2">
                    <a:lumMod val="75000"/>
                  </a:schemeClr>
                </a:solidFill>
              </a:rPr>
              <a:t>Leading site should be initiated with </a:t>
            </a:r>
            <a:r>
              <a:rPr lang="en-US" altLang="zh-CN" sz="1600" b="1" kern="0">
                <a:solidFill>
                  <a:schemeClr val="accent2">
                    <a:lumMod val="75000"/>
                  </a:schemeClr>
                </a:solidFill>
              </a:rPr>
              <a:t>fast SSU timeline </a:t>
            </a:r>
            <a:r>
              <a:rPr lang="en-US" altLang="zh-CN" sz="1600" kern="0">
                <a:solidFill>
                  <a:schemeClr val="accent2">
                    <a:lumMod val="75000"/>
                  </a:schemeClr>
                </a:solidFill>
              </a:rPr>
              <a:t>(&lt;4 months) . </a:t>
            </a:r>
          </a:p>
          <a:p>
            <a:pPr marL="396875" marR="0" lvl="0" indent="-174625" algn="l" defTabSz="914400" rtl="0" eaLnBrk="1" fontAlgn="auto" latinLnBrk="0" hangingPunct="1">
              <a:lnSpc>
                <a:spcPct val="100000"/>
              </a:lnSpc>
              <a:spcBef>
                <a:spcPts val="0"/>
              </a:spcBef>
              <a:spcAft>
                <a:spcPts val="300"/>
              </a:spcAft>
              <a:buClrTx/>
              <a:buSzTx/>
              <a:buFont typeface="Wingdings" panose="05000000000000000000" pitchFamily="2" charset="2"/>
              <a:buChar char="ü"/>
              <a:tabLst/>
              <a:defRPr/>
            </a:pPr>
            <a:r>
              <a:rPr lang="en-US" altLang="zh-CN" sz="1600" kern="0">
                <a:solidFill>
                  <a:schemeClr val="accent2">
                    <a:lumMod val="75000"/>
                  </a:schemeClr>
                </a:solidFill>
              </a:rPr>
              <a:t>Leading PI needs to have </a:t>
            </a:r>
            <a:r>
              <a:rPr lang="en-US" altLang="zh-CN" sz="1600" b="1" kern="0">
                <a:solidFill>
                  <a:schemeClr val="accent2">
                    <a:lumMod val="75000"/>
                  </a:schemeClr>
                </a:solidFill>
              </a:rPr>
              <a:t>influence in China </a:t>
            </a:r>
            <a:r>
              <a:rPr lang="en-US" altLang="zh-CN" sz="1600" kern="0">
                <a:solidFill>
                  <a:schemeClr val="accent2">
                    <a:lumMod val="75000"/>
                  </a:schemeClr>
                </a:solidFill>
              </a:rPr>
              <a:t>to engage other investigators on recruitment and patient retention. </a:t>
            </a:r>
          </a:p>
          <a:p>
            <a:pPr marL="180000" marR="0" lvl="0" indent="-1800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endParaRPr kumimoji="0" lang="en-US" altLang="zh-CN" sz="1600" b="1" i="0" u="none" strike="noStrike" kern="0" cap="none" spc="0" normalizeH="0" baseline="0" noProof="0">
              <a:ln>
                <a:noFill/>
              </a:ln>
              <a:solidFill>
                <a:prstClr val="black"/>
              </a:solidFill>
              <a:effectLst/>
              <a:uLnTx/>
              <a:uFillTx/>
              <a:latin typeface="Boehringer Forward Text"/>
              <a:ea typeface="+mn-ea"/>
              <a:cs typeface="+mn-cs"/>
            </a:endParaRPr>
          </a:p>
        </p:txBody>
      </p:sp>
      <p:sp>
        <p:nvSpPr>
          <p:cNvPr id="18" name="TextBox 17">
            <a:extLst>
              <a:ext uri="{FF2B5EF4-FFF2-40B4-BE49-F238E27FC236}">
                <a16:creationId xmlns:a16="http://schemas.microsoft.com/office/drawing/2014/main" id="{9F4BCB81-2BDA-D1FF-D908-92EC39FD31DA}"/>
              </a:ext>
            </a:extLst>
          </p:cNvPr>
          <p:cNvSpPr txBox="1"/>
          <p:nvPr/>
        </p:nvSpPr>
        <p:spPr bwMode="gray">
          <a:xfrm>
            <a:off x="4016048" y="4600490"/>
            <a:ext cx="5392294" cy="313997"/>
          </a:xfrm>
          <a:prstGeom prst="rect">
            <a:avLst/>
          </a:prstGeom>
          <a:noFill/>
        </p:spPr>
        <p:txBody>
          <a:bodyPr wrap="square" lIns="0" tIns="0" rIns="0" bIns="0" rtlCol="0">
            <a:spAutoFit/>
          </a:bodyPr>
          <a:lstStyle/>
          <a:p>
            <a:pPr marL="180000" marR="0" lvl="0" indent="-180000" algn="l" defTabSz="914400"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Prof. </a:t>
            </a:r>
            <a:r>
              <a:rPr kumimoji="0" lang="en-US" altLang="zh-CN" sz="1600" b="1" i="0" u="none" strike="noStrike" kern="1200" cap="none" spc="0" normalizeH="0" baseline="0" noProof="0" err="1">
                <a:ln>
                  <a:noFill/>
                </a:ln>
                <a:solidFill>
                  <a:prstClr val="black"/>
                </a:solidFill>
                <a:effectLst/>
                <a:uLnTx/>
                <a:uFillTx/>
                <a:latin typeface="Boehringer Forward Text"/>
                <a:ea typeface="+mn-ea"/>
                <a:cs typeface="+mn-cs"/>
              </a:rPr>
              <a:t>Linong</a:t>
            </a: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 Ji (</a:t>
            </a:r>
            <a:r>
              <a:rPr kumimoji="0" lang="zh-CN" altLang="en-US" sz="1600" b="1" i="0" u="none" strike="noStrike" kern="1200" cap="none" spc="0" normalizeH="0" baseline="0" noProof="0">
                <a:ln>
                  <a:noFill/>
                </a:ln>
                <a:solidFill>
                  <a:prstClr val="black"/>
                </a:solidFill>
                <a:effectLst/>
                <a:uLnTx/>
                <a:uFillTx/>
                <a:latin typeface="Boehringer Forward Text"/>
                <a:ea typeface="+mn-ea"/>
                <a:cs typeface="+mn-cs"/>
              </a:rPr>
              <a:t>纪立农</a:t>
            </a: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a:t>
            </a:r>
            <a:r>
              <a:rPr kumimoji="0" lang="zh-CN" altLang="en-US" sz="1600" b="1" i="0" u="none" strike="noStrike" kern="1200" cap="none" spc="0" normalizeH="0" baseline="0" noProof="0">
                <a:ln>
                  <a:noFill/>
                </a:ln>
                <a:solidFill>
                  <a:prstClr val="black"/>
                </a:solidFill>
                <a:effectLst/>
                <a:uLnTx/>
                <a:uFillTx/>
                <a:latin typeface="Boehringer Forward Text"/>
                <a:ea typeface="+mn-ea"/>
                <a:cs typeface="+mn-cs"/>
              </a:rPr>
              <a:t> </a:t>
            </a:r>
            <a:r>
              <a:rPr kumimoji="0" lang="en-US" altLang="zh-CN" sz="1600" b="1" i="0" u="none" strike="noStrike" kern="1200" cap="none" spc="0" normalizeH="0" baseline="0" noProof="0">
                <a:ln>
                  <a:noFill/>
                </a:ln>
                <a:solidFill>
                  <a:prstClr val="black"/>
                </a:solidFill>
                <a:effectLst/>
                <a:uLnTx/>
                <a:uFillTx/>
                <a:latin typeface="Boehringer Forward Text"/>
                <a:ea typeface="+mn-ea"/>
                <a:cs typeface="+mn-cs"/>
              </a:rPr>
              <a:t>from </a:t>
            </a:r>
            <a:r>
              <a:rPr kumimoji="0" lang="zh-CN" altLang="en-US" sz="1600" b="1" i="0" u="none" strike="noStrike" kern="1200" cap="none" spc="0" normalizeH="0" baseline="0" noProof="0">
                <a:ln>
                  <a:noFill/>
                </a:ln>
                <a:solidFill>
                  <a:prstClr val="black"/>
                </a:solidFill>
                <a:effectLst/>
                <a:uLnTx/>
                <a:uFillTx/>
                <a:latin typeface="Boehringer Forward Text"/>
                <a:ea typeface="+mn-ea"/>
                <a:cs typeface="+mn-cs"/>
              </a:rPr>
              <a:t>北京大学人民医院</a:t>
            </a:r>
          </a:p>
        </p:txBody>
      </p:sp>
    </p:spTree>
    <p:extLst>
      <p:ext uri="{BB962C8B-B14F-4D97-AF65-F5344CB8AC3E}">
        <p14:creationId xmlns:p14="http://schemas.microsoft.com/office/powerpoint/2010/main" val="3364279044"/>
      </p:ext>
    </p:extLst>
  </p:cSld>
  <p:clrMapOvr>
    <a:masterClrMapping/>
  </p:clrMapOvr>
  <p:extLst>
    <p:ext uri="{6950BFC3-D8DA-4A85-94F7-54DA5524770B}">
      <p188:commentRel xmlns:p188="http://schemas.microsoft.com/office/powerpoint/2018/8/main" r:id="rId3"/>
    </p:ext>
  </p:extLst>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1D620B2-33B8-8E02-0887-E002E54BC71B}"/>
              </a:ext>
            </a:extLst>
          </p:cNvPr>
          <p:cNvSpPr>
            <a:spLocks noGrp="1"/>
          </p:cNvSpPr>
          <p:nvPr>
            <p:ph type="title"/>
          </p:nvPr>
        </p:nvSpPr>
        <p:spPr>
          <a:xfrm>
            <a:off x="479424" y="359594"/>
            <a:ext cx="11233151" cy="720000"/>
          </a:xfrm>
        </p:spPr>
        <p:txBody>
          <a:bodyPr/>
          <a:lstStyle/>
          <a:p>
            <a:r>
              <a:rPr lang="en-US" altLang="zh-CN"/>
              <a:t>Phase III trial design (1507-0010) DRAFT_ design as of 24Mar2026</a:t>
            </a:r>
            <a:br>
              <a:rPr lang="en-US" altLang="zh-CN"/>
            </a:br>
            <a:r>
              <a:rPr lang="en-US" altLang="zh-CN" sz="2000" b="0"/>
              <a:t>for dose strategy consideration </a:t>
            </a:r>
            <a:endParaRPr lang="zh-CN" altLang="en-US" b="0"/>
          </a:p>
        </p:txBody>
      </p:sp>
      <p:pic>
        <p:nvPicPr>
          <p:cNvPr id="3" name="Picture 2">
            <a:extLst>
              <a:ext uri="{FF2B5EF4-FFF2-40B4-BE49-F238E27FC236}">
                <a16:creationId xmlns:a16="http://schemas.microsoft.com/office/drawing/2014/main" id="{D01B1672-172B-64C4-5DBE-588F20EFB3E6}"/>
              </a:ext>
            </a:extLst>
          </p:cNvPr>
          <p:cNvPicPr>
            <a:picLocks noChangeAspect="1"/>
          </p:cNvPicPr>
          <p:nvPr/>
        </p:nvPicPr>
        <p:blipFill>
          <a:blip r:embed="rId2"/>
          <a:srcRect t="6694"/>
          <a:stretch>
            <a:fillRect/>
          </a:stretch>
        </p:blipFill>
        <p:spPr>
          <a:xfrm>
            <a:off x="1057523" y="1280159"/>
            <a:ext cx="9269290" cy="4858247"/>
          </a:xfrm>
          <a:prstGeom prst="rect">
            <a:avLst/>
          </a:prstGeom>
        </p:spPr>
      </p:pic>
    </p:spTree>
    <p:extLst>
      <p:ext uri="{BB962C8B-B14F-4D97-AF65-F5344CB8AC3E}">
        <p14:creationId xmlns:p14="http://schemas.microsoft.com/office/powerpoint/2010/main" val="90075489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3D67AE9-1C21-5C97-4E57-41F53BFE0E5B}"/>
            </a:ext>
          </a:extLst>
        </p:cNvPr>
        <p:cNvGrpSpPr/>
        <p:nvPr/>
      </p:nvGrpSpPr>
      <p:grpSpPr>
        <a:xfrm>
          <a:off x="0" y="0"/>
          <a:ext cx="0" cy="0"/>
          <a:chOff x="0" y="0"/>
          <a:chExt cx="0" cy="0"/>
        </a:xfrm>
      </p:grpSpPr>
      <p:sp>
        <p:nvSpPr>
          <p:cNvPr id="68" name="OTLSHAPE_SLT_f8a8e67cf2d44d7f98671616391cd05c_Shape">
            <a:extLst>
              <a:ext uri="{FF2B5EF4-FFF2-40B4-BE49-F238E27FC236}">
                <a16:creationId xmlns:a16="http://schemas.microsoft.com/office/drawing/2014/main" id="{02DA31EA-48AA-A423-4B4C-B6F28B51AE95}"/>
              </a:ext>
            </a:extLst>
          </p:cNvPr>
          <p:cNvSpPr/>
          <p:nvPr>
            <p:custDataLst>
              <p:tags r:id="rId2"/>
            </p:custDataLst>
          </p:nvPr>
        </p:nvSpPr>
        <p:spPr bwMode="gray">
          <a:xfrm>
            <a:off x="3353288" y="1504539"/>
            <a:ext cx="59436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3" name="OTLSHAPE_SL2A_c2c078fca8f64ff58b058c32f92b08fc_BackgroundRectangle" hidden="1">
            <a:extLst>
              <a:ext uri="{FF2B5EF4-FFF2-40B4-BE49-F238E27FC236}">
                <a16:creationId xmlns:a16="http://schemas.microsoft.com/office/drawing/2014/main" id="{64555706-F923-F10C-3310-03F27208569B}"/>
              </a:ext>
            </a:extLst>
          </p:cNvPr>
          <p:cNvSpPr/>
          <p:nvPr>
            <p:custDataLst>
              <p:tags r:id="rId3"/>
            </p:custDataLst>
          </p:nvPr>
        </p:nvSpPr>
        <p:spPr bwMode="gray">
          <a:xfrm>
            <a:off x="965200" y="1534454"/>
            <a:ext cx="10388600" cy="1802892"/>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 name="OTLSHAPE_TB_00000000000000000000000000000000_LeftEndCaps" hidden="1">
            <a:extLst>
              <a:ext uri="{FF2B5EF4-FFF2-40B4-BE49-F238E27FC236}">
                <a16:creationId xmlns:a16="http://schemas.microsoft.com/office/drawing/2014/main" id="{6172E78A-E48C-88AD-41DC-DE26D4838233}"/>
              </a:ext>
            </a:extLst>
          </p:cNvPr>
          <p:cNvSpPr txBox="1"/>
          <p:nvPr>
            <p:custDataLst>
              <p:tags r:id="rId4"/>
            </p:custDataLst>
          </p:nvPr>
        </p:nvSpPr>
        <p:spPr bwMode="gray">
          <a:xfrm>
            <a:off x="-221339" y="-5221"/>
            <a:ext cx="469900" cy="279400"/>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800" b="1" i="0" u="none" strike="noStrike" kern="1200" cap="none" spc="0" normalizeH="0" baseline="0" noProof="0">
                <a:ln>
                  <a:noFill/>
                </a:ln>
                <a:solidFill>
                  <a:srgbClr val="ED7D31"/>
                </a:solidFill>
                <a:effectLst/>
                <a:uLnTx/>
                <a:uFillTx/>
                <a:latin typeface="Calibri" panose="020F0502020204030204" pitchFamily="34" charset="0"/>
                <a:ea typeface="+mn-ea"/>
                <a:cs typeface="+mn-cs"/>
              </a:rPr>
              <a:t>2025</a:t>
            </a:r>
            <a:endParaRPr kumimoji="0" lang="zh-CN" altLang="en-US" sz="1800" b="1"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21" name="OTLSHAPE_SL2A_c2c078fca8f64ff58b058c32f92b08fc_HeaderRectangle" hidden="1">
            <a:extLst>
              <a:ext uri="{FF2B5EF4-FFF2-40B4-BE49-F238E27FC236}">
                <a16:creationId xmlns:a16="http://schemas.microsoft.com/office/drawing/2014/main" id="{B7612A22-F3AC-E278-4BA5-B0B08EA97ABE}"/>
              </a:ext>
            </a:extLst>
          </p:cNvPr>
          <p:cNvSpPr/>
          <p:nvPr>
            <p:custDataLst>
              <p:tags r:id="rId5"/>
            </p:custDataLst>
          </p:nvPr>
        </p:nvSpPr>
        <p:spPr bwMode="gray">
          <a:xfrm>
            <a:off x="965200" y="1534454"/>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22" name="OTLSHAPE_SL2A_c2c078fca8f64ff58b058c32f92b08fc_Header" hidden="1">
            <a:extLst>
              <a:ext uri="{FF2B5EF4-FFF2-40B4-BE49-F238E27FC236}">
                <a16:creationId xmlns:a16="http://schemas.microsoft.com/office/drawing/2014/main" id="{B2C6DAF4-FC1F-3AEB-CE18-660B1973FFB0}"/>
              </a:ext>
            </a:extLst>
          </p:cNvPr>
          <p:cNvSpPr txBox="1"/>
          <p:nvPr>
            <p:custDataLst>
              <p:tags r:id="rId6"/>
            </p:custDataLst>
          </p:nvPr>
        </p:nvSpPr>
        <p:spPr bwMode="gray">
          <a:xfrm>
            <a:off x="12700" y="-2731760"/>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39" name="OTLSHAPE_SLT_1e5bcfb5f49944c49eebcea66b620a37_ShapePercentage" hidden="1">
            <a:extLst>
              <a:ext uri="{FF2B5EF4-FFF2-40B4-BE49-F238E27FC236}">
                <a16:creationId xmlns:a16="http://schemas.microsoft.com/office/drawing/2014/main" id="{984DC334-9C88-9A26-BF34-48825BC380D4}"/>
              </a:ext>
            </a:extLst>
          </p:cNvPr>
          <p:cNvSpPr/>
          <p:nvPr>
            <p:custDataLst>
              <p:tags r:id="rId7"/>
            </p:custDataLst>
          </p:nvPr>
        </p:nvSpPr>
        <p:spPr bwMode="gray">
          <a:xfrm>
            <a:off x="1853232" y="3460705"/>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0" name="OTLSHAPE_SLT_1e5bcfb5f49944c49eebcea66b620a37_Duration" hidden="1">
            <a:extLst>
              <a:ext uri="{FF2B5EF4-FFF2-40B4-BE49-F238E27FC236}">
                <a16:creationId xmlns:a16="http://schemas.microsoft.com/office/drawing/2014/main" id="{8D2E7275-A12E-271A-8B52-F066EE3CA77C}"/>
              </a:ext>
            </a:extLst>
          </p:cNvPr>
          <p:cNvSpPr txBox="1"/>
          <p:nvPr>
            <p:custDataLst>
              <p:tags r:id="rId8"/>
            </p:custDataLst>
          </p:nvPr>
        </p:nvSpPr>
        <p:spPr bwMode="gray">
          <a:xfrm>
            <a:off x="12700" y="-526344"/>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41" name="OTLSHAPE_SLT_1e5bcfb5f49944c49eebcea66b620a37_TextPercentage" hidden="1">
            <a:extLst>
              <a:ext uri="{FF2B5EF4-FFF2-40B4-BE49-F238E27FC236}">
                <a16:creationId xmlns:a16="http://schemas.microsoft.com/office/drawing/2014/main" id="{C5500531-D3BB-9088-6854-F6606BAF8926}"/>
              </a:ext>
            </a:extLst>
          </p:cNvPr>
          <p:cNvSpPr txBox="1"/>
          <p:nvPr>
            <p:custDataLst>
              <p:tags r:id="rId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42" name="OTLSHAPE_SLT_1e5bcfb5f49944c49eebcea66b620a37_StartDate" hidden="1">
            <a:extLst>
              <a:ext uri="{FF2B5EF4-FFF2-40B4-BE49-F238E27FC236}">
                <a16:creationId xmlns:a16="http://schemas.microsoft.com/office/drawing/2014/main" id="{18F0605B-B6CE-37A6-8FB3-D1B8C3533315}"/>
              </a:ext>
            </a:extLst>
          </p:cNvPr>
          <p:cNvSpPr txBox="1"/>
          <p:nvPr>
            <p:custDataLst>
              <p:tags r:id="rId10"/>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43" name="OTLSHAPE_SLT_1e5bcfb5f49944c49eebcea66b620a37_EndDate" hidden="1">
            <a:extLst>
              <a:ext uri="{FF2B5EF4-FFF2-40B4-BE49-F238E27FC236}">
                <a16:creationId xmlns:a16="http://schemas.microsoft.com/office/drawing/2014/main" id="{1CABA059-7ACF-0CD4-B147-33C48B268081}"/>
              </a:ext>
            </a:extLst>
          </p:cNvPr>
          <p:cNvSpPr txBox="1"/>
          <p:nvPr>
            <p:custDataLst>
              <p:tags r:id="rId11"/>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5" name="OTLSHAPE_SLT_af3e80754ee84374888d0f25fd542f08_ShapePercentage" hidden="1">
            <a:extLst>
              <a:ext uri="{FF2B5EF4-FFF2-40B4-BE49-F238E27FC236}">
                <a16:creationId xmlns:a16="http://schemas.microsoft.com/office/drawing/2014/main" id="{DC115AB6-D38F-6224-443C-C0E898847F73}"/>
              </a:ext>
            </a:extLst>
          </p:cNvPr>
          <p:cNvSpPr/>
          <p:nvPr>
            <p:custDataLst>
              <p:tags r:id="rId12"/>
            </p:custDataLst>
          </p:nvPr>
        </p:nvSpPr>
        <p:spPr bwMode="gray">
          <a:xfrm>
            <a:off x="3138268" y="3694724"/>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6" name="OTLSHAPE_SLT_af3e80754ee84374888d0f25fd542f08_Duration" hidden="1">
            <a:extLst>
              <a:ext uri="{FF2B5EF4-FFF2-40B4-BE49-F238E27FC236}">
                <a16:creationId xmlns:a16="http://schemas.microsoft.com/office/drawing/2014/main" id="{9AAB9C24-B28A-A9E5-62AC-B8E76912E020}"/>
              </a:ext>
            </a:extLst>
          </p:cNvPr>
          <p:cNvSpPr txBox="1"/>
          <p:nvPr>
            <p:custDataLst>
              <p:tags r:id="rId13"/>
            </p:custDataLst>
          </p:nvPr>
        </p:nvSpPr>
        <p:spPr bwMode="gray">
          <a:xfrm>
            <a:off x="12700" y="-49600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65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77" name="OTLSHAPE_SLT_af3e80754ee84374888d0f25fd542f08_TextPercentage" hidden="1">
            <a:extLst>
              <a:ext uri="{FF2B5EF4-FFF2-40B4-BE49-F238E27FC236}">
                <a16:creationId xmlns:a16="http://schemas.microsoft.com/office/drawing/2014/main" id="{818ABBEB-26BD-3753-D9C1-1800BCBF6824}"/>
              </a:ext>
            </a:extLst>
          </p:cNvPr>
          <p:cNvSpPr txBox="1"/>
          <p:nvPr>
            <p:custDataLst>
              <p:tags r:id="rId14"/>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78" name="OTLSHAPE_SLT_af3e80754ee84374888d0f25fd542f08_StartDate" hidden="1">
            <a:extLst>
              <a:ext uri="{FF2B5EF4-FFF2-40B4-BE49-F238E27FC236}">
                <a16:creationId xmlns:a16="http://schemas.microsoft.com/office/drawing/2014/main" id="{BC1D2544-8A5F-0C1E-8843-DE9378264879}"/>
              </a:ext>
            </a:extLst>
          </p:cNvPr>
          <p:cNvSpPr txBox="1"/>
          <p:nvPr>
            <p:custDataLst>
              <p:tags r:id="rId15"/>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79" name="OTLSHAPE_SLT_af3e80754ee84374888d0f25fd542f08_EndDate" hidden="1">
            <a:extLst>
              <a:ext uri="{FF2B5EF4-FFF2-40B4-BE49-F238E27FC236}">
                <a16:creationId xmlns:a16="http://schemas.microsoft.com/office/drawing/2014/main" id="{DFF88F71-8027-F1D4-B603-8677B7B31174}"/>
              </a:ext>
            </a:extLst>
          </p:cNvPr>
          <p:cNvSpPr txBox="1"/>
          <p:nvPr>
            <p:custDataLst>
              <p:tags r:id="rId16"/>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2" name="OTLSHAPE_SLT_f8a8e67cf2d44d7f98671616391cd05c_ShapePercentage" hidden="1">
            <a:extLst>
              <a:ext uri="{FF2B5EF4-FFF2-40B4-BE49-F238E27FC236}">
                <a16:creationId xmlns:a16="http://schemas.microsoft.com/office/drawing/2014/main" id="{9E41B794-3655-19B0-2BFE-B235CF6FE1E7}"/>
              </a:ext>
            </a:extLst>
          </p:cNvPr>
          <p:cNvSpPr/>
          <p:nvPr>
            <p:custDataLst>
              <p:tags r:id="rId17"/>
            </p:custDataLst>
          </p:nvPr>
        </p:nvSpPr>
        <p:spPr bwMode="gray">
          <a:xfrm>
            <a:off x="4573017" y="2761443"/>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93" name="OTLSHAPE_SLT_f8a8e67cf2d44d7f98671616391cd05c_Duration" hidden="1">
            <a:extLst>
              <a:ext uri="{FF2B5EF4-FFF2-40B4-BE49-F238E27FC236}">
                <a16:creationId xmlns:a16="http://schemas.microsoft.com/office/drawing/2014/main" id="{1770C2DD-8F70-82EF-2A09-656B0C1A3CD8}"/>
              </a:ext>
            </a:extLst>
          </p:cNvPr>
          <p:cNvSpPr txBox="1"/>
          <p:nvPr>
            <p:custDataLst>
              <p:tags r:id="rId18"/>
            </p:custDataLst>
          </p:nvPr>
        </p:nvSpPr>
        <p:spPr bwMode="gray">
          <a:xfrm>
            <a:off x="12700" y="-77212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96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94" name="OTLSHAPE_SLT_f8a8e67cf2d44d7f98671616391cd05c_TextPercentage" hidden="1">
            <a:extLst>
              <a:ext uri="{FF2B5EF4-FFF2-40B4-BE49-F238E27FC236}">
                <a16:creationId xmlns:a16="http://schemas.microsoft.com/office/drawing/2014/main" id="{9AA4E5A8-5301-6A5D-020C-0E713A40EE34}"/>
              </a:ext>
            </a:extLst>
          </p:cNvPr>
          <p:cNvSpPr txBox="1"/>
          <p:nvPr>
            <p:custDataLst>
              <p:tags r:id="rId1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95" name="OTLSHAPE_SLT_f8a8e67cf2d44d7f98671616391cd05c_StartDate" hidden="1">
            <a:extLst>
              <a:ext uri="{FF2B5EF4-FFF2-40B4-BE49-F238E27FC236}">
                <a16:creationId xmlns:a16="http://schemas.microsoft.com/office/drawing/2014/main" id="{48D3CA91-0C99-E4A0-D8E7-374F8858915A}"/>
              </a:ext>
            </a:extLst>
          </p:cNvPr>
          <p:cNvSpPr txBox="1"/>
          <p:nvPr>
            <p:custDataLst>
              <p:tags r:id="rId20"/>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96" name="OTLSHAPE_SLT_f8a8e67cf2d44d7f98671616391cd05c_EndDate" hidden="1">
            <a:extLst>
              <a:ext uri="{FF2B5EF4-FFF2-40B4-BE49-F238E27FC236}">
                <a16:creationId xmlns:a16="http://schemas.microsoft.com/office/drawing/2014/main" id="{60AD6D88-E79F-F7B7-8944-F699E14B7BE4}"/>
              </a:ext>
            </a:extLst>
          </p:cNvPr>
          <p:cNvSpPr txBox="1"/>
          <p:nvPr>
            <p:custDataLst>
              <p:tags r:id="rId21"/>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58" name="OTLSHAPE_SL2A_6ef1f7ee7eb8483496531fc1560d0454_BackgroundRectangle" hidden="1">
            <a:extLst>
              <a:ext uri="{FF2B5EF4-FFF2-40B4-BE49-F238E27FC236}">
                <a16:creationId xmlns:a16="http://schemas.microsoft.com/office/drawing/2014/main" id="{26ACAB1E-641D-CCBD-D10B-09EFF8D164F6}"/>
              </a:ext>
            </a:extLst>
          </p:cNvPr>
          <p:cNvSpPr/>
          <p:nvPr>
            <p:custDataLst>
              <p:tags r:id="rId22"/>
            </p:custDataLst>
          </p:nvPr>
        </p:nvSpPr>
        <p:spPr bwMode="gray">
          <a:xfrm>
            <a:off x="965200" y="3400846"/>
            <a:ext cx="10388600" cy="714756"/>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6" name="OTLSHAPE_SL2A_6ef1f7ee7eb8483496531fc1560d0454_HeaderRectangle" hidden="1">
            <a:extLst>
              <a:ext uri="{FF2B5EF4-FFF2-40B4-BE49-F238E27FC236}">
                <a16:creationId xmlns:a16="http://schemas.microsoft.com/office/drawing/2014/main" id="{9838F7F2-E3DD-0A06-7B4B-B518003784BF}"/>
              </a:ext>
            </a:extLst>
          </p:cNvPr>
          <p:cNvSpPr/>
          <p:nvPr>
            <p:custDataLst>
              <p:tags r:id="rId23"/>
            </p:custDataLst>
          </p:nvPr>
        </p:nvSpPr>
        <p:spPr bwMode="gray">
          <a:xfrm>
            <a:off x="965200" y="3400846"/>
            <a:ext cx="0" cy="0"/>
          </a:xfrm>
          <a:prstGeom prst="rect">
            <a:avLst/>
          </a:prstGeom>
          <a:solidFill>
            <a:schemeClr val="accent3">
              <a:alpha val="24706"/>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7" name="OTLSHAPE_SL2A_6ef1f7ee7eb8483496531fc1560d0454_Header" hidden="1">
            <a:extLst>
              <a:ext uri="{FF2B5EF4-FFF2-40B4-BE49-F238E27FC236}">
                <a16:creationId xmlns:a16="http://schemas.microsoft.com/office/drawing/2014/main" id="{FEBD9A5A-9434-47ED-BE3E-420C8E42CCF9}"/>
              </a:ext>
            </a:extLst>
          </p:cNvPr>
          <p:cNvSpPr txBox="1"/>
          <p:nvPr>
            <p:custDataLst>
              <p:tags r:id="rId24"/>
            </p:custDataLst>
          </p:nvPr>
        </p:nvSpPr>
        <p:spPr bwMode="gray">
          <a:xfrm>
            <a:off x="12700" y="-2194275"/>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116" name="OTLSHAPE_SLT_3d8b1dcab4f642c8adaf495fc2f4a9fd_ShapePercentage" hidden="1">
            <a:extLst>
              <a:ext uri="{FF2B5EF4-FFF2-40B4-BE49-F238E27FC236}">
                <a16:creationId xmlns:a16="http://schemas.microsoft.com/office/drawing/2014/main" id="{DB26C8E0-76D7-F184-DBB1-D5FF39B8AACE}"/>
              </a:ext>
            </a:extLst>
          </p:cNvPr>
          <p:cNvSpPr/>
          <p:nvPr>
            <p:custDataLst>
              <p:tags r:id="rId25"/>
            </p:custDataLst>
          </p:nvPr>
        </p:nvSpPr>
        <p:spPr bwMode="gray">
          <a:xfrm>
            <a:off x="5408914" y="3928742"/>
            <a:ext cx="0" cy="0"/>
          </a:xfrm>
          <a:prstGeom prst="roundRect">
            <a:avLst/>
          </a:prstGeom>
          <a:solidFill>
            <a:schemeClr val="dk1">
              <a:alpha val="34902"/>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7" name="OTLSHAPE_SLT_3d8b1dcab4f642c8adaf495fc2f4a9fd_Duration" hidden="1">
            <a:extLst>
              <a:ext uri="{FF2B5EF4-FFF2-40B4-BE49-F238E27FC236}">
                <a16:creationId xmlns:a16="http://schemas.microsoft.com/office/drawing/2014/main" id="{1B747B77-5C2B-206C-31DC-FA432B3E1E9B}"/>
              </a:ext>
            </a:extLst>
          </p:cNvPr>
          <p:cNvSpPr txBox="1"/>
          <p:nvPr>
            <p:custDataLst>
              <p:tags r:id="rId26"/>
            </p:custDataLst>
          </p:nvPr>
        </p:nvSpPr>
        <p:spPr bwMode="gray">
          <a:xfrm>
            <a:off x="12700" y="-496006"/>
            <a:ext cx="393700" cy="16510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rPr>
              <a:t>47 days</a:t>
            </a: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18" name="OTLSHAPE_SLT_3d8b1dcab4f642c8adaf495fc2f4a9fd_TextPercentage" hidden="1">
            <a:extLst>
              <a:ext uri="{FF2B5EF4-FFF2-40B4-BE49-F238E27FC236}">
                <a16:creationId xmlns:a16="http://schemas.microsoft.com/office/drawing/2014/main" id="{6595A89F-1CEE-FC9A-A5BA-425E84380A87}"/>
              </a:ext>
            </a:extLst>
          </p:cNvPr>
          <p:cNvSpPr txBox="1"/>
          <p:nvPr>
            <p:custDataLst>
              <p:tags r:id="rId27"/>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ED7D31"/>
              </a:solidFill>
              <a:effectLst/>
              <a:uLnTx/>
              <a:uFillTx/>
              <a:latin typeface="Calibri" panose="020F0502020204030204" pitchFamily="34" charset="0"/>
              <a:ea typeface="+mn-ea"/>
              <a:cs typeface="+mn-cs"/>
            </a:endParaRPr>
          </a:p>
        </p:txBody>
      </p:sp>
      <p:sp>
        <p:nvSpPr>
          <p:cNvPr id="119" name="OTLSHAPE_SLT_3d8b1dcab4f642c8adaf495fc2f4a9fd_StartDate" hidden="1">
            <a:extLst>
              <a:ext uri="{FF2B5EF4-FFF2-40B4-BE49-F238E27FC236}">
                <a16:creationId xmlns:a16="http://schemas.microsoft.com/office/drawing/2014/main" id="{2B305A9A-65F7-E868-2B71-CAF53F327DDA}"/>
              </a:ext>
            </a:extLst>
          </p:cNvPr>
          <p:cNvSpPr txBox="1"/>
          <p:nvPr>
            <p:custDataLst>
              <p:tags r:id="rId28"/>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120" name="OTLSHAPE_SLT_3d8b1dcab4f642c8adaf495fc2f4a9fd_EndDate" hidden="1">
            <a:extLst>
              <a:ext uri="{FF2B5EF4-FFF2-40B4-BE49-F238E27FC236}">
                <a16:creationId xmlns:a16="http://schemas.microsoft.com/office/drawing/2014/main" id="{7B90324C-F314-7868-82F6-ECAAB6C13922}"/>
              </a:ext>
            </a:extLst>
          </p:cNvPr>
          <p:cNvSpPr txBox="1"/>
          <p:nvPr>
            <p:custDataLst>
              <p:tags r:id="rId29"/>
            </p:custDataLst>
          </p:nvPr>
        </p:nvSpPr>
        <p:spPr bwMode="gray">
          <a:xfrm>
            <a:off x="12700" y="72941"/>
            <a:ext cx="0" cy="0"/>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endParaRPr kumimoji="0" lang="zh-CN" altLang="en-US" sz="1000" b="0" i="0" u="none" strike="noStrike" kern="1200" cap="none" spc="0" normalizeH="0" baseline="0" noProof="0">
              <a:ln>
                <a:noFill/>
              </a:ln>
              <a:solidFill>
                <a:srgbClr val="44546A"/>
              </a:solidFill>
              <a:effectLst/>
              <a:uLnTx/>
              <a:uFillTx/>
              <a:latin typeface="Calibri" panose="020F0502020204030204" pitchFamily="34" charset="0"/>
              <a:ea typeface="+mn-ea"/>
              <a:cs typeface="+mn-cs"/>
            </a:endParaRPr>
          </a:p>
        </p:txBody>
      </p:sp>
      <p:sp>
        <p:nvSpPr>
          <p:cNvPr id="16" name="OTLSHAPE_SL_b6a0b4ae734941dcb18a25b7b8b35ac4_BackgroundRectangle">
            <a:extLst>
              <a:ext uri="{FF2B5EF4-FFF2-40B4-BE49-F238E27FC236}">
                <a16:creationId xmlns:a16="http://schemas.microsoft.com/office/drawing/2014/main" id="{B44F2AC0-D6B1-7DB8-35FB-7C1705B164F2}"/>
              </a:ext>
            </a:extLst>
          </p:cNvPr>
          <p:cNvSpPr/>
          <p:nvPr>
            <p:custDataLst>
              <p:tags r:id="rId30"/>
            </p:custDataLst>
          </p:nvPr>
        </p:nvSpPr>
        <p:spPr bwMode="gray">
          <a:xfrm>
            <a:off x="34925" y="1254210"/>
            <a:ext cx="11290300" cy="1559563"/>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 name="OTLSHAPE_SL_b5b0dbbf03b44e75a3e8517aba9931f2_BackgroundRectangle">
            <a:extLst>
              <a:ext uri="{FF2B5EF4-FFF2-40B4-BE49-F238E27FC236}">
                <a16:creationId xmlns:a16="http://schemas.microsoft.com/office/drawing/2014/main" id="{D514F2DA-4F9A-C330-D24F-4AF4B2B9B86A}"/>
              </a:ext>
            </a:extLst>
          </p:cNvPr>
          <p:cNvSpPr/>
          <p:nvPr>
            <p:custDataLst>
              <p:tags r:id="rId31"/>
            </p:custDataLst>
          </p:nvPr>
        </p:nvSpPr>
        <p:spPr bwMode="gray">
          <a:xfrm>
            <a:off x="102739" y="2943849"/>
            <a:ext cx="11243408" cy="1681128"/>
          </a:xfrm>
          <a:prstGeom prst="rect">
            <a:avLst/>
          </a:prstGeom>
          <a:solidFill>
            <a:schemeClr val="accent3">
              <a:alpha val="20000"/>
            </a:schemeClr>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 name="OTLSHAPE_TB_00000000000000000000000000000000_RightEndCaps">
            <a:extLst>
              <a:ext uri="{FF2B5EF4-FFF2-40B4-BE49-F238E27FC236}">
                <a16:creationId xmlns:a16="http://schemas.microsoft.com/office/drawing/2014/main" id="{EF81920F-F54D-A376-74D6-C66023463858}"/>
              </a:ext>
            </a:extLst>
          </p:cNvPr>
          <p:cNvSpPr txBox="1"/>
          <p:nvPr>
            <p:custDataLst>
              <p:tags r:id="rId32"/>
            </p:custDataLst>
          </p:nvPr>
        </p:nvSpPr>
        <p:spPr bwMode="gray">
          <a:xfrm>
            <a:off x="11476585" y="644634"/>
            <a:ext cx="445508" cy="351763"/>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800" b="1" i="0" u="none" strike="noStrike" kern="1200" cap="none" spc="-44" normalizeH="0" baseline="0" noProof="0">
                <a:ln>
                  <a:noFill/>
                </a:ln>
                <a:solidFill>
                  <a:srgbClr val="ED7D31"/>
                </a:solidFill>
                <a:effectLst/>
                <a:uLnTx/>
                <a:uFillTx/>
                <a:latin typeface="Calibri" panose="020F0502020204030204" pitchFamily="34" charset="0"/>
                <a:ea typeface="+mn-ea"/>
                <a:cs typeface="+mn-cs"/>
              </a:rPr>
              <a:t>2028</a:t>
            </a:r>
            <a:endParaRPr kumimoji="0" lang="zh-CN" altLang="en-US" sz="1800" b="1" i="0" u="none" strike="noStrike" kern="1200" cap="none" spc="-44" normalizeH="0" baseline="0" noProof="0">
              <a:ln>
                <a:noFill/>
              </a:ln>
              <a:solidFill>
                <a:srgbClr val="ED7D31"/>
              </a:solidFill>
              <a:effectLst/>
              <a:uLnTx/>
              <a:uFillTx/>
              <a:latin typeface="Calibri" panose="020F0502020204030204" pitchFamily="34" charset="0"/>
              <a:ea typeface="+mn-ea"/>
              <a:cs typeface="+mn-cs"/>
            </a:endParaRPr>
          </a:p>
        </p:txBody>
      </p:sp>
      <p:sp>
        <p:nvSpPr>
          <p:cNvPr id="6" name="OTLSHAPE_TB_00000000000000000000000000000000_ScaleContainer">
            <a:extLst>
              <a:ext uri="{FF2B5EF4-FFF2-40B4-BE49-F238E27FC236}">
                <a16:creationId xmlns:a16="http://schemas.microsoft.com/office/drawing/2014/main" id="{CC6FE876-E3F9-704A-AC6B-83A657E609E1}"/>
              </a:ext>
            </a:extLst>
          </p:cNvPr>
          <p:cNvSpPr/>
          <p:nvPr>
            <p:custDataLst>
              <p:tags r:id="rId33"/>
            </p:custDataLst>
          </p:nvPr>
        </p:nvSpPr>
        <p:spPr bwMode="gray">
          <a:xfrm>
            <a:off x="1092200" y="693516"/>
            <a:ext cx="10261600" cy="254000"/>
          </a:xfrm>
          <a:prstGeom prst="roundRect">
            <a:avLst/>
          </a:prstGeom>
          <a:gradFill flip="none" rotWithShape="1">
            <a:gsLst>
              <a:gs pos="0">
                <a:srgbClr val="44546A"/>
              </a:gs>
              <a:gs pos="100000">
                <a:srgbClr val="52667F"/>
              </a:gs>
            </a:gsLst>
            <a:lin ang="5400000" scaled="1"/>
            <a:tileRect/>
          </a:gradFill>
          <a:ln w="6350" cap="flat" cmpd="sng" algn="ctr">
            <a:noFill/>
            <a:prstDash val="solid"/>
            <a:miter lim="800000"/>
          </a:ln>
          <a:effectLst>
            <a:reflection blurRad="6350" stA="50000" endA="300" endPos="55500" dist="50800" dir="5400000" sy="-100000" algn="bl" rotWithShape="0"/>
          </a:effectLst>
          <a:scene3d>
            <a:camera prst="orthographicFront"/>
            <a:lightRig rig="threePt" dir="t">
              <a:rot lat="0" lon="0" rev="8700000"/>
            </a:lightRig>
          </a:scene3d>
          <a:sp3d>
            <a:bevelT w="165100" h="1905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7" name="OTLSHAPE_SL_b6a0b4ae734941dcb18a25b7b8b35ac4_HeaderRectangle">
            <a:extLst>
              <a:ext uri="{FF2B5EF4-FFF2-40B4-BE49-F238E27FC236}">
                <a16:creationId xmlns:a16="http://schemas.microsoft.com/office/drawing/2014/main" id="{5BC3D90C-687E-065F-21EB-950FBA7EF164}"/>
              </a:ext>
            </a:extLst>
          </p:cNvPr>
          <p:cNvSpPr/>
          <p:nvPr>
            <p:custDataLst>
              <p:tags r:id="rId34"/>
            </p:custDataLst>
          </p:nvPr>
        </p:nvSpPr>
        <p:spPr bwMode="gray">
          <a:xfrm>
            <a:off x="63500" y="1254210"/>
            <a:ext cx="901700" cy="1559563"/>
          </a:xfrm>
          <a:prstGeom prst="rect">
            <a:avLst/>
          </a:prstGeom>
          <a:solidFill>
            <a:schemeClr val="accent2"/>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54" name="OTLSHAPE_SL_b5b0dbbf03b44e75a3e8517aba9931f2_HeaderRectangle">
            <a:extLst>
              <a:ext uri="{FF2B5EF4-FFF2-40B4-BE49-F238E27FC236}">
                <a16:creationId xmlns:a16="http://schemas.microsoft.com/office/drawing/2014/main" id="{3DDF0F61-48C8-51CA-BE6C-A9CD6061D179}"/>
              </a:ext>
            </a:extLst>
          </p:cNvPr>
          <p:cNvSpPr/>
          <p:nvPr>
            <p:custDataLst>
              <p:tags r:id="rId35"/>
            </p:custDataLst>
          </p:nvPr>
        </p:nvSpPr>
        <p:spPr bwMode="gray">
          <a:xfrm>
            <a:off x="63500" y="2903220"/>
            <a:ext cx="901700" cy="1682146"/>
          </a:xfrm>
          <a:prstGeom prst="rect">
            <a:avLst/>
          </a:prstGeom>
          <a:solidFill>
            <a:schemeClr val="accent3"/>
          </a:solidFill>
          <a:ln w="6350" cap="flat" cmpd="sng" algn="ctr">
            <a:noFill/>
            <a:prstDash val="solid"/>
            <a:miter lim="800000"/>
          </a:ln>
          <a:effectLst/>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19" name="OTLSHAPE_G_00000000000000000000000000000000_ShapeBelow0">
            <a:extLst>
              <a:ext uri="{FF2B5EF4-FFF2-40B4-BE49-F238E27FC236}">
                <a16:creationId xmlns:a16="http://schemas.microsoft.com/office/drawing/2014/main" id="{0042B8FE-82B4-B915-8BB7-1AB369A34569}"/>
              </a:ext>
            </a:extLst>
          </p:cNvPr>
          <p:cNvCxnSpPr/>
          <p:nvPr>
            <p:custDataLst>
              <p:tags r:id="rId36"/>
            </p:custDataLst>
          </p:nvPr>
        </p:nvCxnSpPr>
        <p:spPr bwMode="gray">
          <a:xfrm>
            <a:off x="2239999"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OTLSHAPE_G_00000000000000000000000000000000_ShapeBelow1">
            <a:extLst>
              <a:ext uri="{FF2B5EF4-FFF2-40B4-BE49-F238E27FC236}">
                <a16:creationId xmlns:a16="http://schemas.microsoft.com/office/drawing/2014/main" id="{A4B10052-1113-B576-B277-47A2BF6993D2}"/>
              </a:ext>
            </a:extLst>
          </p:cNvPr>
          <p:cNvCxnSpPr/>
          <p:nvPr>
            <p:custDataLst>
              <p:tags r:id="rId37"/>
            </p:custDataLst>
          </p:nvPr>
        </p:nvCxnSpPr>
        <p:spPr bwMode="gray">
          <a:xfrm>
            <a:off x="3362846"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OTLSHAPE_G_00000000000000000000000000000000_ShapeBelow2">
            <a:extLst>
              <a:ext uri="{FF2B5EF4-FFF2-40B4-BE49-F238E27FC236}">
                <a16:creationId xmlns:a16="http://schemas.microsoft.com/office/drawing/2014/main" id="{107B47F0-5E3D-7EB4-6BCB-45E70D9BC010}"/>
              </a:ext>
            </a:extLst>
          </p:cNvPr>
          <p:cNvCxnSpPr/>
          <p:nvPr>
            <p:custDataLst>
              <p:tags r:id="rId38"/>
            </p:custDataLst>
          </p:nvPr>
        </p:nvCxnSpPr>
        <p:spPr bwMode="gray">
          <a:xfrm>
            <a:off x="4498169"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OTLSHAPE_G_00000000000000000000000000000000_ShapeBelow3">
            <a:extLst>
              <a:ext uri="{FF2B5EF4-FFF2-40B4-BE49-F238E27FC236}">
                <a16:creationId xmlns:a16="http://schemas.microsoft.com/office/drawing/2014/main" id="{62B72354-425F-202D-F387-8732A4B7EFF1}"/>
              </a:ext>
            </a:extLst>
          </p:cNvPr>
          <p:cNvCxnSpPr/>
          <p:nvPr>
            <p:custDataLst>
              <p:tags r:id="rId39"/>
            </p:custDataLst>
          </p:nvPr>
        </p:nvCxnSpPr>
        <p:spPr bwMode="gray">
          <a:xfrm>
            <a:off x="5645968"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OTLSHAPE_G_00000000000000000000000000000000_ShapeBelow4">
            <a:extLst>
              <a:ext uri="{FF2B5EF4-FFF2-40B4-BE49-F238E27FC236}">
                <a16:creationId xmlns:a16="http://schemas.microsoft.com/office/drawing/2014/main" id="{F7F6A768-D8F6-5931-3189-A54587CCE96A}"/>
              </a:ext>
            </a:extLst>
          </p:cNvPr>
          <p:cNvCxnSpPr/>
          <p:nvPr>
            <p:custDataLst>
              <p:tags r:id="rId40"/>
            </p:custDataLst>
          </p:nvPr>
        </p:nvCxnSpPr>
        <p:spPr bwMode="gray">
          <a:xfrm>
            <a:off x="6793767"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OTLSHAPE_G_00000000000000000000000000000000_ShapeBelow5">
            <a:extLst>
              <a:ext uri="{FF2B5EF4-FFF2-40B4-BE49-F238E27FC236}">
                <a16:creationId xmlns:a16="http://schemas.microsoft.com/office/drawing/2014/main" id="{3F0B113B-86A7-DDCA-10EA-47AC78CC50C2}"/>
              </a:ext>
            </a:extLst>
          </p:cNvPr>
          <p:cNvCxnSpPr/>
          <p:nvPr>
            <p:custDataLst>
              <p:tags r:id="rId41"/>
            </p:custDataLst>
          </p:nvPr>
        </p:nvCxnSpPr>
        <p:spPr bwMode="gray">
          <a:xfrm>
            <a:off x="7916614" y="947516"/>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OTLSHAPE_G_00000000000000000000000000000000_ShapeBelow6">
            <a:extLst>
              <a:ext uri="{FF2B5EF4-FFF2-40B4-BE49-F238E27FC236}">
                <a16:creationId xmlns:a16="http://schemas.microsoft.com/office/drawing/2014/main" id="{CE2D3C83-927A-A5BB-06D1-78FBF81562B6}"/>
              </a:ext>
            </a:extLst>
          </p:cNvPr>
          <p:cNvCxnSpPr/>
          <p:nvPr>
            <p:custDataLst>
              <p:tags r:id="rId42"/>
            </p:custDataLst>
          </p:nvPr>
        </p:nvCxnSpPr>
        <p:spPr bwMode="gray">
          <a:xfrm>
            <a:off x="9051937" y="947515"/>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OTLSHAPE_G_00000000000000000000000000000000_ShapeBelow7">
            <a:extLst>
              <a:ext uri="{FF2B5EF4-FFF2-40B4-BE49-F238E27FC236}">
                <a16:creationId xmlns:a16="http://schemas.microsoft.com/office/drawing/2014/main" id="{D880AEDD-F93E-C443-9B1A-C0067D154278}"/>
              </a:ext>
            </a:extLst>
          </p:cNvPr>
          <p:cNvCxnSpPr/>
          <p:nvPr>
            <p:custDataLst>
              <p:tags r:id="rId43"/>
            </p:custDataLst>
          </p:nvPr>
        </p:nvCxnSpPr>
        <p:spPr bwMode="gray">
          <a:xfrm>
            <a:off x="10199736" y="947515"/>
            <a:ext cx="0" cy="3055070"/>
          </a:xfrm>
          <a:prstGeom prst="line">
            <a:avLst/>
          </a:prstGeom>
          <a:ln w="6350" cap="flat" cmpd="sng" algn="ctr">
            <a:solidFill>
              <a:srgbClr val="5B9BD5">
                <a:alpha val="14902"/>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OTLSHAPE_SLT_af3e80754ee84374888d0f25fd542f08_Shape">
            <a:extLst>
              <a:ext uri="{FF2B5EF4-FFF2-40B4-BE49-F238E27FC236}">
                <a16:creationId xmlns:a16="http://schemas.microsoft.com/office/drawing/2014/main" id="{A7375A1C-E74C-34C2-BA8F-FB159E1DCD0C}"/>
              </a:ext>
            </a:extLst>
          </p:cNvPr>
          <p:cNvSpPr/>
          <p:nvPr>
            <p:custDataLst>
              <p:tags r:id="rId44"/>
            </p:custDataLst>
          </p:nvPr>
        </p:nvSpPr>
        <p:spPr bwMode="gray">
          <a:xfrm>
            <a:off x="2249559" y="3243915"/>
            <a:ext cx="1143000"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15" name="OTLSHAPE_SLT_3d8b1dcab4f642c8adaf495fc2f4a9fd_Shape">
            <a:extLst>
              <a:ext uri="{FF2B5EF4-FFF2-40B4-BE49-F238E27FC236}">
                <a16:creationId xmlns:a16="http://schemas.microsoft.com/office/drawing/2014/main" id="{1634AC13-B542-6386-80A1-9AC9D7C7A040}"/>
              </a:ext>
            </a:extLst>
          </p:cNvPr>
          <p:cNvSpPr/>
          <p:nvPr>
            <p:custDataLst>
              <p:tags r:id="rId45"/>
            </p:custDataLst>
          </p:nvPr>
        </p:nvSpPr>
        <p:spPr bwMode="gray">
          <a:xfrm>
            <a:off x="3673630" y="3244316"/>
            <a:ext cx="840617" cy="128016"/>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8" name="OTLSHAPE_SL_b6a0b4ae734941dcb18a25b7b8b35ac4_Header">
            <a:extLst>
              <a:ext uri="{FF2B5EF4-FFF2-40B4-BE49-F238E27FC236}">
                <a16:creationId xmlns:a16="http://schemas.microsoft.com/office/drawing/2014/main" id="{5BCB3FFE-942D-7EC3-E9D6-C91C62B9F0B1}"/>
              </a:ext>
            </a:extLst>
          </p:cNvPr>
          <p:cNvSpPr txBox="1"/>
          <p:nvPr>
            <p:custDataLst>
              <p:tags r:id="rId46"/>
            </p:custDataLst>
          </p:nvPr>
        </p:nvSpPr>
        <p:spPr bwMode="gray">
          <a:xfrm>
            <a:off x="63500" y="1254211"/>
            <a:ext cx="901700" cy="1559562"/>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Global</a:t>
            </a:r>
          </a:p>
        </p:txBody>
      </p:sp>
      <p:sp>
        <p:nvSpPr>
          <p:cNvPr id="55" name="OTLSHAPE_SL_b5b0dbbf03b44e75a3e8517aba9931f2_Header">
            <a:extLst>
              <a:ext uri="{FF2B5EF4-FFF2-40B4-BE49-F238E27FC236}">
                <a16:creationId xmlns:a16="http://schemas.microsoft.com/office/drawing/2014/main" id="{C95D4513-DF96-E328-68A0-1639501C9AE6}"/>
              </a:ext>
            </a:extLst>
          </p:cNvPr>
          <p:cNvSpPr txBox="1"/>
          <p:nvPr>
            <p:custDataLst>
              <p:tags r:id="rId47"/>
            </p:custDataLst>
          </p:nvPr>
        </p:nvSpPr>
        <p:spPr bwMode="gray">
          <a:xfrm>
            <a:off x="69796" y="2903221"/>
            <a:ext cx="901700" cy="1681128"/>
          </a:xfrm>
          <a:prstGeom prst="rect">
            <a:avLst/>
          </a:prstGeom>
          <a:noFill/>
        </p:spPr>
        <p:txBody>
          <a:bodyPr vert="horz" wrap="square" lIns="0" tIns="0" rIns="0" bIns="0" rtlCol="0" anchor="ctr" anchorCtr="0">
            <a:no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40" normalizeH="0" baseline="0" noProof="0">
                <a:ln>
                  <a:noFill/>
                </a:ln>
                <a:solidFill>
                  <a:prstClr val="white"/>
                </a:solidFill>
                <a:effectLst/>
                <a:uLnTx/>
                <a:uFillTx/>
                <a:latin typeface="Calibri" panose="020F0502020204030204" pitchFamily="34" charset="0"/>
                <a:ea typeface="+mn-ea"/>
                <a:cs typeface="+mn-cs"/>
              </a:rPr>
              <a:t>China</a:t>
            </a:r>
          </a:p>
        </p:txBody>
      </p:sp>
      <p:sp>
        <p:nvSpPr>
          <p:cNvPr id="12" name="OTLSHAPE_TB_00000000000000000000000000000000_TimescaleInterval2">
            <a:extLst>
              <a:ext uri="{FF2B5EF4-FFF2-40B4-BE49-F238E27FC236}">
                <a16:creationId xmlns:a16="http://schemas.microsoft.com/office/drawing/2014/main" id="{DE76DF7C-32F0-9ABD-4B80-1372A49691D1}"/>
              </a:ext>
            </a:extLst>
          </p:cNvPr>
          <p:cNvSpPr txBox="1"/>
          <p:nvPr>
            <p:custDataLst>
              <p:tags r:id="rId48"/>
            </p:custDataLst>
          </p:nvPr>
        </p:nvSpPr>
        <p:spPr bwMode="gray">
          <a:xfrm>
            <a:off x="1173199"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14" name="OTLSHAPE_TB_00000000000000000000000000000000_TimescaleInterval3">
            <a:extLst>
              <a:ext uri="{FF2B5EF4-FFF2-40B4-BE49-F238E27FC236}">
                <a16:creationId xmlns:a16="http://schemas.microsoft.com/office/drawing/2014/main" id="{D8C4E83E-A9F5-9C9E-1037-0B89E42242F8}"/>
              </a:ext>
            </a:extLst>
          </p:cNvPr>
          <p:cNvSpPr txBox="1"/>
          <p:nvPr>
            <p:custDataLst>
              <p:tags r:id="rId49"/>
            </p:custDataLst>
          </p:nvPr>
        </p:nvSpPr>
        <p:spPr bwMode="gray">
          <a:xfrm>
            <a:off x="2296046"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Q2</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36" name="OTLSHAPE_TB_00000000000000000000000000000000_TimescaleInterval4">
            <a:extLst>
              <a:ext uri="{FF2B5EF4-FFF2-40B4-BE49-F238E27FC236}">
                <a16:creationId xmlns:a16="http://schemas.microsoft.com/office/drawing/2014/main" id="{42244AD8-DFFB-7805-60DE-69F2A022227C}"/>
              </a:ext>
            </a:extLst>
          </p:cNvPr>
          <p:cNvSpPr txBox="1"/>
          <p:nvPr>
            <p:custDataLst>
              <p:tags r:id="rId50"/>
            </p:custDataLst>
          </p:nvPr>
        </p:nvSpPr>
        <p:spPr bwMode="gray">
          <a:xfrm>
            <a:off x="3431369"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Q3</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47" name="OTLSHAPE_TB_00000000000000000000000000000000_TimescaleInterval5">
            <a:extLst>
              <a:ext uri="{FF2B5EF4-FFF2-40B4-BE49-F238E27FC236}">
                <a16:creationId xmlns:a16="http://schemas.microsoft.com/office/drawing/2014/main" id="{C5807932-20C5-B29C-E182-123B40F72006}"/>
              </a:ext>
            </a:extLst>
          </p:cNvPr>
          <p:cNvSpPr txBox="1"/>
          <p:nvPr>
            <p:custDataLst>
              <p:tags r:id="rId51"/>
            </p:custDataLst>
          </p:nvPr>
        </p:nvSpPr>
        <p:spPr bwMode="gray">
          <a:xfrm>
            <a:off x="4579168"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Q4</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49" name="OTLSHAPE_TB_00000000000000000000000000000000_TimescaleInterval6">
            <a:extLst>
              <a:ext uri="{FF2B5EF4-FFF2-40B4-BE49-F238E27FC236}">
                <a16:creationId xmlns:a16="http://schemas.microsoft.com/office/drawing/2014/main" id="{934A46E1-09A8-2021-B8BA-4AB0C6B70171}"/>
              </a:ext>
            </a:extLst>
          </p:cNvPr>
          <p:cNvSpPr txBox="1"/>
          <p:nvPr>
            <p:custDataLst>
              <p:tags r:id="rId52"/>
            </p:custDataLst>
          </p:nvPr>
        </p:nvSpPr>
        <p:spPr bwMode="gray">
          <a:xfrm>
            <a:off x="5726967"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51" name="OTLSHAPE_TB_00000000000000000000000000000000_TimescaleInterval7">
            <a:extLst>
              <a:ext uri="{FF2B5EF4-FFF2-40B4-BE49-F238E27FC236}">
                <a16:creationId xmlns:a16="http://schemas.microsoft.com/office/drawing/2014/main" id="{08C91C69-663D-4570-2D9E-98D241D18765}"/>
              </a:ext>
            </a:extLst>
          </p:cNvPr>
          <p:cNvSpPr txBox="1"/>
          <p:nvPr>
            <p:custDataLst>
              <p:tags r:id="rId53"/>
            </p:custDataLst>
          </p:nvPr>
        </p:nvSpPr>
        <p:spPr bwMode="gray">
          <a:xfrm>
            <a:off x="6849814"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Q2</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71" name="OTLSHAPE_SLM_6c2bc955e3924ae2a06ea4bdd7b769d5_Shape">
            <a:extLst>
              <a:ext uri="{FF2B5EF4-FFF2-40B4-BE49-F238E27FC236}">
                <a16:creationId xmlns:a16="http://schemas.microsoft.com/office/drawing/2014/main" id="{A01609F9-23C8-5C6F-8DB6-98C9FFF5179A}"/>
              </a:ext>
            </a:extLst>
          </p:cNvPr>
          <p:cNvSpPr/>
          <p:nvPr>
            <p:custDataLst>
              <p:tags r:id="rId54"/>
            </p:custDataLst>
          </p:nvPr>
        </p:nvSpPr>
        <p:spPr bwMode="gray">
          <a:xfrm rot="16200000">
            <a:off x="4554054" y="2274770"/>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72" name="OTLSHAPE_SLM_6c2bc955e3924ae2a06ea4bdd7b769d5_Title">
            <a:extLst>
              <a:ext uri="{FF2B5EF4-FFF2-40B4-BE49-F238E27FC236}">
                <a16:creationId xmlns:a16="http://schemas.microsoft.com/office/drawing/2014/main" id="{D90FB1D0-820E-AA46-F552-7B7EA8A48857}"/>
              </a:ext>
            </a:extLst>
          </p:cNvPr>
          <p:cNvSpPr txBox="1"/>
          <p:nvPr>
            <p:custDataLst>
              <p:tags r:id="rId55"/>
            </p:custDataLst>
          </p:nvPr>
        </p:nvSpPr>
        <p:spPr bwMode="gray">
          <a:xfrm>
            <a:off x="4312989" y="2423264"/>
            <a:ext cx="804605" cy="177677"/>
          </a:xfrm>
          <a:prstGeom prst="rect">
            <a:avLst/>
          </a:prstGeom>
          <a:noFill/>
        </p:spPr>
        <p:txBody>
          <a:bodyPr vert="horz" wrap="square" lIns="0" tIns="0" rIns="0" bIns="0" rtlCol="0" anchor="ctr" anchorCtr="0">
            <a:spAutoFit/>
          </a:bodyPr>
          <a:lstStyle/>
          <a:p>
            <a:pPr marL="0" marR="0" lvl="0" indent="0" algn="ctr" defTabSz="6858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Ph III CTA sub</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73" name="OTLSHAPE_SLM_6c2bc955e3924ae2a06ea4bdd7b769d5_Date">
            <a:extLst>
              <a:ext uri="{FF2B5EF4-FFF2-40B4-BE49-F238E27FC236}">
                <a16:creationId xmlns:a16="http://schemas.microsoft.com/office/drawing/2014/main" id="{F310D7A9-EDC4-4B48-B4F1-BBA068EEDE11}"/>
              </a:ext>
            </a:extLst>
          </p:cNvPr>
          <p:cNvSpPr txBox="1"/>
          <p:nvPr>
            <p:custDataLst>
              <p:tags r:id="rId56"/>
            </p:custDataLst>
          </p:nvPr>
        </p:nvSpPr>
        <p:spPr bwMode="gray">
          <a:xfrm>
            <a:off x="4292669" y="2559021"/>
            <a:ext cx="633791" cy="148117"/>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highlight>
                  <a:srgbClr val="FFFF00"/>
                </a:highlight>
                <a:uLnTx/>
                <a:uFillTx/>
                <a:latin typeface="Boehringer Forward Text"/>
                <a:ea typeface="+mn-ea"/>
                <a:cs typeface="+mn-cs"/>
              </a:rPr>
              <a:t>Oct/26</a:t>
            </a:r>
            <a:endParaRPr kumimoji="0" lang="zh-CN" altLang="en-US" sz="750" b="0" i="0" u="none" strike="noStrike" kern="1200" cap="none" spc="0" normalizeH="0" baseline="0" noProof="0">
              <a:ln>
                <a:noFill/>
              </a:ln>
              <a:solidFill>
                <a:srgbClr val="08312A"/>
              </a:solidFill>
              <a:effectLst/>
              <a:highlight>
                <a:srgbClr val="FFFF00"/>
              </a:highlight>
              <a:uLnTx/>
              <a:uFillTx/>
              <a:latin typeface="Boehringer Forward Text"/>
              <a:ea typeface="+mn-ea"/>
              <a:cs typeface="+mn-cs"/>
            </a:endParaRPr>
          </a:p>
        </p:txBody>
      </p:sp>
      <p:sp>
        <p:nvSpPr>
          <p:cNvPr id="80" name="OTLSHAPE_SLT_af3e80754ee84374888d0f25fd542f08_JoinedDate">
            <a:extLst>
              <a:ext uri="{FF2B5EF4-FFF2-40B4-BE49-F238E27FC236}">
                <a16:creationId xmlns:a16="http://schemas.microsoft.com/office/drawing/2014/main" id="{8287201E-DDA5-917D-79D0-C66E839C0893}"/>
              </a:ext>
            </a:extLst>
          </p:cNvPr>
          <p:cNvSpPr txBox="1"/>
          <p:nvPr>
            <p:custDataLst>
              <p:tags r:id="rId57"/>
            </p:custDataLst>
          </p:nvPr>
        </p:nvSpPr>
        <p:spPr bwMode="gray">
          <a:xfrm>
            <a:off x="2291648" y="3373876"/>
            <a:ext cx="1034003" cy="148117"/>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3/4/26 – 30/6/26</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81" name="OTLSHAPE_SLT_af3e80754ee84374888d0f25fd542f08_Title">
            <a:extLst>
              <a:ext uri="{FF2B5EF4-FFF2-40B4-BE49-F238E27FC236}">
                <a16:creationId xmlns:a16="http://schemas.microsoft.com/office/drawing/2014/main" id="{80492D6B-137A-8F2F-B73B-73A68F334D08}"/>
              </a:ext>
            </a:extLst>
          </p:cNvPr>
          <p:cNvSpPr txBox="1"/>
          <p:nvPr>
            <p:custDataLst>
              <p:tags r:id="rId58"/>
            </p:custDataLst>
          </p:nvPr>
        </p:nvSpPr>
        <p:spPr bwMode="gray">
          <a:xfrm>
            <a:off x="2277122" y="2970312"/>
            <a:ext cx="1066800" cy="276999"/>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1507-0002  Ph II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CTA sub - app</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123" name="OTLSHAPE_SLT_3d8b1dcab4f642c8adaf495fc2f4a9fd_Title">
            <a:extLst>
              <a:ext uri="{FF2B5EF4-FFF2-40B4-BE49-F238E27FC236}">
                <a16:creationId xmlns:a16="http://schemas.microsoft.com/office/drawing/2014/main" id="{FA979767-86A5-EC68-D82C-FC3EEC14048F}"/>
              </a:ext>
            </a:extLst>
          </p:cNvPr>
          <p:cNvSpPr txBox="1"/>
          <p:nvPr>
            <p:custDataLst>
              <p:tags r:id="rId59"/>
            </p:custDataLst>
          </p:nvPr>
        </p:nvSpPr>
        <p:spPr bwMode="gray">
          <a:xfrm>
            <a:off x="4565095" y="3222711"/>
            <a:ext cx="1325353" cy="1776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China </a:t>
            </a:r>
            <a:r>
              <a:rPr kumimoji="0" lang="en-US" altLang="zh-CN" sz="900" b="1" i="0" u="none" strike="noStrike" kern="1200" cap="none" spc="-6" normalizeH="0" baseline="0" noProof="0" err="1">
                <a:ln>
                  <a:noFill/>
                </a:ln>
                <a:solidFill>
                  <a:prstClr val="black"/>
                </a:solidFill>
                <a:effectLst/>
                <a:uLnTx/>
                <a:uFillTx/>
                <a:latin typeface="Boehringer Forward Text"/>
                <a:ea typeface="+mn-ea"/>
                <a:cs typeface="+mn-cs"/>
              </a:rPr>
              <a:t>fSIV</a:t>
            </a: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 - LSS</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26" name="OTLSHAPE_TB_00000000000000000000000000000000_ScaleMarking2">
            <a:extLst>
              <a:ext uri="{FF2B5EF4-FFF2-40B4-BE49-F238E27FC236}">
                <a16:creationId xmlns:a16="http://schemas.microsoft.com/office/drawing/2014/main" id="{FAAB5069-BC8E-E1C6-8D0A-FBA0AE3F7234}"/>
              </a:ext>
            </a:extLst>
          </p:cNvPr>
          <p:cNvSpPr txBox="1"/>
          <p:nvPr>
            <p:custDataLst>
              <p:tags r:id="rId60"/>
            </p:custDataLst>
          </p:nvPr>
        </p:nvSpPr>
        <p:spPr bwMode="gray">
          <a:xfrm>
            <a:off x="1173199"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2026</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sp>
        <p:nvSpPr>
          <p:cNvPr id="2" name="OTLSHAPE_TB_00000000000000000000000000000000_ScaleMarking3">
            <a:extLst>
              <a:ext uri="{FF2B5EF4-FFF2-40B4-BE49-F238E27FC236}">
                <a16:creationId xmlns:a16="http://schemas.microsoft.com/office/drawing/2014/main" id="{1EF59946-AF54-04F4-8194-77419DF08294}"/>
              </a:ext>
            </a:extLst>
          </p:cNvPr>
          <p:cNvSpPr txBox="1"/>
          <p:nvPr>
            <p:custDataLst>
              <p:tags r:id="rId61"/>
            </p:custDataLst>
          </p:nvPr>
        </p:nvSpPr>
        <p:spPr bwMode="gray">
          <a:xfrm>
            <a:off x="5726967"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2027</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sp>
        <p:nvSpPr>
          <p:cNvPr id="29" name="OTLSHAPE_TB_00000000000000000000000000000000_TimescaleInterval8">
            <a:extLst>
              <a:ext uri="{FF2B5EF4-FFF2-40B4-BE49-F238E27FC236}">
                <a16:creationId xmlns:a16="http://schemas.microsoft.com/office/drawing/2014/main" id="{924332CD-511F-CD5F-C8DA-F4DB37A7D969}"/>
              </a:ext>
            </a:extLst>
          </p:cNvPr>
          <p:cNvSpPr txBox="1"/>
          <p:nvPr>
            <p:custDataLst>
              <p:tags r:id="rId62"/>
            </p:custDataLst>
          </p:nvPr>
        </p:nvSpPr>
        <p:spPr bwMode="gray">
          <a:xfrm>
            <a:off x="7985137"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Q3</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60" name="OTLSHAPE_TB_00000000000000000000000000000000_TimescaleInterval9">
            <a:extLst>
              <a:ext uri="{FF2B5EF4-FFF2-40B4-BE49-F238E27FC236}">
                <a16:creationId xmlns:a16="http://schemas.microsoft.com/office/drawing/2014/main" id="{21D27BCF-DD5E-1B53-72EA-8CBDD35B8C90}"/>
              </a:ext>
            </a:extLst>
          </p:cNvPr>
          <p:cNvSpPr txBox="1"/>
          <p:nvPr>
            <p:custDataLst>
              <p:tags r:id="rId63"/>
            </p:custDataLst>
          </p:nvPr>
        </p:nvSpPr>
        <p:spPr bwMode="gray">
          <a:xfrm>
            <a:off x="9132936"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Q4</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cxnSp>
        <p:nvCxnSpPr>
          <p:cNvPr id="11" name="OTLSHAPE_TB_00000000000000000000000000000000_Separator1">
            <a:extLst>
              <a:ext uri="{FF2B5EF4-FFF2-40B4-BE49-F238E27FC236}">
                <a16:creationId xmlns:a16="http://schemas.microsoft.com/office/drawing/2014/main" id="{13B0CEAE-AE8D-8D0B-11F2-0F21EE583B9D}"/>
              </a:ext>
            </a:extLst>
          </p:cNvPr>
          <p:cNvCxnSpPr/>
          <p:nvPr>
            <p:custDataLst>
              <p:tags r:id="rId64"/>
            </p:custDataLst>
          </p:nvPr>
        </p:nvCxnSpPr>
        <p:spPr bwMode="gray">
          <a:xfrm>
            <a:off x="1109699"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OTLSHAPE_TB_00000000000000000000000000000000_Separator2">
            <a:extLst>
              <a:ext uri="{FF2B5EF4-FFF2-40B4-BE49-F238E27FC236}">
                <a16:creationId xmlns:a16="http://schemas.microsoft.com/office/drawing/2014/main" id="{CC8367B7-4993-970E-CA7B-037CA9F95E02}"/>
              </a:ext>
            </a:extLst>
          </p:cNvPr>
          <p:cNvCxnSpPr/>
          <p:nvPr>
            <p:custDataLst>
              <p:tags r:id="rId65"/>
            </p:custDataLst>
          </p:nvPr>
        </p:nvCxnSpPr>
        <p:spPr bwMode="gray">
          <a:xfrm>
            <a:off x="2232546"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OTLSHAPE_TB_00000000000000000000000000000000_Separator3">
            <a:extLst>
              <a:ext uri="{FF2B5EF4-FFF2-40B4-BE49-F238E27FC236}">
                <a16:creationId xmlns:a16="http://schemas.microsoft.com/office/drawing/2014/main" id="{4EF34CFC-2F33-C4F5-0D4E-4CFD67EEC402}"/>
              </a:ext>
            </a:extLst>
          </p:cNvPr>
          <p:cNvCxnSpPr/>
          <p:nvPr>
            <p:custDataLst>
              <p:tags r:id="rId66"/>
            </p:custDataLst>
          </p:nvPr>
        </p:nvCxnSpPr>
        <p:spPr bwMode="gray">
          <a:xfrm>
            <a:off x="3367869"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OTLSHAPE_TB_00000000000000000000000000000000_Separator4">
            <a:extLst>
              <a:ext uri="{FF2B5EF4-FFF2-40B4-BE49-F238E27FC236}">
                <a16:creationId xmlns:a16="http://schemas.microsoft.com/office/drawing/2014/main" id="{1494293E-41B5-C87F-01E1-EDDAF5049166}"/>
              </a:ext>
            </a:extLst>
          </p:cNvPr>
          <p:cNvCxnSpPr/>
          <p:nvPr>
            <p:custDataLst>
              <p:tags r:id="rId67"/>
            </p:custDataLst>
          </p:nvPr>
        </p:nvCxnSpPr>
        <p:spPr bwMode="gray">
          <a:xfrm>
            <a:off x="4515668"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TB_00000000000000000000000000000000_Separator5">
            <a:extLst>
              <a:ext uri="{FF2B5EF4-FFF2-40B4-BE49-F238E27FC236}">
                <a16:creationId xmlns:a16="http://schemas.microsoft.com/office/drawing/2014/main" id="{35AA4DB0-EF00-DD6A-766E-3DF5BA41037A}"/>
              </a:ext>
            </a:extLst>
          </p:cNvPr>
          <p:cNvCxnSpPr/>
          <p:nvPr>
            <p:custDataLst>
              <p:tags r:id="rId68"/>
            </p:custDataLst>
          </p:nvPr>
        </p:nvCxnSpPr>
        <p:spPr bwMode="gray">
          <a:xfrm>
            <a:off x="5663467"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OTLSHAPE_TB_00000000000000000000000000000000_Separator6">
            <a:extLst>
              <a:ext uri="{FF2B5EF4-FFF2-40B4-BE49-F238E27FC236}">
                <a16:creationId xmlns:a16="http://schemas.microsoft.com/office/drawing/2014/main" id="{47F0B755-5D86-1717-A3AE-71C6E9A6EB9B}"/>
              </a:ext>
            </a:extLst>
          </p:cNvPr>
          <p:cNvCxnSpPr/>
          <p:nvPr>
            <p:custDataLst>
              <p:tags r:id="rId69"/>
            </p:custDataLst>
          </p:nvPr>
        </p:nvCxnSpPr>
        <p:spPr bwMode="gray">
          <a:xfrm>
            <a:off x="6786314"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OTLSHAPE_TB_00000000000000000000000000000000_Separator7">
            <a:extLst>
              <a:ext uri="{FF2B5EF4-FFF2-40B4-BE49-F238E27FC236}">
                <a16:creationId xmlns:a16="http://schemas.microsoft.com/office/drawing/2014/main" id="{D3FBA76F-BB29-6B9E-11C7-9979BC7CA347}"/>
              </a:ext>
            </a:extLst>
          </p:cNvPr>
          <p:cNvCxnSpPr/>
          <p:nvPr>
            <p:custDataLst>
              <p:tags r:id="rId70"/>
            </p:custDataLst>
          </p:nvPr>
        </p:nvCxnSpPr>
        <p:spPr bwMode="gray">
          <a:xfrm>
            <a:off x="7921637"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OTLSHAPE_TB_00000000000000000000000000000000_Separator8">
            <a:extLst>
              <a:ext uri="{FF2B5EF4-FFF2-40B4-BE49-F238E27FC236}">
                <a16:creationId xmlns:a16="http://schemas.microsoft.com/office/drawing/2014/main" id="{18856956-8A90-6877-B04F-717E2584D2C1}"/>
              </a:ext>
            </a:extLst>
          </p:cNvPr>
          <p:cNvCxnSpPr/>
          <p:nvPr>
            <p:custDataLst>
              <p:tags r:id="rId71"/>
            </p:custDataLst>
          </p:nvPr>
        </p:nvCxnSpPr>
        <p:spPr bwMode="gray">
          <a:xfrm>
            <a:off x="9069436"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标题 106">
            <a:extLst>
              <a:ext uri="{FF2B5EF4-FFF2-40B4-BE49-F238E27FC236}">
                <a16:creationId xmlns:a16="http://schemas.microsoft.com/office/drawing/2014/main" id="{E3A0D31C-65DE-F96E-7CA7-7A4FABC4B6DE}"/>
              </a:ext>
            </a:extLst>
          </p:cNvPr>
          <p:cNvSpPr>
            <a:spLocks noGrp="1"/>
          </p:cNvSpPr>
          <p:nvPr>
            <p:ph type="title"/>
          </p:nvPr>
        </p:nvSpPr>
        <p:spPr>
          <a:xfrm>
            <a:off x="479424" y="167023"/>
            <a:ext cx="11233151" cy="394436"/>
          </a:xfrm>
        </p:spPr>
        <p:txBody>
          <a:bodyPr/>
          <a:lstStyle/>
          <a:p>
            <a:r>
              <a:rPr lang="en-US" altLang="zh-CN"/>
              <a:t>BI 3034701 (GGY2Ra.) China Development Plan</a:t>
            </a:r>
            <a:endParaRPr lang="zh-CN" altLang="en-US" b="0">
              <a:solidFill>
                <a:srgbClr val="C00000"/>
              </a:solidFill>
            </a:endParaRPr>
          </a:p>
        </p:txBody>
      </p:sp>
      <p:sp>
        <p:nvSpPr>
          <p:cNvPr id="59" name="文本框 58">
            <a:extLst>
              <a:ext uri="{FF2B5EF4-FFF2-40B4-BE49-F238E27FC236}">
                <a16:creationId xmlns:a16="http://schemas.microsoft.com/office/drawing/2014/main" id="{A978D2DC-BD1C-D542-8975-2B6D717D4BAD}"/>
              </a:ext>
            </a:extLst>
          </p:cNvPr>
          <p:cNvSpPr txBox="1"/>
          <p:nvPr/>
        </p:nvSpPr>
        <p:spPr bwMode="gray">
          <a:xfrm>
            <a:off x="4658389" y="3000761"/>
            <a:ext cx="3259402"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333FF"/>
                </a:solidFill>
                <a:effectLst/>
                <a:uLnTx/>
                <a:uFillTx/>
                <a:latin typeface="Boehringer Forward Text"/>
                <a:ea typeface="+mn-ea"/>
                <a:cs typeface="+mn-cs"/>
              </a:rPr>
              <a:t>Recruitment window: 1-2M (25pts, 8 sites)</a:t>
            </a:r>
            <a:endParaRPr kumimoji="0" lang="zh-CN" alt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45" name="OTLSHAPE_SLT_1e5bcfb5f49944c49eebcea66b620a37_Title">
            <a:extLst>
              <a:ext uri="{FF2B5EF4-FFF2-40B4-BE49-F238E27FC236}">
                <a16:creationId xmlns:a16="http://schemas.microsoft.com/office/drawing/2014/main" id="{2E17150E-FD40-1C5B-DF55-EA727DE76195}"/>
              </a:ext>
            </a:extLst>
          </p:cNvPr>
          <p:cNvSpPr txBox="1"/>
          <p:nvPr>
            <p:custDataLst>
              <p:tags r:id="rId72"/>
            </p:custDataLst>
          </p:nvPr>
        </p:nvSpPr>
        <p:spPr bwMode="gray">
          <a:xfrm>
            <a:off x="1013189" y="3161738"/>
            <a:ext cx="901699"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2" normalizeH="0" baseline="0" noProof="0">
                <a:ln>
                  <a:noFill/>
                </a:ln>
                <a:solidFill>
                  <a:prstClr val="black"/>
                </a:solidFill>
                <a:effectLst/>
                <a:uLnTx/>
                <a:uFillTx/>
                <a:latin typeface="Calibri" panose="020F0502020204030204" pitchFamily="34" charset="0"/>
                <a:ea typeface="+mn-ea"/>
                <a:cs typeface="+mn-cs"/>
              </a:rPr>
              <a:t>Ph II pre-IND</a:t>
            </a:r>
            <a:endParaRPr kumimoji="0" lang="zh-CN" altLang="en-US" sz="1100" b="1" i="0" u="none" strike="noStrike" kern="1200" cap="none" spc="-2" normalizeH="0" baseline="0" noProof="0">
              <a:ln>
                <a:noFill/>
              </a:ln>
              <a:solidFill>
                <a:prstClr val="black"/>
              </a:solidFill>
              <a:effectLst/>
              <a:uLnTx/>
              <a:uFillTx/>
              <a:latin typeface="Calibri" panose="020F0502020204030204" pitchFamily="34" charset="0"/>
              <a:ea typeface="+mn-ea"/>
              <a:cs typeface="+mn-cs"/>
            </a:endParaRPr>
          </a:p>
        </p:txBody>
      </p:sp>
      <p:sp>
        <p:nvSpPr>
          <p:cNvPr id="66" name="乘号 65">
            <a:extLst>
              <a:ext uri="{FF2B5EF4-FFF2-40B4-BE49-F238E27FC236}">
                <a16:creationId xmlns:a16="http://schemas.microsoft.com/office/drawing/2014/main" id="{B0C7CB1E-D2E6-9C2F-FF99-15988B95A94D}"/>
              </a:ext>
            </a:extLst>
          </p:cNvPr>
          <p:cNvSpPr/>
          <p:nvPr/>
        </p:nvSpPr>
        <p:spPr bwMode="gray">
          <a:xfrm>
            <a:off x="1272203" y="3122354"/>
            <a:ext cx="257540" cy="377739"/>
          </a:xfrm>
          <a:prstGeom prst="mathMultiply">
            <a:avLst/>
          </a:prstGeom>
          <a:solidFill>
            <a:srgbClr val="C0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2" name="星形: 五角 19">
            <a:extLst>
              <a:ext uri="{FF2B5EF4-FFF2-40B4-BE49-F238E27FC236}">
                <a16:creationId xmlns:a16="http://schemas.microsoft.com/office/drawing/2014/main" id="{7C4B0616-9DD2-73C5-B9E4-7F90A0F09A84}"/>
              </a:ext>
            </a:extLst>
          </p:cNvPr>
          <p:cNvSpPr/>
          <p:nvPr/>
        </p:nvSpPr>
        <p:spPr bwMode="gray">
          <a:xfrm>
            <a:off x="3817879" y="2013688"/>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67" name="OTLSHAPE_M_9b86c997fb8e4df6aed84bfc4e67d3ef_Title">
            <a:extLst>
              <a:ext uri="{FF2B5EF4-FFF2-40B4-BE49-F238E27FC236}">
                <a16:creationId xmlns:a16="http://schemas.microsoft.com/office/drawing/2014/main" id="{6DCD88FB-B223-B79C-A3E1-C7951D604C28}"/>
              </a:ext>
            </a:extLst>
          </p:cNvPr>
          <p:cNvSpPr txBox="1"/>
          <p:nvPr>
            <p:custDataLst>
              <p:tags r:id="rId73"/>
            </p:custDataLst>
          </p:nvPr>
        </p:nvSpPr>
        <p:spPr bwMode="gray">
          <a:xfrm>
            <a:off x="3331919" y="2234990"/>
            <a:ext cx="1162733" cy="253916"/>
          </a:xfrm>
          <a:prstGeom prst="rect">
            <a:avLst/>
          </a:prstGeom>
          <a:noFill/>
        </p:spPr>
        <p:txBody>
          <a:bodyPr vert="horz" wrap="square" lIns="0" tIns="0" rIns="0" bIns="0" rtlCol="0" anchor="ctr" anchorCtr="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FDA Type 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Aug/</a:t>
            </a:r>
            <a:r>
              <a:rPr kumimoji="0" lang="en-US" sz="75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26</a:t>
            </a:r>
          </a:p>
        </p:txBody>
      </p:sp>
      <p:sp>
        <p:nvSpPr>
          <p:cNvPr id="69" name="OTLSHAPE_SLT_f8a8e67cf2d44d7f98671616391cd05c_JoinedDate">
            <a:extLst>
              <a:ext uri="{FF2B5EF4-FFF2-40B4-BE49-F238E27FC236}">
                <a16:creationId xmlns:a16="http://schemas.microsoft.com/office/drawing/2014/main" id="{6A2A97E6-8B2E-2233-2317-1F5198A3E9CA}"/>
              </a:ext>
            </a:extLst>
          </p:cNvPr>
          <p:cNvSpPr txBox="1"/>
          <p:nvPr>
            <p:custDataLst>
              <p:tags r:id="rId74"/>
            </p:custDataLst>
          </p:nvPr>
        </p:nvSpPr>
        <p:spPr bwMode="gray">
          <a:xfrm>
            <a:off x="1677685" y="1356664"/>
            <a:ext cx="1642826" cy="253916"/>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1507-0002 Ph II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Jun/26 - Oct/27</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70" name="OTLSHAPE_SLT_f8a8e67cf2d44d7f98671616391cd05c_Title">
            <a:extLst>
              <a:ext uri="{FF2B5EF4-FFF2-40B4-BE49-F238E27FC236}">
                <a16:creationId xmlns:a16="http://schemas.microsoft.com/office/drawing/2014/main" id="{DD512BDF-198C-638E-8F48-2F116F391588}"/>
              </a:ext>
            </a:extLst>
          </p:cNvPr>
          <p:cNvSpPr txBox="1"/>
          <p:nvPr>
            <p:custDataLst>
              <p:tags r:id="rId75"/>
            </p:custDataLst>
          </p:nvPr>
        </p:nvSpPr>
        <p:spPr bwMode="gray">
          <a:xfrm>
            <a:off x="9314263" y="1460874"/>
            <a:ext cx="1130403" cy="1776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6" normalizeH="0" baseline="0" noProof="0" err="1">
                <a:ln>
                  <a:noFill/>
                </a:ln>
                <a:solidFill>
                  <a:prstClr val="black"/>
                </a:solidFill>
                <a:effectLst/>
                <a:uLnTx/>
                <a:uFillTx/>
                <a:latin typeface="Boehringer Forward Text"/>
                <a:ea typeface="+mn-ea"/>
                <a:cs typeface="+mn-cs"/>
              </a:rPr>
              <a:t>gFSS</a:t>
            </a: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 – key results</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82" name="OTLSHAPE_SLT_f8a8e67cf2d44d7f98671616391cd05c_Shape">
            <a:extLst>
              <a:ext uri="{FF2B5EF4-FFF2-40B4-BE49-F238E27FC236}">
                <a16:creationId xmlns:a16="http://schemas.microsoft.com/office/drawing/2014/main" id="{E479A9CD-14E6-738F-0918-435AFBF55333}"/>
              </a:ext>
            </a:extLst>
          </p:cNvPr>
          <p:cNvSpPr/>
          <p:nvPr>
            <p:custDataLst>
              <p:tags r:id="rId76"/>
            </p:custDataLst>
          </p:nvPr>
        </p:nvSpPr>
        <p:spPr bwMode="gray">
          <a:xfrm>
            <a:off x="6134097" y="2337991"/>
            <a:ext cx="5487517"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4" name="OTLSHAPE_SLT_f8a8e67cf2d44d7f98671616391cd05c_Title">
            <a:extLst>
              <a:ext uri="{FF2B5EF4-FFF2-40B4-BE49-F238E27FC236}">
                <a16:creationId xmlns:a16="http://schemas.microsoft.com/office/drawing/2014/main" id="{868E603F-A073-7E9A-53ED-1A176DC8413C}"/>
              </a:ext>
            </a:extLst>
          </p:cNvPr>
          <p:cNvSpPr txBox="1"/>
          <p:nvPr>
            <p:custDataLst>
              <p:tags r:id="rId77"/>
            </p:custDataLst>
          </p:nvPr>
        </p:nvSpPr>
        <p:spPr bwMode="gray">
          <a:xfrm>
            <a:off x="11362173" y="2488906"/>
            <a:ext cx="664724" cy="177677"/>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6" normalizeH="0" baseline="0" noProof="0" err="1">
                <a:ln>
                  <a:noFill/>
                </a:ln>
                <a:solidFill>
                  <a:prstClr val="black"/>
                </a:solidFill>
                <a:effectLst/>
                <a:uLnTx/>
                <a:uFillTx/>
                <a:latin typeface="Boehringer Forward Text"/>
                <a:ea typeface="+mn-ea"/>
                <a:cs typeface="+mn-cs"/>
              </a:rPr>
              <a:t>gFSS</a:t>
            </a: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 - LSS</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85" name="星形: 五角 19">
            <a:extLst>
              <a:ext uri="{FF2B5EF4-FFF2-40B4-BE49-F238E27FC236}">
                <a16:creationId xmlns:a16="http://schemas.microsoft.com/office/drawing/2014/main" id="{61FD000A-5706-2EF5-8D38-95A61B347F89}"/>
              </a:ext>
            </a:extLst>
          </p:cNvPr>
          <p:cNvSpPr/>
          <p:nvPr/>
        </p:nvSpPr>
        <p:spPr bwMode="gray">
          <a:xfrm>
            <a:off x="5724443" y="1649042"/>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6" name="OTLSHAPE_M_9b86c997fb8e4df6aed84bfc4e67d3ef_Title">
            <a:extLst>
              <a:ext uri="{FF2B5EF4-FFF2-40B4-BE49-F238E27FC236}">
                <a16:creationId xmlns:a16="http://schemas.microsoft.com/office/drawing/2014/main" id="{9F7CA5E6-96F4-818E-6C5B-36D6DCC26FE2}"/>
              </a:ext>
            </a:extLst>
          </p:cNvPr>
          <p:cNvSpPr txBox="1"/>
          <p:nvPr>
            <p:custDataLst>
              <p:tags r:id="rId78"/>
            </p:custDataLst>
          </p:nvPr>
        </p:nvSpPr>
        <p:spPr bwMode="gray">
          <a:xfrm>
            <a:off x="5361299" y="1846452"/>
            <a:ext cx="929852" cy="253916"/>
          </a:xfrm>
          <a:prstGeom prst="rect">
            <a:avLst/>
          </a:prstGeom>
          <a:noFill/>
        </p:spPr>
        <p:txBody>
          <a:bodyPr vert="horz" wrap="square" lIns="0" tIns="0" rIns="0" bIns="0" rtlCol="0" anchor="ctr" anchorCtr="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6" normalizeH="0" baseline="0" noProof="0">
                <a:ln>
                  <a:noFill/>
                </a:ln>
                <a:solidFill>
                  <a:prstClr val="black"/>
                </a:solidFill>
                <a:effectLst/>
                <a:uLnTx/>
                <a:uFillTx/>
                <a:latin typeface="Boehringer Forward Text"/>
                <a:ea typeface="+mn-ea"/>
                <a:cs typeface="+mn-cs"/>
              </a:rPr>
              <a:t>IA for Go/No-Go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50" b="0" i="0" u="none" strike="noStrike" kern="1200" cap="none" spc="0" normalizeH="0" baseline="0" noProof="0">
                <a:ln>
                  <a:noFill/>
                </a:ln>
                <a:solidFill>
                  <a:prstClr val="black"/>
                </a:solidFill>
                <a:effectLst/>
                <a:uLnTx/>
                <a:uFillTx/>
                <a:latin typeface="Boehringer Forward Text"/>
                <a:ea typeface="+mn-ea"/>
                <a:cs typeface="+mn-cs"/>
              </a:rPr>
              <a:t>Q1/27</a:t>
            </a:r>
          </a:p>
        </p:txBody>
      </p:sp>
      <p:sp>
        <p:nvSpPr>
          <p:cNvPr id="109" name="OTLSHAPE_SLM_6c2bc955e3924ae2a06ea4bdd7b769d5_Title">
            <a:extLst>
              <a:ext uri="{FF2B5EF4-FFF2-40B4-BE49-F238E27FC236}">
                <a16:creationId xmlns:a16="http://schemas.microsoft.com/office/drawing/2014/main" id="{9FD6AABC-896C-B6D9-A865-26742C417922}"/>
              </a:ext>
            </a:extLst>
          </p:cNvPr>
          <p:cNvSpPr txBox="1"/>
          <p:nvPr>
            <p:custDataLst>
              <p:tags r:id="rId79"/>
            </p:custDataLst>
          </p:nvPr>
        </p:nvSpPr>
        <p:spPr bwMode="gray">
          <a:xfrm>
            <a:off x="979951" y="1392323"/>
            <a:ext cx="1041400" cy="170519"/>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rPr>
              <a:t>Final CTA package</a:t>
            </a:r>
            <a:endParaRPr kumimoji="0" lang="zh-CN" altLang="en-US" sz="1100" b="1" i="0" u="none" strike="noStrike" kern="1200" cap="none" spc="-10" normalizeH="0" baseline="0" noProof="0">
              <a:ln>
                <a:noFill/>
              </a:ln>
              <a:solidFill>
                <a:prstClr val="black"/>
              </a:solidFill>
              <a:effectLst/>
              <a:uLnTx/>
              <a:uFillTx/>
              <a:latin typeface="Calibri" panose="020F0502020204030204" pitchFamily="34" charset="0"/>
              <a:ea typeface="+mn-ea"/>
              <a:cs typeface="+mn-cs"/>
            </a:endParaRPr>
          </a:p>
        </p:txBody>
      </p:sp>
      <p:sp>
        <p:nvSpPr>
          <p:cNvPr id="110" name="OTLSHAPE_SLM_6c2bc955e3924ae2a06ea4bdd7b769d5_Date">
            <a:extLst>
              <a:ext uri="{FF2B5EF4-FFF2-40B4-BE49-F238E27FC236}">
                <a16:creationId xmlns:a16="http://schemas.microsoft.com/office/drawing/2014/main" id="{73CFFBDF-3B99-C333-80C2-59DF631BA39F}"/>
              </a:ext>
            </a:extLst>
          </p:cNvPr>
          <p:cNvSpPr txBox="1"/>
          <p:nvPr>
            <p:custDataLst>
              <p:tags r:id="rId80"/>
            </p:custDataLst>
          </p:nvPr>
        </p:nvSpPr>
        <p:spPr bwMode="gray">
          <a:xfrm>
            <a:off x="1386925" y="1566296"/>
            <a:ext cx="633791" cy="148117"/>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4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13/3/26</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cxnSp>
        <p:nvCxnSpPr>
          <p:cNvPr id="111" name="连接符: 肘形 99">
            <a:extLst>
              <a:ext uri="{FF2B5EF4-FFF2-40B4-BE49-F238E27FC236}">
                <a16:creationId xmlns:a16="http://schemas.microsoft.com/office/drawing/2014/main" id="{3CDEE41A-16CF-ACC6-DFB1-4670D32AB2A4}"/>
              </a:ext>
            </a:extLst>
          </p:cNvPr>
          <p:cNvCxnSpPr>
            <a:cxnSpLocks/>
            <a:stCxn id="110" idx="2"/>
            <a:endCxn id="74" idx="1"/>
          </p:cNvCxnSpPr>
          <p:nvPr/>
        </p:nvCxnSpPr>
        <p:spPr bwMode="gray">
          <a:xfrm rot="16200000" flipH="1">
            <a:off x="1180189" y="2238045"/>
            <a:ext cx="1593002" cy="545738"/>
          </a:xfrm>
          <a:prstGeom prst="bentConnector2">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4" name="OTLSHAPE_SLM_6c2bc955e3924ae2a06ea4bdd7b769d5_Shape">
            <a:extLst>
              <a:ext uri="{FF2B5EF4-FFF2-40B4-BE49-F238E27FC236}">
                <a16:creationId xmlns:a16="http://schemas.microsoft.com/office/drawing/2014/main" id="{D9820C72-9C70-21F6-1B5F-92BE34DBDA3D}"/>
              </a:ext>
            </a:extLst>
          </p:cNvPr>
          <p:cNvSpPr/>
          <p:nvPr>
            <p:custDataLst>
              <p:tags r:id="rId81"/>
            </p:custDataLst>
          </p:nvPr>
        </p:nvSpPr>
        <p:spPr bwMode="gray">
          <a:xfrm rot="16200000">
            <a:off x="2034815" y="1479188"/>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0" name="OTLSHAPE_TB_00000000000000000000000000000000_TimescaleInterval2">
            <a:extLst>
              <a:ext uri="{FF2B5EF4-FFF2-40B4-BE49-F238E27FC236}">
                <a16:creationId xmlns:a16="http://schemas.microsoft.com/office/drawing/2014/main" id="{5C6045B8-A44F-AE2F-168A-4621680FC7D4}"/>
              </a:ext>
            </a:extLst>
          </p:cNvPr>
          <p:cNvSpPr txBox="1"/>
          <p:nvPr>
            <p:custDataLst>
              <p:tags r:id="rId82"/>
            </p:custDataLst>
          </p:nvPr>
        </p:nvSpPr>
        <p:spPr bwMode="gray">
          <a:xfrm>
            <a:off x="10269105" y="727489"/>
            <a:ext cx="175561"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rPr>
              <a:t>Q1</a:t>
            </a:r>
            <a:endParaRPr kumimoji="0" lang="zh-CN" altLang="en-US" sz="1200" b="0" i="0" u="none" strike="noStrike" kern="1200" cap="none" spc="-30" normalizeH="0" baseline="0" noProof="0">
              <a:ln>
                <a:noFill/>
              </a:ln>
              <a:solidFill>
                <a:prstClr val="white"/>
              </a:solidFill>
              <a:effectLst/>
              <a:uLnTx/>
              <a:uFillTx/>
              <a:latin typeface="Calibri" panose="020F0502020204030204" pitchFamily="34" charset="0"/>
              <a:ea typeface="+mn-ea"/>
              <a:cs typeface="+mn-cs"/>
            </a:endParaRPr>
          </a:p>
        </p:txBody>
      </p:sp>
      <p:sp>
        <p:nvSpPr>
          <p:cNvPr id="131" name="OTLSHAPE_TB_00000000000000000000000000000000_ScaleMarking2">
            <a:extLst>
              <a:ext uri="{FF2B5EF4-FFF2-40B4-BE49-F238E27FC236}">
                <a16:creationId xmlns:a16="http://schemas.microsoft.com/office/drawing/2014/main" id="{434B5962-C4A3-FACE-0EF8-78D5F714EDF7}"/>
              </a:ext>
            </a:extLst>
          </p:cNvPr>
          <p:cNvSpPr txBox="1"/>
          <p:nvPr>
            <p:custDataLst>
              <p:tags r:id="rId83"/>
            </p:custDataLst>
          </p:nvPr>
        </p:nvSpPr>
        <p:spPr bwMode="gray">
          <a:xfrm>
            <a:off x="10269105" y="507461"/>
            <a:ext cx="314189" cy="186055"/>
          </a:xfrm>
          <a:prstGeom prst="rect">
            <a:avLst/>
          </a:prstGeom>
          <a:noFill/>
        </p:spPr>
        <p:txBody>
          <a:bodyPr vert="horz" wrap="none" lIns="0" tIns="0" rIns="0" bIns="0" rtlCol="0" anchor="ctr" anchorCtr="0">
            <a:no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rPr>
              <a:t>2028</a:t>
            </a:r>
            <a:endParaRPr kumimoji="0" lang="zh-CN" altLang="en-US" sz="1200" b="0" i="0" u="none" strike="noStrike" kern="1200" cap="none" spc="-20" normalizeH="0" baseline="0" noProof="0">
              <a:ln>
                <a:noFill/>
              </a:ln>
              <a:solidFill>
                <a:srgbClr val="44546A"/>
              </a:solidFill>
              <a:effectLst/>
              <a:uLnTx/>
              <a:uFillTx/>
              <a:latin typeface="Calibri" panose="020F0502020204030204" pitchFamily="34" charset="0"/>
              <a:ea typeface="+mn-ea"/>
              <a:cs typeface="+mn-cs"/>
            </a:endParaRPr>
          </a:p>
        </p:txBody>
      </p:sp>
      <p:cxnSp>
        <p:nvCxnSpPr>
          <p:cNvPr id="132" name="OTLSHAPE_TB_00000000000000000000000000000000_Separator1">
            <a:extLst>
              <a:ext uri="{FF2B5EF4-FFF2-40B4-BE49-F238E27FC236}">
                <a16:creationId xmlns:a16="http://schemas.microsoft.com/office/drawing/2014/main" id="{94B11612-1F19-F0B9-FC0A-A550FB7D865A}"/>
              </a:ext>
            </a:extLst>
          </p:cNvPr>
          <p:cNvCxnSpPr/>
          <p:nvPr>
            <p:custDataLst>
              <p:tags r:id="rId84"/>
            </p:custDataLst>
          </p:nvPr>
        </p:nvCxnSpPr>
        <p:spPr bwMode="gray">
          <a:xfrm>
            <a:off x="10205605" y="731616"/>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OTLSHAPE_SLM_6c2bc955e3924ae2a06ea4bdd7b769d5_Shape">
            <a:extLst>
              <a:ext uri="{FF2B5EF4-FFF2-40B4-BE49-F238E27FC236}">
                <a16:creationId xmlns:a16="http://schemas.microsoft.com/office/drawing/2014/main" id="{B22B6B2E-540A-6760-3B3A-BDE3DF9A597E}"/>
              </a:ext>
            </a:extLst>
          </p:cNvPr>
          <p:cNvSpPr/>
          <p:nvPr>
            <p:custDataLst>
              <p:tags r:id="rId85"/>
            </p:custDataLst>
          </p:nvPr>
        </p:nvSpPr>
        <p:spPr bwMode="gray">
          <a:xfrm rot="16200000">
            <a:off x="4945595" y="3877803"/>
            <a:ext cx="165100" cy="165100"/>
          </a:xfrm>
          <a:prstGeom prst="flowChartMerge">
            <a:avLst/>
          </a:prstGeom>
          <a:solidFill>
            <a:schemeClr val="lt2"/>
          </a:solidFill>
          <a:ln w="6350" cap="flat" cmpd="sng" algn="ctr">
            <a:noFill/>
            <a:prstDash val="solid"/>
            <a:miter lim="800000"/>
          </a:ln>
          <a:effectLst/>
          <a:scene3d>
            <a:camera prst="orthographicFront"/>
            <a:lightRig rig="threePt" dir="t"/>
          </a:scene3d>
          <a:sp3d>
            <a:bevelT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39" name="OTLSHAPE_SLT_f8a8e67cf2d44d7f98671616391cd05c_Shape">
            <a:extLst>
              <a:ext uri="{FF2B5EF4-FFF2-40B4-BE49-F238E27FC236}">
                <a16:creationId xmlns:a16="http://schemas.microsoft.com/office/drawing/2014/main" id="{8651DBFF-2B97-EF3D-5F07-A9895FA7FCB7}"/>
              </a:ext>
            </a:extLst>
          </p:cNvPr>
          <p:cNvSpPr/>
          <p:nvPr>
            <p:custDataLst>
              <p:tags r:id="rId86"/>
            </p:custDataLst>
          </p:nvPr>
        </p:nvSpPr>
        <p:spPr bwMode="gray">
          <a:xfrm>
            <a:off x="6793767" y="3914151"/>
            <a:ext cx="4827847" cy="127000"/>
          </a:xfrm>
          <a:prstGeom prst="roundRect">
            <a:avLst/>
          </a:prstGeom>
          <a:solidFill>
            <a:schemeClr val="lt2"/>
          </a:solidFill>
          <a:ln w="6350" cap="flat" cmpd="sng" algn="ctr">
            <a:noFill/>
            <a:prstDash val="solid"/>
            <a:miter lim="800000"/>
          </a:ln>
          <a:effectLst/>
          <a:scene3d>
            <a:camera prst="orthographicFront"/>
            <a:lightRig rig="balanced" dir="t">
              <a:rot lat="0" lon="0" rev="8700000"/>
            </a:lightRig>
          </a:scene3d>
          <a:sp3d>
            <a:bevelT w="165100" h="12700"/>
          </a:sp3d>
          <a:extLst>
            <a:ext uri="{91240B29-F687-4F45-9708-019B960494DF}">
              <a14:hiddenLine xmlns:a14="http://schemas.microsoft.com/office/drawing/2010/main" w="6350" cap="flat" cmpd="sng" algn="ctr">
                <a:solidFill>
                  <a:schemeClr val="tx1"/>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0" name="OTLSHAPE_SLT_f8a8e67cf2d44d7f98671616391cd05c_Title">
            <a:extLst>
              <a:ext uri="{FF2B5EF4-FFF2-40B4-BE49-F238E27FC236}">
                <a16:creationId xmlns:a16="http://schemas.microsoft.com/office/drawing/2014/main" id="{AA27DC18-2E21-0E37-04A3-E25D3289BF05}"/>
              </a:ext>
            </a:extLst>
          </p:cNvPr>
          <p:cNvSpPr txBox="1"/>
          <p:nvPr>
            <p:custDataLst>
              <p:tags r:id="rId87"/>
            </p:custDataLst>
          </p:nvPr>
        </p:nvSpPr>
        <p:spPr bwMode="gray">
          <a:xfrm>
            <a:off x="11362173" y="4065231"/>
            <a:ext cx="890406"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FSS - LSS</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cxnSp>
        <p:nvCxnSpPr>
          <p:cNvPr id="142" name="连接符: 肘形 99">
            <a:extLst>
              <a:ext uri="{FF2B5EF4-FFF2-40B4-BE49-F238E27FC236}">
                <a16:creationId xmlns:a16="http://schemas.microsoft.com/office/drawing/2014/main" id="{387B9AD4-43C0-215B-A129-2BCBDB995FA3}"/>
              </a:ext>
            </a:extLst>
          </p:cNvPr>
          <p:cNvCxnSpPr>
            <a:cxnSpLocks/>
          </p:cNvCxnSpPr>
          <p:nvPr/>
        </p:nvCxnSpPr>
        <p:spPr bwMode="gray">
          <a:xfrm rot="16200000" flipH="1">
            <a:off x="4102859" y="3186263"/>
            <a:ext cx="1246746" cy="336030"/>
          </a:xfrm>
          <a:prstGeom prst="bentConnector2">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45" name="OTLSHAPE_SLT_af3e80754ee84374888d0f25fd542f08_Shape">
            <a:extLst>
              <a:ext uri="{FF2B5EF4-FFF2-40B4-BE49-F238E27FC236}">
                <a16:creationId xmlns:a16="http://schemas.microsoft.com/office/drawing/2014/main" id="{F53CEEE3-CDFD-C2D3-69CE-51507301B50C}"/>
              </a:ext>
            </a:extLst>
          </p:cNvPr>
          <p:cNvSpPr/>
          <p:nvPr>
            <p:custDataLst>
              <p:tags r:id="rId88"/>
            </p:custDataLst>
          </p:nvPr>
        </p:nvSpPr>
        <p:spPr bwMode="gray">
          <a:xfrm>
            <a:off x="6786314" y="4156360"/>
            <a:ext cx="2967038" cy="127000"/>
          </a:xfrm>
          <a:prstGeom prst="roundRect">
            <a:avLst/>
          </a:prstGeom>
          <a:solidFill>
            <a:schemeClr val="tx2"/>
          </a:solidFill>
          <a:ln w="6350" cap="flat" cmpd="sng" algn="ctr">
            <a:noFill/>
            <a:prstDash val="solid"/>
            <a:miter lim="800000"/>
          </a:ln>
          <a:effectLst/>
          <a:scene3d>
            <a:camera prst="orthographicFront"/>
            <a:lightRig rig="balanced" dir="t">
              <a:rot lat="0" lon="0" rev="8700000"/>
            </a:lightRig>
          </a:scene3d>
          <a:sp3d>
            <a:bevelT w="1651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6" name="OTLSHAPE_SLT_af3e80754ee84374888d0f25fd542f08_Title">
            <a:extLst>
              <a:ext uri="{FF2B5EF4-FFF2-40B4-BE49-F238E27FC236}">
                <a16:creationId xmlns:a16="http://schemas.microsoft.com/office/drawing/2014/main" id="{087FF6F9-18DF-4E9B-DCFB-B84BC99DC48B}"/>
              </a:ext>
            </a:extLst>
          </p:cNvPr>
          <p:cNvSpPr txBox="1"/>
          <p:nvPr>
            <p:custDataLst>
              <p:tags r:id="rId89"/>
            </p:custDataLst>
          </p:nvPr>
        </p:nvSpPr>
        <p:spPr bwMode="gray">
          <a:xfrm>
            <a:off x="9851825" y="4084466"/>
            <a:ext cx="1707396"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CN Ph III with low BMI</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sp>
        <p:nvSpPr>
          <p:cNvPr id="147" name="OTLSHAPE_SLT_af3e80754ee84374888d0f25fd542f08_Shape">
            <a:extLst>
              <a:ext uri="{FF2B5EF4-FFF2-40B4-BE49-F238E27FC236}">
                <a16:creationId xmlns:a16="http://schemas.microsoft.com/office/drawing/2014/main" id="{5B80F847-0E21-C7B9-C164-F74888489760}"/>
              </a:ext>
            </a:extLst>
          </p:cNvPr>
          <p:cNvSpPr/>
          <p:nvPr>
            <p:custDataLst>
              <p:tags r:id="rId90"/>
            </p:custDataLst>
          </p:nvPr>
        </p:nvSpPr>
        <p:spPr bwMode="gray">
          <a:xfrm>
            <a:off x="6786314" y="4386848"/>
            <a:ext cx="1983750" cy="127000"/>
          </a:xfrm>
          <a:prstGeom prst="roundRect">
            <a:avLst/>
          </a:prstGeom>
          <a:solidFill>
            <a:schemeClr val="tx2"/>
          </a:solidFill>
          <a:ln w="6350" cap="flat" cmpd="sng" algn="ctr">
            <a:noFill/>
            <a:prstDash val="solid"/>
            <a:miter lim="800000"/>
          </a:ln>
          <a:effectLst/>
          <a:scene3d>
            <a:camera prst="orthographicFront"/>
            <a:lightRig rig="balanced" dir="t">
              <a:rot lat="0" lon="0" rev="8700000"/>
            </a:lightRig>
          </a:scene3d>
          <a:sp3d>
            <a:bevelT w="1651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48" name="OTLSHAPE_SLT_af3e80754ee84374888d0f25fd542f08_Title">
            <a:extLst>
              <a:ext uri="{FF2B5EF4-FFF2-40B4-BE49-F238E27FC236}">
                <a16:creationId xmlns:a16="http://schemas.microsoft.com/office/drawing/2014/main" id="{7FE81439-F4F1-7CD3-C566-91B551FAD741}"/>
              </a:ext>
            </a:extLst>
          </p:cNvPr>
          <p:cNvSpPr txBox="1"/>
          <p:nvPr>
            <p:custDataLst>
              <p:tags r:id="rId91"/>
            </p:custDataLst>
          </p:nvPr>
        </p:nvSpPr>
        <p:spPr bwMode="gray">
          <a:xfrm>
            <a:off x="8821066" y="4322700"/>
            <a:ext cx="1707396" cy="214995"/>
          </a:xfrm>
          <a:prstGeom prst="rect">
            <a:avLst/>
          </a:prstGeom>
          <a:noFill/>
        </p:spPr>
        <p:txBody>
          <a:bodyPr vert="horz" wrap="square" lIns="0" tIns="0" rIns="0" bIns="0" rtlCol="0" anchor="ctr" anchorCtr="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en-US" altLang="zh-CN" sz="1100" b="1" i="0" u="none" strike="noStrike" kern="1200" cap="none" spc="-6" normalizeH="0" baseline="0" noProof="0">
                <a:ln>
                  <a:noFill/>
                </a:ln>
                <a:solidFill>
                  <a:prstClr val="black"/>
                </a:solidFill>
                <a:effectLst/>
                <a:uLnTx/>
                <a:uFillTx/>
                <a:latin typeface="Calibri" panose="020F0502020204030204" pitchFamily="34" charset="0"/>
                <a:ea typeface="+mn-ea"/>
                <a:cs typeface="+mn-cs"/>
              </a:rPr>
              <a:t>CN PK</a:t>
            </a:r>
            <a:endParaRPr kumimoji="0" lang="zh-CN" altLang="en-US" sz="1100" b="1" i="0" u="none" strike="noStrike" kern="1200" cap="none" spc="-6" normalizeH="0" baseline="0" noProof="0">
              <a:ln>
                <a:noFill/>
              </a:ln>
              <a:solidFill>
                <a:prstClr val="black"/>
              </a:solidFill>
              <a:effectLst/>
              <a:uLnTx/>
              <a:uFillTx/>
              <a:latin typeface="Calibri" panose="020F0502020204030204" pitchFamily="34" charset="0"/>
              <a:ea typeface="+mn-ea"/>
              <a:cs typeface="+mn-cs"/>
            </a:endParaRPr>
          </a:p>
        </p:txBody>
      </p:sp>
      <p:sp>
        <p:nvSpPr>
          <p:cNvPr id="155" name="星形: 五角 19">
            <a:extLst>
              <a:ext uri="{FF2B5EF4-FFF2-40B4-BE49-F238E27FC236}">
                <a16:creationId xmlns:a16="http://schemas.microsoft.com/office/drawing/2014/main" id="{9772988F-241B-10B7-538F-F787E6BCAB83}"/>
              </a:ext>
            </a:extLst>
          </p:cNvPr>
          <p:cNvSpPr/>
          <p:nvPr/>
        </p:nvSpPr>
        <p:spPr bwMode="gray">
          <a:xfrm>
            <a:off x="4045597" y="3526757"/>
            <a:ext cx="189346" cy="185069"/>
          </a:xfrm>
          <a:prstGeom prst="star5">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158" name="Textplatzhalter 2">
            <a:extLst>
              <a:ext uri="{FF2B5EF4-FFF2-40B4-BE49-F238E27FC236}">
                <a16:creationId xmlns:a16="http://schemas.microsoft.com/office/drawing/2014/main" id="{0609ECB9-EDDD-7BDC-3FC9-4933E487F580}"/>
              </a:ext>
            </a:extLst>
          </p:cNvPr>
          <p:cNvSpPr txBox="1">
            <a:spLocks/>
          </p:cNvSpPr>
          <p:nvPr/>
        </p:nvSpPr>
        <p:spPr>
          <a:xfrm>
            <a:off x="6134099" y="4675454"/>
            <a:ext cx="5578475" cy="1207161"/>
          </a:xfrm>
          <a:prstGeom prst="rect">
            <a:avLst/>
          </a:prstGeom>
        </p:spPr>
        <p:txBody>
          <a:bodyPr/>
          <a:lstStyle>
            <a:lvl1pPr marL="215989" indent="-215989" algn="l" defTabSz="914354" rtl="0" eaLnBrk="1" latinLnBrk="0" hangingPunct="1">
              <a:lnSpc>
                <a:spcPct val="140000"/>
              </a:lnSpc>
              <a:spcBef>
                <a:spcPts val="0"/>
              </a:spcBef>
              <a:spcAft>
                <a:spcPts val="600"/>
              </a:spcAft>
              <a:buFont typeface="Arial" panose="020B0604020202020204" pitchFamily="34" charset="0"/>
              <a:buChar char="•"/>
              <a:defRPr sz="1600" b="0" kern="1200">
                <a:solidFill>
                  <a:schemeClr val="tx1"/>
                </a:solidFill>
                <a:latin typeface="+mn-lt"/>
                <a:ea typeface="+mn-ea"/>
                <a:cs typeface="+mn-cs"/>
              </a:defRPr>
            </a:lvl1pPr>
            <a:lvl2pPr marL="431979" indent="-215989" algn="l" defTabSz="914354"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2pPr>
            <a:lvl3pPr marL="575972" indent="-215989" algn="l" defTabSz="914354"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3pPr>
            <a:lvl4pPr marL="791960" indent="-215989" algn="l" defTabSz="914354" rtl="0" eaLnBrk="1" latinLnBrk="0" hangingPunct="1">
              <a:lnSpc>
                <a:spcPct val="140000"/>
              </a:lnSpc>
              <a:spcBef>
                <a:spcPts val="0"/>
              </a:spcBef>
              <a:spcAft>
                <a:spcPts val="600"/>
              </a:spcAft>
              <a:buFont typeface="Arial" panose="020B0604020202020204" pitchFamily="34" charset="0"/>
              <a:buChar char="•"/>
              <a:defRPr sz="1600" kern="1200">
                <a:solidFill>
                  <a:schemeClr val="tx1"/>
                </a:solidFill>
                <a:latin typeface="+mn-lt"/>
                <a:ea typeface="+mn-ea"/>
                <a:cs typeface="+mn-cs"/>
              </a:defRPr>
            </a:lvl4pPr>
            <a:lvl5pPr marL="143992" indent="-143992" algn="l" defTabSz="914354"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5pPr>
            <a:lvl6pPr marL="287986" indent="-142867" algn="l" defTabSz="914354"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6pPr>
            <a:lvl7pPr marL="431979" indent="-143992" algn="l" defTabSz="914354"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7pPr>
            <a:lvl8pPr marL="575972" indent="-143992" algn="l" defTabSz="914354"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8pPr>
            <a:lvl9pPr marL="575972" indent="-143992" algn="l" defTabSz="914354" rtl="0" eaLnBrk="1" latinLnBrk="0" hangingPunct="1">
              <a:lnSpc>
                <a:spcPct val="140000"/>
              </a:lnSpc>
              <a:spcBef>
                <a:spcPts val="0"/>
              </a:spcBef>
              <a:spcAft>
                <a:spcPts val="600"/>
              </a:spcAft>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354"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de-DE" sz="1200" b="1" i="0" u="none" strike="noStrike" kern="1200" cap="none" spc="0" normalizeH="0" baseline="0" noProof="0">
                <a:ln>
                  <a:noFill/>
                </a:ln>
                <a:solidFill>
                  <a:prstClr val="black"/>
                </a:solidFill>
                <a:effectLst/>
                <a:uLnTx/>
                <a:uFillTx/>
                <a:latin typeface="Boehringer Forward Text"/>
                <a:ea typeface="+mn-ea"/>
                <a:cs typeface="+mn-cs"/>
              </a:rPr>
              <a:t>Ph3-CN:</a:t>
            </a:r>
          </a:p>
          <a:p>
            <a:pPr marL="215989" marR="0" lvl="0" indent="-215989" algn="l" defTabSz="91435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de-DE" sz="1200" b="0" i="0" u="none" strike="noStrike" kern="1200" cap="none" spc="0" normalizeH="0" baseline="0" noProof="0">
                <a:ln>
                  <a:noFill/>
                </a:ln>
                <a:solidFill>
                  <a:prstClr val="black"/>
                </a:solidFill>
                <a:effectLst/>
                <a:uLnTx/>
                <a:uFillTx/>
                <a:latin typeface="Boehringer Forward Text"/>
                <a:ea typeface="+mn-ea"/>
                <a:cs typeface="+mn-cs"/>
              </a:rPr>
              <a:t>Type II meeting: </a:t>
            </a:r>
            <a:r>
              <a:rPr kumimoji="0" lang="en-US" altLang="zh-CN" sz="120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Sep</a:t>
            </a:r>
            <a:r>
              <a:rPr kumimoji="0" lang="de-DE" sz="1200" b="0" i="0" u="none" strike="noStrike" kern="1200" cap="none" spc="0" normalizeH="0" baseline="0" noProof="0">
                <a:ln>
                  <a:noFill/>
                </a:ln>
                <a:solidFill>
                  <a:prstClr val="black"/>
                </a:solidFill>
                <a:effectLst/>
                <a:uLnTx/>
                <a:uFillTx/>
                <a:latin typeface="Boehringer Forward Text"/>
                <a:ea typeface="+mn-ea"/>
                <a:cs typeface="+mn-cs"/>
              </a:rPr>
              <a:t>/2026.</a:t>
            </a:r>
          </a:p>
          <a:p>
            <a:pPr marL="215989" marR="0" lvl="0" indent="-215989" algn="l" defTabSz="91435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de-DE" sz="1200" b="0" i="0" u="none" strike="noStrike" kern="1200" cap="none" spc="0" normalizeH="0" baseline="0" noProof="0">
                <a:ln>
                  <a:noFill/>
                </a:ln>
                <a:solidFill>
                  <a:prstClr val="black"/>
                </a:solidFill>
                <a:effectLst/>
                <a:uLnTx/>
                <a:uFillTx/>
                <a:latin typeface="Boehringer Forward Text"/>
                <a:ea typeface="+mn-ea"/>
                <a:cs typeface="+mn-cs"/>
              </a:rPr>
              <a:t>CTA submission: </a:t>
            </a:r>
            <a:r>
              <a:rPr kumimoji="0" lang="de-DE" sz="120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Nov</a:t>
            </a:r>
            <a:r>
              <a:rPr kumimoji="0" lang="de-DE" sz="1200" b="0" i="0" u="none" strike="noStrike" kern="1200" cap="none" spc="0" normalizeH="0" baseline="0" noProof="0">
                <a:ln>
                  <a:noFill/>
                </a:ln>
                <a:solidFill>
                  <a:prstClr val="black"/>
                </a:solidFill>
                <a:effectLst/>
                <a:uLnTx/>
                <a:uFillTx/>
                <a:latin typeface="Boehringer Forward Text"/>
                <a:ea typeface="+mn-ea"/>
                <a:cs typeface="+mn-cs"/>
              </a:rPr>
              <a:t>/2026.</a:t>
            </a:r>
          </a:p>
          <a:p>
            <a:pPr marL="215989" marR="0" lvl="0" indent="-215989" algn="l" defTabSz="91435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solidFill>
                <a:effectLst/>
                <a:uLnTx/>
                <a:uFillTx/>
                <a:latin typeface="Boehringer Forward Text"/>
                <a:ea typeface="+mn-ea"/>
                <a:cs typeface="+mn-cs"/>
              </a:rPr>
              <a:t>Local workshop (Apr 22</a:t>
            </a:r>
            <a:r>
              <a:rPr kumimoji="0" lang="en-US" sz="1200" b="0" i="0" u="none" strike="noStrike" kern="1200" cap="none" spc="0" normalizeH="0" baseline="30000" noProof="0">
                <a:ln>
                  <a:noFill/>
                </a:ln>
                <a:solidFill>
                  <a:prstClr val="black"/>
                </a:solidFill>
                <a:effectLst/>
                <a:uLnTx/>
                <a:uFillTx/>
                <a:latin typeface="Boehringer Forward Text"/>
                <a:ea typeface="+mn-ea"/>
                <a:cs typeface="+mn-cs"/>
              </a:rPr>
              <a:t>nd</a:t>
            </a:r>
            <a:r>
              <a:rPr kumimoji="0" lang="en-US" sz="1200" b="0" i="0" u="none" strike="noStrike" kern="1200" cap="none" spc="0" normalizeH="0" baseline="0" noProof="0">
                <a:ln>
                  <a:noFill/>
                </a:ln>
                <a:solidFill>
                  <a:prstClr val="black"/>
                </a:solidFill>
                <a:effectLst/>
                <a:uLnTx/>
                <a:uFillTx/>
                <a:latin typeface="Boehringer Forward Text"/>
                <a:ea typeface="+mn-ea"/>
                <a:cs typeface="+mn-cs"/>
              </a:rPr>
              <a:t>) to align on China strategy including separate Ph3 with low BMI, CN PK studies, etc.</a:t>
            </a:r>
            <a:endParaRPr kumimoji="0" lang="de-DE"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 name="矩形 66">
            <a:extLst>
              <a:ext uri="{FF2B5EF4-FFF2-40B4-BE49-F238E27FC236}">
                <a16:creationId xmlns:a16="http://schemas.microsoft.com/office/drawing/2014/main" id="{AD8E9462-920D-CF0C-41C0-A61B7983DE27}"/>
              </a:ext>
            </a:extLst>
          </p:cNvPr>
          <p:cNvSpPr/>
          <p:nvPr/>
        </p:nvSpPr>
        <p:spPr bwMode="gray">
          <a:xfrm>
            <a:off x="2978712" y="2203857"/>
            <a:ext cx="696497" cy="290819"/>
          </a:xfrm>
          <a:prstGeom prst="rect">
            <a:avLst/>
          </a:prstGeom>
          <a:noFill/>
          <a:ln w="12700">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black"/>
                </a:solidFill>
                <a:effectLst/>
                <a:uLnTx/>
                <a:uFillTx/>
                <a:latin typeface="Boehringer Forward Text"/>
                <a:ea typeface="+mn-ea"/>
                <a:cs typeface="+mn-cs"/>
              </a:rPr>
              <a:t>HPEC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prstClr val="black"/>
                </a:solidFill>
                <a:effectLst/>
                <a:uLnTx/>
                <a:uFillTx/>
                <a:latin typeface="Boehringer Forward Text"/>
                <a:ea typeface="+mn-ea"/>
                <a:cs typeface="+mn-cs"/>
              </a:rPr>
              <a:t>24/06/26</a:t>
            </a:r>
          </a:p>
        </p:txBody>
      </p:sp>
      <p:sp>
        <p:nvSpPr>
          <p:cNvPr id="9" name="AutoShape 31">
            <a:extLst>
              <a:ext uri="{FF2B5EF4-FFF2-40B4-BE49-F238E27FC236}">
                <a16:creationId xmlns:a16="http://schemas.microsoft.com/office/drawing/2014/main" id="{AC819CA4-F804-1F7F-B9C0-29F2FFA596AC}"/>
              </a:ext>
            </a:extLst>
          </p:cNvPr>
          <p:cNvSpPr>
            <a:spLocks noChangeArrowheads="1"/>
          </p:cNvSpPr>
          <p:nvPr/>
        </p:nvSpPr>
        <p:spPr bwMode="gray">
          <a:xfrm rot="5400000">
            <a:off x="3295135" y="2039800"/>
            <a:ext cx="137160" cy="137160"/>
          </a:xfrm>
          <a:prstGeom prst="triangle">
            <a:avLst>
              <a:gd name="adj" fmla="val 50000"/>
            </a:avLst>
          </a:prstGeom>
          <a:solidFill>
            <a:schemeClr val="accent2"/>
          </a:solidFill>
          <a:ln>
            <a:noFill/>
          </a:ln>
          <a:effectLst/>
        </p:spPr>
        <p:txBody>
          <a:bodyPr rot="10800000" wrap="none" lIns="0" tIns="0" rIns="0" bIns="0" anchor="ctr"/>
          <a:lstStyle>
            <a:defPPr>
              <a:defRPr lang="de-DE"/>
            </a:defPPr>
            <a:lvl1pPr algn="ctr" rtl="0" fontAlgn="base">
              <a:spcBef>
                <a:spcPct val="0"/>
              </a:spcBef>
              <a:spcAft>
                <a:spcPct val="0"/>
              </a:spcAft>
              <a:defRPr kern="1200">
                <a:solidFill>
                  <a:schemeClr val="tx1"/>
                </a:solidFill>
                <a:latin typeface="Arial" charset="0"/>
                <a:ea typeface="+mn-ea"/>
                <a:cs typeface="+mn-cs"/>
              </a:defRPr>
            </a:lvl1pPr>
            <a:lvl2pPr marL="457200" algn="ctr" rtl="0" fontAlgn="base">
              <a:spcBef>
                <a:spcPct val="0"/>
              </a:spcBef>
              <a:spcAft>
                <a:spcPct val="0"/>
              </a:spcAft>
              <a:defRPr kern="1200">
                <a:solidFill>
                  <a:schemeClr val="tx1"/>
                </a:solidFill>
                <a:latin typeface="Arial" charset="0"/>
                <a:ea typeface="+mn-ea"/>
                <a:cs typeface="+mn-cs"/>
              </a:defRPr>
            </a:lvl2pPr>
            <a:lvl3pPr marL="914400" algn="ctr" rtl="0" fontAlgn="base">
              <a:spcBef>
                <a:spcPct val="0"/>
              </a:spcBef>
              <a:spcAft>
                <a:spcPct val="0"/>
              </a:spcAft>
              <a:defRPr kern="1200">
                <a:solidFill>
                  <a:schemeClr val="tx1"/>
                </a:solidFill>
                <a:latin typeface="Arial" charset="0"/>
                <a:ea typeface="+mn-ea"/>
                <a:cs typeface="+mn-cs"/>
              </a:defRPr>
            </a:lvl3pPr>
            <a:lvl4pPr marL="1371600" algn="ctr" rtl="0" fontAlgn="base">
              <a:spcBef>
                <a:spcPct val="0"/>
              </a:spcBef>
              <a:spcAft>
                <a:spcPct val="0"/>
              </a:spcAft>
              <a:defRPr kern="1200">
                <a:solidFill>
                  <a:schemeClr val="tx1"/>
                </a:solidFill>
                <a:latin typeface="Arial" charset="0"/>
                <a:ea typeface="+mn-ea"/>
                <a:cs typeface="+mn-cs"/>
              </a:defRPr>
            </a:lvl4pPr>
            <a:lvl5pPr marL="1828800" algn="ctr"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marL="0" marR="0" lvl="0" indent="0" algn="ctr" defTabSz="914400" rtl="0" eaLnBrk="1" fontAlgn="base" latinLnBrk="0" hangingPunct="1">
              <a:lnSpc>
                <a:spcPct val="100000"/>
              </a:lnSpc>
              <a:spcBef>
                <a:spcPct val="0"/>
              </a:spcBef>
              <a:spcAft>
                <a:spcPct val="20000"/>
              </a:spcAft>
              <a:buClr>
                <a:srgbClr val="000000"/>
              </a:buClr>
              <a:buSzPct val="80000"/>
              <a:buFont typeface="Wingdings" pitchFamily="2" charset="2"/>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 name="OTLSHAPE_SLT_f8a8e67cf2d44d7f98671616391cd05c_JoinedDate">
            <a:extLst>
              <a:ext uri="{FF2B5EF4-FFF2-40B4-BE49-F238E27FC236}">
                <a16:creationId xmlns:a16="http://schemas.microsoft.com/office/drawing/2014/main" id="{9757E54E-2283-7A8D-54AE-45DF715E6384}"/>
              </a:ext>
            </a:extLst>
          </p:cNvPr>
          <p:cNvSpPr txBox="1"/>
          <p:nvPr>
            <p:custDataLst>
              <p:tags r:id="rId92"/>
            </p:custDataLst>
          </p:nvPr>
        </p:nvSpPr>
        <p:spPr bwMode="gray">
          <a:xfrm>
            <a:off x="5668279" y="2496916"/>
            <a:ext cx="953208" cy="253916"/>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1507-0010 Ph III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Feb/27 – Q4/28</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cxnSp>
        <p:nvCxnSpPr>
          <p:cNvPr id="15" name="连接符: 肘形 99">
            <a:extLst>
              <a:ext uri="{FF2B5EF4-FFF2-40B4-BE49-F238E27FC236}">
                <a16:creationId xmlns:a16="http://schemas.microsoft.com/office/drawing/2014/main" id="{E0E881C8-BF8A-890B-7D42-43745A7748FC}"/>
              </a:ext>
            </a:extLst>
          </p:cNvPr>
          <p:cNvCxnSpPr>
            <a:cxnSpLocks/>
            <a:stCxn id="86" idx="2"/>
            <a:endCxn id="82" idx="1"/>
          </p:cNvCxnSpPr>
          <p:nvPr/>
        </p:nvCxnSpPr>
        <p:spPr bwMode="gray">
          <a:xfrm rot="16200000" flipH="1">
            <a:off x="5829600" y="2096993"/>
            <a:ext cx="301123" cy="307872"/>
          </a:xfrm>
          <a:prstGeom prst="bentConnector2">
            <a:avLst/>
          </a:prstGeom>
          <a:ln w="190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3" name="OTLSHAPE_TB_00000000000000000000000000000000_ElapsedTime">
            <a:extLst>
              <a:ext uri="{FF2B5EF4-FFF2-40B4-BE49-F238E27FC236}">
                <a16:creationId xmlns:a16="http://schemas.microsoft.com/office/drawing/2014/main" id="{8D39CCA1-E0A0-ED98-6649-EF13842627ED}"/>
              </a:ext>
            </a:extLst>
          </p:cNvPr>
          <p:cNvSpPr/>
          <p:nvPr>
            <p:custDataLst>
              <p:tags r:id="rId93"/>
            </p:custDataLst>
          </p:nvPr>
        </p:nvSpPr>
        <p:spPr>
          <a:xfrm>
            <a:off x="1090565" y="916246"/>
            <a:ext cx="1371600" cy="45720"/>
          </a:xfrm>
          <a:prstGeom prst="roundRect">
            <a:avLst/>
          </a:prstGeom>
          <a:solidFill>
            <a:srgbClr val="FF0000">
              <a:alpha val="74902"/>
            </a:srgbClr>
          </a:solidFill>
          <a:ln w="12700" cap="flat" cmpd="sng" algn="ctr">
            <a:noFill/>
            <a:prstDash val="solid"/>
            <a:miter lim="800000"/>
          </a:ln>
          <a:effectLst/>
          <a:scene3d>
            <a:camera prst="orthographicFront"/>
            <a:lightRig rig="threePt" dir="t"/>
          </a:scene3d>
          <a:sp3d>
            <a:bevelT w="12700" h="139700"/>
          </a:sp3d>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4" name="OTLSHAPE_TB_00000000000000000000000000000000_TodayMarkerShape">
            <a:extLst>
              <a:ext uri="{FF2B5EF4-FFF2-40B4-BE49-F238E27FC236}">
                <a16:creationId xmlns:a16="http://schemas.microsoft.com/office/drawing/2014/main" id="{08E1B96C-9D22-2F62-DF3B-1D549D737C17}"/>
              </a:ext>
            </a:extLst>
          </p:cNvPr>
          <p:cNvSpPr/>
          <p:nvPr>
            <p:custDataLst>
              <p:tags r:id="rId94"/>
            </p:custDataLst>
          </p:nvPr>
        </p:nvSpPr>
        <p:spPr>
          <a:xfrm>
            <a:off x="2428437" y="944187"/>
            <a:ext cx="76200" cy="84667"/>
          </a:xfrm>
          <a:prstGeom prst="triangle">
            <a:avLst/>
          </a:prstGeom>
          <a:solidFill>
            <a:srgbClr val="FF0000"/>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38" name="OTLSHAPE_TB_00000000000000000000000000000000_TodayMarkerText">
            <a:extLst>
              <a:ext uri="{FF2B5EF4-FFF2-40B4-BE49-F238E27FC236}">
                <a16:creationId xmlns:a16="http://schemas.microsoft.com/office/drawing/2014/main" id="{D6931862-31B0-C6CB-116F-A0C593F235AE}"/>
              </a:ext>
            </a:extLst>
          </p:cNvPr>
          <p:cNvSpPr txBox="1"/>
          <p:nvPr>
            <p:custDataLst>
              <p:tags r:id="rId95"/>
            </p:custDataLst>
          </p:nvPr>
        </p:nvSpPr>
        <p:spPr>
          <a:xfrm>
            <a:off x="2284595" y="1028854"/>
            <a:ext cx="368300" cy="186055"/>
          </a:xfrm>
          <a:prstGeom prst="rect">
            <a:avLst/>
          </a:prstGeom>
          <a:noFill/>
        </p:spPr>
        <p:txBody>
          <a:bodyPr vert="horz" wrap="non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rPr>
              <a:t>Today</a:t>
            </a:r>
            <a:endParaRPr kumimoji="0" lang="zh-CN" altLang="en-US" sz="1200" b="0" i="0" u="none" strike="noStrike" kern="1200" cap="none" spc="-12" normalizeH="0" baseline="0" noProof="0">
              <a:ln>
                <a:noFill/>
              </a:ln>
              <a:solidFill>
                <a:prstClr val="black"/>
              </a:solidFill>
              <a:effectLst/>
              <a:uLnTx/>
              <a:uFillTx/>
              <a:latin typeface="Calibri" panose="020F0502020204030204" pitchFamily="34" charset="0"/>
              <a:ea typeface="等线" panose="02010600030101010101" pitchFamily="2" charset="-122"/>
              <a:cs typeface="+mn-cs"/>
            </a:endParaRPr>
          </a:p>
        </p:txBody>
      </p:sp>
      <p:cxnSp>
        <p:nvCxnSpPr>
          <p:cNvPr id="44" name="OTLSHAPE_TB_00000000000000000000000000000000_Separator1">
            <a:extLst>
              <a:ext uri="{FF2B5EF4-FFF2-40B4-BE49-F238E27FC236}">
                <a16:creationId xmlns:a16="http://schemas.microsoft.com/office/drawing/2014/main" id="{ABC46846-D1C4-8A59-8C81-F7B2B79C0F91}"/>
              </a:ext>
            </a:extLst>
          </p:cNvPr>
          <p:cNvCxnSpPr/>
          <p:nvPr>
            <p:custDataLst>
              <p:tags r:id="rId96"/>
            </p:custDataLst>
          </p:nvPr>
        </p:nvCxnSpPr>
        <p:spPr>
          <a:xfrm>
            <a:off x="3411509" y="728287"/>
            <a:ext cx="0" cy="177800"/>
          </a:xfrm>
          <a:prstGeom prst="line">
            <a:avLst/>
          </a:prstGeom>
          <a:ln w="6350" cap="flat" cmpd="sng" algn="ctr">
            <a:solidFill>
              <a:schemeClr val="lt1">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OTLSHAPE_SLT_f8a8e67cf2d44d7f98671616391cd05c_JoinedDate">
            <a:extLst>
              <a:ext uri="{FF2B5EF4-FFF2-40B4-BE49-F238E27FC236}">
                <a16:creationId xmlns:a16="http://schemas.microsoft.com/office/drawing/2014/main" id="{2E169A30-EB16-9C76-684B-32AF4F078000}"/>
              </a:ext>
            </a:extLst>
          </p:cNvPr>
          <p:cNvSpPr txBox="1"/>
          <p:nvPr>
            <p:custDataLst>
              <p:tags r:id="rId97"/>
            </p:custDataLst>
          </p:nvPr>
        </p:nvSpPr>
        <p:spPr bwMode="gray">
          <a:xfrm>
            <a:off x="3636458" y="2964193"/>
            <a:ext cx="879441" cy="253916"/>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1507-0002 Ph II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16/8/26 – 22/9/26</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89" name="OTLSHAPE_SLM_6c2bc955e3924ae2a06ea4bdd7b769d5_Title">
            <a:extLst>
              <a:ext uri="{FF2B5EF4-FFF2-40B4-BE49-F238E27FC236}">
                <a16:creationId xmlns:a16="http://schemas.microsoft.com/office/drawing/2014/main" id="{D830721D-AA8A-1048-C7D5-A40D726AE3EE}"/>
              </a:ext>
            </a:extLst>
          </p:cNvPr>
          <p:cNvSpPr txBox="1"/>
          <p:nvPr>
            <p:custDataLst>
              <p:tags r:id="rId98"/>
            </p:custDataLst>
          </p:nvPr>
        </p:nvSpPr>
        <p:spPr bwMode="gray">
          <a:xfrm>
            <a:off x="4740600" y="4031296"/>
            <a:ext cx="804605" cy="177677"/>
          </a:xfrm>
          <a:prstGeom prst="rect">
            <a:avLst/>
          </a:prstGeom>
          <a:noFill/>
        </p:spPr>
        <p:txBody>
          <a:bodyPr vert="horz" wrap="square" lIns="0" tIns="0" rIns="0" bIns="0" rtlCol="0" anchor="ctr" anchorCtr="0">
            <a:spAutoFit/>
          </a:bodyPr>
          <a:lstStyle/>
          <a:p>
            <a:pPr marL="0" marR="0" lvl="0" indent="0" algn="ctr" defTabSz="685800" rtl="0" eaLnBrk="1" fontAlgn="auto" latinLnBrk="0" hangingPunct="1">
              <a:lnSpc>
                <a:spcPct val="14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Ph III CTA sub</a:t>
            </a:r>
            <a:endParaRPr kumimoji="0" lang="zh-CN" altLang="en-US" sz="900" b="1" i="0" u="none" strike="noStrike" kern="1200" cap="none" spc="-6" normalizeH="0" baseline="0" noProof="0">
              <a:ln>
                <a:noFill/>
              </a:ln>
              <a:solidFill>
                <a:prstClr val="black"/>
              </a:solidFill>
              <a:effectLst/>
              <a:uLnTx/>
              <a:uFillTx/>
              <a:latin typeface="Boehringer Forward Text"/>
              <a:ea typeface="+mn-ea"/>
              <a:cs typeface="+mn-cs"/>
            </a:endParaRPr>
          </a:p>
        </p:txBody>
      </p:sp>
      <p:sp>
        <p:nvSpPr>
          <p:cNvPr id="90" name="OTLSHAPE_SLM_6c2bc955e3924ae2a06ea4bdd7b769d5_Date">
            <a:extLst>
              <a:ext uri="{FF2B5EF4-FFF2-40B4-BE49-F238E27FC236}">
                <a16:creationId xmlns:a16="http://schemas.microsoft.com/office/drawing/2014/main" id="{4837DD32-4F6B-846F-559E-9E49C0564378}"/>
              </a:ext>
            </a:extLst>
          </p:cNvPr>
          <p:cNvSpPr txBox="1"/>
          <p:nvPr>
            <p:custDataLst>
              <p:tags r:id="rId99"/>
            </p:custDataLst>
          </p:nvPr>
        </p:nvSpPr>
        <p:spPr bwMode="gray">
          <a:xfrm>
            <a:off x="4720280" y="4167053"/>
            <a:ext cx="633791" cy="148117"/>
          </a:xfrm>
          <a:prstGeom prst="rect">
            <a:avLst/>
          </a:prstGeom>
          <a:noFill/>
        </p:spPr>
        <p:txBody>
          <a:bodyPr vert="horz" wrap="square" lIns="0" tIns="0" rIns="0" bIns="0" rtlCol="0" anchor="ctr" anchorCtr="0">
            <a:spAutoFit/>
          </a:bodyP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highlight>
                  <a:srgbClr val="FFFF00"/>
                </a:highlight>
                <a:uLnTx/>
                <a:uFillTx/>
                <a:latin typeface="Boehringer Forward Text"/>
                <a:ea typeface="+mn-ea"/>
                <a:cs typeface="+mn-cs"/>
              </a:rPr>
              <a:t>Nov/26</a:t>
            </a:r>
            <a:endParaRPr kumimoji="0" lang="zh-CN" altLang="en-US" sz="750" b="0" i="0" u="none" strike="noStrike" kern="1200" cap="none" spc="0" normalizeH="0" baseline="0" noProof="0">
              <a:ln>
                <a:noFill/>
              </a:ln>
              <a:solidFill>
                <a:srgbClr val="08312A"/>
              </a:solidFill>
              <a:effectLst/>
              <a:highlight>
                <a:srgbClr val="FFFF00"/>
              </a:highlight>
              <a:uLnTx/>
              <a:uFillTx/>
              <a:latin typeface="Boehringer Forward Text"/>
              <a:ea typeface="+mn-ea"/>
              <a:cs typeface="+mn-cs"/>
            </a:endParaRPr>
          </a:p>
        </p:txBody>
      </p:sp>
      <p:sp>
        <p:nvSpPr>
          <p:cNvPr id="91" name="OTLSHAPE_M_9b86c997fb8e4df6aed84bfc4e67d3ef_Title">
            <a:extLst>
              <a:ext uri="{FF2B5EF4-FFF2-40B4-BE49-F238E27FC236}">
                <a16:creationId xmlns:a16="http://schemas.microsoft.com/office/drawing/2014/main" id="{C2081EB3-05E3-D27E-852E-19D759A623ED}"/>
              </a:ext>
            </a:extLst>
          </p:cNvPr>
          <p:cNvSpPr txBox="1"/>
          <p:nvPr>
            <p:custDataLst>
              <p:tags r:id="rId100"/>
            </p:custDataLst>
          </p:nvPr>
        </p:nvSpPr>
        <p:spPr bwMode="gray">
          <a:xfrm>
            <a:off x="3558903" y="3717826"/>
            <a:ext cx="1162733" cy="253916"/>
          </a:xfrm>
          <a:prstGeom prst="rect">
            <a:avLst/>
          </a:prstGeom>
          <a:noFill/>
        </p:spPr>
        <p:txBody>
          <a:bodyPr vert="horz" wrap="square" lIns="0" tIns="0" rIns="0" bIns="0" rtlCol="0" anchor="ctr" anchorCtr="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CDE Type II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Sep/</a:t>
            </a:r>
            <a:r>
              <a:rPr kumimoji="0" lang="en-US" sz="750" b="0" i="0" u="none" strike="noStrike" kern="1200" cap="none" spc="0" normalizeH="0" baseline="0" noProof="0">
                <a:ln>
                  <a:noFill/>
                </a:ln>
                <a:solidFill>
                  <a:prstClr val="black"/>
                </a:solidFill>
                <a:effectLst/>
                <a:highlight>
                  <a:srgbClr val="FFFF00"/>
                </a:highlight>
                <a:uLnTx/>
                <a:uFillTx/>
                <a:latin typeface="Boehringer Forward Text"/>
                <a:ea typeface="+mn-ea"/>
                <a:cs typeface="+mn-cs"/>
              </a:rPr>
              <a:t>26</a:t>
            </a:r>
          </a:p>
        </p:txBody>
      </p:sp>
      <p:sp>
        <p:nvSpPr>
          <p:cNvPr id="100" name="OTLSHAPE_SLT_f8a8e67cf2d44d7f98671616391cd05c_JoinedDate">
            <a:extLst>
              <a:ext uri="{FF2B5EF4-FFF2-40B4-BE49-F238E27FC236}">
                <a16:creationId xmlns:a16="http://schemas.microsoft.com/office/drawing/2014/main" id="{2FC3B82D-4ECE-DC31-869A-0D0BA1785033}"/>
              </a:ext>
            </a:extLst>
          </p:cNvPr>
          <p:cNvSpPr txBox="1"/>
          <p:nvPr>
            <p:custDataLst>
              <p:tags r:id="rId101"/>
            </p:custDataLst>
          </p:nvPr>
        </p:nvSpPr>
        <p:spPr bwMode="gray">
          <a:xfrm>
            <a:off x="5812207" y="3773682"/>
            <a:ext cx="953208" cy="253916"/>
          </a:xfrm>
          <a:prstGeom prst="rect">
            <a:avLst/>
          </a:prstGeom>
          <a:noFill/>
        </p:spPr>
        <p:txBody>
          <a:bodyPr vert="horz"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900" b="1" i="0" u="none" strike="noStrike" kern="1200" cap="none" spc="-6" normalizeH="0" baseline="0" noProof="0">
                <a:ln>
                  <a:noFill/>
                </a:ln>
                <a:solidFill>
                  <a:prstClr val="black"/>
                </a:solidFill>
                <a:effectLst/>
                <a:uLnTx/>
                <a:uFillTx/>
                <a:latin typeface="Boehringer Forward Text"/>
                <a:ea typeface="+mn-ea"/>
                <a:cs typeface="+mn-cs"/>
              </a:rPr>
              <a:t>1507-0010 Ph III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750" b="0" i="0" u="none" strike="noStrike" kern="1200" cap="none" spc="0" normalizeH="0" baseline="0" noProof="0">
                <a:ln>
                  <a:noFill/>
                </a:ln>
                <a:solidFill>
                  <a:srgbClr val="08312A"/>
                </a:solidFill>
                <a:effectLst/>
                <a:highlight>
                  <a:srgbClr val="FFFF00"/>
                </a:highlight>
                <a:uLnTx/>
                <a:uFillTx/>
                <a:latin typeface="Boehringer Forward Text"/>
                <a:ea typeface="+mn-ea"/>
                <a:cs typeface="+mn-cs"/>
              </a:rPr>
              <a:t>Mar/27 </a:t>
            </a:r>
            <a:r>
              <a:rPr kumimoji="0" lang="en-US" altLang="zh-CN" sz="750" b="0" i="0" u="none" strike="noStrike" kern="1200" cap="none" spc="0" normalizeH="0" baseline="0" noProof="0">
                <a:ln>
                  <a:noFill/>
                </a:ln>
                <a:solidFill>
                  <a:srgbClr val="08312A"/>
                </a:solidFill>
                <a:effectLst/>
                <a:uLnTx/>
                <a:uFillTx/>
                <a:latin typeface="Boehringer Forward Text"/>
                <a:ea typeface="+mn-ea"/>
                <a:cs typeface="+mn-cs"/>
              </a:rPr>
              <a:t>– Q4/28</a:t>
            </a:r>
            <a:endParaRPr kumimoji="0" lang="zh-CN" altLang="en-US" sz="750" b="0" i="0" u="none" strike="noStrike" kern="1200" cap="none" spc="0" normalizeH="0" baseline="0" noProof="0">
              <a:ln>
                <a:noFill/>
              </a:ln>
              <a:solidFill>
                <a:srgbClr val="08312A"/>
              </a:solidFill>
              <a:effectLst/>
              <a:uLnTx/>
              <a:uFillTx/>
              <a:latin typeface="Boehringer Forward Text"/>
              <a:ea typeface="+mn-ea"/>
              <a:cs typeface="+mn-cs"/>
            </a:endParaRPr>
          </a:p>
        </p:txBody>
      </p:sp>
    </p:spTree>
    <p:custDataLst>
      <p:tags r:id="rId1"/>
    </p:custDataLst>
    <p:extLst>
      <p:ext uri="{BB962C8B-B14F-4D97-AF65-F5344CB8AC3E}">
        <p14:creationId xmlns:p14="http://schemas.microsoft.com/office/powerpoint/2010/main" val="186563584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AFB32C-F4C4-59D2-22BF-C48D26EC149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40CD92B-1561-89C1-FDD5-97FC30040876}"/>
              </a:ext>
            </a:extLst>
          </p:cNvPr>
          <p:cNvSpPr>
            <a:spLocks noGrp="1"/>
          </p:cNvSpPr>
          <p:nvPr>
            <p:ph type="title"/>
          </p:nvPr>
        </p:nvSpPr>
        <p:spPr>
          <a:xfrm>
            <a:off x="191441" y="204788"/>
            <a:ext cx="11233151" cy="720000"/>
          </a:xfrm>
        </p:spPr>
        <p:txBody>
          <a:bodyPr/>
          <a:lstStyle/>
          <a:p>
            <a:r>
              <a:rPr lang="en-US"/>
              <a:t>Phase 3 </a:t>
            </a:r>
            <a:r>
              <a:rPr lang="en-US" err="1"/>
              <a:t>Design_Updated</a:t>
            </a:r>
            <a:r>
              <a:rPr lang="en-US"/>
              <a:t> Global Sample Size N=5850</a:t>
            </a:r>
            <a:br>
              <a:rPr lang="en-US"/>
            </a:br>
            <a:endParaRPr lang="en-US" sz="2000" b="0" i="1"/>
          </a:p>
        </p:txBody>
      </p:sp>
      <p:sp>
        <p:nvSpPr>
          <p:cNvPr id="5" name="Footer Placeholder 4">
            <a:extLst>
              <a:ext uri="{FF2B5EF4-FFF2-40B4-BE49-F238E27FC236}">
                <a16:creationId xmlns:a16="http://schemas.microsoft.com/office/drawing/2014/main" id="{EC2AA7F6-3ECC-46C6-0B4B-E00C7EB0BB1A}"/>
              </a:ext>
            </a:extLst>
          </p:cNvPr>
          <p:cNvSpPr>
            <a:spLocks noGrp="1"/>
          </p:cNvSpPr>
          <p:nvPr>
            <p:ph type="ftr" sz="quarter" idx="19"/>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1507-0010 |    ONLY FOR INTERNAL USE</a:t>
            </a:r>
          </a:p>
        </p:txBody>
      </p:sp>
      <p:sp>
        <p:nvSpPr>
          <p:cNvPr id="4" name="Slide Number Placeholder 3">
            <a:extLst>
              <a:ext uri="{FF2B5EF4-FFF2-40B4-BE49-F238E27FC236}">
                <a16:creationId xmlns:a16="http://schemas.microsoft.com/office/drawing/2014/main" id="{F3C9B47C-0520-F092-8F08-6C0D372BE4B7}"/>
              </a:ext>
            </a:extLst>
          </p:cNvPr>
          <p:cNvSpPr>
            <a:spLocks noGrp="1"/>
          </p:cNvSpPr>
          <p:nvPr>
            <p:ph type="sldNum" sz="quarter" idx="2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3" name="Table 15">
            <a:extLst>
              <a:ext uri="{FF2B5EF4-FFF2-40B4-BE49-F238E27FC236}">
                <a16:creationId xmlns:a16="http://schemas.microsoft.com/office/drawing/2014/main" id="{0153A030-A7C5-EB2E-4F2C-3D688C947F09}"/>
              </a:ext>
            </a:extLst>
          </p:cNvPr>
          <p:cNvGraphicFramePr>
            <a:graphicFrameLocks noGrp="1"/>
          </p:cNvGraphicFramePr>
          <p:nvPr/>
        </p:nvGraphicFramePr>
        <p:xfrm>
          <a:off x="703067" y="1044926"/>
          <a:ext cx="10649517" cy="4845296"/>
        </p:xfrm>
        <a:graphic>
          <a:graphicData uri="http://schemas.openxmlformats.org/drawingml/2006/table">
            <a:tbl>
              <a:tblPr firstRow="1" bandRow="1">
                <a:tableStyleId>{9D7B26C5-4107-4FEC-AEDC-1716B250A1EF}</a:tableStyleId>
              </a:tblPr>
              <a:tblGrid>
                <a:gridCol w="1846956">
                  <a:extLst>
                    <a:ext uri="{9D8B030D-6E8A-4147-A177-3AD203B41FA5}">
                      <a16:colId xmlns:a16="http://schemas.microsoft.com/office/drawing/2014/main" val="3769594365"/>
                    </a:ext>
                  </a:extLst>
                </a:gridCol>
                <a:gridCol w="2844285">
                  <a:extLst>
                    <a:ext uri="{9D8B030D-6E8A-4147-A177-3AD203B41FA5}">
                      <a16:colId xmlns:a16="http://schemas.microsoft.com/office/drawing/2014/main" val="3021195709"/>
                    </a:ext>
                  </a:extLst>
                </a:gridCol>
                <a:gridCol w="3082728">
                  <a:extLst>
                    <a:ext uri="{9D8B030D-6E8A-4147-A177-3AD203B41FA5}">
                      <a16:colId xmlns:a16="http://schemas.microsoft.com/office/drawing/2014/main" val="4225754433"/>
                    </a:ext>
                  </a:extLst>
                </a:gridCol>
                <a:gridCol w="2875548">
                  <a:extLst>
                    <a:ext uri="{9D8B030D-6E8A-4147-A177-3AD203B41FA5}">
                      <a16:colId xmlns:a16="http://schemas.microsoft.com/office/drawing/2014/main" val="3745131139"/>
                    </a:ext>
                  </a:extLst>
                </a:gridCol>
              </a:tblGrid>
              <a:tr h="518784">
                <a:tc>
                  <a:txBody>
                    <a:bodyPr/>
                    <a:lstStyle/>
                    <a:p>
                      <a:r>
                        <a:rPr lang="en-US" sz="1400">
                          <a:solidFill>
                            <a:schemeClr val="bg1"/>
                          </a:solidFill>
                        </a:rPr>
                        <a:t>Milestone</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r>
                        <a:rPr lang="en-US" altLang="zh-CN" sz="1400">
                          <a:solidFill>
                            <a:schemeClr val="bg1"/>
                          </a:solidFill>
                        </a:rPr>
                        <a:t>Global Timeline</a:t>
                      </a:r>
                      <a:endParaRPr lang="en-US" sz="1400">
                        <a:solidFill>
                          <a:schemeClr val="bg1"/>
                        </a:solidFill>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r>
                        <a:rPr lang="en-US" altLang="zh-CN" sz="1400">
                          <a:solidFill>
                            <a:schemeClr val="bg1"/>
                          </a:solidFill>
                        </a:rPr>
                        <a:t>China Timeline </a:t>
                      </a:r>
                    </a:p>
                    <a:p>
                      <a:r>
                        <a:rPr lang="en-US" altLang="zh-CN" sz="1400">
                          <a:solidFill>
                            <a:schemeClr val="bg1"/>
                          </a:solidFill>
                        </a:rPr>
                        <a:t>(based on </a:t>
                      </a:r>
                      <a:r>
                        <a:rPr lang="en-US" altLang="zh-CN" sz="1400">
                          <a:solidFill>
                            <a:srgbClr val="FFFF00"/>
                          </a:solidFill>
                        </a:rPr>
                        <a:t>6-month</a:t>
                      </a:r>
                      <a:r>
                        <a:rPr lang="en-US" altLang="zh-CN" sz="1400">
                          <a:solidFill>
                            <a:schemeClr val="bg1"/>
                          </a:solidFill>
                        </a:rPr>
                        <a:t> benchmark </a:t>
                      </a:r>
                    </a:p>
                    <a:p>
                      <a:r>
                        <a:rPr lang="en-US" altLang="zh-CN" sz="1400">
                          <a:solidFill>
                            <a:schemeClr val="bg1"/>
                          </a:solidFill>
                        </a:rPr>
                        <a:t>from CTA submission to </a:t>
                      </a:r>
                      <a:r>
                        <a:rPr lang="en-US" altLang="zh-CN" sz="1400" err="1">
                          <a:solidFill>
                            <a:schemeClr val="bg1"/>
                          </a:solidFill>
                        </a:rPr>
                        <a:t>fSIV</a:t>
                      </a:r>
                      <a:r>
                        <a:rPr lang="en-US" altLang="zh-CN" sz="1400">
                          <a:solidFill>
                            <a:schemeClr val="bg1"/>
                          </a:solidFill>
                        </a:rPr>
                        <a:t>)</a:t>
                      </a:r>
                      <a:endParaRPr lang="en-US" sz="1400">
                        <a:solidFill>
                          <a:schemeClr val="bg1"/>
                        </a:solidFill>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r>
                        <a:rPr lang="en-US" altLang="zh-CN" sz="1400">
                          <a:solidFill>
                            <a:schemeClr val="bg1"/>
                          </a:solidFill>
                        </a:rPr>
                        <a:t>China Timeline </a:t>
                      </a:r>
                    </a:p>
                    <a:p>
                      <a:r>
                        <a:rPr lang="en-US" altLang="zh-CN" sz="1400">
                          <a:solidFill>
                            <a:schemeClr val="bg1"/>
                          </a:solidFill>
                        </a:rPr>
                        <a:t>(based on 1404-0061 </a:t>
                      </a:r>
                      <a:r>
                        <a:rPr lang="en-US" altLang="zh-CN" sz="1400">
                          <a:solidFill>
                            <a:srgbClr val="FFFF00"/>
                          </a:solidFill>
                        </a:rPr>
                        <a:t>4-month </a:t>
                      </a:r>
                      <a:r>
                        <a:rPr lang="en-US" altLang="zh-CN" sz="1400" b="1" kern="1200">
                          <a:solidFill>
                            <a:schemeClr val="bg1"/>
                          </a:solidFill>
                          <a:latin typeface="+mn-lt"/>
                          <a:ea typeface="+mn-ea"/>
                          <a:cs typeface="+mn-cs"/>
                        </a:rPr>
                        <a:t>from CTA submission to </a:t>
                      </a:r>
                      <a:r>
                        <a:rPr lang="en-US" altLang="zh-CN" sz="1400" b="1" kern="1200" err="1">
                          <a:solidFill>
                            <a:schemeClr val="bg1"/>
                          </a:solidFill>
                          <a:latin typeface="+mn-lt"/>
                          <a:ea typeface="+mn-ea"/>
                          <a:cs typeface="+mn-cs"/>
                        </a:rPr>
                        <a:t>fSIV</a:t>
                      </a:r>
                      <a:r>
                        <a:rPr lang="en-US" altLang="zh-CN" sz="1400">
                          <a:solidFill>
                            <a:schemeClr val="bg1"/>
                          </a:solidFill>
                        </a:rPr>
                        <a:t>)</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62175356"/>
                  </a:ext>
                </a:extLst>
              </a:tr>
              <a:tr h="550019">
                <a:tc>
                  <a:txBody>
                    <a:bodyPr/>
                    <a:lstStyle/>
                    <a:p>
                      <a:r>
                        <a:rPr lang="en-US" sz="1400" b="1"/>
                        <a:t>Final CTA Package</a:t>
                      </a:r>
                    </a:p>
                  </a:txBody>
                  <a:tcPr anchor="ctr">
                    <a:lnL>
                      <a:noFill/>
                    </a:lnL>
                    <a:lnR>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400"/>
                        <a:t>31Oct2026 </a:t>
                      </a:r>
                    </a:p>
                  </a:txBody>
                  <a:tcPr anchor="ctr">
                    <a:lnL>
                      <a:noFill/>
                    </a:lnL>
                    <a:lnR>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0"/>
                        <a:t>31Oct2026 </a:t>
                      </a:r>
                    </a:p>
                  </a:txBody>
                  <a:tcPr anchor="ctr">
                    <a:lnL>
                      <a:noFill/>
                    </a:lnL>
                    <a:lnR>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0" kern="1200">
                          <a:solidFill>
                            <a:schemeClr val="tx1"/>
                          </a:solidFill>
                          <a:latin typeface="+mn-lt"/>
                          <a:ea typeface="+mn-ea"/>
                          <a:cs typeface="+mn-cs"/>
                        </a:rPr>
                        <a:t>31Oct2026</a:t>
                      </a:r>
                    </a:p>
                  </a:txBody>
                  <a:tcPr anchor="ctr">
                    <a:lnL>
                      <a:noFill/>
                    </a:lnL>
                    <a:lnR>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8671909"/>
                  </a:ext>
                </a:extLst>
              </a:tr>
              <a:tr h="550019">
                <a:tc>
                  <a:txBody>
                    <a:bodyPr/>
                    <a:lstStyle/>
                    <a:p>
                      <a:r>
                        <a:rPr lang="en-US" sz="1400" b="1"/>
                        <a:t>CTA Submission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t>30Nov2026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t>30Nov2026</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15385076"/>
                  </a:ext>
                </a:extLst>
              </a:tr>
              <a:tr h="550019">
                <a:tc>
                  <a:txBody>
                    <a:bodyPr/>
                    <a:lstStyle/>
                    <a:p>
                      <a:r>
                        <a:rPr lang="en-US" sz="1400" b="1"/>
                        <a:t>CTA Approval</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t>29Jan2027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t>29Jan2027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2467076"/>
                  </a:ext>
                </a:extLst>
              </a:tr>
              <a:tr h="572063">
                <a:tc>
                  <a:txBody>
                    <a:bodyPr/>
                    <a:lstStyle/>
                    <a:p>
                      <a:r>
                        <a:rPr lang="en-US" sz="1400" b="1"/>
                        <a:t>First Site Initiated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01Mar2027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28May2027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31Mar2027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453940977"/>
                  </a:ext>
                </a:extLst>
              </a:tr>
              <a:tr h="580068">
                <a:tc>
                  <a:txBody>
                    <a:bodyPr/>
                    <a:lstStyle/>
                    <a:p>
                      <a:r>
                        <a:rPr lang="en-US" sz="1400" b="1"/>
                        <a:t>First Subject Randomized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08Mar2027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04Jun2027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t>03Apr2027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0112837"/>
                  </a:ext>
                </a:extLst>
              </a:tr>
              <a:tr h="580068">
                <a:tc>
                  <a:txBody>
                    <a:bodyPr/>
                    <a:lstStyle/>
                    <a:p>
                      <a:r>
                        <a:rPr lang="en-US" sz="1400" b="1"/>
                        <a:t>Last Subject Randomized</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01Aug2027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01Aug2027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Boehringer Forward Text"/>
                          <a:ea typeface="+mn-ea"/>
                          <a:cs typeface="+mn-cs"/>
                        </a:rPr>
                        <a:t>01Aug2027</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0157473"/>
                  </a:ext>
                </a:extLst>
              </a:tr>
              <a:tr h="681125">
                <a:tc>
                  <a:txBody>
                    <a:bodyPr/>
                    <a:lstStyle/>
                    <a:p>
                      <a:r>
                        <a:rPr lang="en-US" sz="1400" b="1"/>
                        <a:t>Enrollment Duration</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a:t>
                      </a:r>
                      <a:r>
                        <a:rPr lang="en-US" sz="1400" b="1">
                          <a:solidFill>
                            <a:schemeClr val="accent2">
                              <a:lumMod val="75000"/>
                            </a:schemeClr>
                          </a:solidFill>
                        </a:rPr>
                        <a:t>5 mo</a:t>
                      </a:r>
                      <a:r>
                        <a:rPr lang="en-US" altLang="zh-CN" sz="1400" b="1">
                          <a:solidFill>
                            <a:schemeClr val="accent2">
                              <a:lumMod val="75000"/>
                            </a:schemeClr>
                          </a:solidFill>
                        </a:rPr>
                        <a:t>nth</a:t>
                      </a:r>
                      <a:r>
                        <a:rPr lang="en-US" sz="1400" b="1">
                          <a:solidFill>
                            <a:schemeClr val="accent2">
                              <a:lumMod val="75000"/>
                            </a:schemeClr>
                          </a:solidFill>
                        </a:rPr>
                        <a:t>s </a:t>
                      </a:r>
                      <a:r>
                        <a:rPr lang="en-US" sz="1400" b="1"/>
                        <a:t>for pt with T2DM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t>~</a:t>
                      </a:r>
                      <a:r>
                        <a:rPr lang="en-US" altLang="zh-CN" sz="1400" b="1">
                          <a:solidFill>
                            <a:schemeClr val="accent2">
                              <a:lumMod val="75000"/>
                            </a:schemeClr>
                          </a:solidFill>
                        </a:rPr>
                        <a:t>6.8 months </a:t>
                      </a:r>
                      <a:r>
                        <a:rPr lang="en-US" altLang="zh-CN" sz="1400" b="1"/>
                        <a:t>for pt without T2DM</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solidFill>
                            <a:srgbClr val="FF0000"/>
                          </a:solidFill>
                        </a:rPr>
                        <a:t>&lt; 2 months </a:t>
                      </a:r>
                      <a:r>
                        <a:rPr lang="en-US" altLang="zh-CN" sz="1400" b="1"/>
                        <a:t>for pt with T2DM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solidFill>
                            <a:srgbClr val="FF0000"/>
                          </a:solidFill>
                        </a:rPr>
                        <a:t>&lt; 3.8 months </a:t>
                      </a:r>
                      <a:r>
                        <a:rPr lang="en-US" altLang="zh-CN" sz="1400" b="1"/>
                        <a:t>for pt without T2DM</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t>~</a:t>
                      </a:r>
                      <a:r>
                        <a:rPr lang="en-US" altLang="zh-CN" sz="1400" b="1">
                          <a:solidFill>
                            <a:srgbClr val="FF0000"/>
                          </a:solidFill>
                        </a:rPr>
                        <a:t>4 months </a:t>
                      </a:r>
                      <a:r>
                        <a:rPr lang="en-US" altLang="zh-CN" sz="1400" b="1"/>
                        <a:t>for pt with T2DM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b="1"/>
                        <a:t>~</a:t>
                      </a:r>
                      <a:r>
                        <a:rPr lang="en-US" altLang="zh-CN" sz="1400" b="1">
                          <a:solidFill>
                            <a:srgbClr val="FF0000"/>
                          </a:solidFill>
                        </a:rPr>
                        <a:t>5.8 months </a:t>
                      </a:r>
                      <a:r>
                        <a:rPr lang="en-US" altLang="zh-CN" sz="1400" b="1"/>
                        <a:t>for pt without T2DM</a:t>
                      </a:r>
                    </a:p>
                  </a:txBody>
                  <a:tcPr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7111357"/>
                  </a:ext>
                </a:extLst>
              </a:tr>
            </a:tbl>
          </a:graphicData>
        </a:graphic>
      </p:graphicFrame>
      <p:sp>
        <p:nvSpPr>
          <p:cNvPr id="15" name="TextBox 14">
            <a:extLst>
              <a:ext uri="{FF2B5EF4-FFF2-40B4-BE49-F238E27FC236}">
                <a16:creationId xmlns:a16="http://schemas.microsoft.com/office/drawing/2014/main" id="{093F4A72-8F6C-9E54-D340-CF02A8D70EAD}"/>
              </a:ext>
            </a:extLst>
          </p:cNvPr>
          <p:cNvSpPr txBox="1"/>
          <p:nvPr/>
        </p:nvSpPr>
        <p:spPr bwMode="gray">
          <a:xfrm>
            <a:off x="1807933" y="669360"/>
            <a:ext cx="7549816" cy="400110"/>
          </a:xfrm>
          <a:prstGeom prst="rect">
            <a:avLst/>
          </a:prstGeom>
          <a:noFill/>
        </p:spPr>
        <p:txBody>
          <a:bodyPr wrap="square">
            <a:spAutoFit/>
          </a:bodyPr>
          <a:lstStyle/>
          <a:p>
            <a:r>
              <a:rPr lang="pt-PT" altLang="zh-CN" sz="2000"/>
              <a:t>Global team plan to allocate </a:t>
            </a:r>
            <a:r>
              <a:rPr lang="pt-PT" altLang="zh-CN" sz="2000" b="1"/>
              <a:t>75 sites </a:t>
            </a:r>
            <a:r>
              <a:rPr lang="pt-PT" altLang="zh-CN" sz="2000"/>
              <a:t>and </a:t>
            </a:r>
            <a:r>
              <a:rPr lang="pt-PT" altLang="zh-CN" sz="2000" b="1"/>
              <a:t>585 pts </a:t>
            </a:r>
            <a:r>
              <a:rPr lang="pt-PT" altLang="zh-CN" sz="2000"/>
              <a:t>to China. </a:t>
            </a:r>
            <a:endParaRPr lang="zh-CN" altLang="en-US" sz="2000"/>
          </a:p>
        </p:txBody>
      </p:sp>
    </p:spTree>
    <p:extLst>
      <p:ext uri="{BB962C8B-B14F-4D97-AF65-F5344CB8AC3E}">
        <p14:creationId xmlns:p14="http://schemas.microsoft.com/office/powerpoint/2010/main" val="350066832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180AD64-639A-D749-1A43-FC01D7346921}"/>
              </a:ext>
            </a:extLst>
          </p:cNvPr>
          <p:cNvSpPr>
            <a:spLocks noGrp="1"/>
          </p:cNvSpPr>
          <p:nvPr>
            <p:ph type="title"/>
          </p:nvPr>
        </p:nvSpPr>
        <p:spPr>
          <a:xfrm>
            <a:off x="368965" y="323164"/>
            <a:ext cx="11233151" cy="720000"/>
          </a:xfrm>
        </p:spPr>
        <p:txBody>
          <a:bodyPr/>
          <a:lstStyle/>
          <a:p>
            <a:r>
              <a:rPr lang="en-US" altLang="zh-CN"/>
              <a:t>Potential Leading PI Discussed with Evidence Team </a:t>
            </a:r>
            <a:endParaRPr lang="zh-CN" altLang="en-US"/>
          </a:p>
        </p:txBody>
      </p:sp>
      <p:sp>
        <p:nvSpPr>
          <p:cNvPr id="7" name="Slide Number Placeholder 6">
            <a:extLst>
              <a:ext uri="{FF2B5EF4-FFF2-40B4-BE49-F238E27FC236}">
                <a16:creationId xmlns:a16="http://schemas.microsoft.com/office/drawing/2014/main" id="{AE3CD864-7101-FFCD-6CCD-C5385210FF6F}"/>
              </a:ext>
            </a:extLst>
          </p:cNvPr>
          <p:cNvSpPr>
            <a:spLocks noGrp="1"/>
          </p:cNvSpPr>
          <p:nvPr>
            <p:ph type="sldNum" sz="quarter" idx="20"/>
          </p:nvPr>
        </p:nvSpPr>
        <p:spPr/>
        <p:txBody>
          <a:bodyPr/>
          <a:lstStyle/>
          <a:p>
            <a:fld id="{DF4E8F9F-5B1F-4F5B-BE49-3245D8C18D9F}" type="slidenum">
              <a:rPr lang="en-US" smtClean="0"/>
              <a:pPr/>
              <a:t>79</a:t>
            </a:fld>
            <a:endParaRPr lang="en-US"/>
          </a:p>
        </p:txBody>
      </p:sp>
      <p:graphicFrame>
        <p:nvGraphicFramePr>
          <p:cNvPr id="14" name="Table 13">
            <a:extLst>
              <a:ext uri="{FF2B5EF4-FFF2-40B4-BE49-F238E27FC236}">
                <a16:creationId xmlns:a16="http://schemas.microsoft.com/office/drawing/2014/main" id="{FBE7DB2F-C31F-9C31-8FB9-0B24830D1F8F}"/>
              </a:ext>
            </a:extLst>
          </p:cNvPr>
          <p:cNvGraphicFramePr>
            <a:graphicFrameLocks noGrp="1"/>
          </p:cNvGraphicFramePr>
          <p:nvPr/>
        </p:nvGraphicFramePr>
        <p:xfrm>
          <a:off x="368965" y="719433"/>
          <a:ext cx="11637505" cy="5461000"/>
        </p:xfrm>
        <a:graphic>
          <a:graphicData uri="http://schemas.openxmlformats.org/drawingml/2006/table">
            <a:tbl>
              <a:tblPr/>
              <a:tblGrid>
                <a:gridCol w="1516502">
                  <a:extLst>
                    <a:ext uri="{9D8B030D-6E8A-4147-A177-3AD203B41FA5}">
                      <a16:colId xmlns:a16="http://schemas.microsoft.com/office/drawing/2014/main" val="2689092089"/>
                    </a:ext>
                  </a:extLst>
                </a:gridCol>
                <a:gridCol w="2679673">
                  <a:extLst>
                    <a:ext uri="{9D8B030D-6E8A-4147-A177-3AD203B41FA5}">
                      <a16:colId xmlns:a16="http://schemas.microsoft.com/office/drawing/2014/main" val="3195389778"/>
                    </a:ext>
                  </a:extLst>
                </a:gridCol>
                <a:gridCol w="7441330">
                  <a:extLst>
                    <a:ext uri="{9D8B030D-6E8A-4147-A177-3AD203B41FA5}">
                      <a16:colId xmlns:a16="http://schemas.microsoft.com/office/drawing/2014/main" val="3001771275"/>
                    </a:ext>
                  </a:extLst>
                </a:gridCol>
              </a:tblGrid>
              <a:tr h="435845">
                <a:tc>
                  <a:txBody>
                    <a:bodyPr/>
                    <a:lstStyle/>
                    <a:p>
                      <a:pPr algn="ctr" fontAlgn="ctr">
                        <a:buNone/>
                      </a:pPr>
                      <a:r>
                        <a:rPr lang="pt-PT" sz="1700" b="1" i="0" u="none" strike="noStrike">
                          <a:solidFill>
                            <a:srgbClr val="FFFFFF"/>
                          </a:solidFill>
                          <a:effectLst/>
                          <a:latin typeface="等线" panose="02010600030101010101" pitchFamily="2" charset="-122"/>
                          <a:ea typeface="等线" panose="02010600030101010101" pitchFamily="2" charset="-122"/>
                        </a:rPr>
                        <a:t>Leading PI</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rgbClr val="196B24"/>
                    </a:solidFill>
                  </a:tcPr>
                </a:tc>
                <a:tc>
                  <a:txBody>
                    <a:bodyPr/>
                    <a:lstStyle/>
                    <a:p>
                      <a:pPr algn="l" fontAlgn="ctr">
                        <a:buNone/>
                      </a:pPr>
                      <a:r>
                        <a:rPr lang="pt-PT" sz="1700" b="1" i="0" u="none" strike="noStrike">
                          <a:solidFill>
                            <a:srgbClr val="FFFFFF"/>
                          </a:solidFill>
                          <a:effectLst/>
                          <a:latin typeface="等线" panose="02010600030101010101" pitchFamily="2" charset="-122"/>
                          <a:ea typeface="等线" panose="02010600030101010101" pitchFamily="2" charset="-122"/>
                        </a:rPr>
                        <a:t>Site Name</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rgbClr val="196B24"/>
                    </a:solidFill>
                  </a:tcPr>
                </a:tc>
                <a:tc>
                  <a:txBody>
                    <a:bodyPr/>
                    <a:lstStyle/>
                    <a:p>
                      <a:pPr algn="l" fontAlgn="ctr">
                        <a:buNone/>
                      </a:pPr>
                      <a:r>
                        <a:rPr lang="pt-PT" sz="1700" b="1" i="0" u="none" strike="noStrike">
                          <a:solidFill>
                            <a:srgbClr val="FFFFFF"/>
                          </a:solidFill>
                          <a:effectLst/>
                          <a:latin typeface="等线" panose="02010600030101010101" pitchFamily="2" charset="-122"/>
                          <a:ea typeface="等线" panose="02010600030101010101" pitchFamily="2" charset="-122"/>
                        </a:rPr>
                        <a:t>Comments</a:t>
                      </a: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rgbClr val="196B24"/>
                    </a:solidFill>
                  </a:tcPr>
                </a:tc>
                <a:extLst>
                  <a:ext uri="{0D108BD9-81ED-4DB2-BD59-A6C34878D82A}">
                    <a16:rowId xmlns:a16="http://schemas.microsoft.com/office/drawing/2014/main" val="751699010"/>
                  </a:ext>
                </a:extLst>
              </a:tr>
              <a:tr h="453410">
                <a:tc>
                  <a:txBody>
                    <a:bodyPr/>
                    <a:lstStyle/>
                    <a:p>
                      <a:pPr algn="ctr"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纪立农</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chemeClr val="accent2">
                        <a:lumMod val="20000"/>
                        <a:lumOff val="80000"/>
                      </a:schemeClr>
                    </a:solidFill>
                  </a:tcPr>
                </a:tc>
                <a:tc>
                  <a:txBody>
                    <a:bodyPr/>
                    <a:lstStyle/>
                    <a:p>
                      <a:pPr algn="l"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北京大学人民医院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chemeClr val="accent2">
                        <a:lumMod val="20000"/>
                        <a:lumOff val="80000"/>
                      </a:schemeClr>
                    </a:solidFill>
                  </a:tcPr>
                </a:tc>
                <a:tc>
                  <a:txBody>
                    <a:bodyPr/>
                    <a:lstStyle/>
                    <a:p>
                      <a:pPr algn="l" fontAlgn="ctr">
                        <a:buNone/>
                      </a:pPr>
                      <a:r>
                        <a:rPr lang="en-US" sz="1800" b="1" i="0" u="none" strike="noStrike">
                          <a:solidFill>
                            <a:srgbClr val="000000"/>
                          </a:solidFill>
                          <a:effectLst/>
                          <a:latin typeface="等线" panose="02010600030101010101" pitchFamily="2" charset="-122"/>
                          <a:ea typeface="等线" panose="02010600030101010101" pitchFamily="2" charset="-122"/>
                        </a:rPr>
                        <a:t>Recommend; </a:t>
                      </a:r>
                      <a:r>
                        <a:rPr lang="en-US" sz="1800" b="0" i="0" u="none" strike="noStrike">
                          <a:solidFill>
                            <a:srgbClr val="000000"/>
                          </a:solidFill>
                          <a:effectLst/>
                          <a:latin typeface="等线" panose="02010600030101010101" pitchFamily="2" charset="-122"/>
                          <a:ea typeface="等线" panose="02010600030101010101" pitchFamily="2" charset="-122"/>
                        </a:rPr>
                        <a:t>refer to the following slides for details </a:t>
                      </a: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21151096"/>
                  </a:ext>
                </a:extLst>
              </a:tr>
              <a:tr h="639922">
                <a:tc>
                  <a:txBody>
                    <a:bodyPr/>
                    <a:lstStyle/>
                    <a:p>
                      <a:pPr algn="ctr"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洪天配</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北京大学第三医院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en-US" sz="1800" b="1" i="0" u="none" strike="noStrike">
                          <a:solidFill>
                            <a:srgbClr val="000000"/>
                          </a:solidFill>
                          <a:effectLst/>
                          <a:latin typeface="等线" panose="02010600030101010101" pitchFamily="2" charset="-122"/>
                          <a:ea typeface="等线" panose="02010600030101010101" pitchFamily="2" charset="-122"/>
                        </a:rPr>
                        <a:t>Site can be initiated in 3.3 months even in the 60-WD CTA path;</a:t>
                      </a:r>
                    </a:p>
                    <a:p>
                      <a:pPr algn="l" fontAlgn="ctr">
                        <a:buNone/>
                      </a:pPr>
                      <a:r>
                        <a:rPr lang="en-US" sz="1800" b="0" i="0" u="none" strike="noStrike">
                          <a:solidFill>
                            <a:srgbClr val="000000"/>
                          </a:solidFill>
                          <a:effectLst/>
                          <a:latin typeface="等线" panose="02010600030101010101" pitchFamily="2" charset="-122"/>
                          <a:ea typeface="等线" panose="02010600030101010101" pitchFamily="2" charset="-122"/>
                        </a:rPr>
                        <a:t>PI is around </a:t>
                      </a:r>
                      <a:r>
                        <a:rPr lang="en-US" sz="1800" b="1" i="0" u="none" strike="noStrike">
                          <a:solidFill>
                            <a:srgbClr val="000000"/>
                          </a:solidFill>
                          <a:effectLst/>
                          <a:latin typeface="等线" panose="02010600030101010101" pitchFamily="2" charset="-122"/>
                          <a:ea typeface="等线" panose="02010600030101010101" pitchFamily="2" charset="-122"/>
                        </a:rPr>
                        <a:t>64 years old</a:t>
                      </a:r>
                      <a:r>
                        <a:rPr lang="en-US" sz="1800" b="0" i="0" u="none" strike="noStrike">
                          <a:solidFill>
                            <a:srgbClr val="000000"/>
                          </a:solidFill>
                          <a:effectLst/>
                          <a:latin typeface="等线" panose="02010600030101010101" pitchFamily="2" charset="-122"/>
                          <a:ea typeface="等线" panose="02010600030101010101" pitchFamily="2" charset="-122"/>
                        </a:rPr>
                        <a:t>;   </a:t>
                      </a:r>
                    </a:p>
                    <a:p>
                      <a:pPr algn="l" fontAlgn="ctr">
                        <a:buNone/>
                      </a:pPr>
                      <a:r>
                        <a:rPr lang="en-US" sz="1800" b="0" i="0" u="none" strike="noStrike">
                          <a:solidFill>
                            <a:srgbClr val="000000"/>
                          </a:solidFill>
                          <a:effectLst/>
                          <a:latin typeface="等线" panose="02010600030101010101" pitchFamily="2" charset="-122"/>
                          <a:ea typeface="等线" panose="02010600030101010101" pitchFamily="2" charset="-122"/>
                        </a:rPr>
                        <a:t>PI </a:t>
                      </a:r>
                      <a:r>
                        <a:rPr lang="en-US" sz="1800" b="1" i="0" u="none" strike="noStrike">
                          <a:solidFill>
                            <a:srgbClr val="000000"/>
                          </a:solidFill>
                          <a:effectLst/>
                          <a:latin typeface="等线" panose="02010600030101010101" pitchFamily="2" charset="-122"/>
                          <a:ea typeface="等线" panose="02010600030101010101" pitchFamily="2" charset="-122"/>
                        </a:rPr>
                        <a:t>only leads 4 clinical trials so far </a:t>
                      </a:r>
                      <a:r>
                        <a:rPr lang="en-US" sz="1800" b="0" i="0" u="none" strike="noStrike">
                          <a:solidFill>
                            <a:srgbClr val="000000"/>
                          </a:solidFill>
                          <a:effectLst/>
                          <a:latin typeface="等线" panose="02010600030101010101" pitchFamily="2" charset="-122"/>
                          <a:ea typeface="等线" panose="02010600030101010101" pitchFamily="2" charset="-122"/>
                        </a:rPr>
                        <a:t>(</a:t>
                      </a:r>
                      <a:r>
                        <a:rPr lang="en-US" altLang="zh-CN" sz="1800" b="0" i="0" u="none" strike="noStrike">
                          <a:solidFill>
                            <a:srgbClr val="000000"/>
                          </a:solidFill>
                          <a:effectLst/>
                          <a:latin typeface="等线" panose="02010600030101010101" pitchFamily="2" charset="-122"/>
                          <a:ea typeface="等线" panose="02010600030101010101" pitchFamily="2" charset="-122"/>
                        </a:rPr>
                        <a:t>lower</a:t>
                      </a:r>
                      <a:r>
                        <a:rPr lang="en-US" sz="1800" b="0" i="0" u="none" strike="noStrike">
                          <a:solidFill>
                            <a:srgbClr val="000000"/>
                          </a:solidFill>
                          <a:effectLst/>
                          <a:latin typeface="等线" panose="02010600030101010101" pitchFamily="2" charset="-122"/>
                          <a:ea typeface="等线" panose="02010600030101010101" pitchFamily="2" charset="-122"/>
                        </a:rPr>
                        <a:t> influence compared with </a:t>
                      </a:r>
                      <a:r>
                        <a:rPr lang="zh-CN" altLang="en-US" sz="1800" b="0" i="0" u="none" strike="noStrike">
                          <a:solidFill>
                            <a:srgbClr val="000000"/>
                          </a:solidFill>
                          <a:effectLst/>
                          <a:latin typeface="等线" panose="02010600030101010101" pitchFamily="2" charset="-122"/>
                          <a:ea typeface="等线" panose="02010600030101010101" pitchFamily="2" charset="-122"/>
                        </a:rPr>
                        <a:t>纪立农）</a:t>
                      </a:r>
                      <a:endParaRPr lang="en-US" sz="1800" b="0" i="0" u="none" strike="noStrike">
                        <a:solidFill>
                          <a:srgbClr val="000000"/>
                        </a:solidFill>
                        <a:effectLst/>
                        <a:latin typeface="等线" panose="02010600030101010101" pitchFamily="2" charset="-122"/>
                        <a:ea typeface="等线" panose="02010600030101010101" pitchFamily="2" charset="-122"/>
                      </a:endParaRP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3148655824"/>
                  </a:ext>
                </a:extLst>
              </a:tr>
              <a:tr h="639922">
                <a:tc>
                  <a:txBody>
                    <a:bodyPr/>
                    <a:lstStyle/>
                    <a:p>
                      <a:pPr algn="ctr"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李小英</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just"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复旦大学附属中山医院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en-US" sz="1800" b="1" i="0" u="none" strike="noStrike">
                          <a:solidFill>
                            <a:srgbClr val="000000"/>
                          </a:solidFill>
                          <a:effectLst/>
                          <a:latin typeface="等线" panose="02010600030101010101" pitchFamily="2" charset="-122"/>
                          <a:ea typeface="等线" panose="02010600030101010101" pitchFamily="2" charset="-122"/>
                        </a:rPr>
                        <a:t>Former </a:t>
                      </a:r>
                      <a:r>
                        <a:rPr lang="en-US" sz="1800" b="0" i="0" u="none" strike="noStrike">
                          <a:solidFill>
                            <a:srgbClr val="000000"/>
                          </a:solidFill>
                          <a:effectLst/>
                          <a:latin typeface="等线" panose="02010600030101010101" pitchFamily="2" charset="-122"/>
                          <a:ea typeface="等线" panose="02010600030101010101" pitchFamily="2" charset="-122"/>
                        </a:rPr>
                        <a:t>Department Head of Endocrinology </a:t>
                      </a: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3124741104"/>
                  </a:ext>
                </a:extLst>
              </a:tr>
              <a:tr h="681789">
                <a:tc>
                  <a:txBody>
                    <a:bodyPr/>
                    <a:lstStyle/>
                    <a:p>
                      <a:pPr algn="ctr"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张惠杰</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just"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复旦大学附属中山医院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marL="0" marR="0" lvl="0" indent="0" algn="l" defTabSz="914377" rtl="0" eaLnBrk="1" fontAlgn="ctr" latinLnBrk="0" hangingPunct="1">
                        <a:lnSpc>
                          <a:spcPct val="100000"/>
                        </a:lnSpc>
                        <a:spcBef>
                          <a:spcPts val="0"/>
                        </a:spcBef>
                        <a:spcAft>
                          <a:spcPts val="0"/>
                        </a:spcAft>
                        <a:buClrTx/>
                        <a:buSzTx/>
                        <a:buFontTx/>
                        <a:buNone/>
                        <a:tabLst/>
                        <a:defRPr/>
                      </a:pPr>
                      <a:r>
                        <a:rPr lang="pt-PT" sz="1800" b="1" i="0" u="none" strike="noStrike">
                          <a:solidFill>
                            <a:srgbClr val="000000"/>
                          </a:solidFill>
                          <a:effectLst/>
                          <a:latin typeface="等线" panose="02010600030101010101" pitchFamily="2" charset="-122"/>
                          <a:ea typeface="等线" panose="02010600030101010101" pitchFamily="2" charset="-122"/>
                        </a:rPr>
                        <a:t>No Leading PI experience </a:t>
                      </a:r>
                      <a:r>
                        <a:rPr lang="en-US" altLang="zh-CN" sz="1800" b="0" i="0" u="none" strike="noStrike">
                          <a:solidFill>
                            <a:srgbClr val="000000"/>
                          </a:solidFill>
                          <a:effectLst/>
                          <a:latin typeface="等线" panose="02010600030101010101" pitchFamily="2" charset="-122"/>
                          <a:ea typeface="等线" panose="02010600030101010101" pitchFamily="2" charset="-122"/>
                        </a:rPr>
                        <a:t>(nominated by MA team)</a:t>
                      </a:r>
                      <a:endParaRPr lang="pt-PT" sz="1800" b="1" i="0" u="none" strike="noStrike">
                        <a:solidFill>
                          <a:srgbClr val="000000"/>
                        </a:solidFill>
                        <a:effectLst/>
                        <a:latin typeface="等线" panose="02010600030101010101" pitchFamily="2" charset="-122"/>
                        <a:ea typeface="等线" panose="02010600030101010101" pitchFamily="2" charset="-122"/>
                      </a:endParaRPr>
                    </a:p>
                    <a:p>
                      <a:pPr algn="l" fontAlgn="ctr">
                        <a:buNone/>
                      </a:pPr>
                      <a:r>
                        <a:rPr lang="en-US" altLang="zh-CN" sz="1800" b="0" i="0" u="none" strike="noStrike">
                          <a:solidFill>
                            <a:srgbClr val="000000"/>
                          </a:solidFill>
                          <a:effectLst/>
                          <a:latin typeface="等线" panose="02010600030101010101" pitchFamily="2" charset="-122"/>
                          <a:ea typeface="等线" panose="02010600030101010101" pitchFamily="2" charset="-122"/>
                        </a:rPr>
                        <a:t>Current Department Head of Endocrinology </a:t>
                      </a:r>
                      <a:endParaRPr lang="pt-PT" sz="1800" b="0" i="0" u="none" strike="noStrike">
                        <a:solidFill>
                          <a:srgbClr val="000000"/>
                        </a:solidFill>
                        <a:effectLst/>
                        <a:latin typeface="等线" panose="02010600030101010101" pitchFamily="2" charset="-122"/>
                        <a:ea typeface="等线" panose="02010600030101010101" pitchFamily="2" charset="-122"/>
                      </a:endParaRP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988359094"/>
                  </a:ext>
                </a:extLst>
              </a:tr>
              <a:tr h="639922">
                <a:tc>
                  <a:txBody>
                    <a:bodyPr/>
                    <a:lstStyle/>
                    <a:p>
                      <a:pPr algn="ctr"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毕   艳</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just"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南京鼓楼医院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pt-PT" sz="1800" b="1" i="0" u="none" strike="noStrike">
                          <a:solidFill>
                            <a:srgbClr val="000000"/>
                          </a:solidFill>
                          <a:effectLst/>
                          <a:latin typeface="等线" panose="02010600030101010101" pitchFamily="2" charset="-122"/>
                          <a:ea typeface="等线" panose="02010600030101010101" pitchFamily="2" charset="-122"/>
                        </a:rPr>
                        <a:t>Only lead one ph1/2 local PK study </a:t>
                      </a:r>
                      <a:r>
                        <a:rPr lang="zh-CN" altLang="en-US" sz="1400" b="1" i="0" u="none" strike="noStrike">
                          <a:solidFill>
                            <a:srgbClr val="000000"/>
                          </a:solidFill>
                          <a:effectLst/>
                          <a:latin typeface="等线" panose="02010600030101010101" pitchFamily="2" charset="-122"/>
                          <a:ea typeface="等线" panose="02010600030101010101" pitchFamily="2" charset="-122"/>
                        </a:rPr>
                        <a:t>信达</a:t>
                      </a:r>
                      <a:r>
                        <a:rPr lang="en-US" altLang="zh-CN" sz="1400" b="1" i="0" u="none" strike="noStrike">
                          <a:solidFill>
                            <a:srgbClr val="000000"/>
                          </a:solidFill>
                          <a:effectLst/>
                          <a:latin typeface="等线" panose="02010600030101010101" pitchFamily="2" charset="-122"/>
                          <a:ea typeface="等线" panose="02010600030101010101" pitchFamily="2" charset="-122"/>
                        </a:rPr>
                        <a:t>-</a:t>
                      </a:r>
                      <a:r>
                        <a:rPr lang="zh-CN" altLang="en-US" sz="1400" b="1" i="0" u="none" strike="noStrike">
                          <a:solidFill>
                            <a:srgbClr val="000000"/>
                          </a:solidFill>
                          <a:effectLst/>
                          <a:latin typeface="等线" panose="02010600030101010101" pitchFamily="2" charset="-122"/>
                          <a:ea typeface="等线" panose="02010600030101010101" pitchFamily="2" charset="-122"/>
                        </a:rPr>
                        <a:t>玛仕度肽</a:t>
                      </a:r>
                      <a:r>
                        <a:rPr lang="zh-CN" altLang="en-US" sz="1800" b="1" i="0" u="none" strike="noStrike">
                          <a:solidFill>
                            <a:srgbClr val="000000"/>
                          </a:solidFill>
                          <a:effectLst/>
                          <a:latin typeface="等线" panose="02010600030101010101" pitchFamily="2" charset="-122"/>
                          <a:ea typeface="等线" panose="02010600030101010101" pitchFamily="2" charset="-122"/>
                        </a:rPr>
                        <a:t> </a:t>
                      </a:r>
                      <a:r>
                        <a:rPr lang="pt-PT" sz="1800" b="1" i="0" u="none" strike="noStrike">
                          <a:solidFill>
                            <a:srgbClr val="000000"/>
                          </a:solidFill>
                          <a:effectLst/>
                          <a:latin typeface="等线" panose="02010600030101010101" pitchFamily="2" charset="-122"/>
                          <a:ea typeface="等线" panose="02010600030101010101" pitchFamily="2" charset="-122"/>
                        </a:rPr>
                        <a:t>in 2025</a:t>
                      </a:r>
                    </a:p>
                    <a:p>
                      <a:pPr algn="l" fontAlgn="ctr">
                        <a:buNone/>
                      </a:pPr>
                      <a:r>
                        <a:rPr lang="en-US" sz="1800" b="0" i="0" u="none" strike="noStrike">
                          <a:solidFill>
                            <a:srgbClr val="000000"/>
                          </a:solidFill>
                          <a:effectLst/>
                          <a:latin typeface="等线" panose="02010600030101010101" pitchFamily="2" charset="-122"/>
                          <a:ea typeface="等线" panose="02010600030101010101" pitchFamily="2" charset="-122"/>
                        </a:rPr>
                        <a:t>(nominated by MA team)</a:t>
                      </a:r>
                      <a:endParaRPr lang="pt-PT" sz="1800" b="0" i="0" u="none" strike="noStrike">
                        <a:solidFill>
                          <a:srgbClr val="000000"/>
                        </a:solidFill>
                        <a:effectLst/>
                        <a:latin typeface="等线" panose="02010600030101010101" pitchFamily="2" charset="-122"/>
                        <a:ea typeface="等线" panose="02010600030101010101" pitchFamily="2" charset="-122"/>
                      </a:endParaRP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3503481731"/>
                  </a:ext>
                </a:extLst>
              </a:tr>
              <a:tr h="674656">
                <a:tc>
                  <a:txBody>
                    <a:bodyPr/>
                    <a:lstStyle/>
                    <a:p>
                      <a:pPr algn="ctr"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刘   铭</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天津医科大学总医院</a:t>
                      </a: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en-US" sz="1800" b="1" i="0" u="none" strike="noStrike">
                          <a:solidFill>
                            <a:srgbClr val="000000"/>
                          </a:solidFill>
                          <a:effectLst/>
                          <a:latin typeface="等线" panose="02010600030101010101" pitchFamily="2" charset="-122"/>
                          <a:ea typeface="等线" panose="02010600030101010101" pitchFamily="2" charset="-122"/>
                        </a:rPr>
                        <a:t>60 years old; </a:t>
                      </a:r>
                      <a:br>
                        <a:rPr lang="en-US" sz="1800" b="1" i="0" u="none" strike="noStrike">
                          <a:solidFill>
                            <a:srgbClr val="000000"/>
                          </a:solidFill>
                          <a:effectLst/>
                          <a:latin typeface="等线" panose="02010600030101010101" pitchFamily="2" charset="-122"/>
                          <a:ea typeface="等线" panose="02010600030101010101" pitchFamily="2" charset="-122"/>
                        </a:rPr>
                      </a:br>
                      <a:r>
                        <a:rPr lang="en-US" altLang="zh-CN" sz="1800" b="0" i="0" u="none" strike="noStrike">
                          <a:solidFill>
                            <a:srgbClr val="000000"/>
                          </a:solidFill>
                          <a:effectLst/>
                          <a:latin typeface="等线" panose="02010600030101010101" pitchFamily="2" charset="-122"/>
                          <a:ea typeface="等线" panose="02010600030101010101" pitchFamily="2" charset="-122"/>
                        </a:rPr>
                        <a:t>S</a:t>
                      </a:r>
                      <a:r>
                        <a:rPr lang="en-US" sz="1800" b="0" i="0" u="none" strike="noStrike">
                          <a:solidFill>
                            <a:srgbClr val="000000"/>
                          </a:solidFill>
                          <a:effectLst/>
                          <a:latin typeface="等线" panose="02010600030101010101" pitchFamily="2" charset="-122"/>
                          <a:ea typeface="等线" panose="02010600030101010101" pitchFamily="2" charset="-122"/>
                        </a:rPr>
                        <a:t>ite usually takes </a:t>
                      </a:r>
                      <a:r>
                        <a:rPr lang="en-US" sz="1800" b="1" i="0" u="none" strike="noStrike">
                          <a:solidFill>
                            <a:srgbClr val="000000"/>
                          </a:solidFill>
                          <a:effectLst/>
                          <a:latin typeface="等线" panose="02010600030101010101" pitchFamily="2" charset="-122"/>
                          <a:ea typeface="等线" panose="02010600030101010101" pitchFamily="2" charset="-122"/>
                        </a:rPr>
                        <a:t>5 months from CTA submission to SIV</a:t>
                      </a: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4090250183"/>
                  </a:ext>
                </a:extLst>
              </a:tr>
              <a:tr h="639922">
                <a:tc>
                  <a:txBody>
                    <a:bodyPr/>
                    <a:lstStyle/>
                    <a:p>
                      <a:pPr algn="ctr" rtl="0" fontAlgn="ctr">
                        <a:buNone/>
                      </a:pPr>
                      <a:r>
                        <a:rPr lang="zh-CN" altLang="en-US" sz="1800" b="1" i="0" u="none" strike="noStrike">
                          <a:solidFill>
                            <a:srgbClr val="000000"/>
                          </a:solidFill>
                          <a:effectLst/>
                          <a:latin typeface="等线" panose="02010600030101010101" pitchFamily="2" charset="-122"/>
                          <a:ea typeface="等线" panose="02010600030101010101" pitchFamily="2" charset="-122"/>
                        </a:rPr>
                        <a:t>陈莉明</a:t>
                      </a:r>
                    </a:p>
                  </a:txBody>
                  <a:tcPr marL="7608" marR="7608" marT="7608" marB="0" anchor="ctr">
                    <a:lnL w="12700" cap="flat" cmpd="sng" algn="ctr">
                      <a:noFill/>
                      <a:prstDash val="solid"/>
                      <a:round/>
                      <a:headEnd type="none" w="med" len="med"/>
                      <a:tailEnd type="none" w="med" len="med"/>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algn="l" fontAlgn="ctr">
                        <a:buNone/>
                      </a:pPr>
                      <a:r>
                        <a:rPr lang="zh-CN" altLang="zh-CN" sz="1800" b="1">
                          <a:effectLst/>
                          <a:latin typeface="DengXian" panose="02010600030101010101" pitchFamily="2" charset="-122"/>
                          <a:ea typeface="DengXian" panose="02010600030101010101" pitchFamily="2" charset="-122"/>
                          <a:cs typeface="SimSun" panose="02010600030101010101" pitchFamily="2" charset="-122"/>
                        </a:rPr>
                        <a:t>天津医科大学朱宪彝</a:t>
                      </a:r>
                      <a:endParaRPr lang="en-US" altLang="zh-CN" sz="1800" b="1">
                        <a:effectLst/>
                        <a:latin typeface="DengXian" panose="02010600030101010101" pitchFamily="2" charset="-122"/>
                        <a:ea typeface="DengXian" panose="02010600030101010101" pitchFamily="2" charset="-122"/>
                        <a:cs typeface="SimSun" panose="02010600030101010101" pitchFamily="2" charset="-122"/>
                      </a:endParaRPr>
                    </a:p>
                    <a:p>
                      <a:pPr algn="l" fontAlgn="ctr">
                        <a:buNone/>
                      </a:pPr>
                      <a:r>
                        <a:rPr lang="zh-CN" altLang="zh-CN" sz="1800" b="1">
                          <a:effectLst/>
                          <a:latin typeface="DengXian" panose="02010600030101010101" pitchFamily="2" charset="-122"/>
                          <a:ea typeface="DengXian" panose="02010600030101010101" pitchFamily="2" charset="-122"/>
                          <a:cs typeface="SimSun" panose="02010600030101010101" pitchFamily="2" charset="-122"/>
                        </a:rPr>
                        <a:t>纪念医院</a:t>
                      </a:r>
                      <a:endParaRPr lang="zh-CN" altLang="en-US" sz="1800" b="1" i="0" u="none" strike="noStrike">
                        <a:solidFill>
                          <a:srgbClr val="000000"/>
                        </a:solidFill>
                        <a:effectLst/>
                        <a:latin typeface="等线" panose="02010600030101010101" pitchFamily="2" charset="-122"/>
                        <a:ea typeface="等线" panose="02010600030101010101" pitchFamily="2" charset="-122"/>
                      </a:endParaRPr>
                    </a:p>
                  </a:txBody>
                  <a:tcPr marL="7608" marR="7608" marT="7608" marB="0" anchor="ctr">
                    <a:lnL>
                      <a:noFill/>
                    </a:lnL>
                    <a:lnR>
                      <a:noFill/>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tc>
                  <a:txBody>
                    <a:bodyPr/>
                    <a:lstStyle/>
                    <a:p>
                      <a:pPr marL="0" marR="0" lvl="0" indent="0" algn="l" defTabSz="914377" rtl="0" eaLnBrk="1" fontAlgn="ctr" latinLnBrk="0" hangingPunct="1">
                        <a:lnSpc>
                          <a:spcPct val="100000"/>
                        </a:lnSpc>
                        <a:spcBef>
                          <a:spcPts val="0"/>
                        </a:spcBef>
                        <a:spcAft>
                          <a:spcPts val="0"/>
                        </a:spcAft>
                        <a:buClrTx/>
                        <a:buSzTx/>
                        <a:buFontTx/>
                        <a:buNone/>
                        <a:tabLst/>
                        <a:defRPr/>
                      </a:pPr>
                      <a:r>
                        <a:rPr lang="en-US" altLang="zh-CN" sz="1800" b="0" i="0" u="none" strike="noStrike">
                          <a:solidFill>
                            <a:srgbClr val="000000"/>
                          </a:solidFill>
                          <a:effectLst/>
                          <a:latin typeface="等线" panose="02010600030101010101" pitchFamily="2" charset="-122"/>
                          <a:ea typeface="等线" panose="02010600030101010101" pitchFamily="2" charset="-122"/>
                        </a:rPr>
                        <a:t>-Site usually takes </a:t>
                      </a:r>
                      <a:r>
                        <a:rPr lang="en-US" altLang="zh-CN" sz="1800" b="1" i="0" u="none" strike="noStrike">
                          <a:solidFill>
                            <a:srgbClr val="000000"/>
                          </a:solidFill>
                          <a:effectLst/>
                          <a:latin typeface="等线" panose="02010600030101010101" pitchFamily="2" charset="-122"/>
                          <a:ea typeface="等线" panose="02010600030101010101" pitchFamily="2" charset="-122"/>
                        </a:rPr>
                        <a:t>5 months from CTA submission to SIV. </a:t>
                      </a:r>
                    </a:p>
                    <a:p>
                      <a:pPr marL="0" marR="0" lvl="0" indent="0" algn="l" defTabSz="914377" rtl="0" eaLnBrk="1" fontAlgn="ctr" latinLnBrk="0" hangingPunct="1">
                        <a:lnSpc>
                          <a:spcPct val="100000"/>
                        </a:lnSpc>
                        <a:spcBef>
                          <a:spcPts val="0"/>
                        </a:spcBef>
                        <a:spcAft>
                          <a:spcPts val="0"/>
                        </a:spcAft>
                        <a:buClrTx/>
                        <a:buSzTx/>
                        <a:buFontTx/>
                        <a:buNone/>
                        <a:tabLst/>
                        <a:defRPr/>
                      </a:pPr>
                      <a:r>
                        <a:rPr lang="en-US" altLang="zh-CN" sz="1800" b="0" i="0" u="none" strike="noStrike">
                          <a:solidFill>
                            <a:srgbClr val="000000"/>
                          </a:solidFill>
                          <a:effectLst/>
                          <a:latin typeface="等线" panose="02010600030101010101" pitchFamily="2" charset="-122"/>
                          <a:ea typeface="等线" panose="02010600030101010101" pitchFamily="2" charset="-122"/>
                        </a:rPr>
                        <a:t>-EC secretary concurrently serves in the disciplinary committee</a:t>
                      </a:r>
                      <a:r>
                        <a:rPr lang="en-US" altLang="zh-CN" sz="1400" b="0" i="0" u="none" strike="noStrike">
                          <a:solidFill>
                            <a:srgbClr val="000000"/>
                          </a:solidFill>
                          <a:effectLst/>
                          <a:latin typeface="等线" panose="02010600030101010101" pitchFamily="2" charset="-122"/>
                          <a:ea typeface="等线" panose="02010600030101010101" pitchFamily="2" charset="-122"/>
                        </a:rPr>
                        <a:t>(</a:t>
                      </a:r>
                      <a:r>
                        <a:rPr lang="zh-CN" altLang="en-US" sz="1400" b="0" i="0" u="none" strike="noStrike">
                          <a:solidFill>
                            <a:srgbClr val="000000"/>
                          </a:solidFill>
                          <a:effectLst/>
                          <a:latin typeface="等线" panose="02010600030101010101" pitchFamily="2" charset="-122"/>
                          <a:ea typeface="等线" panose="02010600030101010101" pitchFamily="2" charset="-122"/>
                        </a:rPr>
                        <a:t>纪委</a:t>
                      </a:r>
                      <a:r>
                        <a:rPr lang="en-US" altLang="zh-CN" sz="1400" b="0" i="0" u="none" strike="noStrike">
                          <a:solidFill>
                            <a:srgbClr val="000000"/>
                          </a:solidFill>
                          <a:effectLst/>
                          <a:latin typeface="等线" panose="02010600030101010101" pitchFamily="2" charset="-122"/>
                          <a:ea typeface="等线" panose="02010600030101010101" pitchFamily="2" charset="-122"/>
                        </a:rPr>
                        <a:t>), </a:t>
                      </a:r>
                      <a:r>
                        <a:rPr lang="en-US" altLang="zh-CN" sz="1800" b="0" i="0" u="none" strike="noStrike">
                          <a:solidFill>
                            <a:srgbClr val="000000"/>
                          </a:solidFill>
                          <a:effectLst/>
                          <a:latin typeface="等线" panose="02010600030101010101" pitchFamily="2" charset="-122"/>
                          <a:ea typeface="等线" panose="02010600030101010101" pitchFamily="2" charset="-122"/>
                        </a:rPr>
                        <a:t>is always too busy to respond. No one can push her. </a:t>
                      </a:r>
                    </a:p>
                    <a:p>
                      <a:pPr marL="0" marR="0" lvl="0" indent="0" algn="l" defTabSz="914377" rtl="0" eaLnBrk="1" fontAlgn="ctr" latinLnBrk="0" hangingPunct="1">
                        <a:lnSpc>
                          <a:spcPct val="100000"/>
                        </a:lnSpc>
                        <a:spcBef>
                          <a:spcPts val="0"/>
                        </a:spcBef>
                        <a:spcAft>
                          <a:spcPts val="0"/>
                        </a:spcAft>
                        <a:buClrTx/>
                        <a:buSzTx/>
                        <a:buFontTx/>
                        <a:buNone/>
                        <a:tabLst/>
                        <a:defRPr/>
                      </a:pPr>
                      <a:r>
                        <a:rPr lang="en-US" altLang="zh-CN" sz="1800" b="0" i="0" u="none" strike="noStrike" kern="1200" noProof="0">
                          <a:solidFill>
                            <a:srgbClr val="000000"/>
                          </a:solidFill>
                          <a:effectLst/>
                          <a:latin typeface="等线" panose="02010600030101010101" pitchFamily="2" charset="-122"/>
                          <a:ea typeface="等线" panose="02010600030101010101" pitchFamily="2" charset="-122"/>
                          <a:cs typeface="+mn-cs"/>
                        </a:rPr>
                        <a:t>-EC meeting was </a:t>
                      </a:r>
                      <a:r>
                        <a:rPr lang="en-US" altLang="zh-CN" sz="1800" b="1" i="0" u="none" strike="noStrike" kern="1200" noProof="0">
                          <a:solidFill>
                            <a:srgbClr val="000000"/>
                          </a:solidFill>
                          <a:effectLst/>
                          <a:latin typeface="等线" panose="02010600030101010101" pitchFamily="2" charset="-122"/>
                          <a:ea typeface="等线" panose="02010600030101010101" pitchFamily="2" charset="-122"/>
                          <a:cs typeface="+mn-cs"/>
                        </a:rPr>
                        <a:t>delayed for 1 month </a:t>
                      </a:r>
                      <a:r>
                        <a:rPr lang="en-US" altLang="zh-CN" sz="1800" b="0" i="0" u="none" strike="noStrike" kern="1200" noProof="0">
                          <a:solidFill>
                            <a:srgbClr val="000000"/>
                          </a:solidFill>
                          <a:effectLst/>
                          <a:latin typeface="等线" panose="02010600030101010101" pitchFamily="2" charset="-122"/>
                          <a:ea typeface="等线" panose="02010600030101010101" pitchFamily="2" charset="-122"/>
                          <a:cs typeface="+mn-cs"/>
                        </a:rPr>
                        <a:t> in the 1507-0002 ph2 study. </a:t>
                      </a:r>
                    </a:p>
                  </a:txBody>
                  <a:tcPr marL="7608" marR="7608" marT="7608" marB="0" anchor="ctr">
                    <a:lnL>
                      <a:noFill/>
                    </a:lnL>
                    <a:lnR w="12700" cap="flat" cmpd="sng" algn="ctr">
                      <a:noFill/>
                      <a:prstDash val="solid"/>
                      <a:round/>
                      <a:headEnd type="none" w="med" len="med"/>
                      <a:tailEnd type="none" w="med" len="med"/>
                    </a:lnR>
                    <a:lnT w="6350" cap="flat" cmpd="sng" algn="ctr">
                      <a:solidFill>
                        <a:srgbClr val="196B24"/>
                      </a:solidFill>
                      <a:prstDash val="solid"/>
                      <a:round/>
                      <a:headEnd type="none" w="med" len="med"/>
                      <a:tailEnd type="none" w="med" len="med"/>
                    </a:lnT>
                    <a:lnB w="6350" cap="flat" cmpd="sng" algn="ctr">
                      <a:solidFill>
                        <a:srgbClr val="196B24"/>
                      </a:solidFill>
                      <a:prstDash val="solid"/>
                      <a:round/>
                      <a:headEnd type="none" w="med" len="med"/>
                      <a:tailEnd type="none" w="med" len="med"/>
                    </a:lnB>
                    <a:noFill/>
                  </a:tcPr>
                </a:tc>
                <a:extLst>
                  <a:ext uri="{0D108BD9-81ED-4DB2-BD59-A6C34878D82A}">
                    <a16:rowId xmlns:a16="http://schemas.microsoft.com/office/drawing/2014/main" val="3977523198"/>
                  </a:ext>
                </a:extLst>
              </a:tr>
            </a:tbl>
          </a:graphicData>
        </a:graphic>
      </p:graphicFrame>
    </p:spTree>
    <p:extLst>
      <p:ext uri="{BB962C8B-B14F-4D97-AF65-F5344CB8AC3E}">
        <p14:creationId xmlns:p14="http://schemas.microsoft.com/office/powerpoint/2010/main" val="70318743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7D711C-59BA-F311-463E-595D8879946B}"/>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2A6FEDF0-8EF0-5A70-C87A-D0240C095BE1}"/>
              </a:ext>
            </a:extLst>
          </p:cNvPr>
          <p:cNvSpPr>
            <a:spLocks noGrp="1"/>
          </p:cNvSpPr>
          <p:nvPr>
            <p:ph type="title"/>
          </p:nvPr>
        </p:nvSpPr>
        <p:spPr>
          <a:xfrm>
            <a:off x="191441" y="260573"/>
            <a:ext cx="11921790" cy="720000"/>
          </a:xfrm>
        </p:spPr>
        <p:txBody>
          <a:bodyPr/>
          <a:lstStyle/>
          <a:p>
            <a:r>
              <a:rPr lang="en-US" altLang="zh-CN" sz="2000"/>
              <a:t>Leading PI information collection &amp; evaluation </a:t>
            </a:r>
            <a:r>
              <a:rPr lang="en-US" altLang="zh-CN" sz="2000">
                <a:solidFill>
                  <a:srgbClr val="FF0000"/>
                </a:solidFill>
              </a:rPr>
              <a:t>(only for internal reference)</a:t>
            </a:r>
            <a:endParaRPr lang="zh-CN" altLang="en-US" sz="2000">
              <a:solidFill>
                <a:srgbClr val="FF0000"/>
              </a:solidFill>
            </a:endParaRPr>
          </a:p>
        </p:txBody>
      </p:sp>
      <p:sp>
        <p:nvSpPr>
          <p:cNvPr id="4" name="页脚占位符 3">
            <a:extLst>
              <a:ext uri="{FF2B5EF4-FFF2-40B4-BE49-F238E27FC236}">
                <a16:creationId xmlns:a16="http://schemas.microsoft.com/office/drawing/2014/main" id="{5708D881-1E88-C980-663B-9B65B5F4721C}"/>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DD6743B8-073E-AF88-AD94-48F4CD91DAD3}"/>
              </a:ext>
            </a:extLst>
          </p:cNvPr>
          <p:cNvSpPr>
            <a:spLocks noGrp="1"/>
          </p:cNvSpPr>
          <p:nvPr>
            <p:ph type="sldNum" sz="quarter" idx="11"/>
          </p:nvPr>
        </p:nvSpPr>
        <p:spPr/>
        <p:txBody>
          <a:bodyPr/>
          <a:lstStyle/>
          <a:p>
            <a:fld id="{8FF9B0DE-3FEB-4AA0-B465-B80EF7C1333D}" type="slidenum">
              <a:rPr lang="en-US" smtClean="0"/>
              <a:pPr/>
              <a:t>80</a:t>
            </a:fld>
            <a:endParaRPr lang="en-US"/>
          </a:p>
        </p:txBody>
      </p:sp>
      <p:graphicFrame>
        <p:nvGraphicFramePr>
          <p:cNvPr id="8" name="表格 7">
            <a:extLst>
              <a:ext uri="{FF2B5EF4-FFF2-40B4-BE49-F238E27FC236}">
                <a16:creationId xmlns:a16="http://schemas.microsoft.com/office/drawing/2014/main" id="{17A7F5F3-7DB8-EEF1-5FAF-9518B158968C}"/>
              </a:ext>
            </a:extLst>
          </p:cNvPr>
          <p:cNvGraphicFramePr>
            <a:graphicFrameLocks noGrp="1"/>
          </p:cNvGraphicFramePr>
          <p:nvPr/>
        </p:nvGraphicFramePr>
        <p:xfrm>
          <a:off x="191441" y="665262"/>
          <a:ext cx="11903662" cy="5347018"/>
        </p:xfrm>
        <a:graphic>
          <a:graphicData uri="http://schemas.openxmlformats.org/drawingml/2006/table">
            <a:tbl>
              <a:tblPr firstRow="1" firstCol="1" bandRow="1"/>
              <a:tblGrid>
                <a:gridCol w="667300">
                  <a:extLst>
                    <a:ext uri="{9D8B030D-6E8A-4147-A177-3AD203B41FA5}">
                      <a16:colId xmlns:a16="http://schemas.microsoft.com/office/drawing/2014/main" val="868577222"/>
                    </a:ext>
                  </a:extLst>
                </a:gridCol>
                <a:gridCol w="353610">
                  <a:extLst>
                    <a:ext uri="{9D8B030D-6E8A-4147-A177-3AD203B41FA5}">
                      <a16:colId xmlns:a16="http://schemas.microsoft.com/office/drawing/2014/main" val="4234612588"/>
                    </a:ext>
                  </a:extLst>
                </a:gridCol>
                <a:gridCol w="1927891">
                  <a:extLst>
                    <a:ext uri="{9D8B030D-6E8A-4147-A177-3AD203B41FA5}">
                      <a16:colId xmlns:a16="http://schemas.microsoft.com/office/drawing/2014/main" val="60693361"/>
                    </a:ext>
                  </a:extLst>
                </a:gridCol>
                <a:gridCol w="2608551">
                  <a:extLst>
                    <a:ext uri="{9D8B030D-6E8A-4147-A177-3AD203B41FA5}">
                      <a16:colId xmlns:a16="http://schemas.microsoft.com/office/drawing/2014/main" val="1076854139"/>
                    </a:ext>
                  </a:extLst>
                </a:gridCol>
                <a:gridCol w="2247127">
                  <a:extLst>
                    <a:ext uri="{9D8B030D-6E8A-4147-A177-3AD203B41FA5}">
                      <a16:colId xmlns:a16="http://schemas.microsoft.com/office/drawing/2014/main" val="2461820354"/>
                    </a:ext>
                  </a:extLst>
                </a:gridCol>
                <a:gridCol w="2714487">
                  <a:extLst>
                    <a:ext uri="{9D8B030D-6E8A-4147-A177-3AD203B41FA5}">
                      <a16:colId xmlns:a16="http://schemas.microsoft.com/office/drawing/2014/main" val="4294295192"/>
                    </a:ext>
                  </a:extLst>
                </a:gridCol>
                <a:gridCol w="406231">
                  <a:extLst>
                    <a:ext uri="{9D8B030D-6E8A-4147-A177-3AD203B41FA5}">
                      <a16:colId xmlns:a16="http://schemas.microsoft.com/office/drawing/2014/main" val="1262991592"/>
                    </a:ext>
                  </a:extLst>
                </a:gridCol>
                <a:gridCol w="978465">
                  <a:extLst>
                    <a:ext uri="{9D8B030D-6E8A-4147-A177-3AD203B41FA5}">
                      <a16:colId xmlns:a16="http://schemas.microsoft.com/office/drawing/2014/main" val="3779739731"/>
                    </a:ext>
                  </a:extLst>
                </a:gridCol>
              </a:tblGrid>
              <a:tr h="801688">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2767263">
                <a:tc>
                  <a:txBody>
                    <a:bodyPr/>
                    <a:lstStyle/>
                    <a:p>
                      <a:pPr marL="0" lvl="0" algn="l" defTabSz="914400" rtl="0" eaLnBrk="1" latinLnBrk="0" hangingPunct="1">
                        <a:buNone/>
                      </a:pPr>
                      <a:r>
                        <a:rPr lang="zh-CN" altLang="en-US" sz="1200" b="1" kern="1200">
                          <a:solidFill>
                            <a:schemeClr val="tx1"/>
                          </a:solidFill>
                          <a:latin typeface="+mj-ea"/>
                          <a:ea typeface="+mj-ea"/>
                          <a:cs typeface="+mn-cs"/>
                        </a:rPr>
                        <a:t>纪立农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buNone/>
                      </a:pPr>
                      <a:r>
                        <a:rPr lang="zh-CN" altLang="en-US" sz="1200" b="1">
                          <a:effectLst/>
                          <a:latin typeface="DengXian"/>
                          <a:ea typeface="DengXian"/>
                          <a:cs typeface="SimSun" panose="02010600030101010101" pitchFamily="2" charset="-122"/>
                        </a:rPr>
                        <a:t>北京大学人民医院</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13</a:t>
                      </a:r>
                    </a:p>
                    <a:p>
                      <a:pPr marL="171450" indent="-171450" algn="l">
                        <a:buFont typeface="Arial" panose="020B0604020202020204" pitchFamily="34" charset="0"/>
                        <a:buChar char="•"/>
                      </a:pPr>
                      <a:endParaRPr lang="en-US" altLang="zh-CN" sz="1050" b="0"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0" kern="1200">
                          <a:solidFill>
                            <a:schemeClr val="tx1"/>
                          </a:solidFill>
                          <a:effectLst/>
                          <a:latin typeface="Calibri"/>
                          <a:ea typeface="DengXian"/>
                          <a:cs typeface="+mn-cs"/>
                        </a:rPr>
                        <a:t>Postdoc fellow at Joslin Diabetes Center, Harvard Medical School, US</a:t>
                      </a:r>
                    </a:p>
                    <a:p>
                      <a:pPr marL="171450" indent="-171450" algn="l">
                        <a:buFont typeface="Arial" panose="020B0604020202020204" pitchFamily="34" charset="0"/>
                        <a:buChar char="•"/>
                      </a:pPr>
                      <a:r>
                        <a:rPr lang="en-US" altLang="zh-CN" sz="1050" b="0" kern="1200">
                          <a:solidFill>
                            <a:schemeClr val="tx1"/>
                          </a:solidFill>
                          <a:effectLst/>
                          <a:latin typeface="Calibri"/>
                          <a:ea typeface="DengXian"/>
                          <a:cs typeface="+mn-cs"/>
                        </a:rPr>
                        <a:t>Leading PI of 136 clinical trials as per the CDE website including all well-known products in the field </a:t>
                      </a:r>
                    </a:p>
                    <a:p>
                      <a:pPr marL="171450" indent="-171450" algn="l">
                        <a:buFont typeface="Arial" panose="020B0604020202020204" pitchFamily="34" charset="0"/>
                        <a:buChar char="•"/>
                      </a:pPr>
                      <a:r>
                        <a:rPr lang="en-US" altLang="zh-CN" sz="1050" b="0" kern="1200">
                          <a:solidFill>
                            <a:schemeClr val="tx1"/>
                          </a:solidFill>
                          <a:effectLst/>
                          <a:latin typeface="Calibri"/>
                          <a:ea typeface="DengXian"/>
                          <a:cs typeface="+mn-cs"/>
                        </a:rPr>
                        <a:t>500+publications on </a:t>
                      </a:r>
                      <a:r>
                        <a:rPr lang="en-US" altLang="zh-CN" sz="1050" b="0" kern="1200" err="1">
                          <a:solidFill>
                            <a:schemeClr val="tx1"/>
                          </a:solidFill>
                          <a:effectLst/>
                          <a:latin typeface="Calibri"/>
                          <a:ea typeface="DengXian"/>
                          <a:cs typeface="+mn-cs"/>
                        </a:rPr>
                        <a:t>Pubmed</a:t>
                      </a:r>
                      <a:endParaRPr lang="en-US" altLang="zh-CN" sz="1050" b="0"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Research focus: T2D and obesity </a:t>
                      </a:r>
                    </a:p>
                    <a:p>
                      <a:pPr marL="0" indent="0" algn="l">
                        <a:buFont typeface="Arial" panose="020B0604020202020204" pitchFamily="34" charset="0"/>
                        <a:buNone/>
                      </a:pPr>
                      <a:endParaRPr lang="en-US" altLang="zh-CN" sz="1050" b="0" kern="1200">
                        <a:solidFill>
                          <a:schemeClr val="tx1"/>
                        </a:solidFill>
                        <a:effectLst/>
                        <a:latin typeface="Calibri"/>
                        <a:ea typeface="DengXian"/>
                        <a:cs typeface="+mn-cs"/>
                      </a:endParaRPr>
                    </a:p>
                    <a:p>
                      <a:pPr marL="171450" indent="-171450" algn="l">
                        <a:buFont typeface="Arial" panose="020B0604020202020204" pitchFamily="34" charset="0"/>
                        <a:buChar char="•"/>
                      </a:pPr>
                      <a:endParaRPr lang="en-US" altLang="zh-CN" sz="1050" b="0"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18</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0"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Director of Peking University Diabetes Center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Director of the Department of Endocrinology and Metabolism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0" kern="1200">
                          <a:solidFill>
                            <a:schemeClr val="tx1"/>
                          </a:solidFill>
                          <a:effectLst/>
                          <a:latin typeface="Calibri"/>
                          <a:ea typeface="DengXian"/>
                          <a:cs typeface="+mn-cs"/>
                        </a:rPr>
                        <a:t>President of the Chinese Geriatric Endocrine and Metabolism Society, Chairman of the Diabetes and Metabolic Disease Committee of China Pharmaceutical Innovation and Research Development Association, Vice President of the Chinese Endocrinologist Association, Vice President of China Stroke Society and Executive board member of the Asia Association for the Study of Diabetes. Additionally, he is a member of the International Diabetes Federation Western Pacific Region (IDF-WPR) diabetes policy group and a World Health Organization Consultant on the Definition, Diagnosis and Classification of Diabetes Mellitus. Professor Li’s previous roles include Chair of the IDF-WPR (2018–2019), President of the Chinese Diabetes Society (2009–2012) and Vice President of IDF Global (2012–2015)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050" b="0" kern="1200">
                        <a:solidFill>
                          <a:schemeClr val="tx1"/>
                        </a:solidFill>
                        <a:effectLst/>
                        <a:latin typeface="Calibri"/>
                        <a:ea typeface="DengXian"/>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100" b="1" kern="1200">
                          <a:solidFill>
                            <a:schemeClr val="tx1"/>
                          </a:solidFill>
                          <a:effectLst/>
                          <a:latin typeface="Calibri"/>
                          <a:ea typeface="DengXian"/>
                          <a:cs typeface="+mn-cs"/>
                        </a:rPr>
                        <a:t>Grade: 28</a:t>
                      </a:r>
                    </a:p>
                    <a:p>
                      <a:pPr marL="0" marR="0" lvl="0" indent="0" algn="l">
                        <a:lnSpc>
                          <a:spcPct val="100000"/>
                        </a:lnSpc>
                        <a:spcBef>
                          <a:spcPts val="0"/>
                        </a:spcBef>
                        <a:spcAft>
                          <a:spcPts val="0"/>
                        </a:spcAft>
                        <a:buNone/>
                      </a:pPr>
                      <a:endParaRPr lang="en-US" sz="1100" b="0" i="0" u="none" strike="noStrike" kern="1200" noProof="0">
                        <a:solidFill>
                          <a:schemeClr val="tx1"/>
                        </a:solidFill>
                        <a:effectLst/>
                        <a:latin typeface="Calibri"/>
                      </a:endParaRPr>
                    </a:p>
                    <a:p>
                      <a:pPr marL="0" marR="0" lvl="0" indent="0" algn="l">
                        <a:lnSpc>
                          <a:spcPct val="100000"/>
                        </a:lnSpc>
                        <a:spcBef>
                          <a:spcPts val="0"/>
                        </a:spcBef>
                        <a:spcAft>
                          <a:spcPts val="0"/>
                        </a:spcAft>
                        <a:buNone/>
                      </a:pPr>
                      <a:r>
                        <a:rPr lang="en-US" sz="1100" b="1" i="0" u="none" strike="noStrike" kern="1200" noProof="0">
                          <a:solidFill>
                            <a:schemeClr val="tx1"/>
                          </a:solidFill>
                          <a:effectLst/>
                          <a:latin typeface="Calibri"/>
                        </a:rPr>
                        <a:t>63 years old</a:t>
                      </a:r>
                      <a:endParaRPr lang="zh-CN" altLang="en-US" sz="1100" b="1" i="0" u="none" strike="noStrike" kern="1200" noProof="0">
                        <a:solidFill>
                          <a:schemeClr val="tx1"/>
                        </a:solidFill>
                        <a:effectLst/>
                        <a:latin typeface="Calibri"/>
                      </a:endParaRPr>
                    </a:p>
                    <a:p>
                      <a:pPr marL="171450" lvl="0" indent="-171450" algn="l">
                        <a:buFont typeface="Arial"/>
                        <a:buChar char="•"/>
                      </a:pPr>
                      <a:r>
                        <a:rPr lang="en-US" sz="1100" b="0" i="0" u="none" strike="noStrike" kern="1200" noProof="0">
                          <a:solidFill>
                            <a:schemeClr val="tx1"/>
                          </a:solidFill>
                          <a:effectLst/>
                          <a:latin typeface="Calibri"/>
                        </a:rPr>
                        <a:t>Prof. Ji with rich clinical trial experience, he took 135 trials as leading PI.</a:t>
                      </a:r>
                      <a:endParaRPr lang="zh-CN" altLang="en-US" sz="1100" b="0" i="0" u="none" strike="noStrike" kern="1200" noProof="0">
                        <a:solidFill>
                          <a:srgbClr val="000000"/>
                        </a:solidFill>
                        <a:effectLst/>
                        <a:latin typeface="Calibri"/>
                        <a:ea typeface="DengXian" panose="02010600030101010101" pitchFamily="2" charset="-122"/>
                      </a:endParaRPr>
                    </a:p>
                    <a:p>
                      <a:pPr marL="171450" lvl="0" indent="-171450" algn="l">
                        <a:buFont typeface="Arial"/>
                        <a:buChar char="•"/>
                      </a:pPr>
                      <a:r>
                        <a:rPr lang="en-US" sz="1100" b="0" i="0" u="none" strike="noStrike" kern="1200" noProof="0">
                          <a:solidFill>
                            <a:schemeClr val="tx1"/>
                          </a:solidFill>
                          <a:effectLst/>
                          <a:latin typeface="Calibri"/>
                        </a:rPr>
                        <a:t>Prof. Ji is </a:t>
                      </a:r>
                      <a:r>
                        <a:rPr lang="en-US" sz="1100" b="1" i="0" u="none" strike="noStrike" kern="1200" noProof="0">
                          <a:solidFill>
                            <a:schemeClr val="tx1"/>
                          </a:solidFill>
                          <a:effectLst/>
                          <a:latin typeface="Calibri"/>
                        </a:rPr>
                        <a:t>the leading PI of Synchronize-1/ 2/ CN(1404-0038/41/61)</a:t>
                      </a:r>
                      <a:endParaRPr lang="en-US" sz="1100" b="0" i="0" u="none" strike="noStrike" kern="1200" noProof="0">
                        <a:solidFill>
                          <a:schemeClr val="tx1"/>
                        </a:solidFill>
                        <a:effectLst/>
                        <a:latin typeface="Calibri"/>
                      </a:endParaRPr>
                    </a:p>
                    <a:p>
                      <a:pPr marL="171450" lvl="0" indent="-171450" algn="l">
                        <a:buFont typeface="Arial"/>
                        <a:buChar char="•"/>
                      </a:pPr>
                      <a:r>
                        <a:rPr lang="en-US" sz="1100" b="1" i="0" u="none" strike="noStrike" kern="1200" noProof="0">
                          <a:solidFill>
                            <a:schemeClr val="tx1"/>
                          </a:solidFill>
                          <a:effectLst/>
                          <a:latin typeface="Calibri"/>
                        </a:rPr>
                        <a:t>Leading PI for Empagliflozin BI clinical trial 1479-0001 during 2020 to 2022.</a:t>
                      </a:r>
                    </a:p>
                    <a:p>
                      <a:pPr marL="171450" lvl="0" indent="-171450" algn="l">
                        <a:buFont typeface="Arial"/>
                        <a:buChar char="•"/>
                      </a:pPr>
                      <a:endParaRPr lang="zh-CN" altLang="en-US" sz="1100" b="1" i="0" u="none" strike="noStrike" kern="1200" noProof="0">
                        <a:solidFill>
                          <a:srgbClr val="000000"/>
                        </a:solidFill>
                        <a:effectLst/>
                        <a:latin typeface="Calibri"/>
                        <a:ea typeface="DengXian"/>
                      </a:endParaRPr>
                    </a:p>
                    <a:p>
                      <a:pPr lvl="0" algn="l">
                        <a:buNone/>
                      </a:pPr>
                      <a:r>
                        <a:rPr lang="en-US" sz="1100" b="1" i="0" u="none" strike="noStrike" kern="1200" noProof="0">
                          <a:solidFill>
                            <a:schemeClr val="tx1"/>
                          </a:solidFill>
                          <a:effectLst/>
                          <a:latin typeface="Calibri"/>
                        </a:rPr>
                        <a:t>BI keeps good communication with Prof. Ji.</a:t>
                      </a:r>
                      <a:endParaRPr lang="en-US" b="1"/>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100" b="1" kern="1200">
                          <a:solidFill>
                            <a:schemeClr val="tx1"/>
                          </a:solidFill>
                          <a:effectLst/>
                          <a:latin typeface="Calibri"/>
                          <a:ea typeface="DengXian"/>
                          <a:cs typeface="+mn-cs"/>
                        </a:rPr>
                        <a:t>Grade:  32</a:t>
                      </a:r>
                    </a:p>
                    <a:p>
                      <a:pPr lvl="0" algn="l">
                        <a:buNone/>
                      </a:pPr>
                      <a:r>
                        <a:rPr lang="en-US" sz="1100" b="0" i="0" u="none" strike="noStrike" kern="1200" noProof="0">
                          <a:solidFill>
                            <a:schemeClr val="tx1"/>
                          </a:solidFill>
                          <a:effectLst/>
                          <a:latin typeface="Calibri"/>
                        </a:rPr>
                        <a:t> </a:t>
                      </a:r>
                    </a:p>
                    <a:p>
                      <a:pPr lvl="0" algn="l">
                        <a:buNone/>
                      </a:pPr>
                      <a:r>
                        <a:rPr lang="en-US" sz="1100" b="0" i="0" u="none" strike="noStrike" kern="1200" noProof="0">
                          <a:solidFill>
                            <a:schemeClr val="tx1"/>
                          </a:solidFill>
                          <a:effectLst/>
                          <a:latin typeface="Calibri"/>
                        </a:rPr>
                        <a:t>1</a:t>
                      </a:r>
                      <a:r>
                        <a:rPr lang="en-US" sz="1100" b="0"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GCP set up and review</a:t>
                      </a:r>
                      <a:endParaRPr lang="en-US" sz="1100" b="1" i="0" u="sng" strike="noStrike" kern="1200" noProof="0">
                        <a:solidFill>
                          <a:schemeClr val="tx1"/>
                        </a:solidFill>
                        <a:effectLst/>
                        <a:latin typeface="Calibri"/>
                      </a:endParaRPr>
                    </a:p>
                    <a:p>
                      <a:pPr lvl="0" algn="l">
                        <a:buNone/>
                      </a:pPr>
                      <a:r>
                        <a:rPr lang="en-US" altLang="zh-CN" sz="1100" b="1" kern="1200">
                          <a:solidFill>
                            <a:schemeClr val="tx1"/>
                          </a:solidFill>
                          <a:effectLst/>
                          <a:highlight>
                            <a:srgbClr val="FFFF00"/>
                          </a:highlight>
                          <a:latin typeface="Calibri"/>
                          <a:ea typeface="DengXian"/>
                          <a:cs typeface="+mn-cs"/>
                        </a:rPr>
                        <a:t>30-WD CTA application is available at the Endocrinology department</a:t>
                      </a:r>
                      <a:endParaRPr lang="en-US" sz="1100" b="1" kern="1200" noProof="0">
                        <a:solidFill>
                          <a:schemeClr val="tx1"/>
                        </a:solidFill>
                        <a:effectLst/>
                        <a:highlight>
                          <a:srgbClr val="FFFF00"/>
                        </a:highlight>
                        <a:latin typeface="Calibri"/>
                        <a:ea typeface="DengXian"/>
                        <a:cs typeface="+mn-cs"/>
                      </a:endParaRPr>
                    </a:p>
                    <a:p>
                      <a:pPr lvl="0" algn="l">
                        <a:buNone/>
                      </a:pPr>
                      <a:r>
                        <a:rPr lang="en-US" sz="1100" b="0" i="0" u="none" strike="noStrike" kern="1200" noProof="0">
                          <a:solidFill>
                            <a:schemeClr val="tx1"/>
                          </a:solidFill>
                          <a:effectLst/>
                          <a:latin typeface="Calibri"/>
                        </a:rPr>
                        <a:t>It routinely takes 1 week, if it required EC is in parallel to CTA, may apply for EC and HGRAC firstly. and then proceed the setting-up process.</a:t>
                      </a:r>
                      <a:br>
                        <a:rPr lang="en-US" sz="1100" b="0" i="0" u="none" strike="noStrike" kern="1200" noProof="0">
                          <a:solidFill>
                            <a:srgbClr val="000000"/>
                          </a:solidFill>
                          <a:effectLst/>
                          <a:latin typeface="Calibri"/>
                        </a:rPr>
                      </a:br>
                      <a:r>
                        <a:rPr lang="en-US" sz="1100" b="0" i="0" u="none" strike="noStrike" kern="1200" noProof="0">
                          <a:solidFill>
                            <a:schemeClr val="tx1"/>
                          </a:solidFill>
                          <a:effectLst/>
                          <a:latin typeface="Calibri"/>
                        </a:rPr>
                        <a:t>2. </a:t>
                      </a:r>
                      <a:r>
                        <a:rPr lang="en-US" sz="1100" b="1" i="0" u="sng" strike="noStrike" kern="1200" noProof="0">
                          <a:solidFill>
                            <a:srgbClr val="FF0000"/>
                          </a:solidFill>
                          <a:effectLst/>
                          <a:latin typeface="Calibri"/>
                        </a:rPr>
                        <a:t>EC</a:t>
                      </a:r>
                      <a:r>
                        <a:rPr lang="en-US" sz="1100" b="0" i="0" u="none" strike="noStrike" kern="1200" noProof="0">
                          <a:solidFill>
                            <a:schemeClr val="tx1"/>
                          </a:solidFill>
                          <a:effectLst/>
                          <a:latin typeface="Calibri"/>
                        </a:rPr>
                        <a:t> It‘s feasible to keep EC in parallel to CTA. But</a:t>
                      </a:r>
                      <a:r>
                        <a:rPr lang="zh-CN" altLang="en-US" sz="1100" b="0" i="0" u="none" strike="noStrike" kern="1200" noProof="0">
                          <a:solidFill>
                            <a:schemeClr val="tx1"/>
                          </a:solidFill>
                          <a:effectLst/>
                          <a:latin typeface="Calibri"/>
                        </a:rPr>
                        <a:t> </a:t>
                      </a:r>
                      <a:r>
                        <a:rPr lang="en-US" altLang="zh-CN" sz="1100" b="0" i="0" u="none" strike="noStrike" kern="1200" noProof="0">
                          <a:solidFill>
                            <a:schemeClr val="tx1"/>
                          </a:solidFill>
                          <a:effectLst/>
                          <a:latin typeface="Calibri"/>
                        </a:rPr>
                        <a:t>there is risk that EC will not release formal EC approval before CTA approval if follow the 60-WD CTA process. </a:t>
                      </a:r>
                      <a:r>
                        <a:rPr lang="en-US" sz="1100" b="0" i="0" u="none" strike="noStrike" kern="1200" noProof="0">
                          <a:solidFill>
                            <a:schemeClr val="tx1"/>
                          </a:solidFill>
                          <a:effectLst/>
                          <a:latin typeface="Calibri"/>
                        </a:rPr>
                        <a:t>It routinely takes 1 month.</a:t>
                      </a:r>
                      <a:br>
                        <a:rPr lang="en-US" sz="1100" b="0" i="0" u="none" strike="noStrike" kern="1200" noProof="0">
                          <a:solidFill>
                            <a:srgbClr val="000000"/>
                          </a:solidFill>
                          <a:effectLst/>
                          <a:latin typeface="Calibri"/>
                        </a:rPr>
                      </a:br>
                      <a:r>
                        <a:rPr lang="en-US" sz="1100" b="0" i="0" u="none" strike="noStrike" kern="1200" noProof="0">
                          <a:solidFill>
                            <a:schemeClr val="tx1"/>
                          </a:solidFill>
                          <a:effectLst/>
                          <a:latin typeface="Calibri"/>
                        </a:rPr>
                        <a:t>3</a:t>
                      </a:r>
                      <a:r>
                        <a:rPr lang="en-US" sz="1100" b="0" i="0" u="none" strike="noStrike" kern="1200" noProof="0">
                          <a:solidFill>
                            <a:srgbClr val="FF0000"/>
                          </a:solidFill>
                          <a:effectLst/>
                          <a:latin typeface="Calibri"/>
                        </a:rPr>
                        <a:t>.</a:t>
                      </a:r>
                      <a:r>
                        <a:rPr lang="en-US" sz="1100" b="1"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HGRAC</a:t>
                      </a:r>
                      <a:r>
                        <a:rPr lang="en-US" sz="1100" b="0" i="0" u="none" strike="noStrike" kern="1200" noProof="0">
                          <a:solidFill>
                            <a:schemeClr val="tx1"/>
                          </a:solidFill>
                          <a:effectLst/>
                          <a:latin typeface="Calibri"/>
                        </a:rPr>
                        <a:t> It takes 1-2 weeks for HGRAC application and 1-2 weeks for obtaining the signature and seal, this site has previously applied for HGRAC exportation and obtained approval. The CIQ account is available in this site.</a:t>
                      </a:r>
                      <a:br>
                        <a:rPr lang="en-US" sz="1100" b="0" i="0" u="none" strike="noStrike" kern="1200" noProof="0">
                          <a:solidFill>
                            <a:srgbClr val="000000"/>
                          </a:solidFill>
                          <a:effectLst/>
                          <a:latin typeface="Calibri"/>
                        </a:rPr>
                      </a:br>
                      <a:r>
                        <a:rPr lang="en-US" sz="1100" b="0" i="0" u="none" strike="noStrike" kern="1200" noProof="0">
                          <a:solidFill>
                            <a:schemeClr val="tx1"/>
                          </a:solidFill>
                          <a:effectLst/>
                          <a:latin typeface="Calibri"/>
                        </a:rPr>
                        <a:t>4</a:t>
                      </a:r>
                      <a:r>
                        <a:rPr lang="en-US" sz="1100" b="0"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Contract</a:t>
                      </a:r>
                      <a:r>
                        <a:rPr lang="en-US" sz="1100" b="0" i="0" u="none" strike="noStrike" kern="1200" noProof="0">
                          <a:solidFill>
                            <a:schemeClr val="tx1"/>
                          </a:solidFill>
                          <a:effectLst/>
                          <a:latin typeface="Calibri"/>
                        </a:rPr>
                        <a:t> The site contract review takes 1-2 weeks, and the contract seal takes 1-2 weeks. The down payment requires a complete and assessable subject fee.</a:t>
                      </a:r>
                    </a:p>
                    <a:p>
                      <a:pPr lvl="0" algn="l">
                        <a:buNone/>
                      </a:pPr>
                      <a:br>
                        <a:rPr lang="en-US" sz="1100" b="0" i="0" u="none" strike="noStrike" kern="1200" noProof="0">
                          <a:solidFill>
                            <a:srgbClr val="000000"/>
                          </a:solidFill>
                          <a:effectLst/>
                          <a:latin typeface="Calibri"/>
                        </a:rPr>
                      </a:br>
                      <a:r>
                        <a:rPr lang="en-US" sz="1100" b="1" i="0" u="none" strike="noStrike" kern="1200" noProof="0">
                          <a:solidFill>
                            <a:schemeClr val="tx1"/>
                          </a:solidFill>
                          <a:effectLst/>
                          <a:latin typeface="Calibri"/>
                        </a:rPr>
                        <a:t>To sum up, the timeline of the SSU usually take </a:t>
                      </a:r>
                      <a:r>
                        <a:rPr lang="en-US" sz="1100" b="1" i="0" u="sng" strike="noStrike" kern="1200" noProof="0">
                          <a:solidFill>
                            <a:schemeClr val="tx1"/>
                          </a:solidFill>
                          <a:effectLst/>
                          <a:highlight>
                            <a:srgbClr val="FFFF00"/>
                          </a:highlight>
                          <a:latin typeface="Calibri"/>
                        </a:rPr>
                        <a:t>4-4.5 months(4 mon. in 1404-0041 study) </a:t>
                      </a:r>
                      <a:r>
                        <a:rPr lang="en-US" sz="1100" b="1" i="0" u="none" strike="noStrike" kern="1200" noProof="0">
                          <a:solidFill>
                            <a:schemeClr val="tx1"/>
                          </a:solidFill>
                          <a:effectLst/>
                          <a:latin typeface="Calibri"/>
                        </a:rPr>
                        <a:t>under normal 60-WD CTA process. </a:t>
                      </a:r>
                      <a:endParaRPr lang="en-US" b="1">
                        <a:solidFill>
                          <a:schemeClr val="tx1"/>
                        </a:solidFill>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panose="020F0502020204030204" pitchFamily="34" charset="0"/>
                          <a:ea typeface="DengXian" panose="02010600030101010101" pitchFamily="2" charset="-122"/>
                          <a:cs typeface="+mn-cs"/>
                        </a:rPr>
                        <a:t>91</a:t>
                      </a:r>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panose="020F0502020204030204" pitchFamily="34" charset="0"/>
                          <a:ea typeface="DengXian" panose="02010600030101010101" pitchFamily="2" charset="-122"/>
                          <a:cs typeface="+mn-cs"/>
                        </a:rPr>
                        <a:t>Y</a:t>
                      </a:r>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9945354"/>
                  </a:ext>
                </a:extLst>
              </a:tr>
            </a:tbl>
          </a:graphicData>
        </a:graphic>
      </p:graphicFrame>
      <p:sp>
        <p:nvSpPr>
          <p:cNvPr id="7" name="TextBox 6">
            <a:extLst>
              <a:ext uri="{FF2B5EF4-FFF2-40B4-BE49-F238E27FC236}">
                <a16:creationId xmlns:a16="http://schemas.microsoft.com/office/drawing/2014/main" id="{B2ABED80-06DB-6B40-0C2D-50DB4367344A}"/>
              </a:ext>
            </a:extLst>
          </p:cNvPr>
          <p:cNvSpPr txBox="1"/>
          <p:nvPr/>
        </p:nvSpPr>
        <p:spPr bwMode="gray">
          <a:xfrm>
            <a:off x="1766434" y="6192738"/>
            <a:ext cx="9019172" cy="276999"/>
          </a:xfrm>
          <a:prstGeom prst="rect">
            <a:avLst/>
          </a:prstGeom>
          <a:noFill/>
        </p:spPr>
        <p:txBody>
          <a:bodyPr wrap="square">
            <a:spAutoFit/>
          </a:bodyPr>
          <a:lstStyle/>
          <a:p>
            <a:r>
              <a:rPr lang="zh-CN" altLang="en-US" sz="1200">
                <a:hlinkClick r:id="rId2"/>
              </a:rPr>
              <a:t>北京市药品监督管理局关于发布第二批优化创新药临床试验审评审批 试点药物临床试验机构的公告</a:t>
            </a:r>
            <a:endParaRPr lang="zh-CN" altLang="en-US" sz="1200"/>
          </a:p>
        </p:txBody>
      </p:sp>
    </p:spTree>
    <p:extLst>
      <p:ext uri="{BB962C8B-B14F-4D97-AF65-F5344CB8AC3E}">
        <p14:creationId xmlns:p14="http://schemas.microsoft.com/office/powerpoint/2010/main" val="74270686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C364DE-9BDD-102F-1233-27F8E522793D}"/>
              </a:ext>
            </a:extLst>
          </p:cNvPr>
          <p:cNvSpPr>
            <a:spLocks noGrp="1"/>
          </p:cNvSpPr>
          <p:nvPr>
            <p:ph type="title"/>
          </p:nvPr>
        </p:nvSpPr>
        <p:spPr>
          <a:xfrm>
            <a:off x="478847" y="188720"/>
            <a:ext cx="11233151" cy="720000"/>
          </a:xfrm>
        </p:spPr>
        <p:txBody>
          <a:bodyPr/>
          <a:lstStyle/>
          <a:p>
            <a:r>
              <a:rPr lang="en-US" altLang="zh-CN"/>
              <a:t>CDE registered Phase 3 Trials_</a:t>
            </a:r>
            <a:r>
              <a:rPr lang="zh-CN" altLang="en-US"/>
              <a:t>纪立农</a:t>
            </a:r>
            <a:br>
              <a:rPr lang="en-US" altLang="zh-CN"/>
            </a:br>
            <a:r>
              <a:rPr lang="en-US" altLang="zh-CN"/>
              <a:t> </a:t>
            </a:r>
            <a:endParaRPr lang="zh-CN" altLang="en-US"/>
          </a:p>
        </p:txBody>
      </p:sp>
      <p:sp>
        <p:nvSpPr>
          <p:cNvPr id="4" name="Footer Placeholder 3">
            <a:extLst>
              <a:ext uri="{FF2B5EF4-FFF2-40B4-BE49-F238E27FC236}">
                <a16:creationId xmlns:a16="http://schemas.microsoft.com/office/drawing/2014/main" id="{2C48C0FA-9590-C743-C067-01E03D6960BC}"/>
              </a:ext>
            </a:extLst>
          </p:cNvPr>
          <p:cNvSpPr>
            <a:spLocks noGrp="1"/>
          </p:cNvSpPr>
          <p:nvPr>
            <p:ph type="ftr" sz="quarter" idx="10"/>
          </p:nvPr>
        </p:nvSpPr>
        <p:spPr/>
        <p:txBody>
          <a:bodyPr/>
          <a:lstStyle/>
          <a:p>
            <a:r>
              <a:rPr lang="en-US"/>
              <a:t>Presentation title    |    ONLY FOR INTERNAL USE</a:t>
            </a:r>
          </a:p>
        </p:txBody>
      </p:sp>
      <p:sp>
        <p:nvSpPr>
          <p:cNvPr id="5" name="Slide Number Placeholder 4">
            <a:extLst>
              <a:ext uri="{FF2B5EF4-FFF2-40B4-BE49-F238E27FC236}">
                <a16:creationId xmlns:a16="http://schemas.microsoft.com/office/drawing/2014/main" id="{03DAB8B0-2DEB-1DD4-D255-1F583B530116}"/>
              </a:ext>
            </a:extLst>
          </p:cNvPr>
          <p:cNvSpPr>
            <a:spLocks noGrp="1"/>
          </p:cNvSpPr>
          <p:nvPr>
            <p:ph type="sldNum" sz="quarter" idx="11"/>
          </p:nvPr>
        </p:nvSpPr>
        <p:spPr/>
        <p:txBody>
          <a:bodyPr/>
          <a:lstStyle/>
          <a:p>
            <a:fld id="{8FF9B0DE-3FEB-4AA0-B465-B80EF7C1333D}" type="slidenum">
              <a:rPr lang="en-US" smtClean="0"/>
              <a:pPr/>
              <a:t>81</a:t>
            </a:fld>
            <a:endParaRPr lang="en-US"/>
          </a:p>
        </p:txBody>
      </p:sp>
      <p:graphicFrame>
        <p:nvGraphicFramePr>
          <p:cNvPr id="7" name="Table 6">
            <a:extLst>
              <a:ext uri="{FF2B5EF4-FFF2-40B4-BE49-F238E27FC236}">
                <a16:creationId xmlns:a16="http://schemas.microsoft.com/office/drawing/2014/main" id="{168ECE2E-B5B9-613D-7CF2-C284E015504A}"/>
              </a:ext>
            </a:extLst>
          </p:cNvPr>
          <p:cNvGraphicFramePr>
            <a:graphicFrameLocks noGrp="1"/>
          </p:cNvGraphicFramePr>
          <p:nvPr/>
        </p:nvGraphicFramePr>
        <p:xfrm>
          <a:off x="478847" y="720780"/>
          <a:ext cx="11233151" cy="1775834"/>
        </p:xfrm>
        <a:graphic>
          <a:graphicData uri="http://schemas.openxmlformats.org/drawingml/2006/table">
            <a:tbl>
              <a:tblPr/>
              <a:tblGrid>
                <a:gridCol w="958067">
                  <a:extLst>
                    <a:ext uri="{9D8B030D-6E8A-4147-A177-3AD203B41FA5}">
                      <a16:colId xmlns:a16="http://schemas.microsoft.com/office/drawing/2014/main" val="3082435706"/>
                    </a:ext>
                  </a:extLst>
                </a:gridCol>
                <a:gridCol w="538843">
                  <a:extLst>
                    <a:ext uri="{9D8B030D-6E8A-4147-A177-3AD203B41FA5}">
                      <a16:colId xmlns:a16="http://schemas.microsoft.com/office/drawing/2014/main" val="3628052686"/>
                    </a:ext>
                  </a:extLst>
                </a:gridCol>
                <a:gridCol w="1208314">
                  <a:extLst>
                    <a:ext uri="{9D8B030D-6E8A-4147-A177-3AD203B41FA5}">
                      <a16:colId xmlns:a16="http://schemas.microsoft.com/office/drawing/2014/main" val="3002282160"/>
                    </a:ext>
                  </a:extLst>
                </a:gridCol>
                <a:gridCol w="1151165">
                  <a:extLst>
                    <a:ext uri="{9D8B030D-6E8A-4147-A177-3AD203B41FA5}">
                      <a16:colId xmlns:a16="http://schemas.microsoft.com/office/drawing/2014/main" val="2213122768"/>
                    </a:ext>
                  </a:extLst>
                </a:gridCol>
                <a:gridCol w="1613949">
                  <a:extLst>
                    <a:ext uri="{9D8B030D-6E8A-4147-A177-3AD203B41FA5}">
                      <a16:colId xmlns:a16="http://schemas.microsoft.com/office/drawing/2014/main" val="1571063177"/>
                    </a:ext>
                  </a:extLst>
                </a:gridCol>
                <a:gridCol w="476624">
                  <a:extLst>
                    <a:ext uri="{9D8B030D-6E8A-4147-A177-3AD203B41FA5}">
                      <a16:colId xmlns:a16="http://schemas.microsoft.com/office/drawing/2014/main" val="1662085559"/>
                    </a:ext>
                  </a:extLst>
                </a:gridCol>
                <a:gridCol w="832241">
                  <a:extLst>
                    <a:ext uri="{9D8B030D-6E8A-4147-A177-3AD203B41FA5}">
                      <a16:colId xmlns:a16="http://schemas.microsoft.com/office/drawing/2014/main" val="490515473"/>
                    </a:ext>
                  </a:extLst>
                </a:gridCol>
                <a:gridCol w="640959">
                  <a:extLst>
                    <a:ext uri="{9D8B030D-6E8A-4147-A177-3AD203B41FA5}">
                      <a16:colId xmlns:a16="http://schemas.microsoft.com/office/drawing/2014/main" val="3905911694"/>
                    </a:ext>
                  </a:extLst>
                </a:gridCol>
                <a:gridCol w="584947">
                  <a:extLst>
                    <a:ext uri="{9D8B030D-6E8A-4147-A177-3AD203B41FA5}">
                      <a16:colId xmlns:a16="http://schemas.microsoft.com/office/drawing/2014/main" val="634267714"/>
                    </a:ext>
                  </a:extLst>
                </a:gridCol>
                <a:gridCol w="584947">
                  <a:extLst>
                    <a:ext uri="{9D8B030D-6E8A-4147-A177-3AD203B41FA5}">
                      <a16:colId xmlns:a16="http://schemas.microsoft.com/office/drawing/2014/main" val="1087397497"/>
                    </a:ext>
                  </a:extLst>
                </a:gridCol>
                <a:gridCol w="725768">
                  <a:extLst>
                    <a:ext uri="{9D8B030D-6E8A-4147-A177-3AD203B41FA5}">
                      <a16:colId xmlns:a16="http://schemas.microsoft.com/office/drawing/2014/main" val="3833168042"/>
                    </a:ext>
                  </a:extLst>
                </a:gridCol>
                <a:gridCol w="998515">
                  <a:extLst>
                    <a:ext uri="{9D8B030D-6E8A-4147-A177-3AD203B41FA5}">
                      <a16:colId xmlns:a16="http://schemas.microsoft.com/office/drawing/2014/main" val="2708493099"/>
                    </a:ext>
                  </a:extLst>
                </a:gridCol>
                <a:gridCol w="918812">
                  <a:extLst>
                    <a:ext uri="{9D8B030D-6E8A-4147-A177-3AD203B41FA5}">
                      <a16:colId xmlns:a16="http://schemas.microsoft.com/office/drawing/2014/main" val="3144869598"/>
                    </a:ext>
                  </a:extLst>
                </a:gridCol>
              </a:tblGrid>
              <a:tr h="303306">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登记号</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申办方</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试验状态</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试验药品</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适应症</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分期</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l" fontAlgn="ctr">
                        <a:buNone/>
                      </a:pPr>
                      <a:r>
                        <a:rPr lang="pt-PT" sz="1200" b="1" i="0" u="none" strike="noStrike">
                          <a:solidFill>
                            <a:srgbClr val="FFFFFF"/>
                          </a:solidFill>
                          <a:effectLst/>
                          <a:latin typeface="等线" panose="02010600030101010101" pitchFamily="2" charset="-122"/>
                          <a:ea typeface="等线" panose="02010600030101010101" pitchFamily="2" charset="-122"/>
                        </a:rPr>
                        <a:t>Leading PI</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7132"/>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组长单位</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7132"/>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br>
                        <a:rPr lang="zh-CN" altLang="en-US" sz="1200" b="1" i="0" u="none" strike="noStrike">
                          <a:solidFill>
                            <a:srgbClr val="FFFFFF"/>
                          </a:solidFill>
                          <a:effectLst/>
                          <a:latin typeface="等线" panose="02010600030101010101" pitchFamily="2" charset="-122"/>
                          <a:ea typeface="等线" panose="02010600030101010101" pitchFamily="2" charset="-122"/>
                        </a:rPr>
                      </a:br>
                      <a:r>
                        <a:rPr lang="zh-CN" altLang="en-US" sz="1200" b="1" i="0" u="none" strike="noStrike">
                          <a:solidFill>
                            <a:srgbClr val="FFFFFF"/>
                          </a:solidFill>
                          <a:effectLst/>
                          <a:latin typeface="等线" panose="02010600030101010101" pitchFamily="2" charset="-122"/>
                          <a:ea typeface="等线" panose="02010600030101010101" pitchFamily="2" charset="-122"/>
                        </a:rPr>
                        <a:t>计划入组</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br>
                        <a:rPr lang="zh-CN" altLang="en-US" sz="1200" b="1" i="0" u="none" strike="noStrike">
                          <a:solidFill>
                            <a:srgbClr val="FFFFFF"/>
                          </a:solidFill>
                          <a:effectLst/>
                          <a:latin typeface="等线" panose="02010600030101010101" pitchFamily="2" charset="-122"/>
                          <a:ea typeface="等线" panose="02010600030101010101" pitchFamily="2" charset="-122"/>
                        </a:rPr>
                      </a:br>
                      <a:r>
                        <a:rPr lang="zh-CN" altLang="en-US" sz="1200" b="1" i="0" u="none" strike="noStrike">
                          <a:solidFill>
                            <a:srgbClr val="FFFFFF"/>
                          </a:solidFill>
                          <a:effectLst/>
                          <a:latin typeface="等线" panose="02010600030101010101" pitchFamily="2" charset="-122"/>
                          <a:ea typeface="等线" panose="02010600030101010101" pitchFamily="2" charset="-122"/>
                        </a:rPr>
                        <a:t>实际入组</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r>
                        <a:rPr lang="pt-PT" sz="1200" b="1" i="0" u="none" strike="noStrike">
                          <a:solidFill>
                            <a:srgbClr val="FFFFFF"/>
                          </a:solidFill>
                          <a:effectLst/>
                          <a:latin typeface="等线" panose="02010600030101010101" pitchFamily="2" charset="-122"/>
                          <a:ea typeface="等线" panose="02010600030101010101" pitchFamily="2" charset="-122"/>
                        </a:rPr>
                        <a:t>site</a:t>
                      </a:r>
                      <a:r>
                        <a:rPr lang="zh-CN" altLang="en-US" sz="1200" b="1" i="0" u="none" strike="noStrike">
                          <a:solidFill>
                            <a:srgbClr val="FFFFFF"/>
                          </a:solidFill>
                          <a:effectLst/>
                          <a:latin typeface="等线" panose="02010600030101010101" pitchFamily="2" charset="-122"/>
                          <a:ea typeface="等线" panose="02010600030101010101" pitchFamily="2" charset="-122"/>
                        </a:rPr>
                        <a:t>数</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国内首例筛选</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tc>
                  <a:txBody>
                    <a:bodyPr/>
                    <a:lstStyle/>
                    <a:p>
                      <a:pPr algn="ctr" fontAlgn="ctr">
                        <a:buNone/>
                      </a:pPr>
                      <a:r>
                        <a:rPr lang="zh-CN" altLang="en-US" sz="1400" b="1" i="0" u="none" strike="noStrike">
                          <a:solidFill>
                            <a:srgbClr val="FFFFFF"/>
                          </a:solidFill>
                          <a:effectLst/>
                          <a:latin typeface="等线" panose="02010600030101010101" pitchFamily="2" charset="-122"/>
                          <a:ea typeface="等线" panose="02010600030101010101" pitchFamily="2" charset="-122"/>
                        </a:rPr>
                        <a:t>首次公示</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A02B93"/>
                    </a:solidFill>
                  </a:tcPr>
                </a:tc>
                <a:extLst>
                  <a:ext uri="{0D108BD9-81ED-4DB2-BD59-A6C34878D82A}">
                    <a16:rowId xmlns:a16="http://schemas.microsoft.com/office/drawing/2014/main" val="512683721"/>
                  </a:ext>
                </a:extLst>
              </a:tr>
              <a:tr h="545802">
                <a:tc>
                  <a:txBody>
                    <a:bodyPr/>
                    <a:lstStyle/>
                    <a:p>
                      <a:pPr algn="l" fontAlgn="ctr">
                        <a:buNone/>
                      </a:pPr>
                      <a:r>
                        <a:rPr lang="pt-PT" sz="1100" b="0" i="0" u="none" strike="noStrike">
                          <a:solidFill>
                            <a:srgbClr val="000000"/>
                          </a:solidFill>
                          <a:effectLst/>
                          <a:latin typeface="等线" panose="02010600030101010101" pitchFamily="2" charset="-122"/>
                          <a:ea typeface="等线" panose="02010600030101010101" pitchFamily="2" charset="-122"/>
                        </a:rPr>
                        <a:t>CTR20260922</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pt-PT" altLang="zh-CN" sz="1100" b="1" i="0" u="none" strike="noStrike">
                          <a:solidFill>
                            <a:srgbClr val="000000"/>
                          </a:solidFill>
                          <a:effectLst/>
                          <a:latin typeface="等线" panose="02010600030101010101" pitchFamily="2" charset="-122"/>
                          <a:ea typeface="等线" panose="02010600030101010101" pitchFamily="2" charset="-122"/>
                        </a:rPr>
                        <a:t>Eli Lilly</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0" i="0" u="none" strike="noStrike">
                          <a:solidFill>
                            <a:srgbClr val="000000"/>
                          </a:solidFill>
                          <a:effectLst/>
                          <a:latin typeface="等线" panose="02010600030101010101" pitchFamily="2" charset="-122"/>
                          <a:ea typeface="等线" panose="02010600030101010101" pitchFamily="2" charset="-122"/>
                        </a:rPr>
                        <a:t>进行中</a:t>
                      </a:r>
                      <a:r>
                        <a:rPr lang="en-US" altLang="zh-CN" sz="1100" b="0" i="0" u="none" strike="noStrike">
                          <a:solidFill>
                            <a:srgbClr val="000000"/>
                          </a:solidFill>
                          <a:effectLst/>
                          <a:latin typeface="等线" panose="02010600030101010101" pitchFamily="2" charset="-122"/>
                          <a:ea typeface="等线" panose="02010600030101010101" pitchFamily="2" charset="-122"/>
                        </a:rPr>
                        <a:t>&amp;</a:t>
                      </a:r>
                      <a:r>
                        <a:rPr lang="zh-CN" altLang="en-US" sz="1100" b="0" i="0" u="none" strike="noStrike">
                          <a:solidFill>
                            <a:srgbClr val="000000"/>
                          </a:solidFill>
                          <a:effectLst/>
                          <a:latin typeface="等线" panose="02010600030101010101" pitchFamily="2" charset="-122"/>
                          <a:ea typeface="等线" panose="02010600030101010101" pitchFamily="2" charset="-122"/>
                        </a:rPr>
                        <a:t>未招募</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pt-PT" sz="1100" b="0" i="0" u="none" strike="noStrike">
                          <a:solidFill>
                            <a:srgbClr val="000000"/>
                          </a:solidFill>
                          <a:effectLst/>
                          <a:latin typeface="等线" panose="02010600030101010101" pitchFamily="2" charset="-122"/>
                          <a:ea typeface="等线" panose="02010600030101010101" pitchFamily="2" charset="-122"/>
                        </a:rPr>
                        <a:t>Eloralintide</a:t>
                      </a:r>
                      <a:r>
                        <a:rPr lang="zh-CN" altLang="en-US" sz="1100" b="0" i="0" u="none" strike="noStrike">
                          <a:solidFill>
                            <a:srgbClr val="000000"/>
                          </a:solidFill>
                          <a:effectLst/>
                          <a:latin typeface="等线" panose="02010600030101010101" pitchFamily="2" charset="-122"/>
                          <a:ea typeface="等线" panose="02010600030101010101" pitchFamily="2" charset="-122"/>
                        </a:rPr>
                        <a:t>注射液</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0" i="0" u="none" strike="noStrike">
                          <a:solidFill>
                            <a:srgbClr val="000000"/>
                          </a:solidFill>
                          <a:effectLst/>
                          <a:latin typeface="等线" panose="02010600030101010101" pitchFamily="2" charset="-122"/>
                          <a:ea typeface="等线" panose="02010600030101010101" pitchFamily="2" charset="-122"/>
                        </a:rPr>
                        <a:t>肥胖或超重</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3</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1" i="0" u="none" strike="noStrike">
                          <a:solidFill>
                            <a:srgbClr val="000000"/>
                          </a:solidFill>
                          <a:effectLst/>
                          <a:latin typeface="等线" panose="02010600030101010101" pitchFamily="2" charset="-122"/>
                          <a:ea typeface="等线" panose="02010600030101010101" pitchFamily="2" charset="-122"/>
                        </a:rPr>
                        <a:t>纪立农</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1" i="0" u="none" strike="noStrike">
                          <a:solidFill>
                            <a:srgbClr val="000000"/>
                          </a:solidFill>
                          <a:effectLst/>
                          <a:latin typeface="等线" panose="02010600030101010101" pitchFamily="2" charset="-122"/>
                          <a:ea typeface="等线" panose="02010600030101010101" pitchFamily="2" charset="-122"/>
                        </a:rPr>
                        <a:t>北大人民</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80</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pt-PT" sz="1100" b="0" i="0" u="none" strike="noStrike">
                          <a:solidFill>
                            <a:srgbClr val="000000"/>
                          </a:solidFill>
                          <a:effectLst/>
                          <a:latin typeface="等线" panose="02010600030101010101" pitchFamily="2" charset="-122"/>
                          <a:ea typeface="等线" panose="02010600030101010101" pitchFamily="2" charset="-122"/>
                        </a:rPr>
                        <a:t>NA</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15</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pt-PT" sz="1100" b="0" i="0" u="none" strike="noStrike">
                          <a:solidFill>
                            <a:srgbClr val="000000"/>
                          </a:solidFill>
                          <a:effectLst/>
                          <a:latin typeface="等线" panose="02010600030101010101" pitchFamily="2" charset="-122"/>
                          <a:ea typeface="等线" panose="02010600030101010101" pitchFamily="2" charset="-122"/>
                        </a:rPr>
                        <a:t>NA</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2026-03 </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61013262"/>
                  </a:ext>
                </a:extLst>
              </a:tr>
              <a:tr h="606612">
                <a:tc>
                  <a:txBody>
                    <a:bodyPr/>
                    <a:lstStyle/>
                    <a:p>
                      <a:pPr algn="l" fontAlgn="ctr">
                        <a:buNone/>
                      </a:pPr>
                      <a:r>
                        <a:rPr lang="pt-PT" sz="1100" b="0" i="0" u="none" strike="noStrike">
                          <a:solidFill>
                            <a:srgbClr val="000000"/>
                          </a:solidFill>
                          <a:effectLst/>
                          <a:latin typeface="等线" panose="02010600030101010101" pitchFamily="2" charset="-122"/>
                          <a:ea typeface="等线" panose="02010600030101010101" pitchFamily="2" charset="-122"/>
                        </a:rPr>
                        <a:t>CTR20254568</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pt-PT" altLang="zh-CN" sz="1100" b="1" i="0" u="none" strike="noStrike">
                          <a:solidFill>
                            <a:srgbClr val="000000"/>
                          </a:solidFill>
                          <a:effectLst/>
                          <a:latin typeface="等线" panose="02010600030101010101" pitchFamily="2" charset="-122"/>
                          <a:ea typeface="等线" panose="02010600030101010101" pitchFamily="2" charset="-122"/>
                        </a:rPr>
                        <a:t>Eli Lilly</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0" i="0" u="none" strike="noStrike">
                          <a:solidFill>
                            <a:srgbClr val="000000"/>
                          </a:solidFill>
                          <a:effectLst/>
                          <a:latin typeface="等线" panose="02010600030101010101" pitchFamily="2" charset="-122"/>
                          <a:ea typeface="等线" panose="02010600030101010101" pitchFamily="2" charset="-122"/>
                        </a:rPr>
                        <a:t>进行中</a:t>
                      </a:r>
                      <a:r>
                        <a:rPr lang="en-US" altLang="zh-CN" sz="1100" b="0" i="0" u="none" strike="noStrike">
                          <a:solidFill>
                            <a:srgbClr val="000000"/>
                          </a:solidFill>
                          <a:effectLst/>
                          <a:latin typeface="等线" panose="02010600030101010101" pitchFamily="2" charset="-122"/>
                          <a:ea typeface="等线" panose="02010600030101010101" pitchFamily="2" charset="-122"/>
                        </a:rPr>
                        <a:t>&amp;</a:t>
                      </a:r>
                      <a:r>
                        <a:rPr lang="zh-CN" altLang="en-US" sz="1100" b="0" i="0" u="none" strike="noStrike">
                          <a:solidFill>
                            <a:srgbClr val="000000"/>
                          </a:solidFill>
                          <a:effectLst/>
                          <a:latin typeface="等线" panose="02010600030101010101" pitchFamily="2" charset="-122"/>
                          <a:ea typeface="等线" panose="02010600030101010101" pitchFamily="2" charset="-122"/>
                        </a:rPr>
                        <a:t>招募中</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pt-PT" sz="1100" b="0" i="0" u="none" strike="noStrike">
                          <a:solidFill>
                            <a:srgbClr val="000000"/>
                          </a:solidFill>
                          <a:effectLst/>
                          <a:latin typeface="等线" panose="02010600030101010101" pitchFamily="2" charset="-122"/>
                          <a:ea typeface="等线" panose="02010600030101010101" pitchFamily="2" charset="-122"/>
                        </a:rPr>
                        <a:t>Orforglipron</a:t>
                      </a:r>
                      <a:r>
                        <a:rPr lang="zh-CN" altLang="en-US" sz="1100" b="0" i="0" u="none" strike="noStrike">
                          <a:solidFill>
                            <a:srgbClr val="000000"/>
                          </a:solidFill>
                          <a:effectLst/>
                          <a:latin typeface="等线" panose="02010600030101010101" pitchFamily="2" charset="-122"/>
                          <a:ea typeface="等线" panose="02010600030101010101" pitchFamily="2" charset="-122"/>
                        </a:rPr>
                        <a:t>片</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0" i="0" u="none" strike="noStrike">
                          <a:solidFill>
                            <a:srgbClr val="000000"/>
                          </a:solidFill>
                          <a:effectLst/>
                          <a:latin typeface="等线" panose="02010600030101010101" pitchFamily="2" charset="-122"/>
                          <a:ea typeface="等线" panose="02010600030101010101" pitchFamily="2" charset="-122"/>
                        </a:rPr>
                        <a:t>在已确诊动脉粥样硬化性心血管疾病和</a:t>
                      </a:r>
                      <a:r>
                        <a:rPr lang="en-US" altLang="zh-CN" sz="1100" b="0" i="0" u="none" strike="noStrike">
                          <a:solidFill>
                            <a:srgbClr val="000000"/>
                          </a:solidFill>
                          <a:effectLst/>
                          <a:latin typeface="等线" panose="02010600030101010101" pitchFamily="2" charset="-122"/>
                          <a:ea typeface="等线" panose="02010600030101010101" pitchFamily="2" charset="-122"/>
                        </a:rPr>
                        <a:t>/</a:t>
                      </a:r>
                      <a:r>
                        <a:rPr lang="zh-CN" altLang="en-US" sz="1100" b="0" i="0" u="none" strike="noStrike">
                          <a:solidFill>
                            <a:srgbClr val="000000"/>
                          </a:solidFill>
                          <a:effectLst/>
                          <a:latin typeface="等线" panose="02010600030101010101" pitchFamily="2" charset="-122"/>
                          <a:ea typeface="等线" panose="02010600030101010101" pitchFamily="2" charset="-122"/>
                        </a:rPr>
                        <a:t>或慢性肾脏病的患者中降低主要心血管不良事件风险</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3</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1" i="0" u="none" strike="noStrike">
                          <a:solidFill>
                            <a:srgbClr val="000000"/>
                          </a:solidFill>
                          <a:effectLst/>
                          <a:latin typeface="等线" panose="02010600030101010101" pitchFamily="2" charset="-122"/>
                          <a:ea typeface="等线" panose="02010600030101010101" pitchFamily="2" charset="-122"/>
                        </a:rPr>
                        <a:t>纪立农</a:t>
                      </a:r>
                      <a:br>
                        <a:rPr lang="zh-CN" altLang="en-US" sz="1100" b="1" i="0" u="none" strike="noStrike">
                          <a:solidFill>
                            <a:srgbClr val="000000"/>
                          </a:solidFill>
                          <a:effectLst/>
                          <a:latin typeface="等线" panose="02010600030101010101" pitchFamily="2" charset="-122"/>
                          <a:ea typeface="等线" panose="02010600030101010101" pitchFamily="2" charset="-122"/>
                        </a:rPr>
                      </a:br>
                      <a:r>
                        <a:rPr lang="zh-CN" altLang="en-US" sz="1100" b="1" i="0" u="none" strike="noStrike">
                          <a:solidFill>
                            <a:srgbClr val="000000"/>
                          </a:solidFill>
                          <a:effectLst/>
                          <a:latin typeface="等线" panose="02010600030101010101" pitchFamily="2" charset="-122"/>
                          <a:ea typeface="等线" panose="02010600030101010101" pitchFamily="2" charset="-122"/>
                        </a:rPr>
                        <a:t>葛均波</a:t>
                      </a:r>
                      <a:r>
                        <a:rPr lang="en-US" altLang="zh-CN" sz="1100" b="1" i="0" u="none" strike="noStrike">
                          <a:solidFill>
                            <a:srgbClr val="000000"/>
                          </a:solidFill>
                          <a:effectLst/>
                          <a:latin typeface="等线" panose="02010600030101010101" pitchFamily="2" charset="-122"/>
                          <a:ea typeface="等线" panose="02010600030101010101" pitchFamily="2" charset="-122"/>
                        </a:rPr>
                        <a:t>/</a:t>
                      </a:r>
                      <a:r>
                        <a:rPr lang="zh-CN" altLang="en-US" sz="1100" b="1" i="0" u="none" strike="noStrike">
                          <a:solidFill>
                            <a:srgbClr val="000000"/>
                          </a:solidFill>
                          <a:effectLst/>
                          <a:latin typeface="等线" panose="02010600030101010101" pitchFamily="2" charset="-122"/>
                          <a:ea typeface="等线" panose="02010600030101010101" pitchFamily="2" charset="-122"/>
                        </a:rPr>
                        <a:t>王箴</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zh-CN" altLang="en-US" sz="1100" b="1" i="0" u="none" strike="noStrike">
                          <a:solidFill>
                            <a:srgbClr val="000000"/>
                          </a:solidFill>
                          <a:effectLst/>
                          <a:latin typeface="等线" panose="02010600030101010101" pitchFamily="2" charset="-122"/>
                          <a:ea typeface="等线" panose="02010600030101010101" pitchFamily="2" charset="-122"/>
                        </a:rPr>
                        <a:t>北大人民</a:t>
                      </a:r>
                      <a:br>
                        <a:rPr lang="zh-CN" altLang="en-US" sz="1100" b="1" i="0" u="none" strike="noStrike">
                          <a:solidFill>
                            <a:srgbClr val="000000"/>
                          </a:solidFill>
                          <a:effectLst/>
                          <a:latin typeface="等线" panose="02010600030101010101" pitchFamily="2" charset="-122"/>
                          <a:ea typeface="等线" panose="02010600030101010101" pitchFamily="2" charset="-122"/>
                        </a:rPr>
                      </a:br>
                      <a:r>
                        <a:rPr lang="zh-CN" altLang="en-US" sz="1100" b="1" i="0" u="none" strike="noStrike">
                          <a:solidFill>
                            <a:srgbClr val="000000"/>
                          </a:solidFill>
                          <a:effectLst/>
                          <a:latin typeface="等线" panose="02010600030101010101" pitchFamily="2" charset="-122"/>
                          <a:ea typeface="等线" panose="02010600030101010101" pitchFamily="2" charset="-122"/>
                        </a:rPr>
                        <a:t>复旦中山</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299</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pt-PT" sz="1100" b="0" i="0" u="none" strike="noStrike">
                          <a:solidFill>
                            <a:srgbClr val="000000"/>
                          </a:solidFill>
                          <a:effectLst/>
                          <a:latin typeface="等线" panose="02010600030101010101" pitchFamily="2" charset="-122"/>
                          <a:ea typeface="等线" panose="02010600030101010101" pitchFamily="2" charset="-122"/>
                        </a:rPr>
                        <a:t>NA</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29</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pt-PT" sz="1100" b="0" i="0" u="none" strike="noStrike">
                          <a:solidFill>
                            <a:srgbClr val="000000"/>
                          </a:solidFill>
                          <a:effectLst/>
                          <a:latin typeface="等线" panose="02010600030101010101" pitchFamily="2" charset="-122"/>
                          <a:ea typeface="等线" panose="02010600030101010101" pitchFamily="2" charset="-122"/>
                        </a:rPr>
                        <a:t>NA</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zh-CN" sz="1100" b="0" i="0" u="none" strike="noStrike">
                          <a:solidFill>
                            <a:srgbClr val="000000"/>
                          </a:solidFill>
                          <a:effectLst/>
                          <a:latin typeface="等线" panose="02010600030101010101" pitchFamily="2" charset="-122"/>
                          <a:ea typeface="等线" panose="02010600030101010101" pitchFamily="2" charset="-122"/>
                        </a:rPr>
                        <a:t>2025-11</a:t>
                      </a:r>
                    </a:p>
                  </a:txBody>
                  <a:tcPr marL="5416" marR="5416" marT="54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04881226"/>
                  </a:ext>
                </a:extLst>
              </a:tr>
            </a:tbl>
          </a:graphicData>
        </a:graphic>
      </p:graphicFrame>
      <p:sp>
        <p:nvSpPr>
          <p:cNvPr id="8" name="Title 1">
            <a:extLst>
              <a:ext uri="{FF2B5EF4-FFF2-40B4-BE49-F238E27FC236}">
                <a16:creationId xmlns:a16="http://schemas.microsoft.com/office/drawing/2014/main" id="{7213D26F-0C5D-1EF3-8775-124218467D45}"/>
              </a:ext>
            </a:extLst>
          </p:cNvPr>
          <p:cNvSpPr txBox="1">
            <a:spLocks/>
          </p:cNvSpPr>
          <p:nvPr/>
        </p:nvSpPr>
        <p:spPr bwMode="gray">
          <a:xfrm>
            <a:off x="478846" y="2637000"/>
            <a:ext cx="11233151"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r>
              <a:rPr lang="en-US" altLang="zh-CN" sz="1800" b="0"/>
              <a:t>Other </a:t>
            </a:r>
            <a:r>
              <a:rPr lang="en-US" altLang="zh-CN" sz="1800"/>
              <a:t>25</a:t>
            </a:r>
            <a:r>
              <a:rPr lang="en-US" altLang="zh-CN" sz="1800" b="0"/>
              <a:t> trials of </a:t>
            </a:r>
            <a:r>
              <a:rPr lang="en-US" altLang="zh-CN" sz="1800"/>
              <a:t>local Parma </a:t>
            </a:r>
            <a:r>
              <a:rPr lang="en-US" altLang="zh-CN" sz="1800" b="0"/>
              <a:t>companies are </a:t>
            </a:r>
            <a:r>
              <a:rPr lang="en-US" altLang="zh-CN" sz="1800"/>
              <a:t>ongoing for recruitment </a:t>
            </a:r>
            <a:endParaRPr lang="zh-CN" altLang="en-US" sz="1800"/>
          </a:p>
        </p:txBody>
      </p:sp>
      <p:pic>
        <p:nvPicPr>
          <p:cNvPr id="6" name="Picture 5">
            <a:extLst>
              <a:ext uri="{FF2B5EF4-FFF2-40B4-BE49-F238E27FC236}">
                <a16:creationId xmlns:a16="http://schemas.microsoft.com/office/drawing/2014/main" id="{D0B17322-76E3-711F-F7FD-DED32674CF35}"/>
              </a:ext>
            </a:extLst>
          </p:cNvPr>
          <p:cNvPicPr>
            <a:picLocks noChangeAspect="1"/>
          </p:cNvPicPr>
          <p:nvPr/>
        </p:nvPicPr>
        <p:blipFill>
          <a:blip r:embed="rId2"/>
          <a:stretch>
            <a:fillRect/>
          </a:stretch>
        </p:blipFill>
        <p:spPr>
          <a:xfrm>
            <a:off x="478846" y="2915480"/>
            <a:ext cx="7985304" cy="3817151"/>
          </a:xfrm>
          <a:prstGeom prst="rect">
            <a:avLst/>
          </a:prstGeom>
        </p:spPr>
      </p:pic>
    </p:spTree>
    <p:extLst>
      <p:ext uri="{BB962C8B-B14F-4D97-AF65-F5344CB8AC3E}">
        <p14:creationId xmlns:p14="http://schemas.microsoft.com/office/powerpoint/2010/main" val="403902972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83A779-2CA8-1865-F53F-726409674580}"/>
            </a:ext>
          </a:extLst>
        </p:cNvPr>
        <p:cNvGrpSpPr/>
        <p:nvPr/>
      </p:nvGrpSpPr>
      <p:grpSpPr>
        <a:xfrm>
          <a:off x="0" y="0"/>
          <a:ext cx="0" cy="0"/>
          <a:chOff x="0" y="0"/>
          <a:chExt cx="0" cy="0"/>
        </a:xfrm>
      </p:grpSpPr>
      <p:sp>
        <p:nvSpPr>
          <p:cNvPr id="4" name="页脚占位符 3">
            <a:extLst>
              <a:ext uri="{FF2B5EF4-FFF2-40B4-BE49-F238E27FC236}">
                <a16:creationId xmlns:a16="http://schemas.microsoft.com/office/drawing/2014/main" id="{3E0C0891-3ED0-DED7-BEEB-721B93E4B497}"/>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6BECD0E3-9402-15D0-C1FB-BF4AF1C215B3}"/>
              </a:ext>
            </a:extLst>
          </p:cNvPr>
          <p:cNvSpPr>
            <a:spLocks noGrp="1"/>
          </p:cNvSpPr>
          <p:nvPr>
            <p:ph type="sldNum" sz="quarter" idx="11"/>
          </p:nvPr>
        </p:nvSpPr>
        <p:spPr/>
        <p:txBody>
          <a:bodyPr/>
          <a:lstStyle/>
          <a:p>
            <a:fld id="{8FF9B0DE-3FEB-4AA0-B465-B80EF7C1333D}" type="slidenum">
              <a:rPr lang="en-US" smtClean="0"/>
              <a:pPr/>
              <a:t>82</a:t>
            </a:fld>
            <a:endParaRPr lang="en-US"/>
          </a:p>
        </p:txBody>
      </p:sp>
      <p:graphicFrame>
        <p:nvGraphicFramePr>
          <p:cNvPr id="8" name="表格 7">
            <a:extLst>
              <a:ext uri="{FF2B5EF4-FFF2-40B4-BE49-F238E27FC236}">
                <a16:creationId xmlns:a16="http://schemas.microsoft.com/office/drawing/2014/main" id="{EF35C75F-EF05-EF4D-45F9-747877FEC383}"/>
              </a:ext>
            </a:extLst>
          </p:cNvPr>
          <p:cNvGraphicFramePr>
            <a:graphicFrameLocks noGrp="1"/>
          </p:cNvGraphicFramePr>
          <p:nvPr/>
        </p:nvGraphicFramePr>
        <p:xfrm>
          <a:off x="191441" y="575025"/>
          <a:ext cx="11921790" cy="4949386"/>
        </p:xfrm>
        <a:graphic>
          <a:graphicData uri="http://schemas.openxmlformats.org/drawingml/2006/table">
            <a:tbl>
              <a:tblPr firstRow="1" firstCol="1" bandRow="1"/>
              <a:tblGrid>
                <a:gridCol w="549133">
                  <a:extLst>
                    <a:ext uri="{9D8B030D-6E8A-4147-A177-3AD203B41FA5}">
                      <a16:colId xmlns:a16="http://schemas.microsoft.com/office/drawing/2014/main" val="868577222"/>
                    </a:ext>
                  </a:extLst>
                </a:gridCol>
                <a:gridCol w="671306">
                  <a:extLst>
                    <a:ext uri="{9D8B030D-6E8A-4147-A177-3AD203B41FA5}">
                      <a16:colId xmlns:a16="http://schemas.microsoft.com/office/drawing/2014/main" val="4234612588"/>
                    </a:ext>
                  </a:extLst>
                </a:gridCol>
                <a:gridCol w="1715368">
                  <a:extLst>
                    <a:ext uri="{9D8B030D-6E8A-4147-A177-3AD203B41FA5}">
                      <a16:colId xmlns:a16="http://schemas.microsoft.com/office/drawing/2014/main" val="60693361"/>
                    </a:ext>
                  </a:extLst>
                </a:gridCol>
                <a:gridCol w="1929384">
                  <a:extLst>
                    <a:ext uri="{9D8B030D-6E8A-4147-A177-3AD203B41FA5}">
                      <a16:colId xmlns:a16="http://schemas.microsoft.com/office/drawing/2014/main" val="1076854139"/>
                    </a:ext>
                  </a:extLst>
                </a:gridCol>
                <a:gridCol w="2294663">
                  <a:extLst>
                    <a:ext uri="{9D8B030D-6E8A-4147-A177-3AD203B41FA5}">
                      <a16:colId xmlns:a16="http://schemas.microsoft.com/office/drawing/2014/main" val="2461820354"/>
                    </a:ext>
                  </a:extLst>
                </a:gridCol>
                <a:gridCol w="3329230">
                  <a:extLst>
                    <a:ext uri="{9D8B030D-6E8A-4147-A177-3AD203B41FA5}">
                      <a16:colId xmlns:a16="http://schemas.microsoft.com/office/drawing/2014/main" val="4294295192"/>
                    </a:ext>
                  </a:extLst>
                </a:gridCol>
                <a:gridCol w="452751">
                  <a:extLst>
                    <a:ext uri="{9D8B030D-6E8A-4147-A177-3AD203B41FA5}">
                      <a16:colId xmlns:a16="http://schemas.microsoft.com/office/drawing/2014/main" val="1262991592"/>
                    </a:ext>
                  </a:extLst>
                </a:gridCol>
                <a:gridCol w="979955">
                  <a:extLst>
                    <a:ext uri="{9D8B030D-6E8A-4147-A177-3AD203B41FA5}">
                      <a16:colId xmlns:a16="http://schemas.microsoft.com/office/drawing/2014/main" val="3779739731"/>
                    </a:ext>
                  </a:extLst>
                </a:gridCol>
              </a:tblGrid>
              <a:tr h="617537">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l"/>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l"/>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2492402">
                <a:tc>
                  <a:txBody>
                    <a:bodyPr/>
                    <a:lstStyle/>
                    <a:p>
                      <a:pPr lvl="0" algn="just">
                        <a:buNone/>
                      </a:pPr>
                      <a:endParaRPr lang="en-US" altLang="zh-CN" sz="1200" b="1"/>
                    </a:p>
                    <a:p>
                      <a:pPr lvl="0" algn="just">
                        <a:buNone/>
                      </a:pPr>
                      <a:r>
                        <a:rPr lang="zh-CN" altLang="en-US" sz="1200" b="1">
                          <a:latin typeface="+mj-ea"/>
                          <a:ea typeface="+mj-ea"/>
                        </a:rPr>
                        <a:t>洪天配</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algn="just" defTabSz="914400">
                        <a:buNone/>
                      </a:pPr>
                      <a:endParaRPr lang="en-US" altLang="zh-CN" sz="1100" b="1" i="0" u="none" strike="noStrike" kern="1200" noProof="0">
                        <a:solidFill>
                          <a:srgbClr val="000000"/>
                        </a:solidFill>
                        <a:effectLst/>
                        <a:latin typeface="DengXian"/>
                        <a:ea typeface="DengXian"/>
                      </a:endParaRPr>
                    </a:p>
                    <a:p>
                      <a:pPr marL="0" lvl="0" algn="just" defTabSz="914400">
                        <a:buNone/>
                      </a:pPr>
                      <a:r>
                        <a:rPr lang="zh-CN" altLang="en-US" sz="1100" b="1" i="0" u="none" strike="noStrike" kern="1200" noProof="0">
                          <a:solidFill>
                            <a:srgbClr val="000000"/>
                          </a:solidFill>
                          <a:effectLst/>
                          <a:latin typeface="DengXian"/>
                          <a:ea typeface="DengXian"/>
                        </a:rPr>
                        <a:t>北京大学第三医院</a:t>
                      </a:r>
                      <a:r>
                        <a:rPr lang="en-US" altLang="zh-CN" sz="1100" b="1" i="0" u="none" strike="noStrike" kern="1200" noProof="0">
                          <a:solidFill>
                            <a:srgbClr val="000000"/>
                          </a:solidFill>
                          <a:effectLst/>
                          <a:latin typeface="DengXian"/>
                          <a:ea typeface="DengXian"/>
                        </a:rPr>
                        <a:t>/</a:t>
                      </a:r>
                      <a:r>
                        <a:rPr lang="zh-CN" altLang="en-US" sz="1100" b="1" i="0" u="none" strike="noStrike" kern="1200" noProof="0">
                          <a:solidFill>
                            <a:srgbClr val="000000"/>
                          </a:solidFill>
                          <a:effectLst/>
                          <a:latin typeface="DengXian"/>
                          <a:ea typeface="DengXian"/>
                        </a:rPr>
                        <a:t>内分泌科</a:t>
                      </a:r>
                      <a:endParaRPr lang="en-US" altLang="zh-CN" sz="1100" b="1" i="0" u="none" strike="noStrike" kern="1200" noProof="0">
                        <a:solidFill>
                          <a:srgbClr val="000000"/>
                        </a:solidFill>
                        <a:effectLst/>
                        <a:latin typeface="DengXian"/>
                        <a:ea typeface="DengXian"/>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l" rtl="0" eaLnBrk="1" latinLnBrk="0" hangingPunct="1">
                        <a:buFont typeface="Arial" panose="020B0604020202020204" pitchFamily="34" charset="0"/>
                        <a:buNone/>
                      </a:pPr>
                      <a:r>
                        <a:rPr lang="en-US" altLang="zh-CN" sz="1050" b="1" kern="1200">
                          <a:solidFill>
                            <a:schemeClr val="tx1"/>
                          </a:solidFill>
                          <a:effectLst/>
                          <a:latin typeface="Calibri"/>
                          <a:ea typeface="DengXian"/>
                          <a:cs typeface="+mn-cs"/>
                        </a:rPr>
                        <a:t>Grade:  12</a:t>
                      </a:r>
                    </a:p>
                    <a:p>
                      <a:pPr marL="0" indent="0" algn="l" rtl="0" eaLnBrk="1" latinLnBrk="0" hangingPunct="1">
                        <a:buFont typeface="Arial" panose="020B0604020202020204" pitchFamily="34" charset="0"/>
                        <a:buNone/>
                      </a:pPr>
                      <a:endParaRPr lang="en-US" altLang="zh-CN" sz="1050" b="1" kern="1200">
                        <a:solidFill>
                          <a:schemeClr val="tx1"/>
                        </a:solidFill>
                        <a:effectLst/>
                        <a:latin typeface="Calibri"/>
                        <a:ea typeface="DengXian"/>
                        <a:cs typeface="+mn-cs"/>
                      </a:endParaRPr>
                    </a:p>
                    <a:p>
                      <a:pPr marL="171450" indent="-171450" algn="l" rtl="0" eaLnBrk="1" latinLnBrk="0" hangingPunct="1">
                        <a:lnSpc>
                          <a:spcPct val="120000"/>
                        </a:lnSpc>
                        <a:spcAft>
                          <a:spcPts val="300"/>
                        </a:spcAft>
                        <a:buFont typeface="Arial" panose="020B0604020202020204" pitchFamily="34" charset="0"/>
                        <a:buChar char="•"/>
                      </a:pPr>
                      <a:r>
                        <a:rPr lang="en-US" altLang="zh-CN" sz="900" b="0" kern="1200">
                          <a:solidFill>
                            <a:schemeClr val="tx1"/>
                          </a:solidFill>
                          <a:effectLst/>
                          <a:latin typeface="+mn-lt"/>
                          <a:ea typeface="DengXian"/>
                          <a:cs typeface="+mn-cs"/>
                        </a:rPr>
                        <a:t>Main research areas include basic and clinical research on diabetes, endocrine metabolism, and reproductive health research. </a:t>
                      </a:r>
                    </a:p>
                    <a:p>
                      <a:pPr marL="171450" indent="-171450" algn="l" rtl="0" eaLnBrk="1" latinLnBrk="0" hangingPunct="1">
                        <a:lnSpc>
                          <a:spcPct val="120000"/>
                        </a:lnSpc>
                        <a:spcAft>
                          <a:spcPts val="300"/>
                        </a:spcAft>
                        <a:buFont typeface="Arial" panose="020B0604020202020204" pitchFamily="34" charset="0"/>
                        <a:buChar char="•"/>
                      </a:pPr>
                      <a:r>
                        <a:rPr lang="en-US" altLang="zh-CN" sz="900" b="0" kern="1200">
                          <a:solidFill>
                            <a:schemeClr val="tx1"/>
                          </a:solidFill>
                          <a:effectLst/>
                          <a:latin typeface="+mn-lt"/>
                          <a:ea typeface="DengXian"/>
                          <a:cs typeface="+mn-cs"/>
                        </a:rPr>
                        <a:t>Leading PI of 4 </a:t>
                      </a:r>
                      <a:r>
                        <a:rPr lang="en-US" altLang="zh-CN" sz="900" b="0" kern="1200" err="1">
                          <a:solidFill>
                            <a:schemeClr val="tx1"/>
                          </a:solidFill>
                          <a:effectLst/>
                          <a:latin typeface="+mn-lt"/>
                          <a:ea typeface="DengXian"/>
                          <a:cs typeface="+mn-cs"/>
                        </a:rPr>
                        <a:t>ph</a:t>
                      </a:r>
                      <a:r>
                        <a:rPr lang="en-US" altLang="zh-CN" sz="900" b="0" kern="1200">
                          <a:solidFill>
                            <a:schemeClr val="tx1"/>
                          </a:solidFill>
                          <a:effectLst/>
                          <a:latin typeface="+mn-lt"/>
                          <a:ea typeface="DengXian"/>
                          <a:cs typeface="+mn-cs"/>
                        </a:rPr>
                        <a:t>-III pivotal trials in CWM, T2D and obesity related complications</a:t>
                      </a:r>
                    </a:p>
                    <a:p>
                      <a:pPr marL="171450" indent="-171450" algn="l" rtl="0" eaLnBrk="1" latinLnBrk="0" hangingPunct="1">
                        <a:lnSpc>
                          <a:spcPct val="120000"/>
                        </a:lnSpc>
                        <a:spcAft>
                          <a:spcPts val="300"/>
                        </a:spcAft>
                        <a:buFont typeface="Arial" panose="020B0604020202020204" pitchFamily="34" charset="0"/>
                        <a:buChar char="•"/>
                      </a:pPr>
                      <a:r>
                        <a:rPr lang="en-US" altLang="zh-CN" sz="900" b="0" kern="1200">
                          <a:solidFill>
                            <a:schemeClr val="tx1"/>
                          </a:solidFill>
                          <a:effectLst/>
                          <a:latin typeface="+mn-lt"/>
                          <a:ea typeface="DengXian"/>
                          <a:cs typeface="+mn-cs"/>
                        </a:rPr>
                        <a:t>Presided over more than 30 national and provincial-level research projects, including </a:t>
                      </a:r>
                      <a:r>
                        <a:rPr lang="en-US" altLang="zh-CN" sz="900" b="0" u="sng" kern="1200">
                          <a:solidFill>
                            <a:schemeClr val="tx1"/>
                          </a:solidFill>
                          <a:effectLst/>
                          <a:latin typeface="+mn-lt"/>
                          <a:ea typeface="DengXian"/>
                          <a:cs typeface="+mn-cs"/>
                        </a:rPr>
                        <a:t>9 National Natural Science Foundation of China projects </a:t>
                      </a:r>
                      <a:r>
                        <a:rPr lang="en-US" altLang="zh-CN" sz="900" b="0" kern="1200">
                          <a:solidFill>
                            <a:schemeClr val="tx1"/>
                          </a:solidFill>
                          <a:effectLst/>
                          <a:latin typeface="+mn-lt"/>
                          <a:ea typeface="DengXian"/>
                          <a:cs typeface="+mn-cs"/>
                        </a:rPr>
                        <a:t>and 2 National Key Research and Development Program projects.</a:t>
                      </a:r>
                    </a:p>
                    <a:p>
                      <a:pPr marL="171450" indent="-171450" algn="l" rtl="0" eaLnBrk="1" latinLnBrk="0" hangingPunct="1">
                        <a:lnSpc>
                          <a:spcPct val="120000"/>
                        </a:lnSpc>
                        <a:spcAft>
                          <a:spcPts val="300"/>
                        </a:spcAft>
                        <a:buFont typeface="Arial" panose="020B0604020202020204" pitchFamily="34" charset="0"/>
                        <a:buChar char="•"/>
                      </a:pPr>
                      <a:r>
                        <a:rPr lang="en-US" altLang="zh-CN" sz="900" b="0" kern="1200">
                          <a:solidFill>
                            <a:schemeClr val="tx1"/>
                          </a:solidFill>
                          <a:effectLst/>
                          <a:latin typeface="+mn-lt"/>
                          <a:ea typeface="DengXian"/>
                          <a:cs typeface="+mn-cs"/>
                        </a:rPr>
                        <a:t>Published </a:t>
                      </a:r>
                      <a:r>
                        <a:rPr lang="en-US" altLang="zh-CN" sz="900" b="0" u="sng" kern="1200">
                          <a:solidFill>
                            <a:schemeClr val="tx1"/>
                          </a:solidFill>
                          <a:effectLst/>
                          <a:latin typeface="+mn-lt"/>
                          <a:ea typeface="DengXian"/>
                          <a:cs typeface="+mn-cs"/>
                        </a:rPr>
                        <a:t>over 110 SCI papers</a:t>
                      </a:r>
                      <a:r>
                        <a:rPr lang="en-US" altLang="zh-CN" sz="900" b="0" kern="1200">
                          <a:solidFill>
                            <a:schemeClr val="tx1"/>
                          </a:solidFill>
                          <a:effectLst/>
                          <a:latin typeface="+mn-lt"/>
                          <a:ea typeface="DengXian"/>
                          <a:cs typeface="+mn-cs"/>
                        </a:rPr>
                        <a:t> in renowned journals such as JAMA, Metabolism, </a:t>
                      </a:r>
                      <a:r>
                        <a:rPr lang="en-US" altLang="zh-CN" sz="900" b="0" kern="1200" err="1">
                          <a:solidFill>
                            <a:schemeClr val="tx1"/>
                          </a:solidFill>
                          <a:effectLst/>
                          <a:latin typeface="+mn-lt"/>
                          <a:ea typeface="DengXian"/>
                          <a:cs typeface="+mn-cs"/>
                        </a:rPr>
                        <a:t>Diabetologia</a:t>
                      </a:r>
                      <a:r>
                        <a:rPr lang="en-US" altLang="zh-CN" sz="900" b="0" kern="1200">
                          <a:solidFill>
                            <a:schemeClr val="tx1"/>
                          </a:solidFill>
                          <a:effectLst/>
                          <a:latin typeface="+mn-lt"/>
                          <a:ea typeface="DengXian"/>
                          <a:cs typeface="+mn-cs"/>
                        </a:rPr>
                        <a:t>, and Diabetes etc.</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l" defTabSz="914400" rtl="0" eaLnBrk="1" latinLnBrk="0" hangingPunct="1">
                        <a:buFont typeface="Arial" panose="020B0604020202020204" pitchFamily="34" charset="0"/>
                        <a:buNone/>
                      </a:pPr>
                      <a:r>
                        <a:rPr lang="en-US" altLang="zh-CN" sz="1050" b="1" kern="1200">
                          <a:solidFill>
                            <a:schemeClr val="tx1"/>
                          </a:solidFill>
                          <a:effectLst/>
                          <a:latin typeface="Calibri"/>
                          <a:ea typeface="DengXian"/>
                          <a:cs typeface="+mn-cs"/>
                        </a:rPr>
                        <a:t>Grade: 16</a:t>
                      </a:r>
                    </a:p>
                    <a:p>
                      <a:pPr marL="0" indent="0" algn="l" defTabSz="914400" rtl="0" eaLnBrk="1" latinLnBrk="0" hangingPunct="1">
                        <a:buFont typeface="Arial" panose="020B0604020202020204" pitchFamily="34" charset="0"/>
                        <a:buNone/>
                      </a:pP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r>
                        <a:rPr lang="en-US" altLang="zh-CN" sz="1050" b="1" kern="1200">
                          <a:solidFill>
                            <a:schemeClr val="tx1"/>
                          </a:solidFill>
                          <a:effectLst/>
                          <a:latin typeface="Calibri"/>
                          <a:ea typeface="DengXian"/>
                          <a:cs typeface="+mn-cs"/>
                        </a:rPr>
                        <a:t>Director of Endocrinology Department, PUTH</a:t>
                      </a:r>
                    </a:p>
                    <a:p>
                      <a:pPr marL="171450" indent="-171450" algn="l" defTabSz="914400" rtl="0" eaLnBrk="1" latinLnBrk="0" hangingPunct="1">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r>
                        <a:rPr lang="en-US" altLang="zh-CN" sz="1050" b="1" kern="1200">
                          <a:solidFill>
                            <a:schemeClr val="tx1"/>
                          </a:solidFill>
                          <a:effectLst/>
                          <a:highlight>
                            <a:srgbClr val="FFFF00"/>
                          </a:highlight>
                          <a:latin typeface="Calibri"/>
                          <a:ea typeface="DengXian"/>
                          <a:cs typeface="+mn-cs"/>
                        </a:rPr>
                        <a:t>President elect of the 6th Committee of the Endocrinology </a:t>
                      </a:r>
                      <a:r>
                        <a:rPr lang="en-US" altLang="zh-CN" sz="1050" b="1" kern="1200">
                          <a:solidFill>
                            <a:schemeClr val="tx1"/>
                          </a:solidFill>
                          <a:effectLst/>
                          <a:latin typeface="Calibri"/>
                          <a:ea typeface="DengXian"/>
                          <a:cs typeface="+mn-cs"/>
                        </a:rPr>
                        <a:t>and Metabolism Physician Branch of the Chinese Medical Association/</a:t>
                      </a:r>
                      <a:r>
                        <a:rPr lang="zh-CN" altLang="en-US" sz="1050" b="1" kern="1200">
                          <a:solidFill>
                            <a:schemeClr val="tx1"/>
                          </a:solidFill>
                          <a:effectLst/>
                          <a:latin typeface="Calibri"/>
                          <a:ea typeface="DengXian"/>
                          <a:cs typeface="+mn-cs"/>
                        </a:rPr>
                        <a:t>中国医师协会内分泌分会</a:t>
                      </a: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0" indent="0" algn="l" defTabSz="914400" rtl="0" eaLnBrk="1" latinLnBrk="0" hangingPunct="1">
                        <a:buFont typeface="Arial" panose="020B0604020202020204" pitchFamily="34" charset="0"/>
                        <a:buNone/>
                      </a:pP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endParaRPr lang="zh-CN" altLang="en-US" sz="1050" b="1"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l" defTabSz="914400" rtl="0" eaLnBrk="1" latinLnBrk="0" hangingPunct="1">
                        <a:lnSpc>
                          <a:spcPct val="120000"/>
                        </a:lnSpc>
                        <a:spcBef>
                          <a:spcPts val="0"/>
                        </a:spcBef>
                        <a:spcAft>
                          <a:spcPts val="300"/>
                        </a:spcAft>
                        <a:buFont typeface="Arial" panose="020B0604020202020204" pitchFamily="34" charset="0"/>
                        <a:buNone/>
                      </a:pPr>
                      <a:r>
                        <a:rPr lang="en-US" altLang="zh-CN" sz="1050" b="1" kern="1200">
                          <a:solidFill>
                            <a:schemeClr val="tx1"/>
                          </a:solidFill>
                          <a:effectLst/>
                          <a:latin typeface="Calibri"/>
                          <a:ea typeface="DengXian"/>
                          <a:cs typeface="+mn-cs"/>
                        </a:rPr>
                        <a:t>Grade:25</a:t>
                      </a:r>
                    </a:p>
                    <a:p>
                      <a:pPr marL="0" indent="0" algn="l" defTabSz="914400" rtl="0" eaLnBrk="1" latinLnBrk="0" hangingPunct="1">
                        <a:lnSpc>
                          <a:spcPct val="120000"/>
                        </a:lnSpc>
                        <a:spcBef>
                          <a:spcPts val="0"/>
                        </a:spcBef>
                        <a:spcAft>
                          <a:spcPts val="300"/>
                        </a:spcAft>
                        <a:buFont typeface="Arial" panose="020B0604020202020204" pitchFamily="34" charset="0"/>
                        <a:buNone/>
                      </a:pPr>
                      <a:endParaRPr lang="en-US" altLang="zh-CN" sz="1050" b="1" kern="1200">
                        <a:solidFill>
                          <a:schemeClr val="tx1"/>
                        </a:solidFill>
                        <a:effectLst/>
                        <a:latin typeface="Calibri"/>
                        <a:ea typeface="DengXian"/>
                        <a:cs typeface="+mn-cs"/>
                      </a:endParaRPr>
                    </a:p>
                    <a:p>
                      <a:pPr marL="171450" indent="-171450" algn="l" defTabSz="914400" rtl="0" eaLnBrk="1" latinLnBrk="0" hangingPunct="1">
                        <a:lnSpc>
                          <a:spcPct val="120000"/>
                        </a:lnSpc>
                        <a:spcBef>
                          <a:spcPts val="0"/>
                        </a:spcBef>
                        <a:spcAft>
                          <a:spcPts val="300"/>
                        </a:spcAft>
                        <a:buFont typeface="Arial" panose="020B0604020202020204" pitchFamily="34" charset="0"/>
                        <a:buChar char="•"/>
                      </a:pPr>
                      <a:r>
                        <a:rPr lang="en-US" altLang="zh-CN" sz="1050" b="1" kern="1200">
                          <a:solidFill>
                            <a:schemeClr val="tx1"/>
                          </a:solidFill>
                          <a:effectLst/>
                          <a:latin typeface="Calibri"/>
                          <a:ea typeface="DengXian"/>
                          <a:cs typeface="+mn-cs"/>
                        </a:rPr>
                        <a:t>Get PhD in 1991, around 64 Y</a:t>
                      </a:r>
                    </a:p>
                    <a:p>
                      <a:pPr marL="0" marR="0" lvl="0" indent="0" algn="l" defTabSz="914400" rtl="0" eaLnBrk="1" fontAlgn="auto" latinLnBrk="0" hangingPunct="1">
                        <a:lnSpc>
                          <a:spcPct val="120000"/>
                        </a:lnSpc>
                        <a:spcBef>
                          <a:spcPts val="0"/>
                        </a:spcBef>
                        <a:spcAft>
                          <a:spcPts val="300"/>
                        </a:spcAft>
                        <a:buClrTx/>
                        <a:buSzTx/>
                        <a:buFont typeface="Arial" panose="020B0604020202020204" pitchFamily="34" charset="0"/>
                        <a:buNone/>
                        <a:tabLst/>
                        <a:defRPr/>
                      </a:pPr>
                      <a:r>
                        <a:rPr kumimoji="0" lang="en-US" altLang="zh-CN" sz="1000" b="1" i="0" u="none" strike="noStrike" kern="1200" cap="none" spc="0" normalizeH="0" baseline="0" noProof="0">
                          <a:ln>
                            <a:noFill/>
                          </a:ln>
                          <a:solidFill>
                            <a:prstClr val="black"/>
                          </a:solidFill>
                          <a:effectLst/>
                          <a:uLnTx/>
                          <a:uFillTx/>
                          <a:latin typeface="+mn-lt"/>
                          <a:ea typeface="DengXian"/>
                          <a:cs typeface="+mn-cs"/>
                        </a:rPr>
                        <a:t>Lead 4 ph3 studies, </a:t>
                      </a:r>
                    </a:p>
                    <a:p>
                      <a:pPr marL="171450" marR="0" lvl="0" indent="-171450" algn="l" defTabSz="914400" rtl="0" eaLnBrk="1" fontAlgn="auto" latinLnBrk="0" hangingPunct="1">
                        <a:lnSpc>
                          <a:spcPct val="120000"/>
                        </a:lnSpc>
                        <a:spcBef>
                          <a:spcPts val="0"/>
                        </a:spcBef>
                        <a:spcAft>
                          <a:spcPts val="300"/>
                        </a:spcAft>
                        <a:buClrTx/>
                        <a:buSzTx/>
                        <a:buFont typeface="Boehringer Forward Text" panose="020B0504030403020204" pitchFamily="2" charset="0"/>
                        <a:buChar char="→"/>
                        <a:tabLst/>
                        <a:defRPr/>
                      </a:pPr>
                      <a:r>
                        <a:rPr kumimoji="0" lang="en-US" altLang="zh-CN" sz="1000" b="0" i="0" u="none" strike="noStrike" kern="1200" cap="none" spc="0" normalizeH="0" baseline="0" noProof="0">
                          <a:ln>
                            <a:noFill/>
                          </a:ln>
                          <a:solidFill>
                            <a:prstClr val="black"/>
                          </a:solidFill>
                          <a:effectLst/>
                          <a:uLnTx/>
                          <a:uFillTx/>
                          <a:latin typeface="+mn-lt"/>
                          <a:ea typeface="DengXian"/>
                          <a:cs typeface="+mn-cs"/>
                        </a:rPr>
                        <a:t>Lilly’s 2 ongoing pivotal trials : China coordinator of </a:t>
                      </a:r>
                      <a:r>
                        <a:rPr kumimoji="0" lang="en-US" altLang="zh-CN" sz="1000" b="0" i="0" u="none" strike="noStrike" kern="1200" cap="none" spc="0" normalizeH="0" baseline="0" noProof="0" err="1">
                          <a:ln>
                            <a:noFill/>
                          </a:ln>
                          <a:solidFill>
                            <a:prstClr val="black"/>
                          </a:solidFill>
                          <a:effectLst/>
                          <a:uLnTx/>
                          <a:uFillTx/>
                          <a:latin typeface="+mn-lt"/>
                          <a:ea typeface="DengXian"/>
                          <a:cs typeface="+mn-cs"/>
                        </a:rPr>
                        <a:t>Orforglipron’s</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 </a:t>
                      </a:r>
                      <a:r>
                        <a:rPr kumimoji="0" lang="en-US" altLang="zh-CN" sz="1000" b="0" i="0" u="none" strike="noStrike" kern="1200" cap="none" spc="0" normalizeH="0" baseline="0" noProof="0" err="1">
                          <a:ln>
                            <a:noFill/>
                          </a:ln>
                          <a:solidFill>
                            <a:prstClr val="black"/>
                          </a:solidFill>
                          <a:effectLst/>
                          <a:uLnTx/>
                          <a:uFillTx/>
                          <a:latin typeface="+mn-lt"/>
                          <a:ea typeface="DengXian"/>
                          <a:cs typeface="+mn-cs"/>
                        </a:rPr>
                        <a:t>ph</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-III</a:t>
                      </a:r>
                      <a:r>
                        <a:rPr kumimoji="0" lang="zh-CN" altLang="en-US" sz="1000" b="0" i="0" u="none" strike="noStrike" kern="1200" cap="none" spc="0" normalizeH="0" baseline="0" noProof="0">
                          <a:ln>
                            <a:noFill/>
                          </a:ln>
                          <a:solidFill>
                            <a:prstClr val="black"/>
                          </a:solidFill>
                          <a:effectLst/>
                          <a:uLnTx/>
                          <a:uFillTx/>
                          <a:latin typeface="+mn-lt"/>
                          <a:ea typeface="DengXian"/>
                          <a:cs typeface="+mn-cs"/>
                        </a:rPr>
                        <a:t> </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for CWM</a:t>
                      </a:r>
                      <a:r>
                        <a:rPr kumimoji="0" lang="zh-CN" altLang="en-US" sz="1000" b="0" i="0" u="none" strike="noStrike" kern="1200" cap="none" spc="0" normalizeH="0" baseline="0" noProof="0">
                          <a:ln>
                            <a:noFill/>
                          </a:ln>
                          <a:solidFill>
                            <a:prstClr val="black"/>
                          </a:solidFill>
                          <a:effectLst/>
                          <a:uLnTx/>
                          <a:uFillTx/>
                          <a:latin typeface="+mn-lt"/>
                          <a:ea typeface="DengXian"/>
                          <a:cs typeface="+mn-cs"/>
                        </a:rPr>
                        <a:t> </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and T2D, </a:t>
                      </a:r>
                    </a:p>
                    <a:p>
                      <a:pPr marL="171450" marR="0" lvl="0" indent="-171450" algn="l" defTabSz="914400" rtl="0" eaLnBrk="1" fontAlgn="auto" latinLnBrk="0" hangingPunct="1">
                        <a:lnSpc>
                          <a:spcPct val="120000"/>
                        </a:lnSpc>
                        <a:spcBef>
                          <a:spcPts val="0"/>
                        </a:spcBef>
                        <a:spcAft>
                          <a:spcPts val="300"/>
                        </a:spcAft>
                        <a:buClrTx/>
                        <a:buSzTx/>
                        <a:buFont typeface="Boehringer Forward Text" panose="020B0504030403020204" pitchFamily="2" charset="0"/>
                        <a:buChar char="→"/>
                        <a:tabLst/>
                        <a:defRPr/>
                      </a:pPr>
                      <a:r>
                        <a:rPr kumimoji="0" lang="en-US" altLang="zh-CN" sz="1050" b="0" i="0" u="none" strike="noStrike" kern="1200" cap="none" spc="0" normalizeH="0" baseline="0" noProof="0">
                          <a:ln>
                            <a:noFill/>
                          </a:ln>
                          <a:solidFill>
                            <a:prstClr val="black"/>
                          </a:solidFill>
                          <a:effectLst/>
                          <a:uLnTx/>
                          <a:uFillTx/>
                          <a:latin typeface="+mn-lt"/>
                          <a:ea typeface="DengXian"/>
                          <a:cs typeface="+mn-cs"/>
                        </a:rPr>
                        <a:t>2 </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for local pharma, including </a:t>
                      </a:r>
                      <a:r>
                        <a:rPr kumimoji="0" lang="en-US" altLang="zh-CN" sz="1000" b="0" i="0" u="none" strike="noStrike" kern="1200" cap="none" spc="0" normalizeH="0" baseline="0" noProof="0" err="1">
                          <a:ln>
                            <a:noFill/>
                          </a:ln>
                          <a:solidFill>
                            <a:prstClr val="black"/>
                          </a:solidFill>
                          <a:effectLst/>
                          <a:uLnTx/>
                          <a:uFillTx/>
                          <a:latin typeface="+mn-lt"/>
                          <a:ea typeface="DengXian"/>
                          <a:cs typeface="+mn-cs"/>
                        </a:rPr>
                        <a:t>Innovent’s</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 1 ongoing trial for </a:t>
                      </a:r>
                      <a:r>
                        <a:rPr kumimoji="0" lang="en-US" altLang="zh-CN" sz="1000" b="0" i="0" u="none" strike="noStrike" kern="1200" cap="none" spc="0" normalizeH="0" baseline="0" noProof="0" err="1">
                          <a:ln>
                            <a:noFill/>
                          </a:ln>
                          <a:solidFill>
                            <a:prstClr val="black"/>
                          </a:solidFill>
                          <a:effectLst/>
                          <a:uLnTx/>
                          <a:uFillTx/>
                          <a:latin typeface="+mn-lt"/>
                          <a:ea typeface="DengXian"/>
                          <a:cs typeface="+mn-cs"/>
                        </a:rPr>
                        <a:t>Mazdutide’s</a:t>
                      </a:r>
                      <a:r>
                        <a:rPr kumimoji="0" lang="en-US" altLang="zh-CN" sz="1000" b="0" i="0" u="none" strike="noStrike" kern="1200" cap="none" spc="0" normalizeH="0" baseline="0" noProof="0">
                          <a:ln>
                            <a:noFill/>
                          </a:ln>
                          <a:solidFill>
                            <a:prstClr val="black"/>
                          </a:solidFill>
                          <a:effectLst/>
                          <a:uLnTx/>
                          <a:uFillTx/>
                          <a:latin typeface="+mn-lt"/>
                          <a:ea typeface="DengXian"/>
                          <a:cs typeface="+mn-cs"/>
                        </a:rPr>
                        <a:t> mild to severe OSA</a:t>
                      </a:r>
                    </a:p>
                    <a:p>
                      <a:pPr marL="171450" indent="-171450" algn="l" defTabSz="914400" rtl="0" eaLnBrk="1" latinLnBrk="0" hangingPunct="1">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defTabSz="914400" rtl="0" eaLnBrk="1" latinLnBrk="0" hangingPunct="1">
                        <a:buFont typeface="Arial" panose="020B0604020202020204" pitchFamily="34" charset="0"/>
                        <a:buChar char="•"/>
                      </a:pPr>
                      <a:endParaRPr lang="en-US" altLang="zh-CN" sz="1050" b="1"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kern="1200">
                          <a:solidFill>
                            <a:schemeClr val="tx1"/>
                          </a:solidFill>
                          <a:effectLst/>
                          <a:latin typeface="Calibri"/>
                          <a:ea typeface="DengXian"/>
                          <a:cs typeface="+mn-cs"/>
                        </a:rPr>
                        <a:t>Grade: 34</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endParaRPr lang="en-US" altLang="zh-CN" sz="1050" b="1" kern="1200">
                        <a:solidFill>
                          <a:schemeClr val="tx1"/>
                        </a:solidFill>
                        <a:effectLst/>
                        <a:latin typeface="Calibri"/>
                        <a:ea typeface="DengXian"/>
                        <a:cs typeface="+mn-cs"/>
                      </a:endParaRPr>
                    </a:p>
                    <a:p>
                      <a:pPr marL="228600" marR="0" lvl="0" indent="-228600" algn="l" rtl="0" eaLnBrk="1" fontAlgn="auto" latinLnBrk="0" hangingPunct="1">
                        <a:lnSpc>
                          <a:spcPct val="100000"/>
                        </a:lnSpc>
                        <a:spcBef>
                          <a:spcPts val="0"/>
                        </a:spcBef>
                        <a:spcAft>
                          <a:spcPts val="0"/>
                        </a:spcAft>
                        <a:buClrTx/>
                        <a:buSzTx/>
                        <a:buFont typeface="Wingdings" panose="05000000000000000000" pitchFamily="2" charset="2"/>
                        <a:buAutoNum type="arabicPeriod"/>
                      </a:pPr>
                      <a:r>
                        <a:rPr lang="en-US" altLang="zh-CN" sz="1050" b="1" u="sng" kern="1200">
                          <a:solidFill>
                            <a:srgbClr val="FF0000"/>
                          </a:solidFill>
                          <a:effectLst/>
                          <a:latin typeface="Calibri"/>
                          <a:ea typeface="DengXian"/>
                          <a:cs typeface="+mn-cs"/>
                        </a:rPr>
                        <a:t>GCP set up and review</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kern="1200">
                          <a:solidFill>
                            <a:schemeClr val="tx1"/>
                          </a:solidFill>
                          <a:effectLst/>
                          <a:highlight>
                            <a:srgbClr val="FFFF00"/>
                          </a:highlight>
                          <a:latin typeface="Calibri"/>
                          <a:ea typeface="DengXian"/>
                          <a:cs typeface="+mn-cs"/>
                        </a:rPr>
                        <a:t>30-day CTA application is available at site for all departments as leading site(CRA called GCP office on 17Apr2026 and confirmed.) </a:t>
                      </a:r>
                      <a:r>
                        <a:rPr kumimoji="0" lang="en-US" altLang="zh-CN" sz="1000" b="1" i="0" u="none" strike="noStrike" kern="1200" cap="none" spc="0" normalizeH="0" baseline="0">
                          <a:ln>
                            <a:noFill/>
                          </a:ln>
                          <a:solidFill>
                            <a:prstClr val="black"/>
                          </a:solidFill>
                          <a:effectLst/>
                          <a:uLnTx/>
                          <a:uFillTx/>
                          <a:latin typeface="+mn-lt"/>
                          <a:ea typeface="DengXian"/>
                          <a:cs typeface="+mn-cs"/>
                        </a:rPr>
                        <a:t>1 week </a:t>
                      </a:r>
                      <a:r>
                        <a:rPr kumimoji="0" lang="en-US" altLang="zh-CN" sz="1000" b="0" i="0" u="none" strike="noStrike" kern="1200" cap="none" spc="0" normalizeH="0" baseline="0">
                          <a:ln>
                            <a:noFill/>
                          </a:ln>
                          <a:solidFill>
                            <a:prstClr val="black"/>
                          </a:solidFill>
                          <a:effectLst/>
                          <a:uLnTx/>
                          <a:uFillTx/>
                          <a:latin typeface="+mn-lt"/>
                          <a:ea typeface="DengXian"/>
                          <a:cs typeface="+mn-cs"/>
                        </a:rPr>
                        <a:t>for GCP set up completed, based on timeline in the 1378-0041 study(same site, different PI). The following timeline is also based on 1378-0041study. </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br>
                        <a:rPr lang="en-US" altLang="zh-CN" sz="1050" b="1" kern="1200">
                          <a:solidFill>
                            <a:srgbClr val="FF0000"/>
                          </a:solidFill>
                          <a:effectLst/>
                          <a:latin typeface="Calibri"/>
                          <a:ea typeface="DengXian"/>
                          <a:cs typeface="+mn-cs"/>
                        </a:rPr>
                      </a:br>
                      <a:r>
                        <a:rPr lang="en-US" altLang="zh-CN" sz="1050" b="1" kern="1200">
                          <a:solidFill>
                            <a:schemeClr val="tx1"/>
                          </a:solidFill>
                          <a:effectLst/>
                          <a:latin typeface="Calibri"/>
                          <a:ea typeface="DengXian"/>
                          <a:cs typeface="+mn-cs"/>
                        </a:rPr>
                        <a:t>2. </a:t>
                      </a:r>
                      <a:r>
                        <a:rPr lang="en-US" altLang="zh-CN" sz="1050" b="1" u="sng" kern="1200">
                          <a:solidFill>
                            <a:srgbClr val="FF0000"/>
                          </a:solidFill>
                          <a:effectLst/>
                          <a:latin typeface="Calibri"/>
                          <a:ea typeface="DengXian"/>
                          <a:cs typeface="+mn-cs"/>
                        </a:rPr>
                        <a:t>EC</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u="none" kern="1200">
                          <a:solidFill>
                            <a:schemeClr val="tx1"/>
                          </a:solidFill>
                          <a:effectLst/>
                          <a:latin typeface="Calibri"/>
                          <a:ea typeface="DengXian"/>
                          <a:cs typeface="+mn-cs"/>
                        </a:rPr>
                        <a:t>EC submission is allowed without CDE clinical trial notification; </a:t>
                      </a:r>
                      <a:r>
                        <a:rPr kumimoji="0" lang="en-US" altLang="zh-CN" sz="1000" b="1" i="0" u="none" strike="noStrike" kern="1200" cap="none" spc="0" normalizeH="0" baseline="0">
                          <a:ln>
                            <a:noFill/>
                          </a:ln>
                          <a:solidFill>
                            <a:prstClr val="black"/>
                          </a:solidFill>
                          <a:effectLst/>
                          <a:uLnTx/>
                          <a:uFillTx/>
                          <a:latin typeface="+mn-lt"/>
                          <a:ea typeface="DengXian"/>
                          <a:cs typeface="+mn-cs"/>
                        </a:rPr>
                        <a:t>5 weeks </a:t>
                      </a:r>
                      <a:r>
                        <a:rPr kumimoji="0" lang="en-US" altLang="zh-CN" sz="1000" b="0" i="0" u="none" strike="noStrike" kern="1200" cap="none" spc="0" normalizeH="0" baseline="0">
                          <a:ln>
                            <a:noFill/>
                          </a:ln>
                          <a:solidFill>
                            <a:prstClr val="black"/>
                          </a:solidFill>
                          <a:effectLst/>
                          <a:uLnTx/>
                          <a:uFillTx/>
                          <a:latin typeface="+mn-lt"/>
                          <a:ea typeface="DengXian"/>
                          <a:cs typeface="+mn-cs"/>
                        </a:rPr>
                        <a:t>from EC submission to EC approval.</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endParaRPr lang="en-US" altLang="zh-CN" sz="1050" b="0" u="none" kern="1200">
                        <a:solidFill>
                          <a:schemeClr val="tx1"/>
                        </a:solidFill>
                        <a:effectLst/>
                        <a:latin typeface="Calibri"/>
                        <a:ea typeface="DengXian"/>
                        <a:cs typeface="+mn-cs"/>
                      </a:endParaRP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kern="1200">
                          <a:solidFill>
                            <a:schemeClr val="tx1"/>
                          </a:solidFill>
                          <a:effectLst/>
                          <a:latin typeface="Calibri"/>
                          <a:ea typeface="DengXian"/>
                          <a:cs typeface="+mn-cs"/>
                        </a:rPr>
                        <a:t>3. </a:t>
                      </a:r>
                      <a:r>
                        <a:rPr lang="en-US" altLang="zh-CN" sz="1050" b="1" u="sng" kern="1200">
                          <a:solidFill>
                            <a:srgbClr val="FF0000"/>
                          </a:solidFill>
                          <a:effectLst/>
                          <a:latin typeface="Calibri"/>
                          <a:ea typeface="DengXian"/>
                          <a:cs typeface="+mn-cs"/>
                        </a:rPr>
                        <a:t>HGRAC</a:t>
                      </a:r>
                      <a:endParaRPr lang="en-US" altLang="zh-CN" sz="1050" b="1" kern="1200">
                        <a:solidFill>
                          <a:schemeClr val="tx1"/>
                        </a:solidFill>
                        <a:effectLst/>
                        <a:latin typeface="Calibri"/>
                        <a:ea typeface="DengXian"/>
                        <a:cs typeface="+mn-cs"/>
                      </a:endParaRP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kern="1200">
                          <a:solidFill>
                            <a:srgbClr val="000000"/>
                          </a:solidFill>
                          <a:effectLst/>
                          <a:latin typeface="Calibri"/>
                          <a:ea typeface="DengXian"/>
                          <a:cs typeface="+mn-cs"/>
                        </a:rPr>
                        <a:t>1 week </a:t>
                      </a:r>
                      <a:r>
                        <a:rPr lang="en-US" altLang="zh-CN" sz="1050" b="0" kern="1200">
                          <a:solidFill>
                            <a:srgbClr val="000000"/>
                          </a:solidFill>
                          <a:effectLst/>
                          <a:latin typeface="Calibri"/>
                          <a:ea typeface="DengXian"/>
                          <a:cs typeface="+mn-cs"/>
                        </a:rPr>
                        <a:t>from HGRAC submission to Approval (</a:t>
                      </a:r>
                      <a:r>
                        <a:rPr lang="zh-CN" altLang="en-US" sz="1050" b="0" kern="1200">
                          <a:solidFill>
                            <a:srgbClr val="000000"/>
                          </a:solidFill>
                          <a:effectLst/>
                          <a:latin typeface="Calibri"/>
                          <a:ea typeface="DengXian"/>
                          <a:cs typeface="+mn-cs"/>
                        </a:rPr>
                        <a:t>备案</a:t>
                      </a:r>
                      <a:r>
                        <a:rPr lang="en-US" altLang="zh-CN" sz="1050" b="0" kern="1200">
                          <a:solidFill>
                            <a:srgbClr val="000000"/>
                          </a:solidFill>
                          <a:effectLst/>
                          <a:latin typeface="Calibri"/>
                          <a:ea typeface="DengXian"/>
                          <a:cs typeface="+mn-cs"/>
                        </a:rPr>
                        <a:t>)</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br>
                        <a:rPr lang="en-US" altLang="zh-CN" sz="1050" b="1" kern="1200">
                          <a:solidFill>
                            <a:srgbClr val="000000"/>
                          </a:solidFill>
                          <a:effectLst/>
                          <a:latin typeface="Calibri"/>
                          <a:ea typeface="DengXian"/>
                          <a:cs typeface="+mn-cs"/>
                        </a:rPr>
                      </a:br>
                      <a:r>
                        <a:rPr lang="en-US" altLang="zh-CN" sz="1050" b="1" kern="1200">
                          <a:solidFill>
                            <a:schemeClr val="tx1"/>
                          </a:solidFill>
                          <a:effectLst/>
                          <a:latin typeface="Calibri"/>
                          <a:ea typeface="DengXian"/>
                          <a:cs typeface="+mn-cs"/>
                        </a:rPr>
                        <a:t>4. </a:t>
                      </a:r>
                      <a:r>
                        <a:rPr lang="en-US" altLang="zh-CN" sz="1050" b="1" u="sng" kern="1200">
                          <a:solidFill>
                            <a:srgbClr val="FF0000"/>
                          </a:solidFill>
                          <a:effectLst/>
                          <a:latin typeface="Calibri"/>
                          <a:ea typeface="DengXian"/>
                          <a:cs typeface="+mn-cs"/>
                        </a:rPr>
                        <a:t>Contract</a:t>
                      </a:r>
                      <a:endParaRPr lang="en-US" altLang="zh-CN" sz="1050" b="1" kern="1200">
                        <a:solidFill>
                          <a:schemeClr val="tx1"/>
                        </a:solidFill>
                        <a:effectLst/>
                        <a:latin typeface="Calibri"/>
                        <a:ea typeface="DengXian"/>
                        <a:cs typeface="+mn-cs"/>
                      </a:endParaRP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r>
                        <a:rPr lang="en-US" altLang="zh-CN" sz="1050" b="1" kern="1200">
                          <a:solidFill>
                            <a:srgbClr val="000000"/>
                          </a:solidFill>
                          <a:effectLst/>
                          <a:latin typeface="Calibri"/>
                          <a:ea typeface="DengXian"/>
                          <a:cs typeface="+mn-cs"/>
                        </a:rPr>
                        <a:t> around 2 months </a:t>
                      </a:r>
                      <a:r>
                        <a:rPr lang="en-US" altLang="zh-CN" sz="1050" b="0" kern="1200">
                          <a:solidFill>
                            <a:srgbClr val="000000"/>
                          </a:solidFill>
                          <a:effectLst/>
                          <a:latin typeface="Calibri"/>
                          <a:ea typeface="DengXian"/>
                          <a:cs typeface="+mn-cs"/>
                        </a:rPr>
                        <a:t>from contract submission to PI to signed off. </a:t>
                      </a:r>
                      <a:r>
                        <a:rPr lang="en-US" altLang="zh-CN" sz="1050" b="1" kern="1200">
                          <a:solidFill>
                            <a:srgbClr val="000000"/>
                          </a:solidFill>
                          <a:effectLst/>
                          <a:latin typeface="Calibri"/>
                          <a:ea typeface="DengXian"/>
                          <a:cs typeface="+mn-cs"/>
                        </a:rPr>
                        <a:t>7 WDs for signature at site. </a:t>
                      </a:r>
                    </a:p>
                    <a:p>
                      <a:pPr marL="0" marR="0" lvl="0" indent="0" algn="l" rtl="0" eaLnBrk="1" fontAlgn="auto" latinLnBrk="0" hangingPunct="1">
                        <a:lnSpc>
                          <a:spcPct val="100000"/>
                        </a:lnSpc>
                        <a:spcBef>
                          <a:spcPts val="0"/>
                        </a:spcBef>
                        <a:spcAft>
                          <a:spcPts val="0"/>
                        </a:spcAft>
                        <a:buClrTx/>
                        <a:buSzTx/>
                        <a:buFont typeface="Wingdings" panose="05000000000000000000" pitchFamily="2" charset="2"/>
                        <a:buNone/>
                      </a:pPr>
                      <a:br>
                        <a:rPr lang="en-US" altLang="zh-CN" sz="1050" b="1" kern="1200">
                          <a:solidFill>
                            <a:srgbClr val="000000"/>
                          </a:solidFill>
                          <a:effectLst/>
                          <a:latin typeface="Calibri"/>
                          <a:ea typeface="DengXian"/>
                          <a:cs typeface="+mn-cs"/>
                        </a:rPr>
                      </a:br>
                      <a:r>
                        <a:rPr lang="en-US" altLang="zh-CN" sz="1050" b="1" u="sng" kern="1200">
                          <a:solidFill>
                            <a:srgbClr val="FF0000"/>
                          </a:solidFill>
                          <a:effectLst/>
                          <a:latin typeface="Calibri"/>
                          <a:ea typeface="DengXian"/>
                          <a:cs typeface="+mn-cs"/>
                        </a:rPr>
                        <a:t>To sum up</a:t>
                      </a:r>
                      <a:r>
                        <a:rPr lang="en-US" altLang="zh-CN" sz="1050" b="0" kern="1200">
                          <a:solidFill>
                            <a:schemeClr val="tx1"/>
                          </a:solidFill>
                          <a:effectLst/>
                          <a:latin typeface="Calibri"/>
                          <a:ea typeface="DengXian"/>
                          <a:cs typeface="+mn-cs"/>
                        </a:rPr>
                        <a:t>, it took 3.7 months from CTA submission to SIV at site. Yet country team waited for nearly 22 calendar days from HGRAC approval to SIV. This is due to the IMP issue from global team. </a:t>
                      </a:r>
                      <a:r>
                        <a:rPr lang="en-US" altLang="zh-CN" sz="1050" b="1" kern="1200">
                          <a:solidFill>
                            <a:schemeClr val="tx1"/>
                          </a:solidFill>
                          <a:effectLst/>
                          <a:latin typeface="Calibri"/>
                          <a:ea typeface="DengXian"/>
                          <a:cs typeface="+mn-cs"/>
                        </a:rPr>
                        <a:t>The fastest timeline from CTA submission to SIV would be around </a:t>
                      </a:r>
                      <a:r>
                        <a:rPr lang="en-US" altLang="zh-CN" sz="1050" b="1" u="sng" kern="1200">
                          <a:solidFill>
                            <a:schemeClr val="tx1"/>
                          </a:solidFill>
                          <a:effectLst/>
                          <a:highlight>
                            <a:srgbClr val="FFFF00"/>
                          </a:highlight>
                          <a:latin typeface="Calibri"/>
                          <a:ea typeface="DengXian"/>
                          <a:cs typeface="+mn-cs"/>
                        </a:rPr>
                        <a:t>3.3 months </a:t>
                      </a:r>
                      <a:r>
                        <a:rPr lang="en-US" altLang="zh-CN" sz="1050" b="1" kern="1200">
                          <a:solidFill>
                            <a:schemeClr val="tx1"/>
                          </a:solidFill>
                          <a:effectLst/>
                          <a:latin typeface="Calibri"/>
                          <a:ea typeface="DengXian"/>
                          <a:cs typeface="+mn-cs"/>
                        </a:rPr>
                        <a:t>under the </a:t>
                      </a:r>
                      <a:r>
                        <a:rPr lang="en-US" altLang="zh-CN" sz="1050" b="1" u="sng" kern="1200">
                          <a:solidFill>
                            <a:schemeClr val="tx1"/>
                          </a:solidFill>
                          <a:effectLst/>
                          <a:latin typeface="Calibri"/>
                          <a:ea typeface="DengXian"/>
                          <a:cs typeface="+mn-cs"/>
                        </a:rPr>
                        <a:t>normal CTA submission path.</a:t>
                      </a:r>
                      <a:endParaRPr lang="en-US" altLang="zh-CN" sz="1050" b="1" u="sng" kern="1200">
                        <a:solidFill>
                          <a:srgbClr val="FF0000"/>
                        </a:solidFill>
                        <a:effectLst/>
                        <a:highlight>
                          <a:srgbClr val="FFFF00"/>
                        </a:highligh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100" b="1" kern="1200">
                          <a:solidFill>
                            <a:schemeClr val="tx1"/>
                          </a:solidFill>
                          <a:effectLst/>
                          <a:latin typeface="DengXian"/>
                          <a:ea typeface="DengXian"/>
                        </a:rPr>
                        <a:t>87</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DengXian"/>
                          <a:ea typeface="DengXian"/>
                          <a:cs typeface="+mn-cs"/>
                        </a:rPr>
                        <a:t>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8350155"/>
                  </a:ext>
                </a:extLst>
              </a:tr>
            </a:tbl>
          </a:graphicData>
        </a:graphic>
      </p:graphicFrame>
      <p:sp>
        <p:nvSpPr>
          <p:cNvPr id="2" name="标题 1">
            <a:extLst>
              <a:ext uri="{FF2B5EF4-FFF2-40B4-BE49-F238E27FC236}">
                <a16:creationId xmlns:a16="http://schemas.microsoft.com/office/drawing/2014/main" id="{DD3003DC-DD58-9E64-B69A-FE19BC984746}"/>
              </a:ext>
            </a:extLst>
          </p:cNvPr>
          <p:cNvSpPr>
            <a:spLocks noGrp="1"/>
          </p:cNvSpPr>
          <p:nvPr>
            <p:ph type="title"/>
          </p:nvPr>
        </p:nvSpPr>
        <p:spPr>
          <a:xfrm>
            <a:off x="191441" y="117748"/>
            <a:ext cx="11921790" cy="720000"/>
          </a:xfrm>
        </p:spPr>
        <p:txBody>
          <a:bodyPr/>
          <a:lstStyle/>
          <a:p>
            <a:r>
              <a:rPr lang="en-US" altLang="zh-CN" sz="2000"/>
              <a:t>Leading PI information collection &amp; evaluation </a:t>
            </a:r>
            <a:r>
              <a:rPr lang="en-US" altLang="zh-CN" sz="2000">
                <a:solidFill>
                  <a:srgbClr val="FF0000"/>
                </a:solidFill>
              </a:rPr>
              <a:t>(only for internal reference)</a:t>
            </a:r>
            <a:endParaRPr lang="zh-CN" altLang="en-US" sz="2000">
              <a:solidFill>
                <a:srgbClr val="FF0000"/>
              </a:solidFill>
            </a:endParaRPr>
          </a:p>
        </p:txBody>
      </p:sp>
      <p:sp>
        <p:nvSpPr>
          <p:cNvPr id="6" name="TextBox 5">
            <a:extLst>
              <a:ext uri="{FF2B5EF4-FFF2-40B4-BE49-F238E27FC236}">
                <a16:creationId xmlns:a16="http://schemas.microsoft.com/office/drawing/2014/main" id="{1276455C-40C3-954F-4778-D62500BF1DB1}"/>
              </a:ext>
            </a:extLst>
          </p:cNvPr>
          <p:cNvSpPr txBox="1"/>
          <p:nvPr/>
        </p:nvSpPr>
        <p:spPr bwMode="gray">
          <a:xfrm>
            <a:off x="1880643" y="6052282"/>
            <a:ext cx="9031204" cy="338554"/>
          </a:xfrm>
          <a:prstGeom prst="rect">
            <a:avLst/>
          </a:prstGeom>
          <a:noFill/>
        </p:spPr>
        <p:txBody>
          <a:bodyPr wrap="square">
            <a:spAutoFit/>
          </a:bodyPr>
          <a:lstStyle/>
          <a:p>
            <a:r>
              <a:rPr lang="zh-CN" altLang="en-US" sz="1600">
                <a:hlinkClick r:id="rId3"/>
              </a:rPr>
              <a:t>关于发布第一批优化创新药临床试验审评审批试点药物临床试验机构的公告</a:t>
            </a:r>
            <a:endParaRPr lang="zh-CN" altLang="en-US" sz="1600"/>
          </a:p>
        </p:txBody>
      </p:sp>
    </p:spTree>
    <p:extLst>
      <p:ext uri="{BB962C8B-B14F-4D97-AF65-F5344CB8AC3E}">
        <p14:creationId xmlns:p14="http://schemas.microsoft.com/office/powerpoint/2010/main" val="33858418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F474BB-5A3E-1759-4F2F-F6E8951E063C}"/>
              </a:ext>
            </a:extLst>
          </p:cNvPr>
          <p:cNvSpPr>
            <a:spLocks noGrp="1"/>
          </p:cNvSpPr>
          <p:nvPr>
            <p:ph type="title"/>
          </p:nvPr>
        </p:nvSpPr>
        <p:spPr/>
        <p:txBody>
          <a:bodyPr/>
          <a:lstStyle/>
          <a:p>
            <a:r>
              <a:rPr lang="en-US" altLang="zh-CN"/>
              <a:t>CDE registered Phase 3 Trials_</a:t>
            </a:r>
            <a:r>
              <a:rPr lang="zh-CN" altLang="en-US"/>
              <a:t>洪天配</a:t>
            </a:r>
            <a:br>
              <a:rPr lang="en-US" altLang="zh-CN"/>
            </a:br>
            <a:r>
              <a:rPr lang="en-US" altLang="zh-CN"/>
              <a:t> </a:t>
            </a:r>
            <a:endParaRPr lang="zh-CN" altLang="en-US"/>
          </a:p>
        </p:txBody>
      </p:sp>
      <p:sp>
        <p:nvSpPr>
          <p:cNvPr id="4" name="Footer Placeholder 3">
            <a:extLst>
              <a:ext uri="{FF2B5EF4-FFF2-40B4-BE49-F238E27FC236}">
                <a16:creationId xmlns:a16="http://schemas.microsoft.com/office/drawing/2014/main" id="{6655F79A-496B-52BE-5ED5-FEDE04DC8B4E}"/>
              </a:ext>
            </a:extLst>
          </p:cNvPr>
          <p:cNvSpPr>
            <a:spLocks noGrp="1"/>
          </p:cNvSpPr>
          <p:nvPr>
            <p:ph type="ftr" sz="quarter" idx="10"/>
          </p:nvPr>
        </p:nvSpPr>
        <p:spPr/>
        <p:txBody>
          <a:bodyPr/>
          <a:lstStyle/>
          <a:p>
            <a:r>
              <a:rPr lang="en-US"/>
              <a:t>Presentation title    |    ONLY FOR INTERNAL USE</a:t>
            </a:r>
          </a:p>
        </p:txBody>
      </p:sp>
      <p:sp>
        <p:nvSpPr>
          <p:cNvPr id="5" name="Slide Number Placeholder 4">
            <a:extLst>
              <a:ext uri="{FF2B5EF4-FFF2-40B4-BE49-F238E27FC236}">
                <a16:creationId xmlns:a16="http://schemas.microsoft.com/office/drawing/2014/main" id="{5AAEAB06-FE47-F480-4925-152FB0A11A94}"/>
              </a:ext>
            </a:extLst>
          </p:cNvPr>
          <p:cNvSpPr>
            <a:spLocks noGrp="1"/>
          </p:cNvSpPr>
          <p:nvPr>
            <p:ph type="sldNum" sz="quarter" idx="11"/>
          </p:nvPr>
        </p:nvSpPr>
        <p:spPr/>
        <p:txBody>
          <a:bodyPr/>
          <a:lstStyle/>
          <a:p>
            <a:fld id="{8FF9B0DE-3FEB-4AA0-B465-B80EF7C1333D}" type="slidenum">
              <a:rPr lang="en-US" smtClean="0"/>
              <a:pPr/>
              <a:t>83</a:t>
            </a:fld>
            <a:endParaRPr lang="en-US"/>
          </a:p>
        </p:txBody>
      </p:sp>
      <p:pic>
        <p:nvPicPr>
          <p:cNvPr id="9" name="Picture 8">
            <a:extLst>
              <a:ext uri="{FF2B5EF4-FFF2-40B4-BE49-F238E27FC236}">
                <a16:creationId xmlns:a16="http://schemas.microsoft.com/office/drawing/2014/main" id="{BBD9F328-A715-645E-FAFC-4D6303694807}"/>
              </a:ext>
            </a:extLst>
          </p:cNvPr>
          <p:cNvPicPr>
            <a:picLocks noChangeAspect="1"/>
          </p:cNvPicPr>
          <p:nvPr/>
        </p:nvPicPr>
        <p:blipFill>
          <a:blip r:embed="rId2"/>
          <a:stretch>
            <a:fillRect/>
          </a:stretch>
        </p:blipFill>
        <p:spPr>
          <a:xfrm>
            <a:off x="463874" y="2610958"/>
            <a:ext cx="11104718" cy="3635878"/>
          </a:xfrm>
          <a:prstGeom prst="rect">
            <a:avLst/>
          </a:prstGeom>
        </p:spPr>
      </p:pic>
      <p:sp>
        <p:nvSpPr>
          <p:cNvPr id="11" name="TextBox 10">
            <a:extLst>
              <a:ext uri="{FF2B5EF4-FFF2-40B4-BE49-F238E27FC236}">
                <a16:creationId xmlns:a16="http://schemas.microsoft.com/office/drawing/2014/main" id="{B5F97B80-3DF7-E467-E6AD-0EA51E163675}"/>
              </a:ext>
            </a:extLst>
          </p:cNvPr>
          <p:cNvSpPr txBox="1"/>
          <p:nvPr/>
        </p:nvSpPr>
        <p:spPr bwMode="gray">
          <a:xfrm>
            <a:off x="479424" y="2241626"/>
            <a:ext cx="6180364" cy="369332"/>
          </a:xfrm>
          <a:prstGeom prst="rect">
            <a:avLst/>
          </a:prstGeom>
          <a:noFill/>
        </p:spPr>
        <p:txBody>
          <a:bodyPr wrap="square">
            <a:spAutoFit/>
          </a:bodyPr>
          <a:lstStyle/>
          <a:p>
            <a:r>
              <a:rPr lang="en-US" altLang="zh-CN" sz="1800" b="1"/>
              <a:t>Only 4 trials registered in total </a:t>
            </a:r>
            <a:endParaRPr lang="zh-CN" altLang="en-US" sz="1800" b="1"/>
          </a:p>
        </p:txBody>
      </p:sp>
      <p:graphicFrame>
        <p:nvGraphicFramePr>
          <p:cNvPr id="13" name="Table 12">
            <a:extLst>
              <a:ext uri="{FF2B5EF4-FFF2-40B4-BE49-F238E27FC236}">
                <a16:creationId xmlns:a16="http://schemas.microsoft.com/office/drawing/2014/main" id="{867D09EB-4895-6119-7A29-BE5E21B6C2C6}"/>
              </a:ext>
            </a:extLst>
          </p:cNvPr>
          <p:cNvGraphicFramePr>
            <a:graphicFrameLocks noGrp="1"/>
          </p:cNvGraphicFramePr>
          <p:nvPr/>
        </p:nvGraphicFramePr>
        <p:xfrm>
          <a:off x="479425" y="934723"/>
          <a:ext cx="11089169" cy="1112583"/>
        </p:xfrm>
        <a:graphic>
          <a:graphicData uri="http://schemas.openxmlformats.org/drawingml/2006/table">
            <a:tbl>
              <a:tblPr/>
              <a:tblGrid>
                <a:gridCol w="1039132">
                  <a:extLst>
                    <a:ext uri="{9D8B030D-6E8A-4147-A177-3AD203B41FA5}">
                      <a16:colId xmlns:a16="http://schemas.microsoft.com/office/drawing/2014/main" val="2898831312"/>
                    </a:ext>
                  </a:extLst>
                </a:gridCol>
                <a:gridCol w="702129">
                  <a:extLst>
                    <a:ext uri="{9D8B030D-6E8A-4147-A177-3AD203B41FA5}">
                      <a16:colId xmlns:a16="http://schemas.microsoft.com/office/drawing/2014/main" val="2806370914"/>
                    </a:ext>
                  </a:extLst>
                </a:gridCol>
                <a:gridCol w="824593">
                  <a:extLst>
                    <a:ext uri="{9D8B030D-6E8A-4147-A177-3AD203B41FA5}">
                      <a16:colId xmlns:a16="http://schemas.microsoft.com/office/drawing/2014/main" val="1921445209"/>
                    </a:ext>
                  </a:extLst>
                </a:gridCol>
                <a:gridCol w="1442765">
                  <a:extLst>
                    <a:ext uri="{9D8B030D-6E8A-4147-A177-3AD203B41FA5}">
                      <a16:colId xmlns:a16="http://schemas.microsoft.com/office/drawing/2014/main" val="2438769070"/>
                    </a:ext>
                  </a:extLst>
                </a:gridCol>
                <a:gridCol w="523739">
                  <a:extLst>
                    <a:ext uri="{9D8B030D-6E8A-4147-A177-3AD203B41FA5}">
                      <a16:colId xmlns:a16="http://schemas.microsoft.com/office/drawing/2014/main" val="3030624508"/>
                    </a:ext>
                  </a:extLst>
                </a:gridCol>
                <a:gridCol w="1282881">
                  <a:extLst>
                    <a:ext uri="{9D8B030D-6E8A-4147-A177-3AD203B41FA5}">
                      <a16:colId xmlns:a16="http://schemas.microsoft.com/office/drawing/2014/main" val="1192897516"/>
                    </a:ext>
                  </a:extLst>
                </a:gridCol>
                <a:gridCol w="840922">
                  <a:extLst>
                    <a:ext uri="{9D8B030D-6E8A-4147-A177-3AD203B41FA5}">
                      <a16:colId xmlns:a16="http://schemas.microsoft.com/office/drawing/2014/main" val="941972290"/>
                    </a:ext>
                  </a:extLst>
                </a:gridCol>
                <a:gridCol w="1502083">
                  <a:extLst>
                    <a:ext uri="{9D8B030D-6E8A-4147-A177-3AD203B41FA5}">
                      <a16:colId xmlns:a16="http://schemas.microsoft.com/office/drawing/2014/main" val="172578991"/>
                    </a:ext>
                  </a:extLst>
                </a:gridCol>
                <a:gridCol w="644602">
                  <a:extLst>
                    <a:ext uri="{9D8B030D-6E8A-4147-A177-3AD203B41FA5}">
                      <a16:colId xmlns:a16="http://schemas.microsoft.com/office/drawing/2014/main" val="216626801"/>
                    </a:ext>
                  </a:extLst>
                </a:gridCol>
                <a:gridCol w="644602">
                  <a:extLst>
                    <a:ext uri="{9D8B030D-6E8A-4147-A177-3AD203B41FA5}">
                      <a16:colId xmlns:a16="http://schemas.microsoft.com/office/drawing/2014/main" val="2241555587"/>
                    </a:ext>
                  </a:extLst>
                </a:gridCol>
                <a:gridCol w="653522">
                  <a:extLst>
                    <a:ext uri="{9D8B030D-6E8A-4147-A177-3AD203B41FA5}">
                      <a16:colId xmlns:a16="http://schemas.microsoft.com/office/drawing/2014/main" val="1526786140"/>
                    </a:ext>
                  </a:extLst>
                </a:gridCol>
                <a:gridCol w="988199">
                  <a:extLst>
                    <a:ext uri="{9D8B030D-6E8A-4147-A177-3AD203B41FA5}">
                      <a16:colId xmlns:a16="http://schemas.microsoft.com/office/drawing/2014/main" val="387006956"/>
                    </a:ext>
                  </a:extLst>
                </a:gridCol>
              </a:tblGrid>
              <a:tr h="285675">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登记号</a:t>
                      </a:r>
                    </a:p>
                  </a:txBody>
                  <a:tcPr marL="5101" marR="5101" marT="5101" marB="0" anchor="ctr">
                    <a:lnL w="6350" cap="flat" cmpd="sng" algn="ctr">
                      <a:solidFill>
                        <a:srgbClr val="A02B93"/>
                      </a:solidFill>
                      <a:prstDash val="solid"/>
                      <a:round/>
                      <a:headEnd type="none" w="med" len="med"/>
                      <a:tailEnd type="none" w="med" len="med"/>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申办方</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试验状态</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试验药品</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ctr"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分期</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适应症</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pt-PT" sz="1200" b="1" i="0" u="none" strike="noStrike">
                          <a:solidFill>
                            <a:srgbClr val="FFFFFF"/>
                          </a:solidFill>
                          <a:effectLst/>
                          <a:latin typeface="等线" panose="02010600030101010101" pitchFamily="2" charset="-122"/>
                          <a:ea typeface="等线" panose="02010600030101010101" pitchFamily="2" charset="-122"/>
                        </a:rPr>
                        <a:t>Leading PI</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E97132"/>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组长单位</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E97132"/>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br>
                        <a:rPr lang="zh-CN" altLang="en-US" sz="1200" b="1" i="0" u="none" strike="noStrike">
                          <a:solidFill>
                            <a:srgbClr val="FFFFFF"/>
                          </a:solidFill>
                          <a:effectLst/>
                          <a:latin typeface="等线" panose="02010600030101010101" pitchFamily="2" charset="-122"/>
                          <a:ea typeface="等线" panose="02010600030101010101" pitchFamily="2" charset="-122"/>
                        </a:rPr>
                      </a:br>
                      <a:r>
                        <a:rPr lang="zh-CN" altLang="en-US" sz="1200" b="1" i="0" u="none" strike="noStrike">
                          <a:solidFill>
                            <a:srgbClr val="FFFFFF"/>
                          </a:solidFill>
                          <a:effectLst/>
                          <a:latin typeface="等线" panose="02010600030101010101" pitchFamily="2" charset="-122"/>
                          <a:ea typeface="等线" panose="02010600030101010101" pitchFamily="2" charset="-122"/>
                        </a:rPr>
                        <a:t>计划入组</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br>
                        <a:rPr lang="zh-CN" altLang="en-US" sz="1200" b="1" i="0" u="none" strike="noStrike">
                          <a:solidFill>
                            <a:srgbClr val="FFFFFF"/>
                          </a:solidFill>
                          <a:effectLst/>
                          <a:latin typeface="等线" panose="02010600030101010101" pitchFamily="2" charset="-122"/>
                          <a:ea typeface="等线" panose="02010600030101010101" pitchFamily="2" charset="-122"/>
                        </a:rPr>
                      </a:br>
                      <a:r>
                        <a:rPr lang="zh-CN" altLang="en-US" sz="1200" b="1" i="0" u="none" strike="noStrike">
                          <a:solidFill>
                            <a:srgbClr val="FFFFFF"/>
                          </a:solidFill>
                          <a:effectLst/>
                          <a:latin typeface="等线" panose="02010600030101010101" pitchFamily="2" charset="-122"/>
                          <a:ea typeface="等线" panose="02010600030101010101" pitchFamily="2" charset="-122"/>
                        </a:rPr>
                        <a:t>实际入组</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a:t>
                      </a:r>
                      <a:endParaRPr lang="en-US" altLang="zh-CN" sz="1200" b="1" i="0" u="none" strike="noStrike">
                        <a:solidFill>
                          <a:srgbClr val="FFFFFF"/>
                        </a:solidFill>
                        <a:effectLst/>
                        <a:latin typeface="等线" panose="02010600030101010101" pitchFamily="2" charset="-122"/>
                        <a:ea typeface="等线" panose="02010600030101010101" pitchFamily="2" charset="-122"/>
                      </a:endParaRPr>
                    </a:p>
                    <a:p>
                      <a:pPr algn="l" fontAlgn="ctr">
                        <a:buNone/>
                      </a:pPr>
                      <a:r>
                        <a:rPr lang="pt-PT" sz="1200" b="1" i="0" u="none" strike="noStrike">
                          <a:solidFill>
                            <a:srgbClr val="FFFFFF"/>
                          </a:solidFill>
                          <a:effectLst/>
                          <a:latin typeface="等线" panose="02010600030101010101" pitchFamily="2" charset="-122"/>
                          <a:ea typeface="等线" panose="02010600030101010101" pitchFamily="2" charset="-122"/>
                        </a:rPr>
                        <a:t>site</a:t>
                      </a:r>
                      <a:r>
                        <a:rPr lang="zh-CN" altLang="en-US" sz="1200" b="1" i="0" u="none" strike="noStrike">
                          <a:solidFill>
                            <a:srgbClr val="FFFFFF"/>
                          </a:solidFill>
                          <a:effectLst/>
                          <a:latin typeface="等线" panose="02010600030101010101" pitchFamily="2" charset="-122"/>
                          <a:ea typeface="等线" panose="02010600030101010101" pitchFamily="2" charset="-122"/>
                        </a:rPr>
                        <a:t>数</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tc>
                  <a:txBody>
                    <a:bodyPr/>
                    <a:lstStyle/>
                    <a:p>
                      <a:pPr algn="l" fontAlgn="ctr">
                        <a:buNone/>
                      </a:pPr>
                      <a:r>
                        <a:rPr lang="zh-CN" altLang="en-US" sz="1200" b="1" i="0" u="none" strike="noStrike">
                          <a:solidFill>
                            <a:srgbClr val="FFFFFF"/>
                          </a:solidFill>
                          <a:effectLst/>
                          <a:latin typeface="等线" panose="02010600030101010101" pitchFamily="2" charset="-122"/>
                          <a:ea typeface="等线" panose="02010600030101010101" pitchFamily="2" charset="-122"/>
                        </a:rPr>
                        <a:t>国内首例筛选</a:t>
                      </a:r>
                    </a:p>
                  </a:txBody>
                  <a:tcPr marL="5101" marR="5101" marT="5101" marB="0" anchor="ctr">
                    <a:lnL>
                      <a:noFill/>
                    </a:lnL>
                    <a:lnR w="6350" cap="flat" cmpd="sng" algn="ctr">
                      <a:solidFill>
                        <a:srgbClr val="A02B93"/>
                      </a:solidFill>
                      <a:prstDash val="solid"/>
                      <a:round/>
                      <a:headEnd type="none" w="med" len="med"/>
                      <a:tailEnd type="none" w="med" len="med"/>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solidFill>
                      <a:srgbClr val="A02B93"/>
                    </a:solidFill>
                  </a:tcPr>
                </a:tc>
                <a:extLst>
                  <a:ext uri="{0D108BD9-81ED-4DB2-BD59-A6C34878D82A}">
                    <a16:rowId xmlns:a16="http://schemas.microsoft.com/office/drawing/2014/main" val="3584548212"/>
                  </a:ext>
                </a:extLst>
              </a:tr>
              <a:tr h="311265">
                <a:tc>
                  <a:txBody>
                    <a:bodyPr/>
                    <a:lstStyle/>
                    <a:p>
                      <a:pPr algn="l" fontAlgn="ctr">
                        <a:buNone/>
                      </a:pPr>
                      <a:r>
                        <a:rPr lang="pt-PT" sz="1200" b="1" i="0" u="none" strike="noStrike">
                          <a:solidFill>
                            <a:srgbClr val="000000"/>
                          </a:solidFill>
                          <a:effectLst/>
                          <a:latin typeface="等线" panose="02010600030101010101" pitchFamily="2" charset="-122"/>
                          <a:ea typeface="等线" panose="02010600030101010101" pitchFamily="2" charset="-122"/>
                        </a:rPr>
                        <a:t>CTR20252894</a:t>
                      </a:r>
                    </a:p>
                  </a:txBody>
                  <a:tcPr marL="5101" marR="5101" marT="5101" marB="0" anchor="ctr">
                    <a:lnL w="6350" cap="flat" cmpd="sng" algn="ctr">
                      <a:solidFill>
                        <a:srgbClr val="A02B93"/>
                      </a:solidFill>
                      <a:prstDash val="solid"/>
                      <a:round/>
                      <a:headEnd type="none" w="med" len="med"/>
                      <a:tailEnd type="none" w="med" len="med"/>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pt-PT" sz="1400" b="1" i="0" u="none" strike="noStrike">
                          <a:solidFill>
                            <a:srgbClr val="000000"/>
                          </a:solidFill>
                          <a:effectLst/>
                          <a:latin typeface="等线" panose="02010600030101010101" pitchFamily="2" charset="-122"/>
                          <a:ea typeface="等线" panose="02010600030101010101" pitchFamily="2" charset="-122"/>
                        </a:rPr>
                        <a:t>Eli Lilly</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进行中</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pt-PT" sz="1200" b="0" i="0" u="none" strike="noStrike">
                          <a:solidFill>
                            <a:srgbClr val="000000"/>
                          </a:solidFill>
                          <a:effectLst/>
                          <a:latin typeface="等线" panose="02010600030101010101" pitchFamily="2" charset="-122"/>
                          <a:ea typeface="等线" panose="02010600030101010101" pitchFamily="2" charset="-122"/>
                        </a:rPr>
                        <a:t>Orforglipron</a:t>
                      </a:r>
                      <a:r>
                        <a:rPr lang="zh-CN" altLang="en-US" sz="1200" b="0" i="0" u="none" strike="noStrike">
                          <a:solidFill>
                            <a:srgbClr val="000000"/>
                          </a:solidFill>
                          <a:effectLst/>
                          <a:latin typeface="等线" panose="02010600030101010101" pitchFamily="2" charset="-122"/>
                          <a:ea typeface="等线" panose="02010600030101010101" pitchFamily="2" charset="-122"/>
                        </a:rPr>
                        <a:t>片</a:t>
                      </a:r>
                      <a:r>
                        <a:rPr lang="en-US" altLang="zh-CN" sz="1200" b="0" i="0" u="none" strike="noStrike">
                          <a:solidFill>
                            <a:srgbClr val="000000"/>
                          </a:solidFill>
                          <a:effectLst/>
                          <a:latin typeface="等线" panose="02010600030101010101" pitchFamily="2" charset="-122"/>
                          <a:ea typeface="等线" panose="02010600030101010101" pitchFamily="2" charset="-122"/>
                        </a:rPr>
                        <a:t>-</a:t>
                      </a:r>
                      <a:r>
                        <a:rPr lang="zh-CN" altLang="en-US" sz="1200" b="0" i="0" u="none" strike="noStrike">
                          <a:solidFill>
                            <a:srgbClr val="000000"/>
                          </a:solidFill>
                          <a:effectLst/>
                          <a:latin typeface="等线" panose="02010600030101010101" pitchFamily="2" charset="-122"/>
                          <a:ea typeface="等线" panose="02010600030101010101" pitchFamily="2" charset="-122"/>
                        </a:rPr>
                        <a:t>化药</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ctr"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3</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0" i="0" u="none" strike="noStrike">
                          <a:solidFill>
                            <a:srgbClr val="000000"/>
                          </a:solidFill>
                          <a:effectLst/>
                          <a:latin typeface="等线" panose="02010600030101010101" pitchFamily="2" charset="-122"/>
                          <a:ea typeface="等线" panose="02010600030101010101" pitchFamily="2" charset="-122"/>
                        </a:rPr>
                        <a:t>肥胖或超重参与者成人长期体重管理</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洪天配</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北京大学第三医院</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120</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89</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12</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8/7/2025</a:t>
                      </a:r>
                    </a:p>
                  </a:txBody>
                  <a:tcPr marL="5101" marR="5101" marT="5101" marB="0" anchor="ctr">
                    <a:lnL>
                      <a:noFill/>
                    </a:lnL>
                    <a:lnR w="6350" cap="flat" cmpd="sng" algn="ctr">
                      <a:solidFill>
                        <a:srgbClr val="A02B93"/>
                      </a:solidFill>
                      <a:prstDash val="solid"/>
                      <a:round/>
                      <a:headEnd type="none" w="med" len="med"/>
                      <a:tailEnd type="none" w="med" len="med"/>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extLst>
                  <a:ext uri="{0D108BD9-81ED-4DB2-BD59-A6C34878D82A}">
                    <a16:rowId xmlns:a16="http://schemas.microsoft.com/office/drawing/2014/main" val="948232279"/>
                  </a:ext>
                </a:extLst>
              </a:tr>
              <a:tr h="341790">
                <a:tc>
                  <a:txBody>
                    <a:bodyPr/>
                    <a:lstStyle/>
                    <a:p>
                      <a:pPr algn="l" fontAlgn="ctr">
                        <a:buNone/>
                      </a:pPr>
                      <a:r>
                        <a:rPr lang="pt-PT" sz="1200" b="1" i="0" u="none" strike="noStrike">
                          <a:solidFill>
                            <a:srgbClr val="000000"/>
                          </a:solidFill>
                          <a:effectLst/>
                          <a:latin typeface="等线" panose="02010600030101010101" pitchFamily="2" charset="-122"/>
                          <a:ea typeface="等线" panose="02010600030101010101" pitchFamily="2" charset="-122"/>
                        </a:rPr>
                        <a:t>CTR20252895</a:t>
                      </a:r>
                    </a:p>
                  </a:txBody>
                  <a:tcPr marL="5101" marR="5101" marT="5101" marB="0" anchor="ctr">
                    <a:lnL w="6350" cap="flat" cmpd="sng" algn="ctr">
                      <a:solidFill>
                        <a:srgbClr val="A02B93"/>
                      </a:solidFill>
                      <a:prstDash val="solid"/>
                      <a:round/>
                      <a:headEnd type="none" w="med" len="med"/>
                      <a:tailEnd type="none" w="med" len="med"/>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pt-PT" sz="1400" b="1" i="0" u="none" strike="noStrike">
                          <a:solidFill>
                            <a:srgbClr val="000000"/>
                          </a:solidFill>
                          <a:effectLst/>
                          <a:latin typeface="等线" panose="02010600030101010101" pitchFamily="2" charset="-122"/>
                          <a:ea typeface="等线" panose="02010600030101010101" pitchFamily="2" charset="-122"/>
                        </a:rPr>
                        <a:t>Eli Lilly</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进行中</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pt-PT" sz="1200" b="0" i="0" u="none" strike="noStrike">
                          <a:solidFill>
                            <a:srgbClr val="000000"/>
                          </a:solidFill>
                          <a:effectLst/>
                          <a:latin typeface="等线" panose="02010600030101010101" pitchFamily="2" charset="-122"/>
                          <a:ea typeface="等线" panose="02010600030101010101" pitchFamily="2" charset="-122"/>
                        </a:rPr>
                        <a:t>Orforglipron</a:t>
                      </a:r>
                      <a:r>
                        <a:rPr lang="zh-CN" altLang="en-US" sz="1200" b="0" i="0" u="none" strike="noStrike">
                          <a:solidFill>
                            <a:srgbClr val="000000"/>
                          </a:solidFill>
                          <a:effectLst/>
                          <a:latin typeface="等线" panose="02010600030101010101" pitchFamily="2" charset="-122"/>
                          <a:ea typeface="等线" panose="02010600030101010101" pitchFamily="2" charset="-122"/>
                        </a:rPr>
                        <a:t>片</a:t>
                      </a:r>
                      <a:r>
                        <a:rPr lang="en-US" altLang="zh-CN" sz="1200" b="0" i="0" u="none" strike="noStrike">
                          <a:solidFill>
                            <a:srgbClr val="000000"/>
                          </a:solidFill>
                          <a:effectLst/>
                          <a:latin typeface="等线" panose="02010600030101010101" pitchFamily="2" charset="-122"/>
                          <a:ea typeface="等线" panose="02010600030101010101" pitchFamily="2" charset="-122"/>
                        </a:rPr>
                        <a:t>-</a:t>
                      </a:r>
                      <a:r>
                        <a:rPr lang="zh-CN" altLang="en-US" sz="1200" b="0" i="0" u="none" strike="noStrike">
                          <a:solidFill>
                            <a:srgbClr val="000000"/>
                          </a:solidFill>
                          <a:effectLst/>
                          <a:latin typeface="等线" panose="02010600030101010101" pitchFamily="2" charset="-122"/>
                          <a:ea typeface="等线" panose="02010600030101010101" pitchFamily="2" charset="-122"/>
                        </a:rPr>
                        <a:t>化药</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ctr"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3</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0" i="0" u="none" strike="noStrike">
                          <a:solidFill>
                            <a:srgbClr val="000000"/>
                          </a:solidFill>
                          <a:effectLst/>
                          <a:latin typeface="等线" panose="02010600030101010101" pitchFamily="2" charset="-122"/>
                          <a:ea typeface="等线" panose="02010600030101010101" pitchFamily="2" charset="-122"/>
                        </a:rPr>
                        <a:t>合并</a:t>
                      </a:r>
                      <a:r>
                        <a:rPr lang="en-US" altLang="zh-CN" sz="1200" b="0" i="0" u="none" strike="noStrike">
                          <a:solidFill>
                            <a:srgbClr val="000000"/>
                          </a:solidFill>
                          <a:effectLst/>
                          <a:latin typeface="等线" panose="02010600030101010101" pitchFamily="2" charset="-122"/>
                          <a:ea typeface="等线" panose="02010600030101010101" pitchFamily="2" charset="-122"/>
                        </a:rPr>
                        <a:t>2</a:t>
                      </a:r>
                      <a:r>
                        <a:rPr lang="zh-CN" altLang="en-US" sz="1200" b="0" i="0" u="none" strike="noStrike">
                          <a:solidFill>
                            <a:srgbClr val="000000"/>
                          </a:solidFill>
                          <a:effectLst/>
                          <a:latin typeface="等线" panose="02010600030101010101" pitchFamily="2" charset="-122"/>
                          <a:ea typeface="等线" panose="02010600030101010101" pitchFamily="2" charset="-122"/>
                        </a:rPr>
                        <a:t>型糖尿病的肥胖或超重</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洪天配</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zh-CN" altLang="en-US" sz="1200" b="1" i="0" u="none" strike="noStrike">
                          <a:solidFill>
                            <a:srgbClr val="000000"/>
                          </a:solidFill>
                          <a:effectLst/>
                          <a:latin typeface="等线" panose="02010600030101010101" pitchFamily="2" charset="-122"/>
                          <a:ea typeface="等线" panose="02010600030101010101" pitchFamily="2" charset="-122"/>
                        </a:rPr>
                        <a:t>北京大学第三医院</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60</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30</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12</a:t>
                      </a:r>
                    </a:p>
                  </a:txBody>
                  <a:tcPr marL="5101" marR="5101" marT="5101" marB="0" anchor="ctr">
                    <a:lnL>
                      <a:noFill/>
                    </a:lnL>
                    <a:lnR>
                      <a:noFill/>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tc>
                  <a:txBody>
                    <a:bodyPr/>
                    <a:lstStyle/>
                    <a:p>
                      <a:pPr algn="l" fontAlgn="ctr">
                        <a:buNone/>
                      </a:pPr>
                      <a:r>
                        <a:rPr lang="en-US" altLang="zh-CN" sz="1200" b="1" i="0" u="none" strike="noStrike">
                          <a:solidFill>
                            <a:srgbClr val="000000"/>
                          </a:solidFill>
                          <a:effectLst/>
                          <a:latin typeface="等线" panose="02010600030101010101" pitchFamily="2" charset="-122"/>
                          <a:ea typeface="等线" panose="02010600030101010101" pitchFamily="2" charset="-122"/>
                        </a:rPr>
                        <a:t>8/7/2025</a:t>
                      </a:r>
                    </a:p>
                  </a:txBody>
                  <a:tcPr marL="5101" marR="5101" marT="5101" marB="0" anchor="ctr">
                    <a:lnL>
                      <a:noFill/>
                    </a:lnL>
                    <a:lnR w="6350" cap="flat" cmpd="sng" algn="ctr">
                      <a:solidFill>
                        <a:srgbClr val="A02B93"/>
                      </a:solidFill>
                      <a:prstDash val="solid"/>
                      <a:round/>
                      <a:headEnd type="none" w="med" len="med"/>
                      <a:tailEnd type="none" w="med" len="med"/>
                    </a:lnR>
                    <a:lnT w="6350" cap="flat" cmpd="sng" algn="ctr">
                      <a:solidFill>
                        <a:srgbClr val="A02B93"/>
                      </a:solidFill>
                      <a:prstDash val="solid"/>
                      <a:round/>
                      <a:headEnd type="none" w="med" len="med"/>
                      <a:tailEnd type="none" w="med" len="med"/>
                    </a:lnT>
                    <a:lnB w="6350" cap="flat" cmpd="sng" algn="ctr">
                      <a:solidFill>
                        <a:srgbClr val="A02B93"/>
                      </a:solidFill>
                      <a:prstDash val="solid"/>
                      <a:round/>
                      <a:headEnd type="none" w="med" len="med"/>
                      <a:tailEnd type="none" w="med" len="med"/>
                    </a:lnB>
                    <a:noFill/>
                  </a:tcPr>
                </a:tc>
                <a:extLst>
                  <a:ext uri="{0D108BD9-81ED-4DB2-BD59-A6C34878D82A}">
                    <a16:rowId xmlns:a16="http://schemas.microsoft.com/office/drawing/2014/main" val="1038401709"/>
                  </a:ext>
                </a:extLst>
              </a:tr>
            </a:tbl>
          </a:graphicData>
        </a:graphic>
      </p:graphicFrame>
    </p:spTree>
    <p:extLst>
      <p:ext uri="{BB962C8B-B14F-4D97-AF65-F5344CB8AC3E}">
        <p14:creationId xmlns:p14="http://schemas.microsoft.com/office/powerpoint/2010/main" val="155515375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9BA090-93F1-5BAD-B26A-520F165DF604}"/>
            </a:ext>
          </a:extLst>
        </p:cNvPr>
        <p:cNvGrpSpPr/>
        <p:nvPr/>
      </p:nvGrpSpPr>
      <p:grpSpPr>
        <a:xfrm>
          <a:off x="0" y="0"/>
          <a:ext cx="0" cy="0"/>
          <a:chOff x="0" y="0"/>
          <a:chExt cx="0" cy="0"/>
        </a:xfrm>
      </p:grpSpPr>
      <p:sp>
        <p:nvSpPr>
          <p:cNvPr id="4" name="页脚占位符 3">
            <a:extLst>
              <a:ext uri="{FF2B5EF4-FFF2-40B4-BE49-F238E27FC236}">
                <a16:creationId xmlns:a16="http://schemas.microsoft.com/office/drawing/2014/main" id="{7B46A6C3-558B-F822-2F4F-EEDBF7E172EF}"/>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20265DCC-1616-A978-6AD1-E44D64246635}"/>
              </a:ext>
            </a:extLst>
          </p:cNvPr>
          <p:cNvSpPr>
            <a:spLocks noGrp="1"/>
          </p:cNvSpPr>
          <p:nvPr>
            <p:ph type="sldNum" sz="quarter" idx="11"/>
          </p:nvPr>
        </p:nvSpPr>
        <p:spPr/>
        <p:txBody>
          <a:bodyPr/>
          <a:lstStyle/>
          <a:p>
            <a:fld id="{8FF9B0DE-3FEB-4AA0-B465-B80EF7C1333D}" type="slidenum">
              <a:rPr lang="en-US" smtClean="0"/>
              <a:pPr/>
              <a:t>84</a:t>
            </a:fld>
            <a:endParaRPr lang="en-US"/>
          </a:p>
        </p:txBody>
      </p:sp>
      <p:graphicFrame>
        <p:nvGraphicFramePr>
          <p:cNvPr id="8" name="表格 7">
            <a:extLst>
              <a:ext uri="{FF2B5EF4-FFF2-40B4-BE49-F238E27FC236}">
                <a16:creationId xmlns:a16="http://schemas.microsoft.com/office/drawing/2014/main" id="{BFCE5E45-766A-0D00-B676-14CD1BF4B466}"/>
              </a:ext>
            </a:extLst>
          </p:cNvPr>
          <p:cNvGraphicFramePr>
            <a:graphicFrameLocks noGrp="1"/>
          </p:cNvGraphicFramePr>
          <p:nvPr/>
        </p:nvGraphicFramePr>
        <p:xfrm>
          <a:off x="217871" y="529828"/>
          <a:ext cx="11486449" cy="5428691"/>
        </p:xfrm>
        <a:graphic>
          <a:graphicData uri="http://schemas.openxmlformats.org/drawingml/2006/table">
            <a:tbl>
              <a:tblPr firstRow="1" firstCol="1" bandRow="1"/>
              <a:tblGrid>
                <a:gridCol w="699043">
                  <a:extLst>
                    <a:ext uri="{9D8B030D-6E8A-4147-A177-3AD203B41FA5}">
                      <a16:colId xmlns:a16="http://schemas.microsoft.com/office/drawing/2014/main" val="868577222"/>
                    </a:ext>
                  </a:extLst>
                </a:gridCol>
                <a:gridCol w="429370">
                  <a:extLst>
                    <a:ext uri="{9D8B030D-6E8A-4147-A177-3AD203B41FA5}">
                      <a16:colId xmlns:a16="http://schemas.microsoft.com/office/drawing/2014/main" val="4234612588"/>
                    </a:ext>
                  </a:extLst>
                </a:gridCol>
                <a:gridCol w="1470992">
                  <a:extLst>
                    <a:ext uri="{9D8B030D-6E8A-4147-A177-3AD203B41FA5}">
                      <a16:colId xmlns:a16="http://schemas.microsoft.com/office/drawing/2014/main" val="60693361"/>
                    </a:ext>
                  </a:extLst>
                </a:gridCol>
                <a:gridCol w="1516185">
                  <a:extLst>
                    <a:ext uri="{9D8B030D-6E8A-4147-A177-3AD203B41FA5}">
                      <a16:colId xmlns:a16="http://schemas.microsoft.com/office/drawing/2014/main" val="1076854139"/>
                    </a:ext>
                  </a:extLst>
                </a:gridCol>
                <a:gridCol w="2544417">
                  <a:extLst>
                    <a:ext uri="{9D8B030D-6E8A-4147-A177-3AD203B41FA5}">
                      <a16:colId xmlns:a16="http://schemas.microsoft.com/office/drawing/2014/main" val="2461820354"/>
                    </a:ext>
                  </a:extLst>
                </a:gridCol>
                <a:gridCol w="3532893">
                  <a:extLst>
                    <a:ext uri="{9D8B030D-6E8A-4147-A177-3AD203B41FA5}">
                      <a16:colId xmlns:a16="http://schemas.microsoft.com/office/drawing/2014/main" val="4294295192"/>
                    </a:ext>
                  </a:extLst>
                </a:gridCol>
                <a:gridCol w="604299">
                  <a:extLst>
                    <a:ext uri="{9D8B030D-6E8A-4147-A177-3AD203B41FA5}">
                      <a16:colId xmlns:a16="http://schemas.microsoft.com/office/drawing/2014/main" val="987435397"/>
                    </a:ext>
                  </a:extLst>
                </a:gridCol>
                <a:gridCol w="689250">
                  <a:extLst>
                    <a:ext uri="{9D8B030D-6E8A-4147-A177-3AD203B41FA5}">
                      <a16:colId xmlns:a16="http://schemas.microsoft.com/office/drawing/2014/main" val="3055308370"/>
                    </a:ext>
                  </a:extLst>
                </a:gridCol>
              </a:tblGrid>
              <a:tr h="1051001">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4354750">
                <a:tc>
                  <a:txBody>
                    <a:bodyPr/>
                    <a:lstStyle/>
                    <a:p>
                      <a:pPr marL="0" algn="l" defTabSz="914400" rtl="0" eaLnBrk="1" latinLnBrk="0" hangingPunct="1">
                        <a:buNone/>
                      </a:pPr>
                      <a:r>
                        <a:rPr lang="zh-CN" altLang="en-US" sz="1200" b="1" kern="1200">
                          <a:solidFill>
                            <a:schemeClr val="tx1"/>
                          </a:solidFill>
                          <a:latin typeface="+mj-ea"/>
                          <a:ea typeface="+mj-ea"/>
                          <a:cs typeface="+mn-cs"/>
                        </a:rPr>
                        <a:t>陈莉明</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buNone/>
                      </a:pPr>
                      <a:r>
                        <a:rPr lang="zh-CN" sz="1100">
                          <a:effectLst/>
                          <a:latin typeface="DengXian" panose="02010600030101010101" pitchFamily="2" charset="-122"/>
                          <a:ea typeface="DengXian" panose="02010600030101010101" pitchFamily="2" charset="-122"/>
                          <a:cs typeface="+mn-cs"/>
                        </a:rPr>
                        <a:t>天津医科大学朱宪彝纪念医院</a:t>
                      </a:r>
                      <a:r>
                        <a:rPr lang="zh-CN" altLang="en-US" sz="1100">
                          <a:effectLst/>
                          <a:latin typeface="DengXian" panose="02010600030101010101" pitchFamily="2" charset="-122"/>
                          <a:ea typeface="DengXian" panose="02010600030101010101" pitchFamily="2" charset="-122"/>
                          <a:cs typeface="+mn-cs"/>
                        </a:rPr>
                        <a:t>（代谢病医院）</a:t>
                      </a:r>
                      <a:endParaRPr lang="zh-CN" sz="1100">
                        <a:effectLst/>
                        <a:latin typeface="DengXian" panose="02010600030101010101" pitchFamily="2" charset="-122"/>
                        <a:ea typeface="DengXian" panose="02010600030101010101" pitchFamily="2"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a:t>
                      </a:r>
                      <a:r>
                        <a:rPr lang="zh-CN" altLang="en-US" sz="1050" b="1" kern="1200">
                          <a:solidFill>
                            <a:schemeClr val="tx1"/>
                          </a:solidFill>
                          <a:effectLst/>
                          <a:latin typeface="Calibri"/>
                          <a:ea typeface="DengXian"/>
                          <a:cs typeface="+mn-cs"/>
                        </a:rPr>
                        <a:t>：</a:t>
                      </a:r>
                      <a:r>
                        <a:rPr lang="en-US" altLang="zh-CN" sz="1050" b="1" kern="1200">
                          <a:solidFill>
                            <a:schemeClr val="tx1"/>
                          </a:solidFill>
                          <a:effectLst/>
                          <a:latin typeface="Calibri"/>
                          <a:ea typeface="DengXian"/>
                          <a:cs typeface="+mn-cs"/>
                        </a:rPr>
                        <a:t>11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highlight>
                          <a:srgbClr val="FFFF00"/>
                        </a:highligh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Leading PI of 7 clinical trials in diabetes all sponsored by local companies</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PI of </a:t>
                      </a:r>
                      <a:r>
                        <a:rPr lang="en-US" altLang="zh-CN" sz="1050" b="1" kern="1200" err="1">
                          <a:solidFill>
                            <a:schemeClr val="tx1"/>
                          </a:solidFill>
                          <a:effectLst/>
                          <a:latin typeface="Calibri"/>
                          <a:ea typeface="DengXian"/>
                          <a:cs typeface="+mn-cs"/>
                        </a:rPr>
                        <a:t>mazdutide</a:t>
                      </a:r>
                      <a:r>
                        <a:rPr lang="en-US" altLang="zh-CN" sz="1050" b="1" kern="1200">
                          <a:solidFill>
                            <a:schemeClr val="tx1"/>
                          </a:solidFill>
                          <a:effectLst/>
                          <a:latin typeface="Calibri"/>
                          <a:ea typeface="DengXian"/>
                          <a:cs typeface="+mn-cs"/>
                        </a:rPr>
                        <a:t> in MAFLD/</a:t>
                      </a:r>
                      <a:r>
                        <a:rPr lang="en-US" altLang="zh-CN" sz="1050" b="1" kern="1200" err="1">
                          <a:solidFill>
                            <a:schemeClr val="tx1"/>
                          </a:solidFill>
                          <a:effectLst/>
                          <a:latin typeface="Calibri"/>
                          <a:ea typeface="DengXian"/>
                          <a:cs typeface="+mn-cs"/>
                        </a:rPr>
                        <a:t>Innovent</a:t>
                      </a:r>
                      <a:r>
                        <a:rPr lang="en-US" altLang="zh-CN" sz="1050" b="1" kern="1200">
                          <a:solidFill>
                            <a:schemeClr val="tx1"/>
                          </a:solidFill>
                          <a:effectLst/>
                          <a:latin typeface="Calibri"/>
                          <a:ea typeface="DengXian"/>
                          <a:cs typeface="+mn-cs"/>
                        </a:rPr>
                        <a:t>, </a:t>
                      </a:r>
                      <a:r>
                        <a:rPr lang="en-US" altLang="zh-CN" sz="1050" b="1" kern="1200" err="1">
                          <a:solidFill>
                            <a:schemeClr val="tx1"/>
                          </a:solidFill>
                          <a:effectLst/>
                          <a:latin typeface="Calibri"/>
                          <a:ea typeface="DengXian"/>
                          <a:cs typeface="+mn-cs"/>
                        </a:rPr>
                        <a:t>survodutide</a:t>
                      </a:r>
                      <a:r>
                        <a:rPr lang="en-US" altLang="zh-CN" sz="1050" b="1" kern="1200">
                          <a:solidFill>
                            <a:schemeClr val="tx1"/>
                          </a:solidFill>
                          <a:effectLst/>
                          <a:latin typeface="Calibri"/>
                          <a:ea typeface="DengXian"/>
                          <a:cs typeface="+mn-cs"/>
                        </a:rPr>
                        <a:t> in obesity/Boehringer, </a:t>
                      </a:r>
                      <a:r>
                        <a:rPr lang="en-US" altLang="zh-CN" sz="1050" b="1" kern="1200" err="1">
                          <a:solidFill>
                            <a:schemeClr val="tx1"/>
                          </a:solidFill>
                          <a:effectLst/>
                          <a:latin typeface="Calibri"/>
                          <a:ea typeface="DengXian"/>
                          <a:cs typeface="+mn-cs"/>
                        </a:rPr>
                        <a:t>Orforglipron</a:t>
                      </a:r>
                      <a:r>
                        <a:rPr lang="en-US" altLang="zh-CN" sz="1050" b="1" kern="1200">
                          <a:solidFill>
                            <a:schemeClr val="tx1"/>
                          </a:solidFill>
                          <a:effectLst/>
                          <a:latin typeface="Calibri"/>
                          <a:ea typeface="DengXian"/>
                          <a:cs typeface="+mn-cs"/>
                        </a:rPr>
                        <a:t>/Lily, Empa in T2D/Boehringer etc. </a:t>
                      </a:r>
                    </a:p>
                    <a:p>
                      <a:pPr marL="171450" indent="-171450" algn="l">
                        <a:buFont typeface="Arial" panose="020B0604020202020204" pitchFamily="34" charset="0"/>
                        <a:buChar char="•"/>
                      </a:pPr>
                      <a:r>
                        <a:rPr lang="en-US" altLang="zh-CN" sz="1050" b="0" kern="1200">
                          <a:solidFill>
                            <a:schemeClr val="tx1"/>
                          </a:solidFill>
                          <a:effectLst/>
                          <a:latin typeface="Calibri"/>
                          <a:ea typeface="DengXian"/>
                          <a:cs typeface="+mn-cs"/>
                        </a:rPr>
                        <a:t>150+publication on </a:t>
                      </a:r>
                      <a:r>
                        <a:rPr lang="en-US" altLang="zh-CN" sz="1050" b="0" kern="1200" err="1">
                          <a:solidFill>
                            <a:schemeClr val="tx1"/>
                          </a:solidFill>
                          <a:effectLst/>
                          <a:latin typeface="Calibri"/>
                          <a:ea typeface="DengXian"/>
                          <a:cs typeface="+mn-cs"/>
                        </a:rPr>
                        <a:t>Pubmed</a:t>
                      </a:r>
                      <a:endParaRPr lang="en-US" altLang="zh-CN" sz="1050" b="0"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0" kern="1200">
                          <a:solidFill>
                            <a:schemeClr val="tx1"/>
                          </a:solidFill>
                          <a:effectLst/>
                          <a:latin typeface="Calibri"/>
                          <a:ea typeface="DengXian"/>
                          <a:cs typeface="+mn-cs"/>
                        </a:rPr>
                        <a:t>Research focus: diabetes, diabetic kidney disease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a:t>
                      </a:r>
                      <a:r>
                        <a:rPr lang="zh-CN" altLang="en-US" sz="1050" b="1" kern="1200">
                          <a:solidFill>
                            <a:schemeClr val="tx1"/>
                          </a:solidFill>
                          <a:effectLst/>
                          <a:latin typeface="Calibri"/>
                          <a:ea typeface="DengXian"/>
                          <a:cs typeface="+mn-cs"/>
                        </a:rPr>
                        <a:t>：</a:t>
                      </a:r>
                      <a:r>
                        <a:rPr lang="en-US" altLang="zh-CN" sz="1050" b="1" kern="1200">
                          <a:solidFill>
                            <a:schemeClr val="tx1"/>
                          </a:solidFill>
                          <a:effectLst/>
                          <a:latin typeface="Calibri"/>
                          <a:ea typeface="DengXian"/>
                          <a:cs typeface="+mn-cs"/>
                        </a:rPr>
                        <a:t>17</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Head of Endocrinology Department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highlight>
                            <a:srgbClr val="FFFF00"/>
                          </a:highlight>
                          <a:latin typeface="Calibri"/>
                          <a:ea typeface="DengXian"/>
                          <a:cs typeface="+mn-cs"/>
                        </a:rPr>
                        <a:t>Dean of the hospital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highlight>
                            <a:srgbClr val="FFFF00"/>
                          </a:highlight>
                          <a:latin typeface="Calibri"/>
                          <a:ea typeface="DengXian"/>
                          <a:cs typeface="+mn-cs"/>
                        </a:rPr>
                        <a:t>Next Chair</a:t>
                      </a:r>
                      <a:r>
                        <a:rPr lang="zh-CN" altLang="en-US" sz="1050" b="1" kern="1200">
                          <a:solidFill>
                            <a:schemeClr val="tx1"/>
                          </a:solidFill>
                          <a:effectLst/>
                          <a:highlight>
                            <a:srgbClr val="FFFF00"/>
                          </a:highlight>
                          <a:latin typeface="Calibri"/>
                          <a:ea typeface="DengXian"/>
                          <a:cs typeface="+mn-cs"/>
                        </a:rPr>
                        <a:t>（候任主委）</a:t>
                      </a:r>
                      <a:r>
                        <a:rPr lang="en-US" altLang="zh-CN" sz="1050" b="1" kern="1200">
                          <a:solidFill>
                            <a:schemeClr val="tx1"/>
                          </a:solidFill>
                          <a:effectLst/>
                          <a:highlight>
                            <a:srgbClr val="FFFF00"/>
                          </a:highlight>
                          <a:latin typeface="Calibri"/>
                          <a:ea typeface="DengXian"/>
                          <a:cs typeface="+mn-cs"/>
                        </a:rPr>
                        <a:t>of Chinese Diabetes Society (</a:t>
                      </a:r>
                      <a:r>
                        <a:rPr lang="zh-CN" altLang="en-US" sz="1050" b="1" kern="1200">
                          <a:solidFill>
                            <a:schemeClr val="tx1"/>
                          </a:solidFill>
                          <a:effectLst/>
                          <a:highlight>
                            <a:srgbClr val="FFFF00"/>
                          </a:highlight>
                          <a:latin typeface="Calibri"/>
                          <a:ea typeface="DengXian"/>
                          <a:cs typeface="+mn-cs"/>
                        </a:rPr>
                        <a:t>中华医学会糖尿病学分会）</a:t>
                      </a:r>
                      <a:endParaRPr lang="en-US" altLang="zh-CN" sz="1050" b="1" kern="1200">
                        <a:solidFill>
                          <a:schemeClr val="tx1"/>
                        </a:solidFill>
                        <a:effectLst/>
                        <a:highlight>
                          <a:srgbClr val="FFFF00"/>
                        </a:highlight>
                        <a:latin typeface="Calibri"/>
                        <a:ea typeface="DengXian"/>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lang="en-US" altLang="zh-CN" sz="1050" b="1" kern="1200">
                          <a:solidFill>
                            <a:schemeClr val="tx1"/>
                          </a:solidFill>
                          <a:effectLst/>
                          <a:latin typeface="Calibri"/>
                          <a:ea typeface="DengXian"/>
                          <a:cs typeface="+mn-cs"/>
                        </a:rPr>
                        <a:t>Grade</a:t>
                      </a:r>
                      <a:r>
                        <a:rPr lang="zh-CN" altLang="en-US" sz="1050" b="1" kern="1200">
                          <a:solidFill>
                            <a:schemeClr val="tx1"/>
                          </a:solidFill>
                          <a:effectLst/>
                          <a:latin typeface="Calibri"/>
                          <a:ea typeface="DengXian"/>
                          <a:cs typeface="+mn-cs"/>
                        </a:rPr>
                        <a:t>：</a:t>
                      </a:r>
                      <a:r>
                        <a:rPr lang="en-US" altLang="zh-CN" sz="1050" b="1" kern="1200">
                          <a:solidFill>
                            <a:schemeClr val="tx1"/>
                          </a:solidFill>
                          <a:effectLst/>
                          <a:latin typeface="Calibri"/>
                          <a:ea typeface="DengXian"/>
                          <a:cs typeface="+mn-cs"/>
                        </a:rPr>
                        <a:t>25</a:t>
                      </a: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lang="en-US" altLang="zh-CN" sz="1050" b="1" kern="1200">
                        <a:solidFill>
                          <a:schemeClr val="tx1"/>
                        </a:solidFill>
                        <a:effectLst/>
                        <a:latin typeface="Calibri"/>
                        <a:ea typeface="DengXian"/>
                        <a:cs typeface="+mn-cs"/>
                      </a:endParaRPr>
                    </a:p>
                    <a:p>
                      <a:pPr marL="171450" lvl="0" indent="-171450">
                        <a:buFont typeface="Arial"/>
                        <a:buChar char="•"/>
                      </a:pPr>
                      <a:r>
                        <a:rPr lang="en-US" sz="1050" b="1" kern="1200" noProof="0">
                          <a:solidFill>
                            <a:schemeClr val="tx1"/>
                          </a:solidFill>
                          <a:effectLst/>
                          <a:latin typeface="Calibri"/>
                          <a:ea typeface="DengXian"/>
                          <a:cs typeface="+mn-cs"/>
                        </a:rPr>
                        <a:t>Prof. Chen,</a:t>
                      </a:r>
                      <a:r>
                        <a:rPr lang="en-US" sz="1050" b="1" kern="1200" noProof="0">
                          <a:solidFill>
                            <a:schemeClr val="tx1"/>
                          </a:solidFill>
                          <a:effectLst/>
                          <a:highlight>
                            <a:srgbClr val="FFFF00"/>
                          </a:highlight>
                          <a:latin typeface="Calibri"/>
                          <a:ea typeface="DengXian"/>
                          <a:cs typeface="+mn-cs"/>
                        </a:rPr>
                        <a:t>58 years old</a:t>
                      </a:r>
                    </a:p>
                    <a:p>
                      <a:pPr marL="171450" lvl="0" indent="-171450">
                        <a:buFont typeface="Arial"/>
                        <a:buChar char="•"/>
                      </a:pPr>
                      <a:r>
                        <a:rPr lang="en-US" sz="1050" b="1" kern="1200" noProof="0">
                          <a:solidFill>
                            <a:schemeClr val="tx1"/>
                          </a:solidFill>
                          <a:effectLst/>
                          <a:latin typeface="Calibri"/>
                          <a:ea typeface="DengXian"/>
                          <a:cs typeface="+mn-cs"/>
                        </a:rPr>
                        <a:t>Prof. Chen took 7 trials as leading PI but all of them are Diabetes by </a:t>
                      </a:r>
                      <a:r>
                        <a:rPr lang="en-US" sz="1050" b="1" kern="1200" noProof="0">
                          <a:solidFill>
                            <a:schemeClr val="tx1"/>
                          </a:solidFill>
                          <a:effectLst/>
                          <a:highlight>
                            <a:srgbClr val="FFFF00"/>
                          </a:highlight>
                          <a:latin typeface="Calibri"/>
                          <a:ea typeface="DengXian"/>
                          <a:cs typeface="+mn-cs"/>
                        </a:rPr>
                        <a:t>local companies. </a:t>
                      </a:r>
                      <a:endParaRPr lang="en-US" altLang="zh-CN" sz="1050" b="1" kern="1200" noProof="0">
                        <a:solidFill>
                          <a:schemeClr val="tx1"/>
                        </a:solidFill>
                        <a:effectLst/>
                        <a:highlight>
                          <a:srgbClr val="FFFF00"/>
                        </a:highlight>
                        <a:latin typeface="Calibri"/>
                        <a:ea typeface="DengXian"/>
                        <a:cs typeface="+mn-cs"/>
                      </a:endParaRPr>
                    </a:p>
                    <a:p>
                      <a:pPr marL="171450" lvl="0" indent="-171450">
                        <a:buFont typeface="Arial"/>
                        <a:buChar char="•"/>
                      </a:pPr>
                      <a:r>
                        <a:rPr lang="en-US" sz="1050" b="0" kern="1200" noProof="0">
                          <a:solidFill>
                            <a:schemeClr val="tx1"/>
                          </a:solidFill>
                          <a:effectLst/>
                          <a:latin typeface="Calibri"/>
                          <a:ea typeface="DengXian"/>
                          <a:cs typeface="+mn-cs"/>
                        </a:rPr>
                        <a:t>Current Director of the Metabolic Disease Hospital at Tianjin Medical University, it’s difficult to get in touch with her, getting her signature always  takes a long time(need to contact through GCP office).</a:t>
                      </a:r>
                      <a:r>
                        <a:rPr lang="en-US" sz="1050" b="1" kern="1200" noProof="0">
                          <a:solidFill>
                            <a:schemeClr val="tx1"/>
                          </a:solidFill>
                          <a:effectLst/>
                          <a:latin typeface="Calibri"/>
                          <a:ea typeface="DengXian"/>
                          <a:cs typeface="+mn-cs"/>
                        </a:rPr>
                        <a:t> </a:t>
                      </a:r>
                      <a:endParaRPr lang="en-US" altLang="zh-CN" sz="1050" b="1" kern="1200" noProof="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altLang="zh-CN" sz="1100" b="1" kern="1200">
                          <a:solidFill>
                            <a:schemeClr val="tx1"/>
                          </a:solidFill>
                          <a:effectLst/>
                          <a:latin typeface="Calibri"/>
                          <a:ea typeface="DengXian"/>
                          <a:cs typeface="+mn-cs"/>
                        </a:rPr>
                        <a:t>Grade</a:t>
                      </a:r>
                      <a:r>
                        <a:rPr lang="zh-CN" altLang="en-US" sz="1100" b="1" kern="1200">
                          <a:solidFill>
                            <a:schemeClr val="tx1"/>
                          </a:solidFill>
                          <a:effectLst/>
                          <a:latin typeface="Calibri"/>
                          <a:ea typeface="DengXian"/>
                          <a:cs typeface="+mn-cs"/>
                        </a:rPr>
                        <a:t>：</a:t>
                      </a:r>
                      <a:r>
                        <a:rPr lang="en-US" altLang="zh-CN" sz="1100" b="1" kern="1200">
                          <a:solidFill>
                            <a:schemeClr val="tx1"/>
                          </a:solidFill>
                          <a:effectLst/>
                          <a:latin typeface="Calibri"/>
                          <a:ea typeface="DengXian"/>
                          <a:cs typeface="+mn-cs"/>
                        </a:rPr>
                        <a:t>27</a:t>
                      </a:r>
                    </a:p>
                    <a:p>
                      <a:pPr lvl="0" algn="just">
                        <a:buNone/>
                      </a:pPr>
                      <a:endParaRPr lang="en-US" sz="1100" b="1" i="0" u="none" strike="noStrike" kern="1200" noProof="0">
                        <a:solidFill>
                          <a:schemeClr val="tx1"/>
                        </a:solidFill>
                        <a:effectLst/>
                        <a:latin typeface="Calibri"/>
                      </a:endParaRPr>
                    </a:p>
                    <a:p>
                      <a:pPr lvl="0" algn="just">
                        <a:buNone/>
                      </a:pPr>
                      <a:r>
                        <a:rPr lang="en-US" sz="1100" b="1" i="0" u="none" strike="noStrike" kern="1200" noProof="0">
                          <a:solidFill>
                            <a:schemeClr val="tx1"/>
                          </a:solidFill>
                          <a:effectLst/>
                          <a:latin typeface="Calibri"/>
                        </a:rPr>
                        <a:t>1</a:t>
                      </a:r>
                      <a:r>
                        <a:rPr lang="en-US" sz="1100" b="1" i="0" u="none" strike="noStrike" kern="1200" noProof="0">
                          <a:solidFill>
                            <a:srgbClr val="FF0000"/>
                          </a:solidFill>
                          <a:effectLst/>
                          <a:latin typeface="Calibri"/>
                        </a:rPr>
                        <a:t>.</a:t>
                      </a:r>
                      <a:r>
                        <a:rPr lang="en-US" sz="1100" b="1" i="0" u="sng" strike="noStrike" kern="1200" noProof="0">
                          <a:solidFill>
                            <a:srgbClr val="FF0000"/>
                          </a:solidFill>
                          <a:effectLst/>
                          <a:latin typeface="Calibri"/>
                        </a:rPr>
                        <a:t>GCP set up and review</a:t>
                      </a:r>
                      <a:r>
                        <a:rPr lang="en-US" sz="1100" b="1" i="0" u="sng" strike="noStrike" kern="1200" noProof="0">
                          <a:solidFill>
                            <a:schemeClr val="tx1"/>
                          </a:solidFill>
                          <a:effectLst/>
                          <a:latin typeface="Calibri"/>
                        </a:rPr>
                        <a:t>, </a:t>
                      </a:r>
                      <a:r>
                        <a:rPr lang="en-US" sz="1100" b="0" i="0" u="none" strike="noStrike" kern="1200" noProof="0">
                          <a:solidFill>
                            <a:schemeClr val="tx1"/>
                          </a:solidFill>
                          <a:effectLst/>
                          <a:latin typeface="Calibri"/>
                        </a:rPr>
                        <a:t>It routinely takes 2 week, if it required EC is in parallel to CTA, may apply for EC and HGRAC firstly. and then proceed the setting-up process</a:t>
                      </a:r>
                    </a:p>
                    <a:p>
                      <a:pPr lvl="0" algn="just">
                        <a:buNone/>
                      </a:pPr>
                      <a:r>
                        <a:rPr lang="en-US" sz="1100" b="1" i="0" u="none" strike="noStrike" kern="1200" noProof="0">
                          <a:solidFill>
                            <a:schemeClr val="tx1"/>
                          </a:solidFill>
                          <a:effectLst/>
                          <a:latin typeface="Calibri"/>
                        </a:rPr>
                        <a:t>.</a:t>
                      </a:r>
                      <a:br>
                        <a:rPr lang="en-US" sz="1100" b="1" i="0" u="none" strike="noStrike" kern="1200" noProof="0">
                          <a:solidFill>
                            <a:srgbClr val="000000"/>
                          </a:solidFill>
                          <a:effectLst/>
                          <a:latin typeface="Calibri"/>
                        </a:rPr>
                      </a:br>
                      <a:r>
                        <a:rPr lang="en-US" sz="1100" b="1" i="0" u="none" strike="noStrike" kern="1200" noProof="0">
                          <a:solidFill>
                            <a:schemeClr val="tx1"/>
                          </a:solidFill>
                          <a:effectLst/>
                          <a:latin typeface="Calibri"/>
                        </a:rPr>
                        <a:t>2. </a:t>
                      </a:r>
                      <a:r>
                        <a:rPr lang="en-US" sz="1100" b="1" i="0" u="sng" strike="noStrike" kern="1200" noProof="0">
                          <a:solidFill>
                            <a:srgbClr val="FF0000"/>
                          </a:solidFill>
                          <a:effectLst/>
                          <a:latin typeface="Calibri"/>
                        </a:rPr>
                        <a:t>EC</a:t>
                      </a:r>
                      <a:r>
                        <a:rPr lang="en-US" sz="1100" b="1" i="0" u="none" strike="noStrike" kern="1200" noProof="0">
                          <a:solidFill>
                            <a:schemeClr val="tx1"/>
                          </a:solidFill>
                          <a:effectLst/>
                          <a:latin typeface="Calibri"/>
                        </a:rPr>
                        <a:t> need CTA acceptance to start the EC application. </a:t>
                      </a:r>
                    </a:p>
                    <a:p>
                      <a:pPr lvl="0" algn="l">
                        <a:buNone/>
                      </a:pPr>
                      <a:r>
                        <a:rPr lang="en-US" altLang="zh-CN" sz="1100" b="0" i="0" u="none" strike="noStrike" kern="1200" noProof="0">
                          <a:solidFill>
                            <a:srgbClr val="000000"/>
                          </a:solidFill>
                          <a:effectLst/>
                          <a:latin typeface="Calibri"/>
                        </a:rPr>
                        <a:t>There is no regular EC meeting at site, </a:t>
                      </a:r>
                      <a:r>
                        <a:rPr lang="en-US" altLang="zh-CN" sz="1100" b="1" i="0" u="none" strike="noStrike" kern="1200" noProof="0">
                          <a:solidFill>
                            <a:srgbClr val="000000"/>
                          </a:solidFill>
                          <a:effectLst/>
                          <a:latin typeface="Calibri"/>
                        </a:rPr>
                        <a:t>normally </a:t>
                      </a:r>
                      <a:r>
                        <a:rPr lang="en-US" altLang="zh-CN" sz="1100" b="1" i="0" u="none" strike="noStrike" kern="1200" noProof="0">
                          <a:solidFill>
                            <a:srgbClr val="000000"/>
                          </a:solidFill>
                          <a:effectLst/>
                          <a:highlight>
                            <a:srgbClr val="FFFF00"/>
                          </a:highlight>
                          <a:latin typeface="Calibri"/>
                        </a:rPr>
                        <a:t>every 2-3 month. </a:t>
                      </a:r>
                      <a:r>
                        <a:rPr lang="en-US" altLang="zh-CN" sz="1100" b="1" i="0" u="none" strike="noStrike" kern="1200" noProof="0">
                          <a:solidFill>
                            <a:srgbClr val="000000"/>
                          </a:solidFill>
                          <a:effectLst/>
                          <a:latin typeface="Calibri"/>
                        </a:rPr>
                        <a:t>EC won’t share the meeting date until 2-3 days before the meeting. The timeline cannot be estimated </a:t>
                      </a:r>
                      <a:r>
                        <a:rPr lang="en-US" altLang="zh-CN" sz="1100" b="0" i="0" u="none" strike="noStrike" kern="1200" noProof="0">
                          <a:solidFill>
                            <a:srgbClr val="000000"/>
                          </a:solidFill>
                          <a:effectLst/>
                          <a:latin typeface="Calibri"/>
                        </a:rPr>
                        <a:t>(experience from the 1507-0002 study).</a:t>
                      </a:r>
                      <a:r>
                        <a:rPr lang="en-US" altLang="zh-CN" sz="1100" b="1" i="0" u="none" strike="noStrike" kern="1200" noProof="0">
                          <a:solidFill>
                            <a:srgbClr val="000000"/>
                          </a:solidFill>
                          <a:effectLst/>
                          <a:latin typeface="Calibri"/>
                        </a:rPr>
                        <a:t> </a:t>
                      </a:r>
                      <a:r>
                        <a:rPr lang="en-US" altLang="zh-CN" sz="1100" b="1" i="0" u="none" strike="noStrike" kern="1200" noProof="0">
                          <a:solidFill>
                            <a:srgbClr val="000000"/>
                          </a:solidFill>
                          <a:effectLst/>
                          <a:highlight>
                            <a:srgbClr val="FFFF00"/>
                          </a:highlight>
                          <a:latin typeface="Calibri"/>
                        </a:rPr>
                        <a:t>EC secretary concurrently serves in the disciplinary committee</a:t>
                      </a:r>
                      <a:r>
                        <a:rPr lang="en-US" altLang="zh-CN" sz="1100" b="1" i="0" u="none" strike="noStrike" kern="1200" noProof="0">
                          <a:solidFill>
                            <a:srgbClr val="000000"/>
                          </a:solidFill>
                          <a:effectLst/>
                          <a:latin typeface="Calibri"/>
                        </a:rPr>
                        <a:t>, is always too busy to respond. </a:t>
                      </a:r>
                      <a:r>
                        <a:rPr lang="en-US" altLang="zh-CN" sz="1100" b="1" i="0" u="none" strike="noStrike" kern="1200" noProof="0">
                          <a:solidFill>
                            <a:schemeClr val="tx1"/>
                          </a:solidFill>
                          <a:effectLst/>
                          <a:highlight>
                            <a:srgbClr val="FFFF00"/>
                          </a:highlight>
                          <a:latin typeface="Calibri"/>
                        </a:rPr>
                        <a:t>PI is the president of site, usually takes longer time to sign the submission documents. </a:t>
                      </a:r>
                      <a:endParaRPr lang="en-US" altLang="zh-CN" sz="1100" b="1" i="0" u="none" strike="noStrike" kern="1200" noProof="0">
                        <a:solidFill>
                          <a:schemeClr val="tx1"/>
                        </a:solidFill>
                        <a:effectLst/>
                        <a:latin typeface="Calibri"/>
                      </a:endParaRPr>
                    </a:p>
                    <a:p>
                      <a:pPr lvl="0" algn="l">
                        <a:buNone/>
                      </a:pPr>
                      <a:br>
                        <a:rPr lang="en-US" sz="1100" b="1" i="0" u="none" strike="noStrike" kern="1200" noProof="0">
                          <a:solidFill>
                            <a:srgbClr val="000000"/>
                          </a:solidFill>
                          <a:effectLst/>
                          <a:latin typeface="Calibri"/>
                        </a:rPr>
                      </a:br>
                      <a:r>
                        <a:rPr lang="en-US" sz="1100" b="1" i="0" u="none" strike="noStrike" kern="1200" noProof="0">
                          <a:solidFill>
                            <a:schemeClr val="tx1"/>
                          </a:solidFill>
                          <a:effectLst/>
                          <a:latin typeface="Calibri"/>
                        </a:rPr>
                        <a:t>3</a:t>
                      </a:r>
                      <a:r>
                        <a:rPr lang="en-US" sz="1100" b="1"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HGRAC</a:t>
                      </a:r>
                      <a:r>
                        <a:rPr lang="en-US" sz="1100" b="1" i="0" u="none" strike="noStrike" kern="1200" noProof="0">
                          <a:solidFill>
                            <a:schemeClr val="tx1"/>
                          </a:solidFill>
                          <a:effectLst/>
                          <a:latin typeface="Calibri"/>
                        </a:rPr>
                        <a:t>. </a:t>
                      </a:r>
                      <a:r>
                        <a:rPr lang="en-US" sz="1100" b="0" i="0" u="none" strike="noStrike" kern="1200" noProof="0">
                          <a:solidFill>
                            <a:schemeClr val="tx1"/>
                          </a:solidFill>
                          <a:effectLst/>
                          <a:latin typeface="Calibri"/>
                        </a:rPr>
                        <a:t>It takes 2 weeks for HGRAC application and 2 weeks for obtaining the signature and seal, this site has previously applied for HGRAC exportation and obtained approval. The CIQ account is available in this site.</a:t>
                      </a:r>
                    </a:p>
                    <a:p>
                      <a:pPr lvl="0" algn="l">
                        <a:buNone/>
                      </a:pPr>
                      <a:br>
                        <a:rPr lang="en-US" sz="1100" b="0" i="0" u="none" strike="noStrike" kern="1200" noProof="0">
                          <a:solidFill>
                            <a:srgbClr val="000000"/>
                          </a:solidFill>
                          <a:effectLst/>
                          <a:latin typeface="Calibri"/>
                        </a:rPr>
                      </a:br>
                      <a:r>
                        <a:rPr lang="en-US" sz="1100" b="1" i="0" u="none" strike="noStrike" kern="1200" noProof="0">
                          <a:solidFill>
                            <a:schemeClr val="tx1"/>
                          </a:solidFill>
                          <a:effectLst/>
                          <a:latin typeface="Calibri"/>
                        </a:rPr>
                        <a:t>4</a:t>
                      </a:r>
                      <a:r>
                        <a:rPr lang="en-US" sz="1100" b="1"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Contract</a:t>
                      </a:r>
                      <a:r>
                        <a:rPr lang="en-US" sz="1100" b="1" i="0" u="none" strike="noStrike" kern="1200" noProof="0">
                          <a:solidFill>
                            <a:schemeClr val="tx1"/>
                          </a:solidFill>
                          <a:effectLst/>
                          <a:latin typeface="Calibri"/>
                        </a:rPr>
                        <a:t>. </a:t>
                      </a:r>
                      <a:r>
                        <a:rPr lang="en-US" sz="1100" b="0" i="0" u="none" strike="noStrike" kern="1200" noProof="0">
                          <a:solidFill>
                            <a:schemeClr val="tx1"/>
                          </a:solidFill>
                          <a:effectLst/>
                          <a:latin typeface="Calibri"/>
                        </a:rPr>
                        <a:t>The site contract review takes 4-6 weeks, and the contract seal takes 2 weeks. The down payment requires a complete and assessable subject fee.</a:t>
                      </a:r>
                    </a:p>
                    <a:p>
                      <a:pPr lvl="0" algn="l">
                        <a:buNone/>
                      </a:pPr>
                      <a:br>
                        <a:rPr lang="en-US" sz="1100" b="0" i="0" u="none" strike="noStrike" kern="1200" noProof="0">
                          <a:solidFill>
                            <a:srgbClr val="000000"/>
                          </a:solidFill>
                          <a:effectLst/>
                          <a:latin typeface="Calibri"/>
                        </a:rPr>
                      </a:br>
                      <a:r>
                        <a:rPr lang="en-US" sz="1100" b="1" i="0" u="none" strike="noStrike" kern="1200" noProof="0">
                          <a:solidFill>
                            <a:schemeClr val="tx1"/>
                          </a:solidFill>
                          <a:effectLst/>
                          <a:latin typeface="Calibri"/>
                        </a:rPr>
                        <a:t>To sum up, the timeline of the SSU in this site meets the 6 months benchmark of BI, </a:t>
                      </a:r>
                      <a:r>
                        <a:rPr lang="en-US" sz="1100" b="1" i="0" u="none" strike="noStrike" kern="1200" noProof="0">
                          <a:solidFill>
                            <a:schemeClr val="tx1"/>
                          </a:solidFill>
                          <a:effectLst/>
                          <a:highlight>
                            <a:srgbClr val="FFFF00"/>
                          </a:highlight>
                          <a:latin typeface="Calibri"/>
                        </a:rPr>
                        <a:t>usually takes 5 months. </a:t>
                      </a:r>
                    </a:p>
                  </a:txBody>
                  <a:tcPr marL="9525" marR="9525" marT="9525" marB="9525"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lvl="0" algn="ctr">
                        <a:buNone/>
                      </a:pPr>
                      <a:r>
                        <a:rPr lang="en-US" sz="1100" b="1" i="0" u="none" strike="noStrike" kern="1200" noProof="0">
                          <a:solidFill>
                            <a:schemeClr val="tx1"/>
                          </a:solidFill>
                          <a:effectLst/>
                          <a:latin typeface="Calibri"/>
                        </a:rPr>
                        <a:t>80</a:t>
                      </a: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lvl="0" algn="ctr">
                        <a:buNone/>
                      </a:pPr>
                      <a:r>
                        <a:rPr lang="en-US" altLang="zh-CN" sz="1100" b="1" i="0" u="none" strike="noStrike" kern="1200" noProof="0">
                          <a:solidFill>
                            <a:schemeClr val="tx1"/>
                          </a:solidFill>
                          <a:effectLst/>
                          <a:latin typeface="Calibri"/>
                        </a:rPr>
                        <a:t>N</a:t>
                      </a:r>
                      <a:endParaRPr lang="en-US" sz="1100" b="1" i="0" u="none" strike="noStrike" kern="1200" noProof="0">
                        <a:solidFill>
                          <a:schemeClr val="tx1"/>
                        </a:solidFill>
                        <a:effectLst/>
                        <a:latin typeface="Calibri"/>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9945354"/>
                  </a:ext>
                </a:extLst>
              </a:tr>
            </a:tbl>
          </a:graphicData>
        </a:graphic>
      </p:graphicFrame>
      <p:sp>
        <p:nvSpPr>
          <p:cNvPr id="7" name="标题 1">
            <a:extLst>
              <a:ext uri="{FF2B5EF4-FFF2-40B4-BE49-F238E27FC236}">
                <a16:creationId xmlns:a16="http://schemas.microsoft.com/office/drawing/2014/main" id="{E4675BBD-A9EC-08DF-7F10-AE6EEEC0F4DF}"/>
              </a:ext>
            </a:extLst>
          </p:cNvPr>
          <p:cNvSpPr txBox="1">
            <a:spLocks/>
          </p:cNvSpPr>
          <p:nvPr/>
        </p:nvSpPr>
        <p:spPr bwMode="gray">
          <a:xfrm>
            <a:off x="183553" y="169828"/>
            <a:ext cx="11921790"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r>
              <a:rPr lang="en-US" altLang="zh-CN" sz="2000"/>
              <a:t>Leading PI information </a:t>
            </a:r>
            <a:r>
              <a:rPr lang="en-US" altLang="zh-CN" sz="2000">
                <a:solidFill>
                  <a:srgbClr val="FF0000"/>
                </a:solidFill>
              </a:rPr>
              <a:t>(Leading PI in the 1507-0002 Ph2 study)</a:t>
            </a:r>
            <a:endParaRPr lang="zh-CN" altLang="en-US" sz="2000">
              <a:solidFill>
                <a:srgbClr val="FF0000"/>
              </a:solidFill>
            </a:endParaRPr>
          </a:p>
        </p:txBody>
      </p:sp>
    </p:spTree>
    <p:extLst>
      <p:ext uri="{BB962C8B-B14F-4D97-AF65-F5344CB8AC3E}">
        <p14:creationId xmlns:p14="http://schemas.microsoft.com/office/powerpoint/2010/main" val="195348681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AFFA3F-AE5A-326C-67CA-0170EEB026F9}"/>
              </a:ext>
            </a:extLst>
          </p:cNvPr>
          <p:cNvSpPr>
            <a:spLocks noGrp="1"/>
          </p:cNvSpPr>
          <p:nvPr>
            <p:ph type="ctrTitle"/>
          </p:nvPr>
        </p:nvSpPr>
        <p:spPr>
          <a:xfrm>
            <a:off x="479425" y="2637000"/>
            <a:ext cx="8280755" cy="1584000"/>
          </a:xfrm>
        </p:spPr>
        <p:txBody>
          <a:bodyPr anchor="b">
            <a:normAutofit/>
          </a:bodyPr>
          <a:lstStyle/>
          <a:p>
            <a:r>
              <a:rPr lang="en-US"/>
              <a:t>Backup</a:t>
            </a:r>
            <a:endParaRPr lang="en-GB"/>
          </a:p>
        </p:txBody>
      </p:sp>
      <p:sp>
        <p:nvSpPr>
          <p:cNvPr id="10" name="Subtitle 2">
            <a:extLst>
              <a:ext uri="{FF2B5EF4-FFF2-40B4-BE49-F238E27FC236}">
                <a16:creationId xmlns:a16="http://schemas.microsoft.com/office/drawing/2014/main" id="{8FBC679E-7160-D6C7-D388-F29229E32B06}"/>
              </a:ext>
            </a:extLst>
          </p:cNvPr>
          <p:cNvSpPr>
            <a:spLocks noGrp="1"/>
          </p:cNvSpPr>
          <p:nvPr>
            <p:ph type="subTitle" idx="1"/>
          </p:nvPr>
        </p:nvSpPr>
        <p:spPr>
          <a:xfrm>
            <a:off x="479425" y="4437120"/>
            <a:ext cx="8281375" cy="936000"/>
          </a:xfrm>
        </p:spPr>
        <p:txBody>
          <a:bodyPr/>
          <a:lstStyle/>
          <a:p>
            <a:endParaRPr lang="en-US"/>
          </a:p>
        </p:txBody>
      </p:sp>
      <p:sp>
        <p:nvSpPr>
          <p:cNvPr id="4" name="Footer Placeholder 3">
            <a:extLst>
              <a:ext uri="{FF2B5EF4-FFF2-40B4-BE49-F238E27FC236}">
                <a16:creationId xmlns:a16="http://schemas.microsoft.com/office/drawing/2014/main" id="{56646B86-B6BD-7007-F171-DED66CB889CC}"/>
              </a:ext>
            </a:extLst>
          </p:cNvPr>
          <p:cNvSpPr>
            <a:spLocks noGrp="1"/>
          </p:cNvSpPr>
          <p:nvPr>
            <p:ph type="ftr" sz="quarter" idx="19"/>
          </p:nvPr>
        </p:nvSpPr>
        <p:spPr>
          <a:xfrm>
            <a:off x="479936" y="6165328"/>
            <a:ext cx="5040000" cy="216000"/>
          </a:xfrm>
        </p:spPr>
        <p:txBody>
          <a:bodyPr anchor="b">
            <a:normAutofit/>
          </a:bodyPr>
          <a:lstStyle/>
          <a:p>
            <a:r>
              <a:rPr lang="en-US"/>
              <a:t>Presentation title    |    ONLY FOR INTERNAL USE</a:t>
            </a:r>
          </a:p>
        </p:txBody>
      </p:sp>
      <p:sp>
        <p:nvSpPr>
          <p:cNvPr id="5" name="Slide Number Placeholder 4" hidden="1">
            <a:extLst>
              <a:ext uri="{FF2B5EF4-FFF2-40B4-BE49-F238E27FC236}">
                <a16:creationId xmlns:a16="http://schemas.microsoft.com/office/drawing/2014/main" id="{871C53CE-3102-EDA9-516B-7C914BE9938F}"/>
              </a:ext>
            </a:extLst>
          </p:cNvPr>
          <p:cNvSpPr>
            <a:spLocks noGrp="1"/>
          </p:cNvSpPr>
          <p:nvPr>
            <p:ph type="sldNum" sz="quarter" idx="4294967295"/>
          </p:nvPr>
        </p:nvSpPr>
        <p:spPr>
          <a:xfrm>
            <a:off x="11424592" y="6246836"/>
            <a:ext cx="288000" cy="288000"/>
          </a:xfrm>
        </p:spPr>
        <p:txBody>
          <a:bodyPr/>
          <a:lstStyle/>
          <a:p>
            <a:pPr>
              <a:spcAft>
                <a:spcPts val="600"/>
              </a:spcAft>
            </a:pPr>
            <a:fld id="{8FF9B0DE-3FEB-4AA0-B465-B80EF7C1333D}" type="slidenum">
              <a:rPr lang="en-US" smtClean="0"/>
              <a:pPr>
                <a:spcAft>
                  <a:spcPts val="600"/>
                </a:spcAft>
              </a:pPr>
              <a:t>85</a:t>
            </a:fld>
            <a:endParaRPr lang="en-US"/>
          </a:p>
        </p:txBody>
      </p:sp>
    </p:spTree>
    <p:extLst>
      <p:ext uri="{BB962C8B-B14F-4D97-AF65-F5344CB8AC3E}">
        <p14:creationId xmlns:p14="http://schemas.microsoft.com/office/powerpoint/2010/main" val="6703461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951525E3-ECE7-6030-C65F-04E7CDCED978}"/>
              </a:ext>
            </a:extLst>
          </p:cNvPr>
          <p:cNvSpPr>
            <a:spLocks noGrp="1"/>
          </p:cNvSpPr>
          <p:nvPr>
            <p:ph type="body" sz="quarter" idx="13"/>
          </p:nvPr>
        </p:nvSpPr>
        <p:spPr>
          <a:xfrm>
            <a:off x="6903676" y="4764531"/>
            <a:ext cx="5040560" cy="831553"/>
          </a:xfrm>
        </p:spPr>
        <p:txBody>
          <a:bodyPr/>
          <a:lstStyle/>
          <a:p>
            <a:r>
              <a:rPr lang="en-US" altLang="zh-CN" sz="1100" b="1">
                <a:solidFill>
                  <a:srgbClr val="EE6541"/>
                </a:solidFill>
                <a:latin typeface="+mn-ea"/>
              </a:rPr>
              <a:t>*</a:t>
            </a:r>
            <a:r>
              <a:rPr lang="zh-CN" altLang="en-US" sz="1100" b="1">
                <a:solidFill>
                  <a:srgbClr val="EE6541"/>
                </a:solidFill>
                <a:latin typeface="+mn-ea"/>
              </a:rPr>
              <a:t>王卫庆：长期专注于转化医学研究</a:t>
            </a:r>
            <a:r>
              <a:rPr lang="zh-CN" altLang="en-US" sz="1100" b="1" baseline="30000">
                <a:solidFill>
                  <a:srgbClr val="EE6541"/>
                </a:solidFill>
                <a:latin typeface="+mn-ea"/>
              </a:rPr>
              <a:t> </a:t>
            </a:r>
            <a:r>
              <a:rPr lang="zh-CN" altLang="en-US" sz="1100" b="1">
                <a:solidFill>
                  <a:srgbClr val="EE6541"/>
                </a:solidFill>
                <a:latin typeface="+mn-ea"/>
              </a:rPr>
              <a:t>，主要从事内分泌肿瘤诊治、代谢性疾病防控与标准化管理等工作。</a:t>
            </a:r>
            <a:endParaRPr lang="en-US" altLang="zh-CN" sz="1100" b="1">
              <a:solidFill>
                <a:srgbClr val="EE6541"/>
              </a:solidFill>
              <a:latin typeface="+mn-ea"/>
            </a:endParaRPr>
          </a:p>
          <a:p>
            <a:endParaRPr lang="en-US" altLang="zh-CN" sz="1100" b="1">
              <a:solidFill>
                <a:srgbClr val="EE6541"/>
              </a:solidFill>
              <a:latin typeface="+mn-ea"/>
            </a:endParaRPr>
          </a:p>
          <a:p>
            <a:r>
              <a:rPr lang="en-US" sz="1100" b="1">
                <a:solidFill>
                  <a:srgbClr val="EE6541"/>
                </a:solidFill>
                <a:latin typeface="+mn-ea"/>
              </a:rPr>
              <a:t>*</a:t>
            </a:r>
            <a:r>
              <a:rPr lang="zh-CN" altLang="en-US" sz="1100" b="1">
                <a:solidFill>
                  <a:srgbClr val="EE6541"/>
                </a:solidFill>
                <a:latin typeface="+mn-ea"/>
              </a:rPr>
              <a:t>夏维波：骨质疏松和骨矿盐疾病方向</a:t>
            </a:r>
            <a:endParaRPr lang="en-GB" sz="1100" b="1">
              <a:solidFill>
                <a:srgbClr val="EE6541"/>
              </a:solidFill>
              <a:latin typeface="+mn-ea"/>
            </a:endParaRPr>
          </a:p>
        </p:txBody>
      </p:sp>
      <p:sp>
        <p:nvSpPr>
          <p:cNvPr id="4" name="Footer Placeholder 3">
            <a:extLst>
              <a:ext uri="{FF2B5EF4-FFF2-40B4-BE49-F238E27FC236}">
                <a16:creationId xmlns:a16="http://schemas.microsoft.com/office/drawing/2014/main" id="{B6DF080E-6E39-ED36-B64F-E0961B382782}"/>
              </a:ext>
            </a:extLst>
          </p:cNvPr>
          <p:cNvSpPr>
            <a:spLocks noGrp="1"/>
          </p:cNvSpPr>
          <p:nvPr>
            <p:ph type="ftr" sz="quarter" idx="19"/>
          </p:nvPr>
        </p:nvSpPr>
        <p:spPr/>
        <p:txBody>
          <a:bodyPr/>
          <a:lstStyle/>
          <a:p>
            <a:r>
              <a:rPr lang="en-US"/>
              <a:t>ONLY FOR INTERNAL USE</a:t>
            </a:r>
          </a:p>
        </p:txBody>
      </p:sp>
      <p:pic>
        <p:nvPicPr>
          <p:cNvPr id="1026" name="Picture 2">
            <a:extLst>
              <a:ext uri="{FF2B5EF4-FFF2-40B4-BE49-F238E27FC236}">
                <a16:creationId xmlns:a16="http://schemas.microsoft.com/office/drawing/2014/main" id="{2A0EC068-8B9B-61C6-85C3-4DF9C4EA4D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764" y="568119"/>
            <a:ext cx="6366544" cy="4510254"/>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D9CF37E6-6511-B963-3070-22A406D32C8E}"/>
              </a:ext>
            </a:extLst>
          </p:cNvPr>
          <p:cNvPicPr>
            <a:picLocks noChangeAspect="1"/>
          </p:cNvPicPr>
          <p:nvPr/>
        </p:nvPicPr>
        <p:blipFill>
          <a:blip r:embed="rId3"/>
          <a:stretch>
            <a:fillRect/>
          </a:stretch>
        </p:blipFill>
        <p:spPr>
          <a:xfrm>
            <a:off x="6614308" y="703847"/>
            <a:ext cx="5335962" cy="3723774"/>
          </a:xfrm>
          <a:prstGeom prst="rect">
            <a:avLst/>
          </a:prstGeom>
        </p:spPr>
      </p:pic>
      <p:sp>
        <p:nvSpPr>
          <p:cNvPr id="2" name="Text Placeholder 6">
            <a:extLst>
              <a:ext uri="{FF2B5EF4-FFF2-40B4-BE49-F238E27FC236}">
                <a16:creationId xmlns:a16="http://schemas.microsoft.com/office/drawing/2014/main" id="{8BDAC882-5D3B-B526-8EC4-A721CAD33314}"/>
              </a:ext>
            </a:extLst>
          </p:cNvPr>
          <p:cNvSpPr txBox="1">
            <a:spLocks/>
          </p:cNvSpPr>
          <p:nvPr/>
        </p:nvSpPr>
        <p:spPr bwMode="gray">
          <a:xfrm>
            <a:off x="619181" y="5078373"/>
            <a:ext cx="5040560" cy="535406"/>
          </a:xfrm>
          <a:prstGeom prst="rect">
            <a:avLst/>
          </a:prstGeom>
        </p:spPr>
        <p:txBody>
          <a:bodyPr vert="horz" lIns="0" tIns="0" rIns="0" bIns="0" rtlCol="0" anchor="b">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1pPr>
            <a:lvl2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2pPr>
            <a:lvl3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3pPr>
            <a:lvl4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5pPr>
            <a:lvl6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6pPr>
            <a:lvl7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7pPr>
            <a:lvl8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8pPr>
            <a:lvl9pPr marL="0" indent="0" algn="l" defTabSz="914400" rtl="0" eaLnBrk="1" latinLnBrk="0" hangingPunct="1">
              <a:lnSpc>
                <a:spcPct val="100000"/>
              </a:lnSpc>
              <a:spcBef>
                <a:spcPts val="0"/>
              </a:spcBef>
              <a:spcAft>
                <a:spcPts val="0"/>
              </a:spcAft>
              <a:buFont typeface="Arial" panose="020B0604020202020204" pitchFamily="34" charset="0"/>
              <a:buNone/>
              <a:defRPr sz="800" b="0" kern="1200">
                <a:solidFill>
                  <a:schemeClr val="tx1"/>
                </a:solidFill>
                <a:latin typeface="+mn-lt"/>
                <a:ea typeface="+mn-ea"/>
                <a:cs typeface="+mn-cs"/>
              </a:defRPr>
            </a:lvl9pPr>
          </a:lstStyle>
          <a:p>
            <a:r>
              <a:rPr lang="en-US" altLang="zh-CN" sz="1100" b="1">
                <a:solidFill>
                  <a:srgbClr val="EE6541"/>
                </a:solidFill>
                <a:latin typeface="+mn-ea"/>
              </a:rPr>
              <a:t>*</a:t>
            </a:r>
            <a:r>
              <a:rPr lang="zh-CN" altLang="en-US" sz="1100" b="1">
                <a:solidFill>
                  <a:srgbClr val="EE6541"/>
                </a:solidFill>
                <a:latin typeface="+mn-ea"/>
              </a:rPr>
              <a:t>郭立新：</a:t>
            </a:r>
            <a:r>
              <a:rPr lang="en-US" altLang="zh-CN" sz="1100" b="1">
                <a:solidFill>
                  <a:srgbClr val="EE6541"/>
                </a:solidFill>
                <a:latin typeface="+mn-ea"/>
              </a:rPr>
              <a:t>CDE</a:t>
            </a:r>
            <a:r>
              <a:rPr lang="zh-CN" altLang="en-US" sz="1100" b="1">
                <a:solidFill>
                  <a:srgbClr val="EE6541"/>
                </a:solidFill>
                <a:latin typeface="+mn-ea"/>
              </a:rPr>
              <a:t>登记 </a:t>
            </a:r>
            <a:r>
              <a:rPr lang="en-US" altLang="zh-CN" sz="1100" b="1">
                <a:solidFill>
                  <a:srgbClr val="EE6541"/>
                </a:solidFill>
                <a:highlight>
                  <a:srgbClr val="FFFF00"/>
                </a:highlight>
                <a:latin typeface="+mn-ea"/>
              </a:rPr>
              <a:t>11</a:t>
            </a:r>
            <a:r>
              <a:rPr lang="en-US" altLang="zh-CN" sz="1100" b="1">
                <a:solidFill>
                  <a:srgbClr val="EE6541"/>
                </a:solidFill>
                <a:latin typeface="+mn-ea"/>
              </a:rPr>
              <a:t> </a:t>
            </a:r>
            <a:r>
              <a:rPr lang="zh-CN" altLang="en-US" sz="1100" b="1">
                <a:solidFill>
                  <a:srgbClr val="EE6541"/>
                </a:solidFill>
                <a:latin typeface="+mn-ea"/>
              </a:rPr>
              <a:t>个进行中招募中的试验</a:t>
            </a:r>
            <a:endParaRPr lang="en-GB" sz="1100" b="1">
              <a:solidFill>
                <a:srgbClr val="EE6541"/>
              </a:solidFill>
              <a:latin typeface="+mn-ea"/>
            </a:endParaRPr>
          </a:p>
        </p:txBody>
      </p:sp>
    </p:spTree>
    <p:extLst>
      <p:ext uri="{BB962C8B-B14F-4D97-AF65-F5344CB8AC3E}">
        <p14:creationId xmlns:p14="http://schemas.microsoft.com/office/powerpoint/2010/main" val="329484273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B7113C09-A712-0401-3536-7BAE818E3953}"/>
              </a:ext>
            </a:extLst>
          </p:cNvPr>
          <p:cNvSpPr>
            <a:spLocks noGrp="1"/>
          </p:cNvSpPr>
          <p:nvPr>
            <p:ph type="ftr" sz="quarter" idx="19"/>
          </p:nvPr>
        </p:nvSpPr>
        <p:spPr/>
        <p:txBody>
          <a:bodyPr/>
          <a:lstStyle/>
          <a:p>
            <a:r>
              <a:rPr lang="en-US"/>
              <a:t>Presentation title    |    ONLY FOR INTERNAL USE</a:t>
            </a:r>
          </a:p>
        </p:txBody>
      </p:sp>
      <p:sp>
        <p:nvSpPr>
          <p:cNvPr id="6" name="Slide Number Placeholder 5">
            <a:extLst>
              <a:ext uri="{FF2B5EF4-FFF2-40B4-BE49-F238E27FC236}">
                <a16:creationId xmlns:a16="http://schemas.microsoft.com/office/drawing/2014/main" id="{52C82A4F-AAE5-8AEB-CB08-BB78B07D06DA}"/>
              </a:ext>
            </a:extLst>
          </p:cNvPr>
          <p:cNvSpPr>
            <a:spLocks noGrp="1"/>
          </p:cNvSpPr>
          <p:nvPr>
            <p:ph type="sldNum" sz="quarter" idx="20"/>
          </p:nvPr>
        </p:nvSpPr>
        <p:spPr/>
        <p:txBody>
          <a:bodyPr/>
          <a:lstStyle/>
          <a:p>
            <a:fld id="{DF4E8F9F-5B1F-4F5B-BE49-3245D8C18D9F}" type="slidenum">
              <a:rPr lang="en-US" smtClean="0"/>
              <a:pPr/>
              <a:t>87</a:t>
            </a:fld>
            <a:endParaRPr lang="en-US"/>
          </a:p>
        </p:txBody>
      </p:sp>
      <p:sp>
        <p:nvSpPr>
          <p:cNvPr id="10" name="TextBox 9">
            <a:extLst>
              <a:ext uri="{FF2B5EF4-FFF2-40B4-BE49-F238E27FC236}">
                <a16:creationId xmlns:a16="http://schemas.microsoft.com/office/drawing/2014/main" id="{A5660142-2D80-BCEF-8629-61F6522A0FEE}"/>
              </a:ext>
            </a:extLst>
          </p:cNvPr>
          <p:cNvSpPr txBox="1"/>
          <p:nvPr/>
        </p:nvSpPr>
        <p:spPr bwMode="gray">
          <a:xfrm>
            <a:off x="419602" y="5471812"/>
            <a:ext cx="6181222" cy="369332"/>
          </a:xfrm>
          <a:prstGeom prst="rect">
            <a:avLst/>
          </a:prstGeom>
          <a:noFill/>
        </p:spPr>
        <p:txBody>
          <a:bodyPr wrap="square">
            <a:spAutoFit/>
          </a:bodyPr>
          <a:lstStyle/>
          <a:p>
            <a:r>
              <a:rPr lang="zh-CN" altLang="en-US">
                <a:hlinkClick r:id="rId2"/>
              </a:rPr>
              <a:t>中国医师协会</a:t>
            </a:r>
            <a:endParaRPr lang="zh-CN" altLang="en-US"/>
          </a:p>
        </p:txBody>
      </p:sp>
      <p:pic>
        <p:nvPicPr>
          <p:cNvPr id="12" name="Picture 11">
            <a:extLst>
              <a:ext uri="{FF2B5EF4-FFF2-40B4-BE49-F238E27FC236}">
                <a16:creationId xmlns:a16="http://schemas.microsoft.com/office/drawing/2014/main" id="{DB3C6D36-6B23-F32D-18C0-8F6CA0018453}"/>
              </a:ext>
            </a:extLst>
          </p:cNvPr>
          <p:cNvPicPr>
            <a:picLocks noChangeAspect="1"/>
          </p:cNvPicPr>
          <p:nvPr/>
        </p:nvPicPr>
        <p:blipFill>
          <a:blip r:embed="rId3"/>
          <a:stretch>
            <a:fillRect/>
          </a:stretch>
        </p:blipFill>
        <p:spPr>
          <a:xfrm>
            <a:off x="1985985" y="903124"/>
            <a:ext cx="8652077" cy="5343712"/>
          </a:xfrm>
          <a:prstGeom prst="rect">
            <a:avLst/>
          </a:prstGeom>
        </p:spPr>
      </p:pic>
    </p:spTree>
    <p:extLst>
      <p:ext uri="{BB962C8B-B14F-4D97-AF65-F5344CB8AC3E}">
        <p14:creationId xmlns:p14="http://schemas.microsoft.com/office/powerpoint/2010/main" val="146654267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853B770B-F57D-0E8F-8480-447DF3BB026C}"/>
              </a:ext>
            </a:extLst>
          </p:cNvPr>
          <p:cNvSpPr>
            <a:spLocks noGrp="1"/>
          </p:cNvSpPr>
          <p:nvPr>
            <p:ph type="ftr" sz="quarter" idx="19"/>
          </p:nvPr>
        </p:nvSpPr>
        <p:spPr/>
        <p:txBody>
          <a:bodyPr/>
          <a:lstStyle/>
          <a:p>
            <a:r>
              <a:rPr lang="en-US"/>
              <a:t>Presentation title    |    ONLY FOR INTERNAL USE</a:t>
            </a:r>
          </a:p>
        </p:txBody>
      </p:sp>
      <p:sp>
        <p:nvSpPr>
          <p:cNvPr id="6" name="Slide Number Placeholder 5">
            <a:extLst>
              <a:ext uri="{FF2B5EF4-FFF2-40B4-BE49-F238E27FC236}">
                <a16:creationId xmlns:a16="http://schemas.microsoft.com/office/drawing/2014/main" id="{779E83BF-0053-1EB7-6E7F-BA1C3C701919}"/>
              </a:ext>
            </a:extLst>
          </p:cNvPr>
          <p:cNvSpPr>
            <a:spLocks noGrp="1"/>
          </p:cNvSpPr>
          <p:nvPr>
            <p:ph type="sldNum" sz="quarter" idx="20"/>
          </p:nvPr>
        </p:nvSpPr>
        <p:spPr/>
        <p:txBody>
          <a:bodyPr/>
          <a:lstStyle/>
          <a:p>
            <a:fld id="{DF4E8F9F-5B1F-4F5B-BE49-3245D8C18D9F}" type="slidenum">
              <a:rPr lang="en-US" smtClean="0"/>
              <a:pPr/>
              <a:t>88</a:t>
            </a:fld>
            <a:endParaRPr lang="en-US"/>
          </a:p>
        </p:txBody>
      </p:sp>
      <p:pic>
        <p:nvPicPr>
          <p:cNvPr id="8" name="Picture 7">
            <a:extLst>
              <a:ext uri="{FF2B5EF4-FFF2-40B4-BE49-F238E27FC236}">
                <a16:creationId xmlns:a16="http://schemas.microsoft.com/office/drawing/2014/main" id="{9653209A-E869-0E8A-BEED-92CE7C7D96BA}"/>
              </a:ext>
            </a:extLst>
          </p:cNvPr>
          <p:cNvPicPr>
            <a:picLocks noChangeAspect="1"/>
          </p:cNvPicPr>
          <p:nvPr/>
        </p:nvPicPr>
        <p:blipFill>
          <a:blip r:embed="rId2"/>
          <a:stretch>
            <a:fillRect/>
          </a:stretch>
        </p:blipFill>
        <p:spPr>
          <a:xfrm>
            <a:off x="2313233" y="439153"/>
            <a:ext cx="6832447" cy="5865394"/>
          </a:xfrm>
          <a:prstGeom prst="rect">
            <a:avLst/>
          </a:prstGeom>
        </p:spPr>
      </p:pic>
    </p:spTree>
    <p:extLst>
      <p:ext uri="{BB962C8B-B14F-4D97-AF65-F5344CB8AC3E}">
        <p14:creationId xmlns:p14="http://schemas.microsoft.com/office/powerpoint/2010/main" val="126249161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CB5DE08-1C10-8F61-95D5-5D7C7CCA4B68}"/>
            </a:ext>
          </a:extLst>
        </p:cNvPr>
        <p:cNvGrpSpPr/>
        <p:nvPr/>
      </p:nvGrpSpPr>
      <p:grpSpPr>
        <a:xfrm>
          <a:off x="0" y="0"/>
          <a:ext cx="0" cy="0"/>
          <a:chOff x="0" y="0"/>
          <a:chExt cx="0" cy="0"/>
        </a:xfrm>
      </p:grpSpPr>
      <p:sp>
        <p:nvSpPr>
          <p:cNvPr id="4" name="页脚占位符 3">
            <a:extLst>
              <a:ext uri="{FF2B5EF4-FFF2-40B4-BE49-F238E27FC236}">
                <a16:creationId xmlns:a16="http://schemas.microsoft.com/office/drawing/2014/main" id="{14DF408A-6B02-AFC9-9808-02020ACCADCD}"/>
              </a:ext>
            </a:extLst>
          </p:cNvPr>
          <p:cNvSpPr>
            <a:spLocks noGrp="1"/>
          </p:cNvSpPr>
          <p:nvPr>
            <p:ph type="ftr" sz="quarter" idx="10"/>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5" name="灯片编号占位符 4">
            <a:extLst>
              <a:ext uri="{FF2B5EF4-FFF2-40B4-BE49-F238E27FC236}">
                <a16:creationId xmlns:a16="http://schemas.microsoft.com/office/drawing/2014/main" id="{780ED8C1-5ED8-C576-51CD-FA5B527C904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8" name="表格 7">
            <a:extLst>
              <a:ext uri="{FF2B5EF4-FFF2-40B4-BE49-F238E27FC236}">
                <a16:creationId xmlns:a16="http://schemas.microsoft.com/office/drawing/2014/main" id="{BDFDBE87-6659-B720-E859-529088A5AF56}"/>
              </a:ext>
            </a:extLst>
          </p:cNvPr>
          <p:cNvGraphicFramePr>
            <a:graphicFrameLocks noGrp="1"/>
          </p:cNvGraphicFramePr>
          <p:nvPr/>
        </p:nvGraphicFramePr>
        <p:xfrm>
          <a:off x="144549" y="487718"/>
          <a:ext cx="11903662" cy="4447858"/>
        </p:xfrm>
        <a:graphic>
          <a:graphicData uri="http://schemas.openxmlformats.org/drawingml/2006/table">
            <a:tbl>
              <a:tblPr firstRow="1" firstCol="1" bandRow="1"/>
              <a:tblGrid>
                <a:gridCol w="548298">
                  <a:extLst>
                    <a:ext uri="{9D8B030D-6E8A-4147-A177-3AD203B41FA5}">
                      <a16:colId xmlns:a16="http://schemas.microsoft.com/office/drawing/2014/main" val="868577222"/>
                    </a:ext>
                  </a:extLst>
                </a:gridCol>
                <a:gridCol w="472612">
                  <a:extLst>
                    <a:ext uri="{9D8B030D-6E8A-4147-A177-3AD203B41FA5}">
                      <a16:colId xmlns:a16="http://schemas.microsoft.com/office/drawing/2014/main" val="4234612588"/>
                    </a:ext>
                  </a:extLst>
                </a:gridCol>
                <a:gridCol w="2373330">
                  <a:extLst>
                    <a:ext uri="{9D8B030D-6E8A-4147-A177-3AD203B41FA5}">
                      <a16:colId xmlns:a16="http://schemas.microsoft.com/office/drawing/2014/main" val="60693361"/>
                    </a:ext>
                  </a:extLst>
                </a:gridCol>
                <a:gridCol w="1411621">
                  <a:extLst>
                    <a:ext uri="{9D8B030D-6E8A-4147-A177-3AD203B41FA5}">
                      <a16:colId xmlns:a16="http://schemas.microsoft.com/office/drawing/2014/main" val="1076854139"/>
                    </a:ext>
                  </a:extLst>
                </a:gridCol>
                <a:gridCol w="2296633">
                  <a:extLst>
                    <a:ext uri="{9D8B030D-6E8A-4147-A177-3AD203B41FA5}">
                      <a16:colId xmlns:a16="http://schemas.microsoft.com/office/drawing/2014/main" val="2461820354"/>
                    </a:ext>
                  </a:extLst>
                </a:gridCol>
                <a:gridCol w="3370640">
                  <a:extLst>
                    <a:ext uri="{9D8B030D-6E8A-4147-A177-3AD203B41FA5}">
                      <a16:colId xmlns:a16="http://schemas.microsoft.com/office/drawing/2014/main" val="4294295192"/>
                    </a:ext>
                  </a:extLst>
                </a:gridCol>
                <a:gridCol w="452063">
                  <a:extLst>
                    <a:ext uri="{9D8B030D-6E8A-4147-A177-3AD203B41FA5}">
                      <a16:colId xmlns:a16="http://schemas.microsoft.com/office/drawing/2014/main" val="1262991592"/>
                    </a:ext>
                  </a:extLst>
                </a:gridCol>
                <a:gridCol w="978465">
                  <a:extLst>
                    <a:ext uri="{9D8B030D-6E8A-4147-A177-3AD203B41FA5}">
                      <a16:colId xmlns:a16="http://schemas.microsoft.com/office/drawing/2014/main" val="3779739731"/>
                    </a:ext>
                  </a:extLst>
                </a:gridCol>
              </a:tblGrid>
              <a:tr h="801688">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2707105">
                <a:tc>
                  <a:txBody>
                    <a:bodyPr/>
                    <a:lstStyle/>
                    <a:p>
                      <a:pPr algn="just"/>
                      <a:r>
                        <a:rPr lang="en-US" altLang="zh-CN" sz="1200" b="1" kern="1200">
                          <a:solidFill>
                            <a:schemeClr val="tx1"/>
                          </a:solidFill>
                          <a:latin typeface="+mj-ea"/>
                          <a:ea typeface="+mj-ea"/>
                          <a:cs typeface="+mn-cs"/>
                        </a:rPr>
                        <a:t>张</a:t>
                      </a:r>
                      <a:r>
                        <a:rPr lang="zh-CN" altLang="en-US" sz="1200" b="1" kern="1200" noProof="0">
                          <a:solidFill>
                            <a:schemeClr val="tx1"/>
                          </a:solidFill>
                          <a:latin typeface="+mj-ea"/>
                          <a:ea typeface="+mj-ea"/>
                          <a:cs typeface="+mn-cs"/>
                        </a:rPr>
                        <a:t>惠</a:t>
                      </a:r>
                      <a:r>
                        <a:rPr lang="en-US" altLang="zh-CN" sz="1200" b="1" kern="1200">
                          <a:solidFill>
                            <a:schemeClr val="tx1"/>
                          </a:solidFill>
                          <a:latin typeface="+mj-ea"/>
                          <a:ea typeface="+mj-ea"/>
                          <a:cs typeface="+mn-cs"/>
                        </a:rPr>
                        <a:t>杰</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algn="just" defTabSz="914400">
                        <a:buNone/>
                      </a:pPr>
                      <a:r>
                        <a:rPr lang="zh-CN" sz="1100" b="1" i="0" u="none" strike="noStrike" kern="1200" noProof="0">
                          <a:solidFill>
                            <a:srgbClr val="000000"/>
                          </a:solidFill>
                          <a:effectLst/>
                          <a:latin typeface="DengXian"/>
                          <a:ea typeface="DengXian"/>
                        </a:rPr>
                        <a:t>复旦大学附属中山医院</a:t>
                      </a:r>
                      <a:r>
                        <a:rPr lang="en-US" altLang="zh-CN" sz="1100" b="1" i="0" u="none" strike="noStrike" kern="1200" noProof="0">
                          <a:solidFill>
                            <a:srgbClr val="000000"/>
                          </a:solidFill>
                          <a:effectLst/>
                          <a:latin typeface="DengXian"/>
                          <a:ea typeface="DengXian"/>
                        </a:rPr>
                        <a:t>/</a:t>
                      </a:r>
                      <a:r>
                        <a:rPr lang="zh-CN" altLang="en-US" sz="1100" b="1" i="0" u="none" strike="noStrike" kern="1200" noProof="0">
                          <a:solidFill>
                            <a:srgbClr val="000000"/>
                          </a:solidFill>
                          <a:effectLst/>
                          <a:latin typeface="DengXian"/>
                          <a:ea typeface="DengXian"/>
                        </a:rPr>
                        <a:t>内分泌科</a:t>
                      </a:r>
                      <a:endParaRPr lang="zh-CN" b="1"/>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Grade:  12</a:t>
                      </a: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Former Associate Head of Endocrinology Department at Nanfang Hospital</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Postdoc experience at Tulane University School of Public Health</a:t>
                      </a:r>
                    </a:p>
                    <a:p>
                      <a:pPr marL="171450" indent="-171450" algn="l">
                        <a:buFont typeface="Arial" panose="020B0604020202020204" pitchFamily="34" charset="0"/>
                        <a:buChar char="•"/>
                      </a:pPr>
                      <a:r>
                        <a:rPr lang="en-US" altLang="zh-CN" sz="1050" b="1" kern="1200">
                          <a:solidFill>
                            <a:schemeClr val="tx1"/>
                          </a:solidFill>
                          <a:effectLst/>
                          <a:highlight>
                            <a:srgbClr val="FFFF00"/>
                          </a:highlight>
                          <a:latin typeface="Calibri"/>
                          <a:ea typeface="DengXian"/>
                          <a:cs typeface="+mn-cs"/>
                        </a:rPr>
                        <a:t>Limited PI experience, e.g. </a:t>
                      </a:r>
                      <a:r>
                        <a:rPr lang="en-US" altLang="zh-CN" sz="1050" b="1" kern="1200" err="1">
                          <a:solidFill>
                            <a:schemeClr val="tx1"/>
                          </a:solidFill>
                          <a:effectLst/>
                          <a:highlight>
                            <a:srgbClr val="FFFF00"/>
                          </a:highlight>
                          <a:latin typeface="Calibri"/>
                          <a:ea typeface="DengXian"/>
                          <a:cs typeface="+mn-cs"/>
                        </a:rPr>
                        <a:t>mazdutide</a:t>
                      </a:r>
                      <a:r>
                        <a:rPr lang="en-US" altLang="zh-CN" sz="1050" b="1" kern="1200">
                          <a:solidFill>
                            <a:schemeClr val="tx1"/>
                          </a:solidFill>
                          <a:effectLst/>
                          <a:highlight>
                            <a:srgbClr val="FFFF00"/>
                          </a:highlight>
                          <a:latin typeface="Calibri"/>
                          <a:ea typeface="DengXian"/>
                          <a:cs typeface="+mn-cs"/>
                        </a:rPr>
                        <a:t>/</a:t>
                      </a:r>
                      <a:r>
                        <a:rPr lang="en-US" altLang="zh-CN" sz="1050" b="1" kern="1200" err="1">
                          <a:solidFill>
                            <a:schemeClr val="tx1"/>
                          </a:solidFill>
                          <a:effectLst/>
                          <a:highlight>
                            <a:srgbClr val="FFFF00"/>
                          </a:highlight>
                          <a:latin typeface="Calibri"/>
                          <a:ea typeface="DengXian"/>
                          <a:cs typeface="+mn-cs"/>
                        </a:rPr>
                        <a:t>Innovent</a:t>
                      </a:r>
                      <a:r>
                        <a:rPr lang="en-US" altLang="zh-CN" sz="1050" b="1" kern="1200">
                          <a:solidFill>
                            <a:schemeClr val="tx1"/>
                          </a:solidFill>
                          <a:effectLst/>
                          <a:highlight>
                            <a:srgbClr val="FFFF00"/>
                          </a:highlight>
                          <a:latin typeface="Calibri"/>
                          <a:ea typeface="DengXian"/>
                          <a:cs typeface="+mn-cs"/>
                        </a:rPr>
                        <a:t>, a few obesity trials sponsored by local companies </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50+ publication on </a:t>
                      </a:r>
                      <a:r>
                        <a:rPr lang="en-US" altLang="zh-CN" sz="1050" b="1" kern="1200" err="1">
                          <a:solidFill>
                            <a:schemeClr val="tx1"/>
                          </a:solidFill>
                          <a:effectLst/>
                          <a:latin typeface="Calibri"/>
                          <a:ea typeface="DengXian"/>
                          <a:cs typeface="+mn-cs"/>
                        </a:rPr>
                        <a:t>Pubmed</a:t>
                      </a: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Research focus: Mechanisms and Intervention Strategies of Metabolic Diseases</a:t>
                      </a:r>
                    </a:p>
                    <a:p>
                      <a:pPr marL="0" indent="0" algn="l">
                        <a:buFont typeface="Arial" panose="020B0604020202020204" pitchFamily="34" charset="0"/>
                        <a:buNone/>
                      </a:pPr>
                      <a:endParaRPr lang="zh-CN" altLang="zh-CN" sz="1050" b="1"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15</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highlight>
                            <a:srgbClr val="FFFF00"/>
                          </a:highlight>
                          <a:latin typeface="Calibri"/>
                          <a:ea typeface="DengXian"/>
                          <a:cs typeface="+mn-cs"/>
                        </a:rPr>
                        <a:t>New Department Head of Endocrinology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Member of Endocrinology Branch of the Chinese Medical Association</a:t>
                      </a:r>
                      <a:r>
                        <a:rPr lang="zh-CN" altLang="en-US" sz="1050" b="1" kern="1200">
                          <a:solidFill>
                            <a:schemeClr val="tx1"/>
                          </a:solidFill>
                          <a:effectLst/>
                          <a:latin typeface="Calibri"/>
                          <a:ea typeface="DengXian"/>
                          <a:cs typeface="+mn-cs"/>
                        </a:rPr>
                        <a:t>（中国医师协会内分泌分会）</a:t>
                      </a: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Member of Chinese Diabetes Society (</a:t>
                      </a:r>
                      <a:r>
                        <a:rPr lang="zh-CN" altLang="en-US" sz="1050" b="1" kern="1200">
                          <a:solidFill>
                            <a:schemeClr val="tx1"/>
                          </a:solidFill>
                          <a:effectLst/>
                          <a:latin typeface="Calibri"/>
                          <a:ea typeface="DengXian"/>
                          <a:cs typeface="+mn-cs"/>
                        </a:rPr>
                        <a:t>中华医学会糖尿病学分会）</a:t>
                      </a:r>
                      <a:endParaRPr lang="en-US" altLang="zh-CN" sz="1050" b="1" kern="1200">
                        <a:solidFill>
                          <a:schemeClr val="tx1"/>
                        </a:solidFill>
                        <a:effectLst/>
                        <a:latin typeface="Calibri"/>
                        <a:ea typeface="DengXian"/>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zh-CN" altLang="en-US"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zh-CN" altLang="en-US" sz="1050" b="1" kern="1200">
                        <a:solidFill>
                          <a:schemeClr val="tx1"/>
                        </a:solidFill>
                        <a:effectLst/>
                        <a:latin typeface="Calibri"/>
                        <a:ea typeface="DengXian"/>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lang="en-US" altLang="zh-CN" sz="1050" b="1" kern="1200">
                          <a:solidFill>
                            <a:schemeClr val="tx1"/>
                          </a:solidFill>
                          <a:effectLst/>
                          <a:latin typeface="Calibri"/>
                          <a:ea typeface="DengXian"/>
                          <a:cs typeface="+mn-cs"/>
                        </a:rPr>
                        <a:t>Grade: 21</a:t>
                      </a:r>
                    </a:p>
                    <a:p>
                      <a:pPr marL="0" marR="0" lvl="0" indent="0" algn="l">
                        <a:lnSpc>
                          <a:spcPct val="100000"/>
                        </a:lnSpc>
                        <a:spcBef>
                          <a:spcPts val="0"/>
                        </a:spcBef>
                        <a:spcAft>
                          <a:spcPts val="0"/>
                        </a:spcAft>
                        <a:buClrTx/>
                        <a:buSzTx/>
                        <a:buFont typeface="Arial"/>
                        <a:buNone/>
                      </a:pPr>
                      <a:endParaRPr lang="en-US" altLang="zh-CN" sz="1050" b="1" kern="1200">
                        <a:solidFill>
                          <a:schemeClr val="tx1"/>
                        </a:solidFill>
                        <a:effectLst/>
                        <a:latin typeface="Calibri"/>
                        <a:ea typeface="DengXian"/>
                        <a:cs typeface="+mn-cs"/>
                      </a:endParaRPr>
                    </a:p>
                    <a:p>
                      <a:pPr marL="171450" marR="0" lvl="0" indent="-171450" algn="l">
                        <a:lnSpc>
                          <a:spcPct val="100000"/>
                        </a:lnSpc>
                        <a:spcBef>
                          <a:spcPts val="0"/>
                        </a:spcBef>
                        <a:spcAft>
                          <a:spcPts val="0"/>
                        </a:spcAft>
                        <a:buClrTx/>
                        <a:buSzTx/>
                        <a:buFont typeface="Arial"/>
                        <a:buChar char="•"/>
                      </a:pPr>
                      <a:r>
                        <a:rPr lang="en-US" altLang="zh-CN" sz="1050" b="1" kern="1200">
                          <a:solidFill>
                            <a:schemeClr val="tx1"/>
                          </a:solidFill>
                          <a:effectLst/>
                          <a:latin typeface="Calibri"/>
                          <a:ea typeface="DengXian"/>
                          <a:cs typeface="+mn-cs"/>
                        </a:rPr>
                        <a:t>Prof. Zhang </a:t>
                      </a:r>
                      <a:r>
                        <a:rPr lang="en-US" altLang="zh-CN" sz="1050" b="1" kern="1200" err="1">
                          <a:solidFill>
                            <a:schemeClr val="tx1"/>
                          </a:solidFill>
                          <a:effectLst/>
                          <a:latin typeface="Calibri"/>
                          <a:ea typeface="DengXian"/>
                          <a:cs typeface="+mn-cs"/>
                        </a:rPr>
                        <a:t>Huijie</a:t>
                      </a:r>
                      <a:r>
                        <a:rPr lang="en-US" altLang="zh-CN" sz="1050" b="1" kern="1200">
                          <a:solidFill>
                            <a:schemeClr val="tx1"/>
                          </a:solidFill>
                          <a:effectLst/>
                          <a:latin typeface="Calibri"/>
                          <a:ea typeface="DengXian"/>
                          <a:cs typeface="+mn-cs"/>
                        </a:rPr>
                        <a:t>, </a:t>
                      </a:r>
                      <a:r>
                        <a:rPr lang="en-US" altLang="zh-CN" sz="1050" b="1" kern="1200">
                          <a:solidFill>
                            <a:schemeClr val="tx1"/>
                          </a:solidFill>
                          <a:effectLst/>
                          <a:highlight>
                            <a:srgbClr val="FFFF00"/>
                          </a:highlight>
                          <a:latin typeface="Calibri"/>
                          <a:ea typeface="DengXian"/>
                          <a:cs typeface="+mn-cs"/>
                        </a:rPr>
                        <a:t>45 years old</a:t>
                      </a:r>
                    </a:p>
                    <a:p>
                      <a:pPr marL="171450" marR="0" lvl="0" indent="-171450" algn="l">
                        <a:lnSpc>
                          <a:spcPct val="100000"/>
                        </a:lnSpc>
                        <a:spcBef>
                          <a:spcPts val="0"/>
                        </a:spcBef>
                        <a:spcAft>
                          <a:spcPts val="0"/>
                        </a:spcAft>
                        <a:buClrTx/>
                        <a:buSzTx/>
                        <a:buFont typeface="Arial"/>
                        <a:buChar char="•"/>
                      </a:pPr>
                      <a:r>
                        <a:rPr lang="en-US" sz="1050" b="1" i="0" u="none" strike="noStrike" kern="1200" noProof="0">
                          <a:solidFill>
                            <a:schemeClr val="tx1"/>
                          </a:solidFill>
                          <a:effectLst/>
                          <a:highlight>
                            <a:srgbClr val="FFFF00"/>
                          </a:highlight>
                          <a:latin typeface="Calibri"/>
                        </a:rPr>
                        <a:t>No Leading </a:t>
                      </a:r>
                      <a:r>
                        <a:rPr lang="en-US" sz="1050" b="1" kern="1200" noProof="0">
                          <a:solidFill>
                            <a:schemeClr val="tx1"/>
                          </a:solidFill>
                          <a:effectLst/>
                          <a:highlight>
                            <a:srgbClr val="FFFF00"/>
                          </a:highlight>
                          <a:latin typeface="Calibri"/>
                          <a:ea typeface="DengXian"/>
                          <a:cs typeface="+mn-cs"/>
                        </a:rPr>
                        <a:t>PI experience</a:t>
                      </a:r>
                      <a:r>
                        <a:rPr lang="en-US" sz="1050" b="1" kern="1200" noProof="0">
                          <a:solidFill>
                            <a:schemeClr val="tx1"/>
                          </a:solidFill>
                          <a:effectLst/>
                          <a:latin typeface="Calibri"/>
                          <a:ea typeface="DengXian"/>
                          <a:cs typeface="+mn-cs"/>
                        </a:rPr>
                        <a:t>， Limited PI </a:t>
                      </a:r>
                      <a:r>
                        <a:rPr lang="en-US" sz="1050" b="1" kern="1200" noProof="0" err="1">
                          <a:solidFill>
                            <a:schemeClr val="tx1"/>
                          </a:solidFill>
                          <a:effectLst/>
                          <a:latin typeface="Calibri"/>
                          <a:ea typeface="DengXian"/>
                          <a:cs typeface="+mn-cs"/>
                        </a:rPr>
                        <a:t>experience，PI</a:t>
                      </a:r>
                      <a:r>
                        <a:rPr lang="en-US" sz="1050" b="1" kern="1200" noProof="0">
                          <a:solidFill>
                            <a:schemeClr val="tx1"/>
                          </a:solidFill>
                          <a:effectLst/>
                          <a:latin typeface="Calibri"/>
                          <a:ea typeface="DengXian"/>
                          <a:cs typeface="+mn-cs"/>
                        </a:rPr>
                        <a:t> of </a:t>
                      </a:r>
                      <a:r>
                        <a:rPr lang="en-US" sz="1050" b="1" kern="1200" noProof="0" err="1">
                          <a:solidFill>
                            <a:schemeClr val="tx1"/>
                          </a:solidFill>
                          <a:effectLst/>
                          <a:latin typeface="Calibri"/>
                          <a:ea typeface="DengXian"/>
                          <a:cs typeface="+mn-cs"/>
                        </a:rPr>
                        <a:t>mazdutide</a:t>
                      </a:r>
                      <a:r>
                        <a:rPr lang="en-US" sz="1050" b="1" kern="1200" noProof="0">
                          <a:solidFill>
                            <a:schemeClr val="tx1"/>
                          </a:solidFill>
                          <a:effectLst/>
                          <a:latin typeface="Calibri"/>
                          <a:ea typeface="DengXian"/>
                          <a:cs typeface="+mn-cs"/>
                        </a:rPr>
                        <a:t> in MAFLD</a:t>
                      </a:r>
                    </a:p>
                    <a:p>
                      <a:pPr marL="171450" marR="0" lvl="0" indent="-171450" algn="l">
                        <a:lnSpc>
                          <a:spcPct val="100000"/>
                        </a:lnSpc>
                        <a:spcBef>
                          <a:spcPts val="0"/>
                        </a:spcBef>
                        <a:spcAft>
                          <a:spcPts val="0"/>
                        </a:spcAft>
                        <a:buClrTx/>
                        <a:buSzTx/>
                        <a:buFont typeface="Arial"/>
                        <a:buChar char="•"/>
                      </a:pPr>
                      <a:r>
                        <a:rPr lang="en-US" sz="1050" b="1" kern="1200" noProof="0">
                          <a:solidFill>
                            <a:schemeClr val="tx1"/>
                          </a:solidFill>
                          <a:effectLst/>
                          <a:latin typeface="Calibri"/>
                          <a:ea typeface="DengXian"/>
                          <a:cs typeface="+mn-cs"/>
                        </a:rPr>
                        <a:t>Transition between Prof. Li is not announced.</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altLang="zh-CN" sz="1100" b="1" kern="1200">
                          <a:solidFill>
                            <a:schemeClr val="tx1"/>
                          </a:solidFill>
                          <a:effectLst/>
                          <a:latin typeface="Calibri"/>
                          <a:ea typeface="DengXian"/>
                          <a:cs typeface="+mn-cs"/>
                        </a:rPr>
                        <a:t>Grade: 30</a:t>
                      </a:r>
                    </a:p>
                    <a:p>
                      <a:pPr marL="0" marR="0" lvl="0" indent="0" algn="just" defTabSz="914400" rtl="0" eaLnBrk="1" fontAlgn="auto" latinLnBrk="0" hangingPunct="1">
                        <a:lnSpc>
                          <a:spcPct val="100000"/>
                        </a:lnSpc>
                        <a:spcBef>
                          <a:spcPts val="0"/>
                        </a:spcBef>
                        <a:spcAft>
                          <a:spcPts val="0"/>
                        </a:spcAft>
                        <a:buClrTx/>
                        <a:buSzTx/>
                        <a:buFontTx/>
                        <a:buNone/>
                        <a:tabLst/>
                        <a:defRPr/>
                      </a:pPr>
                      <a:endParaRPr lang="en-US" sz="1100" b="0" i="0" u="none" strike="noStrike" kern="1200" noProof="0">
                        <a:solidFill>
                          <a:srgbClr val="000000"/>
                        </a:solidFill>
                        <a:effectLst/>
                        <a:latin typeface="Calibri"/>
                      </a:endParaRPr>
                    </a:p>
                    <a:p>
                      <a:pPr marL="228600" lvl="0" indent="-228600" algn="l">
                        <a:buAutoNum type="arabicPeriod"/>
                      </a:pPr>
                      <a:r>
                        <a:rPr lang="en-US" sz="1100" b="1" i="0" u="sng" strike="noStrike" kern="1200" noProof="0">
                          <a:solidFill>
                            <a:srgbClr val="FF0000"/>
                          </a:solidFill>
                          <a:effectLst/>
                          <a:latin typeface="Calibri"/>
                        </a:rPr>
                        <a:t>GCP set up and review</a:t>
                      </a:r>
                      <a:r>
                        <a:rPr lang="en-US" sz="1100" b="1" i="0" u="sng" strike="noStrike" kern="1200" noProof="0">
                          <a:solidFill>
                            <a:schemeClr val="tx1"/>
                          </a:solidFill>
                          <a:effectLst/>
                          <a:latin typeface="Calibri"/>
                        </a:rPr>
                        <a:t>, </a:t>
                      </a:r>
                      <a:r>
                        <a:rPr lang="en-US" sz="1100" b="1" i="0" u="none" strike="noStrike" kern="1200" noProof="0">
                          <a:solidFill>
                            <a:schemeClr val="tx1"/>
                          </a:solidFill>
                          <a:effectLst/>
                          <a:latin typeface="Calibri"/>
                        </a:rPr>
                        <a:t>It routinely takes 1 week, if it required EC is in parallel to CTA, may apply for EC and HGRAC firstly. and then proceed the setting-up process. </a:t>
                      </a:r>
                      <a:r>
                        <a:rPr lang="en-US" sz="1100" b="1" i="0" u="none" strike="noStrike" kern="1200" noProof="0">
                          <a:solidFill>
                            <a:srgbClr val="FF0000"/>
                          </a:solidFill>
                          <a:effectLst/>
                          <a:highlight>
                            <a:srgbClr val="FFFF00"/>
                          </a:highlight>
                          <a:latin typeface="Calibri"/>
                        </a:rPr>
                        <a:t>Site is highly motivated with 30 days CTA application.</a:t>
                      </a:r>
                      <a:br>
                        <a:rPr lang="en-US" sz="1100" b="1" i="0" u="none" strike="noStrike" kern="1200" noProof="0">
                          <a:solidFill>
                            <a:srgbClr val="FF0000"/>
                          </a:solidFill>
                          <a:effectLst/>
                          <a:latin typeface="Calibri"/>
                        </a:rPr>
                      </a:br>
                      <a:r>
                        <a:rPr lang="en-US" sz="1100" b="1" i="0" u="none" strike="noStrike" kern="1200" noProof="0">
                          <a:solidFill>
                            <a:srgbClr val="FF0000"/>
                          </a:solidFill>
                          <a:effectLst/>
                          <a:latin typeface="Calibri"/>
                        </a:rPr>
                        <a:t>2. </a:t>
                      </a:r>
                      <a:r>
                        <a:rPr lang="en-US" sz="1100" b="1" i="0" u="sng" strike="noStrike" kern="1200" noProof="0">
                          <a:solidFill>
                            <a:srgbClr val="FF0000"/>
                          </a:solidFill>
                          <a:effectLst/>
                          <a:latin typeface="Calibri"/>
                        </a:rPr>
                        <a:t>EC</a:t>
                      </a:r>
                      <a:r>
                        <a:rPr lang="en-US" sz="1100" b="1" i="0" u="none" strike="noStrike" kern="1200" noProof="0">
                          <a:solidFill>
                            <a:schemeClr val="tx1"/>
                          </a:solidFill>
                          <a:effectLst/>
                          <a:latin typeface="Calibri"/>
                        </a:rPr>
                        <a:t> it's feasible to keep EC in parallel to </a:t>
                      </a:r>
                      <a:r>
                        <a:rPr lang="en-US" sz="1100" b="1" i="0" u="none" strike="noStrike" kern="1200" noProof="0" err="1">
                          <a:solidFill>
                            <a:schemeClr val="tx1"/>
                          </a:solidFill>
                          <a:effectLst/>
                          <a:latin typeface="Calibri"/>
                        </a:rPr>
                        <a:t>CTA.It</a:t>
                      </a:r>
                      <a:r>
                        <a:rPr lang="en-US" sz="1100" b="1" i="0" u="none" strike="noStrike" kern="1200" noProof="0">
                          <a:solidFill>
                            <a:schemeClr val="tx1"/>
                          </a:solidFill>
                          <a:effectLst/>
                          <a:latin typeface="Calibri"/>
                        </a:rPr>
                        <a:t> routinely takes 1 month</a:t>
                      </a:r>
                      <a:br>
                        <a:rPr lang="en-US" sz="1100" b="1" i="0" u="none" strike="noStrike" kern="1200" noProof="0">
                          <a:solidFill>
                            <a:srgbClr val="000000"/>
                          </a:solidFill>
                          <a:effectLst/>
                          <a:latin typeface="Calibri"/>
                        </a:rPr>
                      </a:br>
                      <a:r>
                        <a:rPr lang="en-US" sz="1100" b="1" i="0" u="none" strike="noStrike" kern="1200" noProof="0">
                          <a:solidFill>
                            <a:schemeClr val="tx1"/>
                          </a:solidFill>
                          <a:effectLst/>
                          <a:latin typeface="Calibri"/>
                        </a:rPr>
                        <a:t>3</a:t>
                      </a:r>
                      <a:r>
                        <a:rPr lang="en-US" sz="1100" b="1"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HGRAC</a:t>
                      </a:r>
                      <a:r>
                        <a:rPr lang="en-US" sz="1100" b="1" i="0" u="none" strike="noStrike" kern="1200" noProof="0">
                          <a:solidFill>
                            <a:schemeClr val="tx1"/>
                          </a:solidFill>
                          <a:effectLst/>
                          <a:latin typeface="Calibri"/>
                        </a:rPr>
                        <a:t>. It takes 1-2 weeks for HGRAC application and 1-2 weeks for obtaining the signature and seal, this site has previously applied for HGRAC exportation and obtained approval. The CIQ account is available in this site.</a:t>
                      </a:r>
                      <a:br>
                        <a:rPr lang="en-US" sz="1100" b="1" i="0" u="none" strike="noStrike" kern="1200" noProof="0">
                          <a:solidFill>
                            <a:srgbClr val="000000"/>
                          </a:solidFill>
                          <a:effectLst/>
                          <a:latin typeface="Calibri"/>
                        </a:rPr>
                      </a:br>
                      <a:r>
                        <a:rPr lang="en-US" sz="1100" b="1" i="0" u="none" strike="noStrike" kern="1200" noProof="0">
                          <a:solidFill>
                            <a:schemeClr val="tx1"/>
                          </a:solidFill>
                          <a:effectLst/>
                          <a:latin typeface="Calibri"/>
                        </a:rPr>
                        <a:t>4</a:t>
                      </a:r>
                      <a:r>
                        <a:rPr lang="en-US" sz="1100" b="1" i="0" u="none" strike="noStrike" kern="1200" noProof="0">
                          <a:solidFill>
                            <a:srgbClr val="FF0000"/>
                          </a:solidFill>
                          <a:effectLst/>
                          <a:latin typeface="Calibri"/>
                        </a:rPr>
                        <a:t>. </a:t>
                      </a:r>
                      <a:r>
                        <a:rPr lang="en-US" sz="1100" b="1" i="0" u="sng" strike="noStrike" kern="1200" noProof="0">
                          <a:solidFill>
                            <a:srgbClr val="FF0000"/>
                          </a:solidFill>
                          <a:effectLst/>
                          <a:latin typeface="Calibri"/>
                        </a:rPr>
                        <a:t>Contract</a:t>
                      </a:r>
                      <a:r>
                        <a:rPr lang="en-US" sz="1100" b="1" i="0" u="none" strike="noStrike" kern="1200" noProof="0">
                          <a:solidFill>
                            <a:schemeClr val="tx1"/>
                          </a:solidFill>
                          <a:effectLst/>
                          <a:latin typeface="Calibri"/>
                        </a:rPr>
                        <a:t>. The site contract review takes 1-2 weeks, and the contract seal takes 1-2 weeks. The down payment requires a complete and assessable subject fee.</a:t>
                      </a:r>
                      <a:br>
                        <a:rPr lang="en-US" sz="1100" b="1" i="0" u="none" strike="noStrike" kern="1200" noProof="0">
                          <a:solidFill>
                            <a:srgbClr val="000000"/>
                          </a:solidFill>
                          <a:effectLst/>
                          <a:latin typeface="Calibri"/>
                        </a:rPr>
                      </a:br>
                      <a:r>
                        <a:rPr lang="en-US" sz="1100" b="1" i="0" u="none" strike="noStrike" kern="1200" noProof="0">
                          <a:solidFill>
                            <a:schemeClr val="tx1"/>
                          </a:solidFill>
                          <a:effectLst/>
                          <a:latin typeface="Calibri"/>
                        </a:rPr>
                        <a:t>To sum up, </a:t>
                      </a:r>
                      <a:r>
                        <a:rPr lang="en-US" sz="1100" b="1" i="0" u="none" strike="noStrike" kern="1200" noProof="0">
                          <a:solidFill>
                            <a:srgbClr val="FF0000"/>
                          </a:solidFill>
                          <a:effectLst/>
                          <a:latin typeface="Calibri"/>
                        </a:rPr>
                        <a:t>the timeline of the SSU in this site meets the 6 months benchmark of BI, </a:t>
                      </a:r>
                      <a:r>
                        <a:rPr lang="en-US" sz="1100" b="1" i="0" u="none" strike="noStrike" kern="1200" noProof="0">
                          <a:solidFill>
                            <a:srgbClr val="FF0000"/>
                          </a:solidFill>
                          <a:effectLst/>
                          <a:highlight>
                            <a:srgbClr val="FFFF00"/>
                          </a:highlight>
                          <a:latin typeface="Calibri"/>
                        </a:rPr>
                        <a:t>usually take 4 months</a:t>
                      </a:r>
                    </a:p>
                    <a:p>
                      <a:pPr marL="0" lvl="0" indent="0" algn="l">
                        <a:buNone/>
                      </a:pPr>
                      <a:endParaRPr lang="en-US">
                        <a:solidFill>
                          <a:srgbClr val="FF0000"/>
                        </a:solidFill>
                        <a:highlight>
                          <a:srgbClr val="FFFF00"/>
                        </a:highlight>
                      </a:endParaRPr>
                    </a:p>
                  </a:txBody>
                  <a:tcPr marL="9525" marR="9525" marT="9525" marB="9525"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a:ea typeface="DengXian"/>
                          <a:cs typeface="+mn-cs"/>
                        </a:rPr>
                        <a:t>78</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a:buNone/>
                      </a:pPr>
                      <a:r>
                        <a:rPr lang="en-US" altLang="zh-CN" sz="1050" b="1" kern="1200">
                          <a:solidFill>
                            <a:schemeClr val="tx1"/>
                          </a:solidFill>
                          <a:effectLst/>
                          <a:latin typeface="Calibri"/>
                          <a:ea typeface="DengXian"/>
                          <a:cs typeface="+mn-cs"/>
                        </a:rPr>
                        <a:t>N</a:t>
                      </a:r>
                    </a:p>
                    <a:p>
                      <a:pPr algn="ctr"/>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53562716"/>
                  </a:ext>
                </a:extLst>
              </a:tr>
            </a:tbl>
          </a:graphicData>
        </a:graphic>
      </p:graphicFrame>
      <p:sp>
        <p:nvSpPr>
          <p:cNvPr id="7" name="标题 1">
            <a:extLst>
              <a:ext uri="{FF2B5EF4-FFF2-40B4-BE49-F238E27FC236}">
                <a16:creationId xmlns:a16="http://schemas.microsoft.com/office/drawing/2014/main" id="{68BA530D-8EFF-4490-621D-2154A3EEB204}"/>
              </a:ext>
            </a:extLst>
          </p:cNvPr>
          <p:cNvSpPr txBox="1">
            <a:spLocks/>
          </p:cNvSpPr>
          <p:nvPr/>
        </p:nvSpPr>
        <p:spPr bwMode="gray">
          <a:xfrm>
            <a:off x="191441" y="56036"/>
            <a:ext cx="11921790"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000" b="1" i="0" u="none" strike="noStrike" kern="1200" cap="none" spc="0" normalizeH="0" baseline="0" noProof="0">
                <a:ln>
                  <a:noFill/>
                </a:ln>
                <a:solidFill>
                  <a:srgbClr val="08312A"/>
                </a:solidFill>
                <a:effectLst/>
                <a:uLnTx/>
                <a:uFillTx/>
                <a:latin typeface="Boehringer Forward Head"/>
                <a:ea typeface="+mj-ea"/>
                <a:cs typeface="+mj-cs"/>
              </a:rPr>
              <a:t>Leading PI information collection &amp; evaluation </a:t>
            </a:r>
            <a:r>
              <a:rPr kumimoji="0" lang="en-US" altLang="zh-CN" sz="2000" b="1" i="0" u="none" strike="noStrike" kern="1200" cap="none" spc="0" normalizeH="0" baseline="0" noProof="0">
                <a:ln>
                  <a:noFill/>
                </a:ln>
                <a:solidFill>
                  <a:srgbClr val="FF0000"/>
                </a:solidFill>
                <a:effectLst/>
                <a:uLnTx/>
                <a:uFillTx/>
                <a:latin typeface="Boehringer Forward Head"/>
                <a:ea typeface="+mj-ea"/>
                <a:cs typeface="+mj-cs"/>
              </a:rPr>
              <a:t>(only for internal reference)</a:t>
            </a:r>
            <a:endParaRPr kumimoji="0" lang="zh-CN" altLang="en-US" sz="2000" b="1" i="0" u="none" strike="noStrike" kern="1200" cap="none" spc="0" normalizeH="0" baseline="0" noProof="0">
              <a:ln>
                <a:noFill/>
              </a:ln>
              <a:solidFill>
                <a:srgbClr val="FF0000"/>
              </a:solidFill>
              <a:effectLst/>
              <a:uLnTx/>
              <a:uFillTx/>
              <a:latin typeface="Boehringer Forward Head"/>
              <a:ea typeface="+mj-ea"/>
              <a:cs typeface="+mj-cs"/>
            </a:endParaRPr>
          </a:p>
        </p:txBody>
      </p:sp>
    </p:spTree>
    <p:extLst>
      <p:ext uri="{BB962C8B-B14F-4D97-AF65-F5344CB8AC3E}">
        <p14:creationId xmlns:p14="http://schemas.microsoft.com/office/powerpoint/2010/main" val="42666867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20F5FAB-8BE8-7315-6AB9-DAB64F7CF310}"/>
            </a:ext>
          </a:extLst>
        </p:cNvPr>
        <p:cNvGrpSpPr/>
        <p:nvPr/>
      </p:nvGrpSpPr>
      <p:grpSpPr>
        <a:xfrm>
          <a:off x="0" y="0"/>
          <a:ext cx="0" cy="0"/>
          <a:chOff x="0" y="0"/>
          <a:chExt cx="0" cy="0"/>
        </a:xfrm>
      </p:grpSpPr>
      <p:sp>
        <p:nvSpPr>
          <p:cNvPr id="3" name="文本占位符 2">
            <a:extLst>
              <a:ext uri="{FF2B5EF4-FFF2-40B4-BE49-F238E27FC236}">
                <a16:creationId xmlns:a16="http://schemas.microsoft.com/office/drawing/2014/main" id="{3F006DB5-18F2-6CA8-5121-1A9629350166}"/>
              </a:ext>
            </a:extLst>
          </p:cNvPr>
          <p:cNvSpPr>
            <a:spLocks noGrp="1"/>
          </p:cNvSpPr>
          <p:nvPr>
            <p:ph type="body" sz="quarter" idx="13"/>
          </p:nvPr>
        </p:nvSpPr>
        <p:spPr/>
        <p:txBody>
          <a:bodyPr/>
          <a:lstStyle/>
          <a:p>
            <a:endParaRPr lang="zh-CN" altLang="en-US"/>
          </a:p>
        </p:txBody>
      </p:sp>
      <p:sp>
        <p:nvSpPr>
          <p:cNvPr id="4" name="页脚占位符 3">
            <a:extLst>
              <a:ext uri="{FF2B5EF4-FFF2-40B4-BE49-F238E27FC236}">
                <a16:creationId xmlns:a16="http://schemas.microsoft.com/office/drawing/2014/main" id="{56DF297A-46F2-DCE0-01E9-ABA10FDA3C47}"/>
              </a:ext>
            </a:extLst>
          </p:cNvPr>
          <p:cNvSpPr>
            <a:spLocks noGrp="1"/>
          </p:cNvSpPr>
          <p:nvPr>
            <p:ph type="ftr" sz="quarter" idx="10"/>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5" name="灯片编号占位符 4">
            <a:extLst>
              <a:ext uri="{FF2B5EF4-FFF2-40B4-BE49-F238E27FC236}">
                <a16:creationId xmlns:a16="http://schemas.microsoft.com/office/drawing/2014/main" id="{A6E53953-1B22-FECE-D5C3-A740D6BB64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8" name="表格 7">
            <a:extLst>
              <a:ext uri="{FF2B5EF4-FFF2-40B4-BE49-F238E27FC236}">
                <a16:creationId xmlns:a16="http://schemas.microsoft.com/office/drawing/2014/main" id="{7AF39B84-3F7F-40EC-41B0-B03E8B7505F4}"/>
              </a:ext>
            </a:extLst>
          </p:cNvPr>
          <p:cNvGraphicFramePr>
            <a:graphicFrameLocks noGrp="1"/>
          </p:cNvGraphicFramePr>
          <p:nvPr/>
        </p:nvGraphicFramePr>
        <p:xfrm>
          <a:off x="191441" y="370488"/>
          <a:ext cx="11903662" cy="4226878"/>
        </p:xfrm>
        <a:graphic>
          <a:graphicData uri="http://schemas.openxmlformats.org/drawingml/2006/table">
            <a:tbl>
              <a:tblPr firstRow="1" firstCol="1" bandRow="1"/>
              <a:tblGrid>
                <a:gridCol w="548298">
                  <a:extLst>
                    <a:ext uri="{9D8B030D-6E8A-4147-A177-3AD203B41FA5}">
                      <a16:colId xmlns:a16="http://schemas.microsoft.com/office/drawing/2014/main" val="868577222"/>
                    </a:ext>
                  </a:extLst>
                </a:gridCol>
                <a:gridCol w="472612">
                  <a:extLst>
                    <a:ext uri="{9D8B030D-6E8A-4147-A177-3AD203B41FA5}">
                      <a16:colId xmlns:a16="http://schemas.microsoft.com/office/drawing/2014/main" val="4234612588"/>
                    </a:ext>
                  </a:extLst>
                </a:gridCol>
                <a:gridCol w="2373330">
                  <a:extLst>
                    <a:ext uri="{9D8B030D-6E8A-4147-A177-3AD203B41FA5}">
                      <a16:colId xmlns:a16="http://schemas.microsoft.com/office/drawing/2014/main" val="60693361"/>
                    </a:ext>
                  </a:extLst>
                </a:gridCol>
                <a:gridCol w="1788959">
                  <a:extLst>
                    <a:ext uri="{9D8B030D-6E8A-4147-A177-3AD203B41FA5}">
                      <a16:colId xmlns:a16="http://schemas.microsoft.com/office/drawing/2014/main" val="1076854139"/>
                    </a:ext>
                  </a:extLst>
                </a:gridCol>
                <a:gridCol w="1919295">
                  <a:extLst>
                    <a:ext uri="{9D8B030D-6E8A-4147-A177-3AD203B41FA5}">
                      <a16:colId xmlns:a16="http://schemas.microsoft.com/office/drawing/2014/main" val="2461820354"/>
                    </a:ext>
                  </a:extLst>
                </a:gridCol>
                <a:gridCol w="3370640">
                  <a:extLst>
                    <a:ext uri="{9D8B030D-6E8A-4147-A177-3AD203B41FA5}">
                      <a16:colId xmlns:a16="http://schemas.microsoft.com/office/drawing/2014/main" val="4294295192"/>
                    </a:ext>
                  </a:extLst>
                </a:gridCol>
                <a:gridCol w="452063">
                  <a:extLst>
                    <a:ext uri="{9D8B030D-6E8A-4147-A177-3AD203B41FA5}">
                      <a16:colId xmlns:a16="http://schemas.microsoft.com/office/drawing/2014/main" val="1262991592"/>
                    </a:ext>
                  </a:extLst>
                </a:gridCol>
                <a:gridCol w="978465">
                  <a:extLst>
                    <a:ext uri="{9D8B030D-6E8A-4147-A177-3AD203B41FA5}">
                      <a16:colId xmlns:a16="http://schemas.microsoft.com/office/drawing/2014/main" val="3779739731"/>
                    </a:ext>
                  </a:extLst>
                </a:gridCol>
              </a:tblGrid>
              <a:tr h="801688">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3024920">
                <a:tc>
                  <a:txBody>
                    <a:bodyPr/>
                    <a:lstStyle/>
                    <a:p>
                      <a:pPr marL="0" algn="just" defTabSz="914400" rtl="0" eaLnBrk="1" latinLnBrk="0" hangingPunct="1"/>
                      <a:r>
                        <a:rPr lang="en-US" altLang="zh-CN" sz="1200" b="1" kern="1200" err="1">
                          <a:solidFill>
                            <a:schemeClr val="tx1"/>
                          </a:solidFill>
                          <a:latin typeface="+mj-ea"/>
                          <a:ea typeface="+mj-ea"/>
                          <a:cs typeface="+mn-cs"/>
                        </a:rPr>
                        <a:t>李小英</a:t>
                      </a:r>
                      <a:endParaRPr lang="en-US" altLang="zh-CN" sz="1200" b="1" kern="1200">
                        <a:solidFill>
                          <a:schemeClr val="tx1"/>
                        </a:solidFill>
                        <a:latin typeface="+mj-ea"/>
                        <a:ea typeface="+mj-ea"/>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algn="just" defTabSz="914400">
                        <a:buNone/>
                      </a:pPr>
                      <a:r>
                        <a:rPr lang="zh-CN" sz="1100" b="0" i="0" u="none" strike="noStrike" kern="1200" noProof="0">
                          <a:solidFill>
                            <a:srgbClr val="000000"/>
                          </a:solidFill>
                          <a:effectLst/>
                          <a:latin typeface="DengXian"/>
                          <a:ea typeface="DengXian"/>
                        </a:rPr>
                        <a:t>复旦大学附属中山医院</a:t>
                      </a:r>
                      <a:r>
                        <a:rPr lang="en-US" altLang="zh-CN" sz="1100" b="0" i="0" u="none" strike="noStrike" kern="1200" noProof="0">
                          <a:solidFill>
                            <a:srgbClr val="000000"/>
                          </a:solidFill>
                          <a:effectLst/>
                          <a:latin typeface="DengXian"/>
                          <a:ea typeface="DengXian"/>
                        </a:rPr>
                        <a:t>/</a:t>
                      </a:r>
                      <a:r>
                        <a:rPr lang="zh-CN" altLang="en-US" sz="1100" b="0" i="0" u="none" strike="noStrike" kern="1200" noProof="0">
                          <a:solidFill>
                            <a:srgbClr val="000000"/>
                          </a:solidFill>
                          <a:effectLst/>
                          <a:latin typeface="DengXian"/>
                          <a:ea typeface="DengXian"/>
                        </a:rPr>
                        <a:t>内分泌科</a:t>
                      </a:r>
                      <a:endParaRPr lang="zh-CN"/>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14</a:t>
                      </a:r>
                    </a:p>
                    <a:p>
                      <a:pPr marL="0" indent="0" algn="l">
                        <a:buFont typeface="Arial" panose="020B0604020202020204" pitchFamily="34" charset="0"/>
                        <a:buNone/>
                      </a:pP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Postdoc fellow at Baylor College of Medicine, USA in 1998-2000 and in McGill University, Canada in 2000-2003</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Leading PI of 28 clinical trials as per the CDE website, including </a:t>
                      </a:r>
                      <a:r>
                        <a:rPr lang="en-US" altLang="zh-CN" sz="1050" b="1" kern="1200" err="1">
                          <a:solidFill>
                            <a:schemeClr val="tx1"/>
                          </a:solidFill>
                          <a:effectLst/>
                          <a:latin typeface="Calibri"/>
                          <a:ea typeface="DengXian"/>
                          <a:cs typeface="+mn-cs"/>
                        </a:rPr>
                        <a:t>semaglutide</a:t>
                      </a:r>
                      <a:r>
                        <a:rPr lang="en-US" altLang="zh-CN" sz="1050" b="1" kern="1200">
                          <a:solidFill>
                            <a:schemeClr val="tx1"/>
                          </a:solidFill>
                          <a:effectLst/>
                          <a:latin typeface="Calibri"/>
                          <a:ea typeface="DengXian"/>
                          <a:cs typeface="+mn-cs"/>
                        </a:rPr>
                        <a:t>/Novo Nordisk, </a:t>
                      </a:r>
                      <a:r>
                        <a:rPr lang="en-US" altLang="zh-CN" sz="1050" b="1" kern="1200" err="1">
                          <a:solidFill>
                            <a:schemeClr val="tx1"/>
                          </a:solidFill>
                          <a:effectLst/>
                          <a:latin typeface="Calibri"/>
                          <a:ea typeface="DengXian"/>
                          <a:cs typeface="+mn-cs"/>
                        </a:rPr>
                        <a:t>tirzepatide</a:t>
                      </a:r>
                      <a:r>
                        <a:rPr lang="en-US" altLang="zh-CN" sz="1050" b="1" kern="1200">
                          <a:solidFill>
                            <a:schemeClr val="tx1"/>
                          </a:solidFill>
                          <a:effectLst/>
                          <a:latin typeface="Calibri"/>
                          <a:ea typeface="DengXian"/>
                          <a:cs typeface="+mn-cs"/>
                        </a:rPr>
                        <a:t>/Lily, AZD6234/AZ, </a:t>
                      </a:r>
                      <a:r>
                        <a:rPr lang="en-US" altLang="zh-CN" sz="1050" b="1" kern="1200" err="1">
                          <a:solidFill>
                            <a:schemeClr val="tx1"/>
                          </a:solidFill>
                          <a:effectLst/>
                          <a:latin typeface="Calibri"/>
                          <a:ea typeface="DengXian"/>
                          <a:cs typeface="+mn-cs"/>
                        </a:rPr>
                        <a:t>survodutide</a:t>
                      </a:r>
                      <a:r>
                        <a:rPr lang="en-US" altLang="zh-CN" sz="1050" b="1" kern="1200">
                          <a:solidFill>
                            <a:schemeClr val="tx1"/>
                          </a:solidFill>
                          <a:effectLst/>
                          <a:latin typeface="Calibri"/>
                          <a:ea typeface="DengXian"/>
                          <a:cs typeface="+mn-cs"/>
                        </a:rPr>
                        <a:t>/Boehringer etc.</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100+publications on </a:t>
                      </a:r>
                      <a:r>
                        <a:rPr lang="en-US" altLang="zh-CN" sz="1050" b="1" kern="1200" err="1">
                          <a:solidFill>
                            <a:schemeClr val="tx1"/>
                          </a:solidFill>
                          <a:effectLst/>
                          <a:latin typeface="Calibri"/>
                          <a:ea typeface="DengXian"/>
                          <a:cs typeface="+mn-cs"/>
                        </a:rPr>
                        <a:t>Pubmed</a:t>
                      </a: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Research focus: Obesity, fatty liver diseases and type 2 diabetes.</a:t>
                      </a: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16</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Former Department Head of Endocrinology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Former Vice </a:t>
                      </a:r>
                      <a:r>
                        <a:rPr lang="en-US" altLang="zh-CN" sz="1050" b="1" i="0" u="none" strike="noStrike" kern="1200">
                          <a:solidFill>
                            <a:schemeClr val="tx1"/>
                          </a:solidFill>
                          <a:effectLst/>
                          <a:latin typeface="Calibri"/>
                          <a:ea typeface="+mn-ea"/>
                          <a:cs typeface="+mn-cs"/>
                        </a:rPr>
                        <a:t>Chair</a:t>
                      </a:r>
                      <a:r>
                        <a:rPr lang="zh-CN" altLang="en-US" sz="1050" b="1" i="0" u="none" strike="noStrike" kern="1200">
                          <a:solidFill>
                            <a:schemeClr val="tx1"/>
                          </a:solidFill>
                          <a:effectLst/>
                          <a:latin typeface="Calibri"/>
                          <a:ea typeface="+mn-ea"/>
                          <a:cs typeface="+mn-cs"/>
                        </a:rPr>
                        <a:t>（前任主委）</a:t>
                      </a:r>
                      <a:r>
                        <a:rPr lang="en-US" altLang="zh-CN" sz="1050" b="1" i="0" u="none" strike="noStrike" kern="1200">
                          <a:solidFill>
                            <a:schemeClr val="tx1"/>
                          </a:solidFill>
                          <a:effectLst/>
                          <a:latin typeface="Calibri"/>
                          <a:ea typeface="+mn-ea"/>
                          <a:cs typeface="+mn-cs"/>
                        </a:rPr>
                        <a:t>of Chinese Diabetes Society (</a:t>
                      </a:r>
                      <a:r>
                        <a:rPr lang="zh-CN" altLang="en-US" sz="1050" b="1" i="0" u="none" strike="noStrike" kern="1200">
                          <a:solidFill>
                            <a:schemeClr val="tx1"/>
                          </a:solidFill>
                          <a:effectLst/>
                          <a:latin typeface="Calibri"/>
                          <a:ea typeface="+mn-ea"/>
                          <a:cs typeface="+mn-cs"/>
                        </a:rPr>
                        <a:t>中华医学会糖尿病学分会）</a:t>
                      </a:r>
                      <a:endParaRPr lang="en-US" altLang="zh-CN" sz="1050" b="1" i="0" u="none" strike="noStrike" kern="1200">
                        <a:solidFill>
                          <a:schemeClr val="tx1"/>
                        </a:solidFill>
                        <a:effectLst/>
                        <a:latin typeface="Calibri"/>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050" b="1" i="0" u="none" strike="noStrike" kern="1200">
                        <a:solidFill>
                          <a:schemeClr val="tx1"/>
                        </a:solidFill>
                        <a:effectLst/>
                        <a:latin typeface="Calibri"/>
                        <a:ea typeface="+mn-ea"/>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lang="en-US" altLang="zh-CN" sz="1100" b="1" kern="1200">
                          <a:solidFill>
                            <a:schemeClr val="tx1"/>
                          </a:solidFill>
                          <a:effectLst/>
                          <a:latin typeface="Calibri"/>
                          <a:ea typeface="DengXian"/>
                          <a:cs typeface="+mn-cs"/>
                        </a:rPr>
                        <a:t>Grade:  24</a:t>
                      </a:r>
                    </a:p>
                    <a:p>
                      <a:pPr marL="0" marR="0" lvl="0" indent="0" algn="l">
                        <a:lnSpc>
                          <a:spcPct val="100000"/>
                        </a:lnSpc>
                        <a:spcBef>
                          <a:spcPts val="0"/>
                        </a:spcBef>
                        <a:spcAft>
                          <a:spcPts val="0"/>
                        </a:spcAft>
                        <a:buFont typeface="Arial"/>
                        <a:buNone/>
                      </a:pPr>
                      <a:endParaRPr lang="en-US" sz="1100" b="1" i="0" u="none" strike="noStrike" kern="1200" noProof="0">
                        <a:solidFill>
                          <a:schemeClr val="tx1"/>
                        </a:solidFill>
                        <a:effectLst/>
                        <a:latin typeface="Calibri"/>
                      </a:endParaRPr>
                    </a:p>
                    <a:p>
                      <a:pPr marL="171450" marR="0" lvl="0" indent="-171450" algn="l">
                        <a:lnSpc>
                          <a:spcPct val="100000"/>
                        </a:lnSpc>
                        <a:spcBef>
                          <a:spcPts val="0"/>
                        </a:spcBef>
                        <a:spcAft>
                          <a:spcPts val="0"/>
                        </a:spcAft>
                        <a:buFont typeface="Arial"/>
                        <a:buChar char="•"/>
                      </a:pPr>
                      <a:r>
                        <a:rPr lang="en-US" sz="1100" b="1" i="0" u="none" strike="noStrike" kern="1200" noProof="0">
                          <a:solidFill>
                            <a:schemeClr val="tx1"/>
                          </a:solidFill>
                          <a:effectLst/>
                          <a:latin typeface="Calibri"/>
                        </a:rPr>
                        <a:t>Prof. Li Xiaoying, </a:t>
                      </a:r>
                      <a:r>
                        <a:rPr lang="en-US" sz="1100" b="1" i="0" u="none" strike="noStrike" kern="1200" noProof="0">
                          <a:solidFill>
                            <a:schemeClr val="tx1"/>
                          </a:solidFill>
                          <a:effectLst/>
                          <a:highlight>
                            <a:srgbClr val="FFFF00"/>
                          </a:highlight>
                          <a:latin typeface="Calibri"/>
                          <a:ea typeface="+mn-ea"/>
                          <a:cs typeface="+mn-cs"/>
                        </a:rPr>
                        <a:t>65 years old</a:t>
                      </a:r>
                      <a:endParaRPr lang="en-US" sz="1100" b="1" i="0" u="none" strike="noStrike" kern="1200">
                        <a:solidFill>
                          <a:schemeClr val="tx1"/>
                        </a:solidFill>
                        <a:effectLst/>
                        <a:highlight>
                          <a:srgbClr val="FFFF00"/>
                        </a:highlight>
                        <a:latin typeface="Calibri"/>
                        <a:ea typeface="+mn-ea"/>
                        <a:cs typeface="+mn-cs"/>
                      </a:endParaRPr>
                    </a:p>
                    <a:p>
                      <a:pPr marL="171450" marR="0" lvl="0" indent="-171450" algn="l">
                        <a:lnSpc>
                          <a:spcPct val="100000"/>
                        </a:lnSpc>
                        <a:spcBef>
                          <a:spcPts val="0"/>
                        </a:spcBef>
                        <a:spcAft>
                          <a:spcPts val="0"/>
                        </a:spcAft>
                        <a:buFont typeface="Arial"/>
                        <a:buChar char="•"/>
                      </a:pPr>
                      <a:r>
                        <a:rPr lang="en-US" altLang="zh-CN" sz="1100" b="1" i="0" u="none" strike="noStrike" kern="1200">
                          <a:solidFill>
                            <a:schemeClr val="tx1"/>
                          </a:solidFill>
                          <a:effectLst/>
                          <a:latin typeface="Calibri"/>
                          <a:ea typeface="+mn-ea"/>
                          <a:cs typeface="+mn-cs"/>
                        </a:rPr>
                        <a:t>Prof. Li Xiaoying with rich clinical trial experience, he is the leading PI of Synchronize-CVOT study(1404-0040).</a:t>
                      </a:r>
                      <a:endParaRPr lang="en-US" sz="1100" b="1" i="0" u="none" strike="noStrike" kern="1200" noProof="0">
                        <a:solidFill>
                          <a:schemeClr val="tx1"/>
                        </a:solidFill>
                        <a:effectLst/>
                        <a:latin typeface="Calibri"/>
                        <a:ea typeface="+mn-ea"/>
                        <a:cs typeface="+mn-cs"/>
                      </a:endParaRPr>
                    </a:p>
                    <a:p>
                      <a:pPr marL="171450" marR="0" lvl="0" indent="-171450" algn="l">
                        <a:lnSpc>
                          <a:spcPct val="100000"/>
                        </a:lnSpc>
                        <a:spcBef>
                          <a:spcPts val="0"/>
                        </a:spcBef>
                        <a:spcAft>
                          <a:spcPts val="0"/>
                        </a:spcAft>
                        <a:buFont typeface="Arial"/>
                        <a:buChar char="•"/>
                      </a:pPr>
                      <a:r>
                        <a:rPr lang="en-US" sz="1100" b="1" i="0" u="none" strike="noStrike" kern="1200" noProof="0">
                          <a:solidFill>
                            <a:schemeClr val="tx1"/>
                          </a:solidFill>
                          <a:effectLst/>
                          <a:latin typeface="Calibri"/>
                          <a:ea typeface="+mn-ea"/>
                          <a:cs typeface="+mn-cs"/>
                        </a:rPr>
                        <a:t>The PI is highly motivated, very supportive of BI projects, and cooperative during visits.</a:t>
                      </a:r>
                      <a:br>
                        <a:rPr lang="en-US" altLang="zh-CN" sz="1100" b="1" i="0" u="none" strike="noStrike" kern="1200">
                          <a:solidFill>
                            <a:srgbClr val="000000"/>
                          </a:solidFill>
                          <a:effectLst/>
                          <a:latin typeface="Calibri"/>
                          <a:ea typeface="+mn-ea"/>
                          <a:cs typeface="+mn-cs"/>
                        </a:rPr>
                      </a:br>
                      <a:endParaRPr lang="en-US" altLang="zh-CN" sz="1100" b="1" i="0" u="none" strike="noStrike" kern="1200">
                        <a:solidFill>
                          <a:srgbClr val="000000"/>
                        </a:solidFill>
                        <a:effectLst/>
                        <a:latin typeface="Calibri"/>
                        <a:ea typeface="+mn-ea"/>
                        <a:cs typeface="+mn-cs"/>
                      </a:endParaRPr>
                    </a:p>
                    <a:p>
                      <a:endParaRPr lang="en-US" altLang="zh-CN" sz="1100" b="1" i="0" u="none" strike="noStrike" kern="1200">
                        <a:solidFill>
                          <a:schemeClr val="tx1"/>
                        </a:solidFill>
                        <a:effectLst/>
                        <a:latin typeface="Calibri"/>
                        <a:ea typeface="+mn-ea"/>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b="1" kern="1200">
                          <a:solidFill>
                            <a:schemeClr val="tx1"/>
                          </a:solidFill>
                          <a:effectLst/>
                          <a:latin typeface="Calibri"/>
                          <a:ea typeface="DengXian"/>
                          <a:cs typeface="+mn-cs"/>
                        </a:rPr>
                        <a:t>Grade: 30</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50" b="1" kern="1200">
                        <a:solidFill>
                          <a:schemeClr val="tx1"/>
                        </a:solidFill>
                        <a:effectLst/>
                        <a:latin typeface="Calibri"/>
                        <a:ea typeface="DengXian"/>
                        <a:cs typeface="+mn-cs"/>
                      </a:endParaRPr>
                    </a:p>
                    <a:p>
                      <a:pPr marL="228600" indent="-228600" algn="l">
                        <a:buAutoNum type="arabicPeriod"/>
                      </a:pPr>
                      <a:r>
                        <a:rPr lang="en-US" sz="1100" b="1" i="0" u="sng" strike="noStrike" kern="1200" noProof="0">
                          <a:solidFill>
                            <a:srgbClr val="FF0000"/>
                          </a:solidFill>
                          <a:effectLst/>
                          <a:latin typeface="Calibri"/>
                        </a:rPr>
                        <a:t>GCP set up and review</a:t>
                      </a:r>
                      <a:r>
                        <a:rPr lang="en-US" sz="1050" b="1" u="sng" kern="1200">
                          <a:solidFill>
                            <a:schemeClr val="tx1"/>
                          </a:solidFill>
                          <a:effectLst/>
                          <a:latin typeface="Calibri"/>
                          <a:ea typeface="DengXian"/>
                          <a:cs typeface="+mn-cs"/>
                        </a:rPr>
                        <a:t>, </a:t>
                      </a:r>
                      <a:r>
                        <a:rPr lang="en-US" sz="1050" b="1" kern="1200">
                          <a:solidFill>
                            <a:schemeClr val="tx1"/>
                          </a:solidFill>
                          <a:effectLst/>
                          <a:latin typeface="Calibri"/>
                          <a:ea typeface="DengXian"/>
                          <a:cs typeface="+mn-cs"/>
                        </a:rPr>
                        <a:t>It routinely takes 1 week, if it required EC is in parallel to CTA, may apply for EC and HGRAC firstly. and then proceed the setting-up process. </a:t>
                      </a:r>
                      <a:r>
                        <a:rPr lang="en-US" sz="1100" b="1" i="0" u="none" strike="noStrike" kern="1200" noProof="0">
                          <a:solidFill>
                            <a:srgbClr val="FF0000"/>
                          </a:solidFill>
                          <a:effectLst/>
                          <a:highlight>
                            <a:srgbClr val="FFFF00"/>
                          </a:highlight>
                          <a:latin typeface="Calibri"/>
                        </a:rPr>
                        <a:t>Site is highly motivated with 30 days CTA application.</a:t>
                      </a:r>
                    </a:p>
                    <a:p>
                      <a:pPr marL="0" indent="0" algn="l">
                        <a:buNone/>
                      </a:pP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2. </a:t>
                      </a:r>
                      <a:r>
                        <a:rPr lang="en-US" sz="1050" b="1" u="sng" kern="1200">
                          <a:solidFill>
                            <a:srgbClr val="FF0000"/>
                          </a:solidFill>
                          <a:effectLst/>
                          <a:latin typeface="Calibri"/>
                          <a:ea typeface="DengXian"/>
                          <a:cs typeface="+mn-cs"/>
                        </a:rPr>
                        <a:t>EC</a:t>
                      </a:r>
                      <a:r>
                        <a:rPr lang="en-US" sz="1050" b="1" kern="1200">
                          <a:solidFill>
                            <a:schemeClr val="tx1"/>
                          </a:solidFill>
                          <a:effectLst/>
                          <a:latin typeface="Calibri"/>
                          <a:ea typeface="DengXian"/>
                          <a:cs typeface="+mn-cs"/>
                        </a:rPr>
                        <a:t> it's feasible to keep EC in parallel to CTA. </a:t>
                      </a:r>
                      <a:r>
                        <a:rPr lang="en-US" sz="1100" b="1" i="0" u="none" strike="noStrike" kern="1200" noProof="0">
                          <a:solidFill>
                            <a:schemeClr val="tx1"/>
                          </a:solidFill>
                          <a:effectLst/>
                          <a:latin typeface="Calibri"/>
                        </a:rPr>
                        <a:t>It routinely takes 1 month</a:t>
                      </a:r>
                    </a:p>
                    <a:p>
                      <a:pPr marL="0" indent="0" algn="l">
                        <a:buNone/>
                      </a:pP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3</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HGRAC</a:t>
                      </a:r>
                      <a:r>
                        <a:rPr lang="en-US" sz="1050" b="1" kern="1200">
                          <a:solidFill>
                            <a:schemeClr val="tx1"/>
                          </a:solidFill>
                          <a:effectLst/>
                          <a:latin typeface="Calibri"/>
                          <a:ea typeface="DengXian"/>
                          <a:cs typeface="+mn-cs"/>
                        </a:rPr>
                        <a:t>. It takes 1-2 weeks for HGRAC application and 1-2 weeks for obtaining the signature and seal, this site has previously applied for HGRAC exportation and obtained approval. The CIQ account is available in this site.</a:t>
                      </a:r>
                    </a:p>
                    <a:p>
                      <a:pPr marL="0" indent="0" algn="l">
                        <a:buNone/>
                      </a:pP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4</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Contract</a:t>
                      </a:r>
                      <a:r>
                        <a:rPr lang="en-US" sz="1050" b="1" kern="1200">
                          <a:solidFill>
                            <a:schemeClr val="tx1"/>
                          </a:solidFill>
                          <a:effectLst/>
                          <a:latin typeface="Calibri"/>
                          <a:ea typeface="DengXian"/>
                          <a:cs typeface="+mn-cs"/>
                        </a:rPr>
                        <a:t>. The site contract review takes 1-2 weeks, and the contract seal takes 1-2 weeks. The down payment requires a complete and assessable subject fee.</a:t>
                      </a:r>
                    </a:p>
                    <a:p>
                      <a:pPr marL="0" indent="0" algn="l">
                        <a:buNone/>
                      </a:pPr>
                      <a:br>
                        <a:rPr lang="en-US" sz="1050" b="1" kern="1200">
                          <a:solidFill>
                            <a:srgbClr val="000000"/>
                          </a:solidFill>
                          <a:effectLst/>
                          <a:latin typeface="Calibri"/>
                          <a:ea typeface="DengXian"/>
                          <a:cs typeface="+mn-cs"/>
                        </a:rPr>
                      </a:br>
                      <a:r>
                        <a:rPr lang="en-US" sz="1050" b="1" u="sng" kern="1200">
                          <a:solidFill>
                            <a:srgbClr val="FF0000"/>
                          </a:solidFill>
                          <a:effectLst/>
                          <a:latin typeface="Calibri"/>
                          <a:ea typeface="DengXian"/>
                          <a:cs typeface="+mn-cs"/>
                        </a:rPr>
                        <a:t>To </a:t>
                      </a:r>
                      <a:r>
                        <a:rPr lang="en-US" sz="1100" b="1" i="0" u="none" strike="noStrike" kern="1200">
                          <a:solidFill>
                            <a:srgbClr val="FF0000"/>
                          </a:solidFill>
                          <a:effectLst/>
                          <a:latin typeface="Calibri"/>
                          <a:ea typeface="+mn-ea"/>
                          <a:cs typeface="+mn-cs"/>
                        </a:rPr>
                        <a:t>sum up, </a:t>
                      </a:r>
                      <a:r>
                        <a:rPr lang="en-US" sz="1100" b="1" i="0" u="none" strike="noStrike" kern="1200" noProof="0">
                          <a:solidFill>
                            <a:srgbClr val="FF0000"/>
                          </a:solidFill>
                          <a:effectLst/>
                          <a:latin typeface="Calibri"/>
                          <a:ea typeface="+mn-ea"/>
                          <a:cs typeface="+mn-cs"/>
                        </a:rPr>
                        <a:t>the </a:t>
                      </a:r>
                      <a:r>
                        <a:rPr lang="en-US" sz="1100" b="1" i="0" u="none" strike="noStrike" kern="1200" noProof="0">
                          <a:solidFill>
                            <a:srgbClr val="FF0000"/>
                          </a:solidFill>
                          <a:effectLst/>
                          <a:latin typeface="Calibri"/>
                        </a:rPr>
                        <a:t>timeline of the SSU in this site meets the 6 months benchmark of BI, usually take 4 months</a:t>
                      </a:r>
                      <a:endParaRPr lang="en-US" sz="1100" b="0" i="0" u="none" strike="noStrike" kern="1200" noProof="0">
                        <a:solidFill>
                          <a:srgbClr val="FF0000"/>
                        </a:solidFill>
                        <a:effectLst/>
                        <a:latin typeface="Calibri"/>
                      </a:endParaRPr>
                    </a:p>
                  </a:txBody>
                  <a:tcPr marL="9525" marR="9525" marT="9525" marB="9525"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altLang="zh-CN" sz="1050" b="1" kern="1200">
                          <a:solidFill>
                            <a:schemeClr val="tx1"/>
                          </a:solidFill>
                          <a:effectLst/>
                          <a:latin typeface="Calibri"/>
                          <a:ea typeface="DengXian"/>
                          <a:cs typeface="+mn-cs"/>
                        </a:rPr>
                        <a:t>  82</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a:buNone/>
                      </a:pPr>
                      <a:r>
                        <a:rPr lang="en-US" altLang="zh-CN" sz="1050" b="1" kern="1200">
                          <a:solidFill>
                            <a:schemeClr val="tx1"/>
                          </a:solidFill>
                          <a:effectLst/>
                          <a:latin typeface="Calibri"/>
                          <a:ea typeface="DengXian"/>
                          <a:cs typeface="+mn-cs"/>
                        </a:rPr>
                        <a:t>N</a:t>
                      </a:r>
                    </a:p>
                    <a:p>
                      <a:pPr algn="just"/>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53562716"/>
                  </a:ext>
                </a:extLst>
              </a:tr>
            </a:tbl>
          </a:graphicData>
        </a:graphic>
      </p:graphicFrame>
      <p:sp>
        <p:nvSpPr>
          <p:cNvPr id="9" name="标题 1">
            <a:extLst>
              <a:ext uri="{FF2B5EF4-FFF2-40B4-BE49-F238E27FC236}">
                <a16:creationId xmlns:a16="http://schemas.microsoft.com/office/drawing/2014/main" id="{C15F467C-B95E-924C-5286-0B3CC53B76D2}"/>
              </a:ext>
            </a:extLst>
          </p:cNvPr>
          <p:cNvSpPr txBox="1">
            <a:spLocks/>
          </p:cNvSpPr>
          <p:nvPr/>
        </p:nvSpPr>
        <p:spPr bwMode="gray">
          <a:xfrm>
            <a:off x="191441" y="56036"/>
            <a:ext cx="11921790"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000" b="1" i="0" u="none" strike="noStrike" kern="1200" cap="none" spc="0" normalizeH="0" baseline="0" noProof="0">
                <a:ln>
                  <a:noFill/>
                </a:ln>
                <a:solidFill>
                  <a:srgbClr val="08312A"/>
                </a:solidFill>
                <a:effectLst/>
                <a:uLnTx/>
                <a:uFillTx/>
                <a:latin typeface="Boehringer Forward Head"/>
                <a:ea typeface="+mj-ea"/>
                <a:cs typeface="+mj-cs"/>
              </a:rPr>
              <a:t>Leading PI information collection &amp; evaluation </a:t>
            </a:r>
            <a:r>
              <a:rPr kumimoji="0" lang="en-US" altLang="zh-CN" sz="2000" b="1" i="0" u="none" strike="noStrike" kern="1200" cap="none" spc="0" normalizeH="0" baseline="0" noProof="0">
                <a:ln>
                  <a:noFill/>
                </a:ln>
                <a:solidFill>
                  <a:srgbClr val="FF0000"/>
                </a:solidFill>
                <a:effectLst/>
                <a:uLnTx/>
                <a:uFillTx/>
                <a:latin typeface="Boehringer Forward Head"/>
                <a:ea typeface="+mj-ea"/>
                <a:cs typeface="+mj-cs"/>
              </a:rPr>
              <a:t>(only for internal reference)</a:t>
            </a:r>
            <a:endParaRPr kumimoji="0" lang="zh-CN" altLang="en-US" sz="2000" b="1" i="0" u="none" strike="noStrike" kern="1200" cap="none" spc="0" normalizeH="0" baseline="0" noProof="0">
              <a:ln>
                <a:noFill/>
              </a:ln>
              <a:solidFill>
                <a:srgbClr val="FF0000"/>
              </a:solidFill>
              <a:effectLst/>
              <a:uLnTx/>
              <a:uFillTx/>
              <a:latin typeface="Boehringer Forward Head"/>
              <a:ea typeface="+mj-ea"/>
              <a:cs typeface="+mj-cs"/>
            </a:endParaRPr>
          </a:p>
        </p:txBody>
      </p:sp>
    </p:spTree>
    <p:extLst>
      <p:ext uri="{BB962C8B-B14F-4D97-AF65-F5344CB8AC3E}">
        <p14:creationId xmlns:p14="http://schemas.microsoft.com/office/powerpoint/2010/main" val="3892708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ED1FA01B-385D-4E17-E46D-F3B58C34F1FE}"/>
            </a:ext>
          </a:extLst>
        </p:cNvPr>
        <p:cNvGrpSpPr/>
        <p:nvPr/>
      </p:nvGrpSpPr>
      <p:grpSpPr>
        <a:xfrm>
          <a:off x="0" y="0"/>
          <a:ext cx="0" cy="0"/>
          <a:chOff x="0" y="0"/>
          <a:chExt cx="0" cy="0"/>
        </a:xfrm>
      </p:grpSpPr>
      <p:sp>
        <p:nvSpPr>
          <p:cNvPr id="4" name="页脚占位符 3">
            <a:extLst>
              <a:ext uri="{FF2B5EF4-FFF2-40B4-BE49-F238E27FC236}">
                <a16:creationId xmlns:a16="http://schemas.microsoft.com/office/drawing/2014/main" id="{134A79BB-E169-A11F-3899-0CCFE5800240}"/>
              </a:ext>
            </a:extLst>
          </p:cNvPr>
          <p:cNvSpPr>
            <a:spLocks noGrp="1"/>
          </p:cNvSpPr>
          <p:nvPr>
            <p:ph type="ftr" sz="quarter" idx="10"/>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Presentation title    |    ONLY FOR INTERNAL USE</a:t>
            </a:r>
          </a:p>
        </p:txBody>
      </p:sp>
      <p:sp>
        <p:nvSpPr>
          <p:cNvPr id="5" name="灯片编号占位符 4">
            <a:extLst>
              <a:ext uri="{FF2B5EF4-FFF2-40B4-BE49-F238E27FC236}">
                <a16:creationId xmlns:a16="http://schemas.microsoft.com/office/drawing/2014/main" id="{6E0CE40F-20D7-5B9B-B109-6F781CA365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8" name="表格 7">
            <a:extLst>
              <a:ext uri="{FF2B5EF4-FFF2-40B4-BE49-F238E27FC236}">
                <a16:creationId xmlns:a16="http://schemas.microsoft.com/office/drawing/2014/main" id="{8DFE313A-8DC6-5366-F3C8-BE41B5FB0576}"/>
              </a:ext>
            </a:extLst>
          </p:cNvPr>
          <p:cNvGraphicFramePr>
            <a:graphicFrameLocks noGrp="1"/>
          </p:cNvGraphicFramePr>
          <p:nvPr/>
        </p:nvGraphicFramePr>
        <p:xfrm>
          <a:off x="144549" y="487718"/>
          <a:ext cx="11903662" cy="5882058"/>
        </p:xfrm>
        <a:graphic>
          <a:graphicData uri="http://schemas.openxmlformats.org/drawingml/2006/table">
            <a:tbl>
              <a:tblPr firstRow="1" firstCol="1" bandRow="1"/>
              <a:tblGrid>
                <a:gridCol w="548298">
                  <a:extLst>
                    <a:ext uri="{9D8B030D-6E8A-4147-A177-3AD203B41FA5}">
                      <a16:colId xmlns:a16="http://schemas.microsoft.com/office/drawing/2014/main" val="868577222"/>
                    </a:ext>
                  </a:extLst>
                </a:gridCol>
                <a:gridCol w="472612">
                  <a:extLst>
                    <a:ext uri="{9D8B030D-6E8A-4147-A177-3AD203B41FA5}">
                      <a16:colId xmlns:a16="http://schemas.microsoft.com/office/drawing/2014/main" val="4234612588"/>
                    </a:ext>
                  </a:extLst>
                </a:gridCol>
                <a:gridCol w="2373330">
                  <a:extLst>
                    <a:ext uri="{9D8B030D-6E8A-4147-A177-3AD203B41FA5}">
                      <a16:colId xmlns:a16="http://schemas.microsoft.com/office/drawing/2014/main" val="60693361"/>
                    </a:ext>
                  </a:extLst>
                </a:gridCol>
                <a:gridCol w="1411621">
                  <a:extLst>
                    <a:ext uri="{9D8B030D-6E8A-4147-A177-3AD203B41FA5}">
                      <a16:colId xmlns:a16="http://schemas.microsoft.com/office/drawing/2014/main" val="1076854139"/>
                    </a:ext>
                  </a:extLst>
                </a:gridCol>
                <a:gridCol w="2296633">
                  <a:extLst>
                    <a:ext uri="{9D8B030D-6E8A-4147-A177-3AD203B41FA5}">
                      <a16:colId xmlns:a16="http://schemas.microsoft.com/office/drawing/2014/main" val="2461820354"/>
                    </a:ext>
                  </a:extLst>
                </a:gridCol>
                <a:gridCol w="3370640">
                  <a:extLst>
                    <a:ext uri="{9D8B030D-6E8A-4147-A177-3AD203B41FA5}">
                      <a16:colId xmlns:a16="http://schemas.microsoft.com/office/drawing/2014/main" val="4294295192"/>
                    </a:ext>
                  </a:extLst>
                </a:gridCol>
                <a:gridCol w="452063">
                  <a:extLst>
                    <a:ext uri="{9D8B030D-6E8A-4147-A177-3AD203B41FA5}">
                      <a16:colId xmlns:a16="http://schemas.microsoft.com/office/drawing/2014/main" val="1262991592"/>
                    </a:ext>
                  </a:extLst>
                </a:gridCol>
                <a:gridCol w="978465">
                  <a:extLst>
                    <a:ext uri="{9D8B030D-6E8A-4147-A177-3AD203B41FA5}">
                      <a16:colId xmlns:a16="http://schemas.microsoft.com/office/drawing/2014/main" val="3779739731"/>
                    </a:ext>
                  </a:extLst>
                </a:gridCol>
              </a:tblGrid>
              <a:tr h="894768">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2426146">
                <a:tc>
                  <a:txBody>
                    <a:bodyPr/>
                    <a:lstStyle/>
                    <a:p>
                      <a:pPr marL="0" algn="just" defTabSz="914400" rtl="0" eaLnBrk="1" latinLnBrk="0" hangingPunct="1"/>
                      <a:r>
                        <a:rPr lang="zh-CN" altLang="en-US" sz="1200" b="1" kern="1200">
                          <a:solidFill>
                            <a:schemeClr val="tx1"/>
                          </a:solidFill>
                          <a:latin typeface="+mj-ea"/>
                          <a:ea typeface="+mj-ea"/>
                          <a:cs typeface="+mn-cs"/>
                        </a:rPr>
                        <a:t>毕艳</a:t>
                      </a:r>
                      <a:endParaRPr lang="en-US" altLang="zh-CN" sz="1200" b="1" kern="1200">
                        <a:solidFill>
                          <a:schemeClr val="tx1"/>
                        </a:solidFill>
                        <a:latin typeface="+mj-ea"/>
                        <a:ea typeface="+mj-ea"/>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algn="just" defTabSz="914400">
                        <a:buNone/>
                      </a:pPr>
                      <a:r>
                        <a:rPr lang="zh-CN" altLang="en-US" sz="1100" b="1" i="0" u="none" strike="noStrike" kern="1200">
                          <a:solidFill>
                            <a:srgbClr val="000000"/>
                          </a:solidFill>
                          <a:effectLst/>
                          <a:latin typeface="DengXian"/>
                          <a:ea typeface="DengXian"/>
                          <a:cs typeface="+mn-cs"/>
                        </a:rPr>
                        <a:t>南京鼓楼医院</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100" b="1" kern="1200">
                          <a:solidFill>
                            <a:schemeClr val="tx1"/>
                          </a:solidFill>
                          <a:effectLst/>
                          <a:latin typeface="Calibri"/>
                          <a:ea typeface="DengXian"/>
                          <a:cs typeface="+mn-cs"/>
                        </a:rPr>
                        <a:t>Grade: 11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100" b="1" kern="1200">
                        <a:solidFill>
                          <a:schemeClr val="tx1"/>
                        </a:solidFill>
                        <a:effectLst/>
                        <a:latin typeface="Calibri"/>
                        <a:ea typeface="DengXian"/>
                        <a:cs typeface="+mn-cs"/>
                      </a:endParaRPr>
                    </a:p>
                    <a:p>
                      <a:pPr marL="171450" indent="-171450" algn="l" defTabSz="914400" rtl="0" eaLnBrk="1" latinLnBrk="0" hangingPunct="1">
                        <a:lnSpc>
                          <a:spcPct val="120000"/>
                        </a:lnSpc>
                        <a:spcAft>
                          <a:spcPts val="300"/>
                        </a:spcAft>
                        <a:buFont typeface="Arial" panose="020B0604020202020204" pitchFamily="34" charset="0"/>
                        <a:buChar char="•"/>
                      </a:pPr>
                      <a:r>
                        <a:rPr lang="en-US" altLang="zh-CN" sz="1000" b="0" kern="1200">
                          <a:solidFill>
                            <a:schemeClr val="tx1"/>
                          </a:solidFill>
                          <a:effectLst/>
                          <a:latin typeface="+mn-lt"/>
                          <a:ea typeface="DengXian"/>
                          <a:cs typeface="+mn-cs"/>
                        </a:rPr>
                        <a:t>Focuses on clinical and basic research in diabetes and obesity, yielding numerous original findings.</a:t>
                      </a:r>
                    </a:p>
                    <a:p>
                      <a:pPr marL="171450" indent="-171450" algn="l" defTabSz="914400" rtl="0" eaLnBrk="1" latinLnBrk="0" hangingPunct="1">
                        <a:lnSpc>
                          <a:spcPct val="120000"/>
                        </a:lnSpc>
                        <a:spcAft>
                          <a:spcPts val="300"/>
                        </a:spcAft>
                        <a:buFont typeface="Arial" panose="020B0604020202020204" pitchFamily="34" charset="0"/>
                        <a:buChar char="•"/>
                      </a:pPr>
                      <a:r>
                        <a:rPr lang="en-US" altLang="zh-CN" sz="1000" b="0" kern="1200">
                          <a:solidFill>
                            <a:schemeClr val="tx1"/>
                          </a:solidFill>
                          <a:effectLst/>
                          <a:latin typeface="+mn-lt"/>
                          <a:ea typeface="DengXian"/>
                          <a:cs typeface="+mn-cs"/>
                        </a:rPr>
                        <a:t>Has published 65 SCI papers as first or corresponding author in journals such as the Journal of Hepatology, Diabetes Care, Nature Communications, and Diabetes. </a:t>
                      </a:r>
                    </a:p>
                    <a:p>
                      <a:pPr marL="171450" indent="-171450" algn="l" defTabSz="914400" rtl="0" eaLnBrk="1" latinLnBrk="0" hangingPunct="1">
                        <a:lnSpc>
                          <a:spcPct val="120000"/>
                        </a:lnSpc>
                        <a:spcAft>
                          <a:spcPts val="300"/>
                        </a:spcAft>
                        <a:buFont typeface="Arial" panose="020B0604020202020204" pitchFamily="34" charset="0"/>
                        <a:buChar char="•"/>
                      </a:pPr>
                      <a:r>
                        <a:rPr lang="en-US" altLang="zh-CN" sz="1000" b="0" kern="1200">
                          <a:solidFill>
                            <a:schemeClr val="tx1"/>
                          </a:solidFill>
                          <a:effectLst/>
                          <a:latin typeface="+mn-lt"/>
                          <a:ea typeface="DengXian"/>
                          <a:cs typeface="+mn-cs"/>
                        </a:rPr>
                        <a:t>Has undertaken one key project funded by the National Natural Science Foundation of China.</a:t>
                      </a:r>
                      <a:endParaRPr lang="zh-CN" altLang="zh-CN" sz="1000" b="0" kern="1200">
                        <a:solidFill>
                          <a:schemeClr val="tx1"/>
                        </a:solidFill>
                        <a:effectLst/>
                        <a:latin typeface="+mn-lt"/>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13</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 </a:t>
                      </a:r>
                    </a:p>
                    <a:p>
                      <a:pPr marL="171450" marR="0" lvl="0" indent="-171450" algn="l" defTabSz="914400" rtl="0" eaLnBrk="1" fontAlgn="auto" latinLnBrk="0" hangingPunct="1">
                        <a:lnSpc>
                          <a:spcPct val="120000"/>
                        </a:lnSpc>
                        <a:spcBef>
                          <a:spcPts val="0"/>
                        </a:spcBef>
                        <a:spcAft>
                          <a:spcPts val="300"/>
                        </a:spcAft>
                        <a:buClrTx/>
                        <a:buSzTx/>
                        <a:buFont typeface="Arial" panose="020B0604020202020204" pitchFamily="34" charset="0"/>
                        <a:buChar char="•"/>
                        <a:tabLst/>
                        <a:defRPr/>
                      </a:pPr>
                      <a:r>
                        <a:rPr lang="en-US" altLang="zh-CN" sz="1000" b="0" kern="1200">
                          <a:solidFill>
                            <a:schemeClr val="tx1"/>
                          </a:solidFill>
                          <a:effectLst/>
                          <a:latin typeface="+mn-lt"/>
                          <a:ea typeface="DengXian"/>
                          <a:cs typeface="+mn-cs"/>
                        </a:rPr>
                        <a:t>Member of the Chinese Diabetes Society</a:t>
                      </a:r>
                    </a:p>
                    <a:p>
                      <a:pPr marL="171450" marR="0" lvl="0" indent="-171450" algn="l" defTabSz="914400" rtl="0" eaLnBrk="1" fontAlgn="auto" latinLnBrk="0" hangingPunct="1">
                        <a:lnSpc>
                          <a:spcPct val="120000"/>
                        </a:lnSpc>
                        <a:spcBef>
                          <a:spcPts val="0"/>
                        </a:spcBef>
                        <a:spcAft>
                          <a:spcPts val="300"/>
                        </a:spcAft>
                        <a:buClrTx/>
                        <a:buSzTx/>
                        <a:buFont typeface="Arial" panose="020B0604020202020204" pitchFamily="34" charset="0"/>
                        <a:buChar char="•"/>
                        <a:tabLst/>
                        <a:defRPr/>
                      </a:pPr>
                      <a:r>
                        <a:rPr lang="en-US" altLang="zh-CN" sz="1000" b="0" kern="1200">
                          <a:solidFill>
                            <a:schemeClr val="tx1"/>
                          </a:solidFill>
                          <a:effectLst/>
                          <a:latin typeface="+mn-lt"/>
                          <a:ea typeface="DengXian"/>
                          <a:cs typeface="+mn-cs"/>
                        </a:rPr>
                        <a:t>Deputy Head of the Obesity and Diabetes Group of the Chinese Diabetes Society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a:t>
                      </a:r>
                      <a:r>
                        <a:rPr lang="zh-CN" altLang="en-US" sz="1050" b="1" kern="1200">
                          <a:solidFill>
                            <a:schemeClr val="tx1"/>
                          </a:solidFill>
                          <a:effectLst/>
                          <a:latin typeface="Calibri"/>
                          <a:ea typeface="DengXian"/>
                          <a:cs typeface="+mn-cs"/>
                        </a:rPr>
                        <a:t>中华医学会糖尿病学分会肥胖与糖尿病学组副组长</a:t>
                      </a:r>
                      <a:r>
                        <a:rPr lang="en-US" altLang="zh-CN" sz="1050" b="1" kern="1200">
                          <a:solidFill>
                            <a:schemeClr val="tx1"/>
                          </a:solidFill>
                          <a:effectLst/>
                          <a:latin typeface="Calibri"/>
                          <a:ea typeface="DengXian"/>
                          <a:cs typeface="+mn-cs"/>
                        </a:rPr>
                        <a:t>)</a:t>
                      </a:r>
                      <a:endParaRPr lang="zh-CN" altLang="en-US" sz="1050" b="1" kern="1200">
                        <a:solidFill>
                          <a:schemeClr val="tx1"/>
                        </a:solidFill>
                        <a:effectLst/>
                        <a:latin typeface="Calibri"/>
                        <a:ea typeface="DengXian"/>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lang="en-US" altLang="zh-CN" sz="1050" b="1" kern="1200">
                          <a:solidFill>
                            <a:schemeClr val="tx1"/>
                          </a:solidFill>
                          <a:effectLst/>
                          <a:latin typeface="Calibri"/>
                          <a:ea typeface="DengXian"/>
                          <a:cs typeface="+mn-cs"/>
                        </a:rPr>
                        <a:t>Grade: 22</a:t>
                      </a:r>
                    </a:p>
                    <a:p>
                      <a:pPr marL="0" marR="0" lvl="0" indent="0" algn="l">
                        <a:lnSpc>
                          <a:spcPct val="100000"/>
                        </a:lnSpc>
                        <a:spcBef>
                          <a:spcPts val="0"/>
                        </a:spcBef>
                        <a:spcAft>
                          <a:spcPts val="0"/>
                        </a:spcAft>
                        <a:buClrTx/>
                        <a:buSzTx/>
                        <a:buFont typeface="Arial"/>
                        <a:buNone/>
                      </a:pPr>
                      <a:endParaRPr lang="en-US" sz="1050" b="1" kern="1200" noProof="0">
                        <a:solidFill>
                          <a:schemeClr val="tx1"/>
                        </a:solidFill>
                        <a:effectLst/>
                        <a:latin typeface="Calibri"/>
                        <a:ea typeface="DengXian"/>
                        <a:cs typeface="+mn-cs"/>
                      </a:endParaRPr>
                    </a:p>
                    <a:p>
                      <a:pPr marL="171450" marR="0" lvl="0" indent="-171450" algn="l">
                        <a:lnSpc>
                          <a:spcPct val="100000"/>
                        </a:lnSpc>
                        <a:spcBef>
                          <a:spcPts val="0"/>
                        </a:spcBef>
                        <a:spcAft>
                          <a:spcPts val="0"/>
                        </a:spcAft>
                        <a:buClrTx/>
                        <a:buSzTx/>
                        <a:buFont typeface="Arial"/>
                        <a:buChar char="•"/>
                      </a:pPr>
                      <a:r>
                        <a:rPr lang="en-US" sz="1050" b="1" kern="1200" noProof="0">
                          <a:solidFill>
                            <a:schemeClr val="tx1"/>
                          </a:solidFill>
                          <a:effectLst/>
                          <a:highlight>
                            <a:srgbClr val="FFFF00"/>
                          </a:highlight>
                          <a:latin typeface="Calibri"/>
                          <a:ea typeface="DengXian"/>
                          <a:cs typeface="+mn-cs"/>
                        </a:rPr>
                        <a:t>Only lead one ph1/2 local PK study</a:t>
                      </a:r>
                      <a:r>
                        <a:rPr lang="zh-CN" altLang="en-US" sz="1050" b="1" kern="1200" noProof="0">
                          <a:solidFill>
                            <a:schemeClr val="tx1"/>
                          </a:solidFill>
                          <a:effectLst/>
                          <a:highlight>
                            <a:srgbClr val="FFFF00"/>
                          </a:highlight>
                          <a:latin typeface="Calibri"/>
                          <a:ea typeface="DengXian"/>
                          <a:cs typeface="+mn-cs"/>
                        </a:rPr>
                        <a:t>信达</a:t>
                      </a:r>
                      <a:r>
                        <a:rPr lang="en-US" altLang="zh-CN" sz="1050" b="1" kern="1200" noProof="0">
                          <a:solidFill>
                            <a:schemeClr val="tx1"/>
                          </a:solidFill>
                          <a:effectLst/>
                          <a:highlight>
                            <a:srgbClr val="FFFF00"/>
                          </a:highlight>
                          <a:latin typeface="Calibri"/>
                          <a:ea typeface="DengXian"/>
                          <a:cs typeface="+mn-cs"/>
                        </a:rPr>
                        <a:t>-</a:t>
                      </a:r>
                      <a:r>
                        <a:rPr lang="zh-CN" altLang="en-US" sz="1050" b="1" kern="1200" noProof="0">
                          <a:solidFill>
                            <a:schemeClr val="tx1"/>
                          </a:solidFill>
                          <a:effectLst/>
                          <a:highlight>
                            <a:srgbClr val="FFFF00"/>
                          </a:highlight>
                          <a:latin typeface="Calibri"/>
                          <a:ea typeface="DengXian"/>
                          <a:cs typeface="+mn-cs"/>
                        </a:rPr>
                        <a:t>玛仕度肽</a:t>
                      </a:r>
                      <a:r>
                        <a:rPr lang="en-US" altLang="zh-CN" sz="1050" b="1" kern="1200" noProof="0">
                          <a:solidFill>
                            <a:schemeClr val="tx1"/>
                          </a:solidFill>
                          <a:effectLst/>
                          <a:highlight>
                            <a:srgbClr val="FFFF00"/>
                          </a:highlight>
                          <a:latin typeface="Calibri"/>
                          <a:ea typeface="DengXian"/>
                          <a:cs typeface="+mn-cs"/>
                        </a:rPr>
                        <a:t>in 2025</a:t>
                      </a:r>
                      <a:endParaRPr lang="en-US" sz="1050" b="1" kern="1200" noProof="0">
                        <a:solidFill>
                          <a:schemeClr val="tx1"/>
                        </a:solidFill>
                        <a:effectLst/>
                        <a:highlight>
                          <a:srgbClr val="FFFF00"/>
                        </a:highligh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altLang="zh-CN" sz="1100" b="1" kern="1200">
                          <a:solidFill>
                            <a:schemeClr val="tx1"/>
                          </a:solidFill>
                          <a:effectLst/>
                          <a:latin typeface="Calibri"/>
                          <a:ea typeface="DengXian"/>
                          <a:cs typeface="+mn-cs"/>
                        </a:rPr>
                        <a:t>Grade: 31</a:t>
                      </a:r>
                    </a:p>
                    <a:p>
                      <a:pPr marL="0" lvl="0" indent="0">
                        <a:buFont typeface="+mj-lt"/>
                        <a:buNone/>
                      </a:pPr>
                      <a:endPar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endParaRPr>
                    </a:p>
                    <a:p>
                      <a:pPr marL="228600" lvl="0" indent="-228600">
                        <a:buFont typeface="+mj-lt"/>
                        <a:buAutoNum type="arabicPeriod"/>
                      </a:pPr>
                      <a:r>
                        <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rPr>
                        <a:t>GCP set up and review, </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from document submission to approval, it will always take 10 working days. </a:t>
                      </a:r>
                      <a:endParaRPr lang="zh-CN" altLang="zh-CN" sz="1100" kern="1200">
                        <a:solidFill>
                          <a:schemeClr val="tx1"/>
                        </a:solidFill>
                        <a:effectLst/>
                        <a:latin typeface="Calibri" panose="020F0502020204030204" pitchFamily="34" charset="0"/>
                        <a:ea typeface="+mn-ea"/>
                        <a:cs typeface="Calibri" panose="020F0502020204030204" pitchFamily="34" charset="0"/>
                      </a:endParaRPr>
                    </a:p>
                    <a:p>
                      <a:pPr marL="228600" lvl="0" indent="-228600">
                        <a:buFont typeface="+mj-lt"/>
                        <a:buAutoNum type="arabicPeriod"/>
                      </a:pPr>
                      <a:r>
                        <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rPr>
                        <a:t>EC </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requires CTA acceptance number to initiate the EC submission and EC meeting is held every Tuesday then there are 3-4 meeting times each month but the successful rate of one -time approval is 84% and </a:t>
                      </a:r>
                      <a:r>
                        <a:rPr lang="en-US" altLang="zh-CN" sz="1100" b="1"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always need 2</a:t>
                      </a:r>
                      <a:r>
                        <a:rPr lang="en-US" altLang="zh-CN" sz="1100" b="1" kern="1200" baseline="30000">
                          <a:solidFill>
                            <a:schemeClr val="tx1"/>
                          </a:solidFill>
                          <a:effectLst/>
                          <a:latin typeface="Calibri" panose="020F0502020204030204" pitchFamily="34" charset="0"/>
                          <a:ea typeface="Calibri" panose="020F0502020204030204" pitchFamily="34" charset="0"/>
                          <a:cs typeface="Calibri" panose="020F0502020204030204" pitchFamily="34" charset="0"/>
                        </a:rPr>
                        <a:t>nd</a:t>
                      </a:r>
                      <a:r>
                        <a:rPr lang="en-US" altLang="zh-CN" sz="1100" b="1"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 review. </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Best case for the EC review and approval is 10 working days and base case for EC approval is 30 calendar days. </a:t>
                      </a:r>
                      <a:endParaRPr lang="zh-CN" altLang="zh-CN" sz="1100" kern="1200">
                        <a:solidFill>
                          <a:schemeClr val="tx1"/>
                        </a:solidFill>
                        <a:effectLst/>
                        <a:latin typeface="Calibri" panose="020F0502020204030204" pitchFamily="34" charset="0"/>
                        <a:ea typeface="+mn-ea"/>
                        <a:cs typeface="Calibri" panose="020F0502020204030204" pitchFamily="34" charset="0"/>
                      </a:endParaRPr>
                    </a:p>
                    <a:p>
                      <a:pPr marL="228600" lvl="0" indent="-228600">
                        <a:buFont typeface="+mj-lt"/>
                        <a:buAutoNum type="arabicPeriod"/>
                      </a:pPr>
                      <a:r>
                        <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rPr>
                        <a:t>HGRAC</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 application can be submitted after GCP approval and will take at least 7 working days to get the stamped form.  </a:t>
                      </a:r>
                      <a:endParaRPr lang="zh-CN" altLang="zh-CN" sz="1100" kern="1200">
                        <a:solidFill>
                          <a:schemeClr val="tx1"/>
                        </a:solidFill>
                        <a:effectLst/>
                        <a:latin typeface="Calibri" panose="020F0502020204030204" pitchFamily="34" charset="0"/>
                        <a:ea typeface="+mn-ea"/>
                        <a:cs typeface="Calibri" panose="020F0502020204030204" pitchFamily="34" charset="0"/>
                      </a:endParaRPr>
                    </a:p>
                    <a:p>
                      <a:pPr marL="228600" lvl="0" indent="-228600">
                        <a:buFont typeface="+mj-lt"/>
                        <a:buAutoNum type="arabicPeriod"/>
                      </a:pPr>
                      <a:r>
                        <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rPr>
                        <a:t>Contract. </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Site contract review can be initiated after EC approval, which always takes 10 working days, but site is used to raise comments for investigator fee. Contract signing always takes 20 working days. Depends on the availability of hospital director (maybe the process can be accelerated since Yan Bi performed as one of the hospital director needs to sign the contract) </a:t>
                      </a:r>
                      <a:endParaRPr lang="zh-CN" altLang="zh-CN" sz="1100" kern="1200">
                        <a:solidFill>
                          <a:schemeClr val="tx1"/>
                        </a:solidFill>
                        <a:effectLst/>
                        <a:latin typeface="Calibri" panose="020F0502020204030204" pitchFamily="34" charset="0"/>
                        <a:ea typeface="+mn-ea"/>
                        <a:cs typeface="Calibri" panose="020F0502020204030204" pitchFamily="34" charset="0"/>
                      </a:endParaRPr>
                    </a:p>
                    <a:p>
                      <a:pPr marL="228600" lvl="0" indent="-228600">
                        <a:buFont typeface="+mj-lt"/>
                        <a:buAutoNum type="arabicPeriod"/>
                      </a:pPr>
                      <a:r>
                        <a:rPr lang="en-US" altLang="zh-CN" sz="1100" b="1" kern="1200">
                          <a:solidFill>
                            <a:srgbClr val="FF0000"/>
                          </a:solidFill>
                          <a:effectLst/>
                          <a:latin typeface="Calibri" panose="020F0502020204030204" pitchFamily="34" charset="0"/>
                          <a:ea typeface="Calibri" panose="020F0502020204030204" pitchFamily="34" charset="0"/>
                          <a:cs typeface="Calibri" panose="020F0502020204030204" pitchFamily="34" charset="0"/>
                        </a:rPr>
                        <a:t>SIV preparation</a:t>
                      </a:r>
                      <a:r>
                        <a:rPr lang="zh-CN" altLang="zh-CN" sz="1100" kern="1200">
                          <a:solidFill>
                            <a:schemeClr val="tx1"/>
                          </a:solidFill>
                          <a:effectLst/>
                          <a:latin typeface="Calibri" panose="020F0502020204030204" pitchFamily="34" charset="0"/>
                          <a:ea typeface="+mn-ea"/>
                          <a:cs typeface="Calibri" panose="020F0502020204030204" pitchFamily="34" charset="0"/>
                        </a:rPr>
                        <a:t>，</a:t>
                      </a:r>
                      <a:r>
                        <a:rPr lang="en-US" altLang="zh-CN" sz="1100"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GCP QC should be done prior to SIV, always take 1 week. </a:t>
                      </a:r>
                      <a:endParaRPr lang="zh-CN" altLang="zh-CN" sz="1100" kern="1200">
                        <a:solidFill>
                          <a:schemeClr val="tx1"/>
                        </a:solidFill>
                        <a:effectLst/>
                        <a:latin typeface="Calibri" panose="020F0502020204030204" pitchFamily="34" charset="0"/>
                        <a:ea typeface="+mn-ea"/>
                        <a:cs typeface="Calibri" panose="020F0502020204030204" pitchFamily="34" charset="0"/>
                      </a:endParaRPr>
                    </a:p>
                    <a:p>
                      <a:r>
                        <a:rPr lang="en-US" altLang="zh-CN" sz="1100" b="1"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Generally, best case for SSU completion will take 74 days(2.5 months), including GCP +EC + CTA= 7+15+45+7</a:t>
                      </a:r>
                      <a:r>
                        <a:rPr lang="zh-CN" altLang="zh-CN" sz="1100" b="1" kern="1200">
                          <a:solidFill>
                            <a:schemeClr val="tx1"/>
                          </a:solidFill>
                          <a:effectLst/>
                          <a:latin typeface="Calibri" panose="020F0502020204030204" pitchFamily="34" charset="0"/>
                          <a:ea typeface="+mn-ea"/>
                          <a:cs typeface="Calibri" panose="020F0502020204030204" pitchFamily="34" charset="0"/>
                        </a:rPr>
                        <a:t>，</a:t>
                      </a:r>
                      <a:r>
                        <a:rPr lang="en-US" altLang="zh-CN" sz="1100" b="1"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base case will take 96 days(3.2months) including GCP +EC + CTA =14+30+45+7.</a:t>
                      </a:r>
                      <a:endParaRPr lang="zh-CN" altLang="zh-CN" sz="1100" b="1" kern="1200">
                        <a:solidFill>
                          <a:schemeClr val="tx1"/>
                        </a:solidFill>
                        <a:effectLst/>
                        <a:latin typeface="Calibri" panose="020F0502020204030204" pitchFamily="34" charset="0"/>
                        <a:ea typeface="+mn-ea"/>
                        <a:cs typeface="Calibri" panose="020F0502020204030204" pitchFamily="34" charset="0"/>
                      </a:endParaRPr>
                    </a:p>
                    <a:p>
                      <a:pPr marL="0" marR="0" lvl="0" indent="0" algn="just">
                        <a:lnSpc>
                          <a:spcPct val="100000"/>
                        </a:lnSpc>
                        <a:spcBef>
                          <a:spcPts val="0"/>
                        </a:spcBef>
                        <a:spcAft>
                          <a:spcPts val="0"/>
                        </a:spcAft>
                        <a:buNone/>
                      </a:pPr>
                      <a:endParaRPr lang="en-US">
                        <a:solidFill>
                          <a:srgbClr val="FF0000"/>
                        </a:solidFill>
                        <a:highlight>
                          <a:srgbClr val="FFFF00"/>
                        </a:highlight>
                      </a:endParaRPr>
                    </a:p>
                  </a:txBody>
                  <a:tcPr marL="9525" marR="9525" marT="9525" marB="9525"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a:ea typeface="DengXian"/>
                          <a:cs typeface="+mn-cs"/>
                        </a:rPr>
                        <a:t>76</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panose="020F0502020204030204" pitchFamily="34" charset="0"/>
                          <a:ea typeface="DengXian" panose="02010600030101010101" pitchFamily="2" charset="-122"/>
                          <a:cs typeface="+mn-cs"/>
                        </a:rPr>
                        <a:t>N</a:t>
                      </a:r>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53562716"/>
                  </a:ext>
                </a:extLst>
              </a:tr>
            </a:tbl>
          </a:graphicData>
        </a:graphic>
      </p:graphicFrame>
      <p:sp>
        <p:nvSpPr>
          <p:cNvPr id="7" name="标题 1">
            <a:extLst>
              <a:ext uri="{FF2B5EF4-FFF2-40B4-BE49-F238E27FC236}">
                <a16:creationId xmlns:a16="http://schemas.microsoft.com/office/drawing/2014/main" id="{28569894-98A9-FA96-5371-FC96E67939EC}"/>
              </a:ext>
            </a:extLst>
          </p:cNvPr>
          <p:cNvSpPr txBox="1">
            <a:spLocks/>
          </p:cNvSpPr>
          <p:nvPr/>
        </p:nvSpPr>
        <p:spPr bwMode="gray">
          <a:xfrm>
            <a:off x="191441" y="56036"/>
            <a:ext cx="11921790"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000" b="1" i="0" u="none" strike="noStrike" kern="1200" cap="none" spc="0" normalizeH="0" baseline="0" noProof="0">
                <a:ln>
                  <a:noFill/>
                </a:ln>
                <a:solidFill>
                  <a:srgbClr val="08312A"/>
                </a:solidFill>
                <a:effectLst/>
                <a:uLnTx/>
                <a:uFillTx/>
                <a:latin typeface="Boehringer Forward Head"/>
                <a:ea typeface="+mj-ea"/>
                <a:cs typeface="+mj-cs"/>
              </a:rPr>
              <a:t>Leading PI information collection &amp; evaluation </a:t>
            </a:r>
            <a:r>
              <a:rPr kumimoji="0" lang="en-US" altLang="zh-CN" sz="2000" b="1" i="0" u="none" strike="noStrike" kern="1200" cap="none" spc="0" normalizeH="0" baseline="0" noProof="0">
                <a:ln>
                  <a:noFill/>
                </a:ln>
                <a:solidFill>
                  <a:srgbClr val="FF0000"/>
                </a:solidFill>
                <a:effectLst/>
                <a:uLnTx/>
                <a:uFillTx/>
                <a:latin typeface="Boehringer Forward Head"/>
                <a:ea typeface="+mj-ea"/>
                <a:cs typeface="+mj-cs"/>
              </a:rPr>
              <a:t>(only for internal reference)</a:t>
            </a:r>
            <a:endParaRPr kumimoji="0" lang="zh-CN" altLang="en-US" sz="2000" b="1" i="0" u="none" strike="noStrike" kern="1200" cap="none" spc="0" normalizeH="0" baseline="0" noProof="0">
              <a:ln>
                <a:noFill/>
              </a:ln>
              <a:solidFill>
                <a:srgbClr val="FF0000"/>
              </a:solidFill>
              <a:effectLst/>
              <a:uLnTx/>
              <a:uFillTx/>
              <a:latin typeface="Boehringer Forward Head"/>
              <a:ea typeface="+mj-ea"/>
              <a:cs typeface="+mj-cs"/>
            </a:endParaRPr>
          </a:p>
        </p:txBody>
      </p:sp>
    </p:spTree>
    <p:extLst>
      <p:ext uri="{BB962C8B-B14F-4D97-AF65-F5344CB8AC3E}">
        <p14:creationId xmlns:p14="http://schemas.microsoft.com/office/powerpoint/2010/main" val="107777716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页脚占位符 3">
            <a:extLst>
              <a:ext uri="{FF2B5EF4-FFF2-40B4-BE49-F238E27FC236}">
                <a16:creationId xmlns:a16="http://schemas.microsoft.com/office/drawing/2014/main" id="{D8DC0767-468B-7755-FF12-FF562B438398}"/>
              </a:ext>
            </a:extLst>
          </p:cNvPr>
          <p:cNvSpPr>
            <a:spLocks noGrp="1"/>
          </p:cNvSpPr>
          <p:nvPr>
            <p:ph type="ftr" sz="quarter" idx="10"/>
          </p:nvPr>
        </p:nvSpPr>
        <p:spPr/>
        <p:txBody>
          <a:bodyPr/>
          <a:lstStyle/>
          <a:p>
            <a:r>
              <a:rPr lang="en-US"/>
              <a:t>Presentation title    |    ONLY FOR INTERNAL USE</a:t>
            </a:r>
          </a:p>
        </p:txBody>
      </p:sp>
      <p:sp>
        <p:nvSpPr>
          <p:cNvPr id="5" name="灯片编号占位符 4">
            <a:extLst>
              <a:ext uri="{FF2B5EF4-FFF2-40B4-BE49-F238E27FC236}">
                <a16:creationId xmlns:a16="http://schemas.microsoft.com/office/drawing/2014/main" id="{703C6877-C404-A7E7-1A86-0BC3D9738C6F}"/>
              </a:ext>
            </a:extLst>
          </p:cNvPr>
          <p:cNvSpPr>
            <a:spLocks noGrp="1"/>
          </p:cNvSpPr>
          <p:nvPr>
            <p:ph type="sldNum" sz="quarter" idx="11"/>
          </p:nvPr>
        </p:nvSpPr>
        <p:spPr/>
        <p:txBody>
          <a:bodyPr/>
          <a:lstStyle/>
          <a:p>
            <a:fld id="{8FF9B0DE-3FEB-4AA0-B465-B80EF7C1333D}" type="slidenum">
              <a:rPr lang="en-US" smtClean="0"/>
              <a:pPr/>
              <a:t>92</a:t>
            </a:fld>
            <a:endParaRPr lang="en-US"/>
          </a:p>
        </p:txBody>
      </p:sp>
      <p:graphicFrame>
        <p:nvGraphicFramePr>
          <p:cNvPr id="8" name="表格 7">
            <a:extLst>
              <a:ext uri="{FF2B5EF4-FFF2-40B4-BE49-F238E27FC236}">
                <a16:creationId xmlns:a16="http://schemas.microsoft.com/office/drawing/2014/main" id="{CBD65046-B65F-E5D7-63B8-BAEFBE759746}"/>
              </a:ext>
            </a:extLst>
          </p:cNvPr>
          <p:cNvGraphicFramePr>
            <a:graphicFrameLocks noGrp="1"/>
          </p:cNvGraphicFramePr>
          <p:nvPr/>
        </p:nvGraphicFramePr>
        <p:xfrm>
          <a:off x="132826" y="862857"/>
          <a:ext cx="11921790" cy="4383503"/>
        </p:xfrm>
        <a:graphic>
          <a:graphicData uri="http://schemas.openxmlformats.org/drawingml/2006/table">
            <a:tbl>
              <a:tblPr firstRow="1" firstCol="1" bandRow="1"/>
              <a:tblGrid>
                <a:gridCol w="549133">
                  <a:extLst>
                    <a:ext uri="{9D8B030D-6E8A-4147-A177-3AD203B41FA5}">
                      <a16:colId xmlns:a16="http://schemas.microsoft.com/office/drawing/2014/main" val="868577222"/>
                    </a:ext>
                  </a:extLst>
                </a:gridCol>
                <a:gridCol w="473332">
                  <a:extLst>
                    <a:ext uri="{9D8B030D-6E8A-4147-A177-3AD203B41FA5}">
                      <a16:colId xmlns:a16="http://schemas.microsoft.com/office/drawing/2014/main" val="4234612588"/>
                    </a:ext>
                  </a:extLst>
                </a:gridCol>
                <a:gridCol w="2009014">
                  <a:extLst>
                    <a:ext uri="{9D8B030D-6E8A-4147-A177-3AD203B41FA5}">
                      <a16:colId xmlns:a16="http://schemas.microsoft.com/office/drawing/2014/main" val="60693361"/>
                    </a:ext>
                  </a:extLst>
                </a:gridCol>
                <a:gridCol w="1833712">
                  <a:extLst>
                    <a:ext uri="{9D8B030D-6E8A-4147-A177-3AD203B41FA5}">
                      <a16:colId xmlns:a16="http://schemas.microsoft.com/office/drawing/2014/main" val="1076854139"/>
                    </a:ext>
                  </a:extLst>
                </a:gridCol>
                <a:gridCol w="2248120">
                  <a:extLst>
                    <a:ext uri="{9D8B030D-6E8A-4147-A177-3AD203B41FA5}">
                      <a16:colId xmlns:a16="http://schemas.microsoft.com/office/drawing/2014/main" val="2461820354"/>
                    </a:ext>
                  </a:extLst>
                </a:gridCol>
                <a:gridCol w="3375773">
                  <a:extLst>
                    <a:ext uri="{9D8B030D-6E8A-4147-A177-3AD203B41FA5}">
                      <a16:colId xmlns:a16="http://schemas.microsoft.com/office/drawing/2014/main" val="4294295192"/>
                    </a:ext>
                  </a:extLst>
                </a:gridCol>
                <a:gridCol w="452751">
                  <a:extLst>
                    <a:ext uri="{9D8B030D-6E8A-4147-A177-3AD203B41FA5}">
                      <a16:colId xmlns:a16="http://schemas.microsoft.com/office/drawing/2014/main" val="1262991592"/>
                    </a:ext>
                  </a:extLst>
                </a:gridCol>
                <a:gridCol w="979955">
                  <a:extLst>
                    <a:ext uri="{9D8B030D-6E8A-4147-A177-3AD203B41FA5}">
                      <a16:colId xmlns:a16="http://schemas.microsoft.com/office/drawing/2014/main" val="3779739731"/>
                    </a:ext>
                  </a:extLst>
                </a:gridCol>
              </a:tblGrid>
              <a:tr h="557772">
                <a:tc>
                  <a:txBody>
                    <a:bodyPr/>
                    <a:lstStyle/>
                    <a:p>
                      <a:pPr algn="just"/>
                      <a:r>
                        <a:rPr lang="en-US" sz="1050" b="1">
                          <a:solidFill>
                            <a:srgbClr val="000000"/>
                          </a:solidFill>
                          <a:effectLst/>
                          <a:latin typeface="Calibri"/>
                          <a:ea typeface="DengXian"/>
                          <a:cs typeface="+mn-cs"/>
                        </a:rPr>
                        <a:t>Potential investigator name**</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Hospital/</a:t>
                      </a:r>
                      <a:endParaRPr lang="zh-CN" sz="1050" b="1">
                        <a:effectLst/>
                        <a:latin typeface="Calibri"/>
                        <a:ea typeface="DengXian"/>
                        <a:cs typeface="+mn-cs"/>
                      </a:endParaRPr>
                    </a:p>
                    <a:p>
                      <a:pPr algn="just"/>
                      <a:r>
                        <a:rPr lang="en-US" sz="1050" b="1">
                          <a:solidFill>
                            <a:srgbClr val="000000"/>
                          </a:solidFill>
                          <a:effectLst/>
                          <a:latin typeface="Calibri"/>
                          <a:ea typeface="DengXian"/>
                          <a:cs typeface="+mn-cs"/>
                        </a:rPr>
                        <a:t>department</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l"/>
                      <a:r>
                        <a:rPr lang="en-US" sz="1050" b="1">
                          <a:solidFill>
                            <a:srgbClr val="000000"/>
                          </a:solidFill>
                          <a:effectLst/>
                          <a:latin typeface="Calibri"/>
                          <a:ea typeface="DengXian"/>
                          <a:cs typeface="+mn-cs"/>
                        </a:rPr>
                        <a:t>Academic experience, especially in clinical studies(weight 15%**)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l"/>
                      <a:r>
                        <a:rPr lang="en-US" sz="1050" b="1">
                          <a:solidFill>
                            <a:srgbClr val="000000"/>
                          </a:solidFill>
                          <a:effectLst/>
                          <a:latin typeface="Calibri"/>
                          <a:ea typeface="DengXian"/>
                          <a:cs typeface="+mn-cs"/>
                        </a:rPr>
                        <a:t>Impact in Therapeutic Area (weight 20%**)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PI  feasibility(weight 30%**)</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algn="just"/>
                      <a:r>
                        <a:rPr lang="en-US" sz="1050" b="1">
                          <a:solidFill>
                            <a:srgbClr val="000000"/>
                          </a:solidFill>
                          <a:effectLst/>
                          <a:latin typeface="Calibri"/>
                          <a:ea typeface="DengXian"/>
                          <a:cs typeface="+mn-cs"/>
                        </a:rPr>
                        <a:t>Leading site start up timeline feasibility(weight 35%**)</a:t>
                      </a:r>
                      <a:endParaRPr lang="zh-CN" sz="1050" b="1">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 Total Grade</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tc>
                  <a:txBody>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lang="en-US" altLang="zh-CN" sz="1050" b="1" i="0" u="none" strike="noStrike">
                          <a:solidFill>
                            <a:srgbClr val="000000"/>
                          </a:solidFill>
                          <a:effectLst/>
                          <a:latin typeface="Arial"/>
                        </a:rPr>
                        <a:t>Finial proposal for leading PI selection (Y/N)</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4242740676"/>
                  </a:ext>
                </a:extLst>
              </a:tr>
              <a:tr h="2240618">
                <a:tc>
                  <a:txBody>
                    <a:bodyPr/>
                    <a:lstStyle/>
                    <a:p>
                      <a:pPr marL="0" algn="just" defTabSz="914400" rtl="0" eaLnBrk="1" latinLnBrk="0" hangingPunct="1"/>
                      <a:r>
                        <a:rPr lang="en-US" altLang="zh-CN" sz="1200" b="1" kern="1200">
                          <a:solidFill>
                            <a:schemeClr val="tx1"/>
                          </a:solidFill>
                          <a:latin typeface="+mj-ea"/>
                          <a:ea typeface="+mj-ea"/>
                          <a:cs typeface="+mn-cs"/>
                        </a:rPr>
                        <a:t>刘 铭</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algn="just" defTabSz="914400">
                        <a:buNone/>
                      </a:pPr>
                      <a:r>
                        <a:rPr lang="zh-CN" altLang="en-US" sz="1100" b="0" i="0" u="none" strike="noStrike" kern="1200" noProof="0">
                          <a:solidFill>
                            <a:srgbClr val="000000"/>
                          </a:solidFill>
                          <a:effectLst/>
                          <a:latin typeface="DengXian"/>
                          <a:ea typeface="DengXian"/>
                        </a:rPr>
                        <a:t>天津医科大学总医院/内分泌科</a:t>
                      </a:r>
                      <a:endParaRPr lang="zh-CN" altLang="en-US"/>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12</a:t>
                      </a: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Former Associate Professor of Division of Metabolism, Endocrinology and Diabetes, University of Michigan, US</a:t>
                      </a:r>
                    </a:p>
                    <a:p>
                      <a:pPr marL="171450" indent="-171450" algn="l">
                        <a:buFont typeface="Arial" panose="020B0604020202020204" pitchFamily="34" charset="0"/>
                        <a:buChar char="•"/>
                      </a:pPr>
                      <a:r>
                        <a:rPr lang="en-US" altLang="zh-CN" sz="1050" b="1" kern="1200">
                          <a:solidFill>
                            <a:schemeClr val="tx1"/>
                          </a:solidFill>
                          <a:effectLst/>
                          <a:highlight>
                            <a:srgbClr val="FFFF00"/>
                          </a:highlight>
                          <a:latin typeface="Calibri"/>
                          <a:ea typeface="DengXian"/>
                          <a:cs typeface="+mn-cs"/>
                        </a:rPr>
                        <a:t>Leading PI of 19 clinical trials, all sponsored by local companies.</a:t>
                      </a:r>
                    </a:p>
                    <a:p>
                      <a:pPr marL="171450" indent="-171450" algn="l">
                        <a:buFont typeface="Arial" panose="020B0604020202020204" pitchFamily="34" charset="0"/>
                        <a:buChar char="•"/>
                      </a:pPr>
                      <a:r>
                        <a:rPr lang="en-US" altLang="zh-CN" sz="1050" b="1" kern="1200">
                          <a:solidFill>
                            <a:schemeClr val="tx1"/>
                          </a:solidFill>
                          <a:effectLst/>
                          <a:highlight>
                            <a:srgbClr val="FFFF00"/>
                          </a:highlight>
                          <a:latin typeface="Calibri"/>
                          <a:ea typeface="DengXian"/>
                          <a:cs typeface="+mn-cs"/>
                        </a:rPr>
                        <a:t>PI of obesity trials including </a:t>
                      </a:r>
                      <a:r>
                        <a:rPr lang="en-US" altLang="zh-CN" sz="1050" b="1" kern="1200" err="1">
                          <a:solidFill>
                            <a:schemeClr val="tx1"/>
                          </a:solidFill>
                          <a:effectLst/>
                          <a:highlight>
                            <a:srgbClr val="FFFF00"/>
                          </a:highlight>
                          <a:latin typeface="Calibri"/>
                          <a:ea typeface="DengXian"/>
                          <a:cs typeface="+mn-cs"/>
                        </a:rPr>
                        <a:t>tirzepatide</a:t>
                      </a:r>
                      <a:r>
                        <a:rPr lang="en-US" altLang="zh-CN" sz="1050" b="1" kern="1200">
                          <a:solidFill>
                            <a:schemeClr val="tx1"/>
                          </a:solidFill>
                          <a:effectLst/>
                          <a:highlight>
                            <a:srgbClr val="FFFF00"/>
                          </a:highlight>
                          <a:latin typeface="Calibri"/>
                          <a:ea typeface="DengXian"/>
                          <a:cs typeface="+mn-cs"/>
                        </a:rPr>
                        <a:t>/Lily, </a:t>
                      </a:r>
                      <a:r>
                        <a:rPr lang="en-US" altLang="zh-CN" sz="1050" b="1" kern="1200" err="1">
                          <a:solidFill>
                            <a:schemeClr val="tx1"/>
                          </a:solidFill>
                          <a:effectLst/>
                          <a:highlight>
                            <a:srgbClr val="FFFF00"/>
                          </a:highlight>
                          <a:latin typeface="Calibri"/>
                          <a:ea typeface="DengXian"/>
                          <a:cs typeface="+mn-cs"/>
                        </a:rPr>
                        <a:t>CagriSema</a:t>
                      </a:r>
                      <a:r>
                        <a:rPr lang="en-US" altLang="zh-CN" sz="1050" b="1" kern="1200">
                          <a:solidFill>
                            <a:schemeClr val="tx1"/>
                          </a:solidFill>
                          <a:effectLst/>
                          <a:highlight>
                            <a:srgbClr val="FFFF00"/>
                          </a:highlight>
                          <a:latin typeface="Calibri"/>
                          <a:ea typeface="DengXian"/>
                          <a:cs typeface="+mn-cs"/>
                        </a:rPr>
                        <a:t> /Novo Nordisk, </a:t>
                      </a:r>
                      <a:r>
                        <a:rPr lang="en-US" altLang="zh-CN" sz="1050" b="1" kern="1200" err="1">
                          <a:solidFill>
                            <a:schemeClr val="tx1"/>
                          </a:solidFill>
                          <a:effectLst/>
                          <a:highlight>
                            <a:srgbClr val="FFFF00"/>
                          </a:highlight>
                          <a:latin typeface="Calibri"/>
                          <a:ea typeface="DengXian"/>
                          <a:cs typeface="+mn-cs"/>
                        </a:rPr>
                        <a:t>Orforglipron</a:t>
                      </a:r>
                      <a:r>
                        <a:rPr lang="en-US" altLang="zh-CN" sz="1050" b="1" kern="1200">
                          <a:solidFill>
                            <a:schemeClr val="tx1"/>
                          </a:solidFill>
                          <a:effectLst/>
                          <a:highlight>
                            <a:srgbClr val="FFFF00"/>
                          </a:highlight>
                          <a:latin typeface="Calibri"/>
                          <a:ea typeface="DengXian"/>
                          <a:cs typeface="+mn-cs"/>
                        </a:rPr>
                        <a:t>/Lily, AZD5004/AZ, </a:t>
                      </a:r>
                      <a:r>
                        <a:rPr lang="en-US" altLang="zh-CN" sz="1050" b="1" kern="1200" err="1">
                          <a:solidFill>
                            <a:schemeClr val="tx1"/>
                          </a:solidFill>
                          <a:effectLst/>
                          <a:highlight>
                            <a:srgbClr val="FFFF00"/>
                          </a:highlight>
                          <a:latin typeface="Calibri"/>
                          <a:ea typeface="DengXian"/>
                          <a:cs typeface="+mn-cs"/>
                        </a:rPr>
                        <a:t>mazdutide</a:t>
                      </a:r>
                      <a:r>
                        <a:rPr lang="en-US" altLang="zh-CN" sz="1050" b="1" kern="1200">
                          <a:solidFill>
                            <a:schemeClr val="tx1"/>
                          </a:solidFill>
                          <a:effectLst/>
                          <a:highlight>
                            <a:srgbClr val="FFFF00"/>
                          </a:highlight>
                          <a:latin typeface="Calibri"/>
                          <a:ea typeface="DengXian"/>
                          <a:cs typeface="+mn-cs"/>
                        </a:rPr>
                        <a:t>/</a:t>
                      </a:r>
                      <a:r>
                        <a:rPr lang="en-US" altLang="zh-CN" sz="1050" b="1" kern="1200" err="1">
                          <a:solidFill>
                            <a:schemeClr val="tx1"/>
                          </a:solidFill>
                          <a:effectLst/>
                          <a:highlight>
                            <a:srgbClr val="FFFF00"/>
                          </a:highlight>
                          <a:latin typeface="Calibri"/>
                          <a:ea typeface="DengXian"/>
                          <a:cs typeface="+mn-cs"/>
                        </a:rPr>
                        <a:t>Innovent</a:t>
                      </a:r>
                      <a:r>
                        <a:rPr lang="en-US" altLang="zh-CN" sz="1050" b="1" kern="1200">
                          <a:solidFill>
                            <a:schemeClr val="tx1"/>
                          </a:solidFill>
                          <a:effectLst/>
                          <a:highlight>
                            <a:srgbClr val="FFFF00"/>
                          </a:highlight>
                          <a:latin typeface="Calibri"/>
                          <a:ea typeface="DengXian"/>
                          <a:cs typeface="+mn-cs"/>
                        </a:rPr>
                        <a:t>, </a:t>
                      </a:r>
                      <a:r>
                        <a:rPr lang="en-US" altLang="zh-CN" sz="1050" b="1" kern="1200" err="1">
                          <a:solidFill>
                            <a:schemeClr val="tx1"/>
                          </a:solidFill>
                          <a:effectLst/>
                          <a:highlight>
                            <a:srgbClr val="FFFF00"/>
                          </a:highlight>
                          <a:latin typeface="Calibri"/>
                          <a:ea typeface="DengXian"/>
                          <a:cs typeface="+mn-cs"/>
                        </a:rPr>
                        <a:t>survodutide</a:t>
                      </a:r>
                      <a:r>
                        <a:rPr lang="en-US" altLang="zh-CN" sz="1050" b="1" kern="1200">
                          <a:solidFill>
                            <a:schemeClr val="tx1"/>
                          </a:solidFill>
                          <a:effectLst/>
                          <a:highlight>
                            <a:srgbClr val="FFFF00"/>
                          </a:highlight>
                          <a:latin typeface="Calibri"/>
                          <a:ea typeface="DengXian"/>
                          <a:cs typeface="+mn-cs"/>
                        </a:rPr>
                        <a:t>/Boehringer</a:t>
                      </a: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200+ publications on </a:t>
                      </a:r>
                      <a:r>
                        <a:rPr lang="en-US" altLang="zh-CN" sz="1050" b="1" kern="1200" err="1">
                          <a:solidFill>
                            <a:schemeClr val="tx1"/>
                          </a:solidFill>
                          <a:effectLst/>
                          <a:latin typeface="Calibri"/>
                          <a:ea typeface="DengXian"/>
                          <a:cs typeface="+mn-cs"/>
                        </a:rPr>
                        <a:t>Pubmed</a:t>
                      </a:r>
                      <a:endParaRPr lang="en-US" altLang="zh-CN" sz="1050" b="1" kern="1200">
                        <a:solidFill>
                          <a:schemeClr val="tx1"/>
                        </a:solidFill>
                        <a:effectLst/>
                        <a:latin typeface="Calibri"/>
                        <a:ea typeface="DengXian"/>
                        <a:cs typeface="+mn-cs"/>
                      </a:endParaRPr>
                    </a:p>
                    <a:p>
                      <a:pPr marL="171450" indent="-171450" algn="l">
                        <a:buFont typeface="Arial" panose="020B0604020202020204" pitchFamily="34" charset="0"/>
                        <a:buChar char="•"/>
                      </a:pPr>
                      <a:r>
                        <a:rPr lang="en-US" altLang="zh-CN" sz="1050" b="1" kern="1200">
                          <a:solidFill>
                            <a:schemeClr val="tx1"/>
                          </a:solidFill>
                          <a:effectLst/>
                          <a:latin typeface="Calibri"/>
                          <a:ea typeface="DengXian"/>
                          <a:cs typeface="+mn-cs"/>
                        </a:rPr>
                        <a:t>Research focus: Islet function and the pathogenesis of diabetes, monogenic diabetes, pituitary and adrenal diseases</a:t>
                      </a:r>
                    </a:p>
                    <a:p>
                      <a:pPr marL="171450" indent="-171450" algn="l">
                        <a:buFont typeface="Arial" panose="020B0604020202020204" pitchFamily="34" charset="0"/>
                        <a:buChar char="•"/>
                      </a:pPr>
                      <a:endParaRPr lang="en-US" altLang="zh-CN" sz="1050" b="1" kern="1200">
                        <a:solidFill>
                          <a:schemeClr val="tx1"/>
                        </a:solidFill>
                        <a:effectLst/>
                        <a:latin typeface="Calibri"/>
                        <a:ea typeface="DengXian"/>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ltLang="zh-CN" sz="1050" b="1" kern="1200">
                          <a:solidFill>
                            <a:schemeClr val="tx1"/>
                          </a:solidFill>
                          <a:effectLst/>
                          <a:latin typeface="Calibri"/>
                          <a:ea typeface="DengXian"/>
                          <a:cs typeface="+mn-cs"/>
                        </a:rPr>
                        <a:t>Grade: 15</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latin typeface="Calibri"/>
                          <a:ea typeface="DengXian"/>
                          <a:cs typeface="+mn-cs"/>
                        </a:rPr>
                        <a:t>Head of Endocrinology</a:t>
                      </a:r>
                      <a:r>
                        <a:rPr lang="zh-CN" altLang="en-US" sz="1050" b="1" kern="1200">
                          <a:solidFill>
                            <a:schemeClr val="tx1"/>
                          </a:solidFill>
                          <a:effectLst/>
                          <a:latin typeface="Calibri"/>
                          <a:ea typeface="DengXian"/>
                          <a:cs typeface="+mn-cs"/>
                        </a:rPr>
                        <a:t> </a:t>
                      </a:r>
                      <a:r>
                        <a:rPr lang="en-US" altLang="zh-CN" sz="1050" b="1" kern="1200">
                          <a:solidFill>
                            <a:schemeClr val="tx1"/>
                          </a:solidFill>
                          <a:effectLst/>
                          <a:latin typeface="Calibri"/>
                          <a:ea typeface="DengXian"/>
                          <a:cs typeface="+mn-cs"/>
                        </a:rPr>
                        <a:t>Department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50" b="1" kern="1200">
                          <a:solidFill>
                            <a:schemeClr val="tx1"/>
                          </a:solidFill>
                          <a:effectLst/>
                          <a:highlight>
                            <a:srgbClr val="FFFF00"/>
                          </a:highlight>
                          <a:latin typeface="Calibri"/>
                          <a:ea typeface="DengXian"/>
                          <a:cs typeface="+mn-cs"/>
                        </a:rPr>
                        <a:t>Deputy Director (</a:t>
                      </a:r>
                      <a:r>
                        <a:rPr lang="zh-CN" altLang="en-US" sz="1050" b="1" kern="1200">
                          <a:solidFill>
                            <a:schemeClr val="tx1"/>
                          </a:solidFill>
                          <a:effectLst/>
                          <a:highlight>
                            <a:srgbClr val="FFFF00"/>
                          </a:highlight>
                          <a:latin typeface="Calibri"/>
                          <a:ea typeface="DengXian"/>
                          <a:cs typeface="+mn-cs"/>
                        </a:rPr>
                        <a:t>副主委</a:t>
                      </a:r>
                      <a:r>
                        <a:rPr lang="en-US" altLang="zh-CN" sz="1050" b="1" kern="1200">
                          <a:solidFill>
                            <a:schemeClr val="tx1"/>
                          </a:solidFill>
                          <a:effectLst/>
                          <a:highlight>
                            <a:srgbClr val="FFFF00"/>
                          </a:highlight>
                          <a:latin typeface="Calibri"/>
                          <a:ea typeface="DengXian"/>
                          <a:cs typeface="+mn-cs"/>
                        </a:rPr>
                        <a:t>) of Chinese Society of Endocrinology</a:t>
                      </a:r>
                      <a:r>
                        <a:rPr lang="zh-CN" altLang="en-US" sz="1050" b="1" kern="1200">
                          <a:solidFill>
                            <a:schemeClr val="tx1"/>
                          </a:solidFill>
                          <a:effectLst/>
                          <a:highlight>
                            <a:srgbClr val="FFFF00"/>
                          </a:highlight>
                          <a:latin typeface="Calibri"/>
                          <a:ea typeface="DengXian"/>
                          <a:cs typeface="+mn-cs"/>
                        </a:rPr>
                        <a:t>（中华医学会内分泌学分会）</a:t>
                      </a:r>
                      <a:r>
                        <a:rPr lang="en-US" altLang="zh-CN" sz="1050" b="1" kern="1200">
                          <a:solidFill>
                            <a:schemeClr val="tx1"/>
                          </a:solidFill>
                          <a:effectLst/>
                          <a:latin typeface="Calibri"/>
                          <a:ea typeface="DengXian"/>
                          <a:cs typeface="+mn-cs"/>
                        </a:rPr>
                        <a:t>, and Head of the Endocrine Rare Diseases Group</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altLang="zh-CN" sz="1050" b="1" kern="1200">
                        <a:solidFill>
                          <a:schemeClr val="tx1"/>
                        </a:solidFill>
                        <a:effectLst/>
                        <a:latin typeface="Calibri"/>
                        <a:ea typeface="DengXian"/>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050" b="1" kern="1200">
                        <a:solidFill>
                          <a:schemeClr val="tx1"/>
                        </a:solidFill>
                        <a:effectLst/>
                        <a:latin typeface="Calibri"/>
                        <a:ea typeface="DengXian"/>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zh-CN" altLang="en-US" sz="1050" b="1" kern="1200">
                        <a:solidFill>
                          <a:schemeClr val="tx1"/>
                        </a:solidFill>
                        <a:effectLst/>
                        <a:latin typeface="Calibri"/>
                        <a:ea typeface="DengXian"/>
                        <a:cs typeface="+mn-cs"/>
                      </a:endParaRPr>
                    </a:p>
                  </a:txBody>
                  <a:tcPr marL="9525" marR="9525" marT="9525" marB="952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lang="en-US" altLang="zh-CN" sz="1050" b="1" kern="1200">
                          <a:solidFill>
                            <a:schemeClr val="tx1"/>
                          </a:solidFill>
                          <a:effectLst/>
                          <a:latin typeface="Calibri"/>
                          <a:ea typeface="DengXian"/>
                          <a:cs typeface="+mn-cs"/>
                        </a:rPr>
                        <a:t>Grade:  25</a:t>
                      </a:r>
                    </a:p>
                    <a:p>
                      <a:pPr marL="0" indent="0">
                        <a:buFont typeface="Arial"/>
                        <a:buNone/>
                      </a:pPr>
                      <a:endParaRPr lang="en-US" altLang="zh-CN" sz="1050" b="1" kern="1200">
                        <a:solidFill>
                          <a:schemeClr val="tx1"/>
                        </a:solidFill>
                        <a:effectLst/>
                        <a:latin typeface="Calibri"/>
                        <a:ea typeface="DengXian"/>
                        <a:cs typeface="+mn-cs"/>
                      </a:endParaRPr>
                    </a:p>
                    <a:p>
                      <a:pPr marL="171450" indent="-171450">
                        <a:buFont typeface="Arial"/>
                        <a:buChar char="•"/>
                      </a:pPr>
                      <a:r>
                        <a:rPr lang="en-US" altLang="zh-CN" sz="1050" b="1" kern="1200">
                          <a:solidFill>
                            <a:schemeClr val="tx1"/>
                          </a:solidFill>
                          <a:effectLst/>
                          <a:latin typeface="Calibri"/>
                          <a:ea typeface="DengXian"/>
                          <a:cs typeface="+mn-cs"/>
                        </a:rPr>
                        <a:t>Prof. Liu Ming, </a:t>
                      </a:r>
                      <a:r>
                        <a:rPr lang="en-US" altLang="zh-CN" sz="1050" b="1" kern="1200">
                          <a:solidFill>
                            <a:schemeClr val="tx1"/>
                          </a:solidFill>
                          <a:effectLst/>
                          <a:highlight>
                            <a:srgbClr val="FFFF00"/>
                          </a:highlight>
                          <a:latin typeface="Calibri"/>
                          <a:ea typeface="DengXian"/>
                          <a:cs typeface="+mn-cs"/>
                        </a:rPr>
                        <a:t>60 years old. </a:t>
                      </a:r>
                    </a:p>
                    <a:p>
                      <a:pPr marL="171450" lvl="0" indent="-171450">
                        <a:buFont typeface="Arial"/>
                        <a:buChar char="•"/>
                      </a:pPr>
                      <a:r>
                        <a:rPr lang="en-US" altLang="zh-CN" sz="1050" b="1" kern="1200">
                          <a:solidFill>
                            <a:schemeClr val="tx1"/>
                          </a:solidFill>
                          <a:effectLst/>
                          <a:latin typeface="Calibri"/>
                          <a:ea typeface="DengXian"/>
                          <a:cs typeface="+mn-cs"/>
                        </a:rPr>
                        <a:t>Rich clinical trial experience, he took 19 trials as leading PI. Per investigation in chinadrugtrials.org.cn, there are 4 Obesity related trials are ongoing for recruitment. </a:t>
                      </a:r>
                    </a:p>
                    <a:p>
                      <a:pPr marL="171450" lvl="0" indent="-171450">
                        <a:buFont typeface="Arial"/>
                        <a:buChar char="•"/>
                      </a:pPr>
                      <a:r>
                        <a:rPr lang="en-US" altLang="zh-CN" sz="1050" b="1" kern="1200">
                          <a:solidFill>
                            <a:schemeClr val="tx1"/>
                          </a:solidFill>
                          <a:effectLst/>
                          <a:latin typeface="Calibri"/>
                          <a:ea typeface="DengXian"/>
                          <a:cs typeface="+mn-cs"/>
                        </a:rPr>
                        <a:t>BI Kept good communication with Prof. Liu Ming.</a:t>
                      </a:r>
                      <a:endParaRPr lang="zh-CN" altLang="zh-CN" sz="1050" b="1" kern="1200">
                        <a:solidFill>
                          <a:schemeClr val="tx1"/>
                        </a:solidFill>
                        <a:effectLst/>
                        <a:latin typeface="Calibri"/>
                        <a:ea typeface="DengXian"/>
                        <a:cs typeface="+mn-cs"/>
                      </a:endParaRPr>
                    </a:p>
                    <a:p>
                      <a:endParaRPr lang="en-US" altLang="zh-CN"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b="1" kern="1200">
                          <a:solidFill>
                            <a:schemeClr val="tx1"/>
                          </a:solidFill>
                          <a:effectLst/>
                          <a:latin typeface="Calibri"/>
                          <a:ea typeface="DengXian"/>
                          <a:cs typeface="+mn-cs"/>
                        </a:rPr>
                        <a:t>Grade: 28</a:t>
                      </a:r>
                    </a:p>
                    <a:p>
                      <a:pPr algn="l"/>
                      <a:endParaRPr lang="en-US" sz="1050" b="1" kern="1200">
                        <a:solidFill>
                          <a:schemeClr val="tx1"/>
                        </a:solidFill>
                        <a:effectLst/>
                        <a:latin typeface="Calibri"/>
                        <a:ea typeface="DengXian"/>
                        <a:cs typeface="+mn-cs"/>
                      </a:endParaRPr>
                    </a:p>
                    <a:p>
                      <a:pPr algn="l"/>
                      <a:r>
                        <a:rPr lang="en-US" sz="1050" b="1" kern="1200">
                          <a:solidFill>
                            <a:schemeClr val="tx1"/>
                          </a:solidFill>
                          <a:effectLst/>
                          <a:latin typeface="Calibri"/>
                          <a:ea typeface="DengXian"/>
                          <a:cs typeface="+mn-cs"/>
                        </a:rPr>
                        <a:t>1</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GCP set up and review</a:t>
                      </a:r>
                      <a:r>
                        <a:rPr lang="en-US" sz="1050" b="1" u="sng" kern="1200">
                          <a:solidFill>
                            <a:schemeClr val="tx1"/>
                          </a:solidFill>
                          <a:effectLst/>
                          <a:latin typeface="Calibri"/>
                          <a:ea typeface="DengXian"/>
                          <a:cs typeface="+mn-cs"/>
                        </a:rPr>
                        <a:t>, </a:t>
                      </a:r>
                      <a:r>
                        <a:rPr lang="en-US" sz="1050" b="1" kern="1200">
                          <a:solidFill>
                            <a:schemeClr val="tx1"/>
                          </a:solidFill>
                          <a:effectLst/>
                          <a:latin typeface="Calibri"/>
                          <a:ea typeface="DengXian"/>
                          <a:cs typeface="+mn-cs"/>
                        </a:rPr>
                        <a:t>It routinely takes 2 week. For the 30 days CTA process, </a:t>
                      </a:r>
                      <a:r>
                        <a:rPr lang="en-US" sz="1050" b="1" kern="1200">
                          <a:solidFill>
                            <a:srgbClr val="FF0000"/>
                          </a:solidFill>
                          <a:effectLst/>
                          <a:latin typeface="Calibri"/>
                          <a:ea typeface="DengXian"/>
                          <a:cs typeface="+mn-cs"/>
                        </a:rPr>
                        <a:t>site disagree to follow the new process until further instructions from site high level.</a:t>
                      </a: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2</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EC</a:t>
                      </a:r>
                      <a:r>
                        <a:rPr lang="en-US" sz="1050" b="1" kern="1200">
                          <a:solidFill>
                            <a:schemeClr val="tx1"/>
                          </a:solidFill>
                          <a:effectLst/>
                          <a:latin typeface="Calibri"/>
                          <a:ea typeface="DengXian"/>
                          <a:cs typeface="+mn-cs"/>
                        </a:rPr>
                        <a:t>, </a:t>
                      </a:r>
                      <a:r>
                        <a:rPr lang="en-US" sz="1100" b="1" i="0" u="none" strike="noStrike" kern="1200" noProof="0">
                          <a:solidFill>
                            <a:schemeClr val="tx1"/>
                          </a:solidFill>
                          <a:effectLst/>
                          <a:latin typeface="Calibri"/>
                        </a:rPr>
                        <a:t>It routinely takes 1-1.5 month. </a:t>
                      </a:r>
                      <a:r>
                        <a:rPr lang="en-US" sz="1050" b="1" kern="1200">
                          <a:solidFill>
                            <a:schemeClr val="tx1"/>
                          </a:solidFill>
                          <a:effectLst/>
                          <a:latin typeface="Calibri"/>
                          <a:ea typeface="DengXian"/>
                          <a:cs typeface="+mn-cs"/>
                        </a:rPr>
                        <a:t>it's feasible to keep EC in parallel to CTA, Leading site EC approval and CTA approval is not needed anymore.</a:t>
                      </a: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3</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HGRAC</a:t>
                      </a:r>
                      <a:r>
                        <a:rPr lang="en-US" sz="1050" b="1" kern="1200">
                          <a:solidFill>
                            <a:schemeClr val="tx1"/>
                          </a:solidFill>
                          <a:effectLst/>
                          <a:latin typeface="Calibri"/>
                          <a:ea typeface="DengXian"/>
                          <a:cs typeface="+mn-cs"/>
                        </a:rPr>
                        <a:t>. It takes 2 weeks for HGRAC application and 2 weeks for obtaining the signature and seal, this site has previously applied for HGRAC exportation and obtained approval. The CIQ account is available in this site.</a:t>
                      </a:r>
                      <a:br>
                        <a:rPr lang="en-US" sz="1050" b="1" kern="1200">
                          <a:solidFill>
                            <a:srgbClr val="000000"/>
                          </a:solidFill>
                          <a:effectLst/>
                          <a:latin typeface="Calibri"/>
                          <a:ea typeface="DengXian"/>
                          <a:cs typeface="+mn-cs"/>
                        </a:rPr>
                      </a:br>
                      <a:r>
                        <a:rPr lang="en-US" sz="1050" b="1" kern="1200">
                          <a:solidFill>
                            <a:schemeClr val="tx1"/>
                          </a:solidFill>
                          <a:effectLst/>
                          <a:latin typeface="Calibri"/>
                          <a:ea typeface="DengXian"/>
                          <a:cs typeface="+mn-cs"/>
                        </a:rPr>
                        <a:t>4</a:t>
                      </a:r>
                      <a:r>
                        <a:rPr lang="en-US" sz="1050" b="1" kern="1200">
                          <a:solidFill>
                            <a:srgbClr val="FF0000"/>
                          </a:solidFill>
                          <a:effectLst/>
                          <a:latin typeface="Calibri"/>
                          <a:ea typeface="DengXian"/>
                          <a:cs typeface="+mn-cs"/>
                        </a:rPr>
                        <a:t>. </a:t>
                      </a:r>
                      <a:r>
                        <a:rPr lang="en-US" sz="1050" b="1" u="sng" kern="1200">
                          <a:solidFill>
                            <a:srgbClr val="FF0000"/>
                          </a:solidFill>
                          <a:effectLst/>
                          <a:latin typeface="Calibri"/>
                          <a:ea typeface="DengXian"/>
                          <a:cs typeface="+mn-cs"/>
                        </a:rPr>
                        <a:t>Contract</a:t>
                      </a:r>
                      <a:r>
                        <a:rPr lang="en-US" sz="1050" b="1" kern="1200">
                          <a:solidFill>
                            <a:schemeClr val="tx1"/>
                          </a:solidFill>
                          <a:effectLst/>
                          <a:latin typeface="Calibri"/>
                          <a:ea typeface="DengXian"/>
                          <a:cs typeface="+mn-cs"/>
                        </a:rPr>
                        <a:t>. HOPE site. but the site currently prefers to suspend the MSA and review contracts through the regular process. Specific requirements may need further negotiation (according to new site SOP requirements in September).  The site contract review takes 5-6 weeks, and the contract seal takes 2 weeks. The down payment requires a complete and assessable subject fee.</a:t>
                      </a:r>
                      <a:br>
                        <a:rPr lang="en-US" sz="1050" b="1" kern="1200">
                          <a:solidFill>
                            <a:srgbClr val="000000"/>
                          </a:solidFill>
                          <a:effectLst/>
                          <a:latin typeface="Calibri"/>
                          <a:ea typeface="DengXian"/>
                          <a:cs typeface="+mn-cs"/>
                        </a:rPr>
                      </a:br>
                      <a:r>
                        <a:rPr lang="en-US" sz="1050" b="1" u="sng" kern="1200">
                          <a:solidFill>
                            <a:srgbClr val="FF0000"/>
                          </a:solidFill>
                          <a:effectLst/>
                          <a:latin typeface="Calibri"/>
                          <a:ea typeface="DengXian"/>
                          <a:cs typeface="+mn-cs"/>
                        </a:rPr>
                        <a:t>To sum up</a:t>
                      </a:r>
                      <a:r>
                        <a:rPr lang="en-US" sz="1050" b="1" kern="1200">
                          <a:solidFill>
                            <a:schemeClr val="tx1"/>
                          </a:solidFill>
                          <a:effectLst/>
                          <a:latin typeface="Calibri"/>
                          <a:ea typeface="DengXian"/>
                          <a:cs typeface="+mn-cs"/>
                        </a:rPr>
                        <a:t>, </a:t>
                      </a:r>
                      <a:r>
                        <a:rPr lang="en-US" sz="1100" b="1" i="0" u="none" strike="noStrike" kern="1200" noProof="0">
                          <a:solidFill>
                            <a:schemeClr val="tx1"/>
                          </a:solidFill>
                          <a:effectLst/>
                          <a:latin typeface="Calibri"/>
                        </a:rPr>
                        <a:t>the timeline of the SSU in this site meets the 6 months benchmark of BI, </a:t>
                      </a:r>
                      <a:r>
                        <a:rPr lang="en-US" sz="1100" b="1" i="0" u="none" strike="noStrike" kern="1200" noProof="0">
                          <a:solidFill>
                            <a:srgbClr val="FF0000"/>
                          </a:solidFill>
                          <a:effectLst/>
                          <a:highlight>
                            <a:srgbClr val="FFFF00"/>
                          </a:highlight>
                          <a:latin typeface="Calibri"/>
                        </a:rPr>
                        <a:t>usually take 5 months from </a:t>
                      </a:r>
                      <a:r>
                        <a:rPr lang="en-US" sz="1100" b="1" i="0" u="none" strike="noStrike" kern="1200" noProof="0">
                          <a:solidFill>
                            <a:srgbClr val="FF0000"/>
                          </a:solidFill>
                          <a:effectLst/>
                          <a:latin typeface="Calibri"/>
                        </a:rPr>
                        <a:t>CTA-S as leading site</a:t>
                      </a:r>
                    </a:p>
                    <a:p>
                      <a:pPr algn="l"/>
                      <a:endParaRPr lang="en-US" sz="1100" b="1" i="0" u="none" strike="noStrike" kern="1200" noProof="0">
                        <a:solidFill>
                          <a:srgbClr val="FF0000"/>
                        </a:solidFill>
                        <a:effectLst/>
                        <a:latin typeface="Calibri"/>
                      </a:endParaRPr>
                    </a:p>
                  </a:txBody>
                  <a:tcPr marL="9525" marR="9525" marT="9525" marB="9525"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a:ea typeface="DengXian"/>
                          <a:cs typeface="+mn-cs"/>
                        </a:rPr>
                        <a:t>80</a:t>
                      </a: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zh-CN" sz="1050" b="1" kern="1200">
                          <a:solidFill>
                            <a:schemeClr val="tx1"/>
                          </a:solidFill>
                          <a:effectLst/>
                          <a:latin typeface="Calibri" panose="020F0502020204030204" pitchFamily="34" charset="0"/>
                          <a:ea typeface="DengXian" panose="02010600030101010101" pitchFamily="2" charset="-122"/>
                          <a:cs typeface="+mn-cs"/>
                        </a:rPr>
                        <a:t>N</a:t>
                      </a:r>
                      <a:endParaRPr lang="zh-CN" altLang="en-US" sz="1050" b="1" kern="1200">
                        <a:solidFill>
                          <a:schemeClr val="tx1"/>
                        </a:solidFill>
                        <a:effectLst/>
                        <a:latin typeface="Calibri" panose="020F0502020204030204" pitchFamily="34" charset="0"/>
                        <a:ea typeface="DengXian" panose="02010600030101010101" pitchFamily="2" charset="-122"/>
                        <a:cs typeface="+mn-cs"/>
                      </a:endParaRPr>
                    </a:p>
                  </a:txBody>
                  <a:tcPr marL="5813" marR="5813" marT="5813"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53562716"/>
                  </a:ext>
                </a:extLst>
              </a:tr>
            </a:tbl>
          </a:graphicData>
        </a:graphic>
      </p:graphicFrame>
      <p:sp>
        <p:nvSpPr>
          <p:cNvPr id="9" name="标题 1">
            <a:extLst>
              <a:ext uri="{FF2B5EF4-FFF2-40B4-BE49-F238E27FC236}">
                <a16:creationId xmlns:a16="http://schemas.microsoft.com/office/drawing/2014/main" id="{C5147D97-B93D-DB2F-A855-ACF2E8443F79}"/>
              </a:ext>
            </a:extLst>
          </p:cNvPr>
          <p:cNvSpPr txBox="1">
            <a:spLocks/>
          </p:cNvSpPr>
          <p:nvPr/>
        </p:nvSpPr>
        <p:spPr bwMode="gray">
          <a:xfrm>
            <a:off x="191441" y="56036"/>
            <a:ext cx="11921790" cy="720000"/>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r>
              <a:rPr lang="en-US" altLang="zh-CN" sz="2000"/>
              <a:t>Leading PI information collection &amp; evaluation </a:t>
            </a:r>
            <a:r>
              <a:rPr lang="en-US" altLang="zh-CN" sz="2000">
                <a:solidFill>
                  <a:srgbClr val="FF0000"/>
                </a:solidFill>
              </a:rPr>
              <a:t>(only for internal reference)</a:t>
            </a:r>
            <a:endParaRPr lang="zh-CN" altLang="en-US" sz="2000">
              <a:solidFill>
                <a:srgbClr val="FF0000"/>
              </a:solidFill>
            </a:endParaRPr>
          </a:p>
        </p:txBody>
      </p:sp>
    </p:spTree>
    <p:extLst>
      <p:ext uri="{BB962C8B-B14F-4D97-AF65-F5344CB8AC3E}">
        <p14:creationId xmlns:p14="http://schemas.microsoft.com/office/powerpoint/2010/main" val="277500767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56BBA4-3897-1830-ACEC-FAA2932DEBF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297B83-4C4E-EFF3-CCD9-D5FAC15EB1BA}"/>
              </a:ext>
            </a:extLst>
          </p:cNvPr>
          <p:cNvSpPr>
            <a:spLocks noGrp="1"/>
          </p:cNvSpPr>
          <p:nvPr>
            <p:ph type="title"/>
          </p:nvPr>
        </p:nvSpPr>
        <p:spPr>
          <a:xfrm>
            <a:off x="479424" y="2328153"/>
            <a:ext cx="10873160" cy="884583"/>
          </a:xfrm>
        </p:spPr>
        <p:txBody>
          <a:bodyPr anchor="t"/>
          <a:lstStyle/>
          <a:p>
            <a:r>
              <a:rPr lang="en-US" altLang="zh-CN" sz="3600"/>
              <a:t>BI 3802876 (FAP/TRAILR2)</a:t>
            </a:r>
          </a:p>
        </p:txBody>
      </p:sp>
      <p:sp>
        <p:nvSpPr>
          <p:cNvPr id="4" name="Subtitle 3">
            <a:extLst>
              <a:ext uri="{FF2B5EF4-FFF2-40B4-BE49-F238E27FC236}">
                <a16:creationId xmlns:a16="http://schemas.microsoft.com/office/drawing/2014/main" id="{68F4C2D8-4E2C-D50A-6D1D-D2BECC7272A7}"/>
              </a:ext>
            </a:extLst>
          </p:cNvPr>
          <p:cNvSpPr>
            <a:spLocks noGrp="1"/>
          </p:cNvSpPr>
          <p:nvPr>
            <p:ph type="subTitle" idx="14"/>
          </p:nvPr>
        </p:nvSpPr>
        <p:spPr/>
        <p:txBody>
          <a:bodyPr/>
          <a:lstStyle/>
          <a:p>
            <a:endParaRPr lang="en-US"/>
          </a:p>
        </p:txBody>
      </p:sp>
    </p:spTree>
    <p:extLst>
      <p:ext uri="{BB962C8B-B14F-4D97-AF65-F5344CB8AC3E}">
        <p14:creationId xmlns:p14="http://schemas.microsoft.com/office/powerpoint/2010/main" val="337968367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1D8F21-1BED-9B0A-8E63-E9B1B42F35C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BD638D9-3D77-4638-7F08-0CED0AB42383}"/>
              </a:ext>
            </a:extLst>
          </p:cNvPr>
          <p:cNvSpPr>
            <a:spLocks noGrp="1"/>
          </p:cNvSpPr>
          <p:nvPr>
            <p:ph type="title"/>
          </p:nvPr>
        </p:nvSpPr>
        <p:spPr>
          <a:xfrm>
            <a:off x="479424" y="287854"/>
            <a:ext cx="11233151" cy="720000"/>
          </a:xfrm>
        </p:spPr>
        <p:txBody>
          <a:bodyPr/>
          <a:lstStyle/>
          <a:p>
            <a:r>
              <a:rPr lang="en-US" altLang="zh-CN"/>
              <a:t>TA Portfolio Key Update- BI 3802876 (FAP/TRAILR2)— MASH cirrhosis</a:t>
            </a:r>
            <a:endParaRPr lang="zh-CN" altLang="en-US"/>
          </a:p>
        </p:txBody>
      </p:sp>
      <p:sp>
        <p:nvSpPr>
          <p:cNvPr id="4" name="Footer Placeholder 3">
            <a:extLst>
              <a:ext uri="{FF2B5EF4-FFF2-40B4-BE49-F238E27FC236}">
                <a16:creationId xmlns:a16="http://schemas.microsoft.com/office/drawing/2014/main" id="{66477F4B-E96B-DFF9-688B-2C586871B866}"/>
              </a:ext>
            </a:extLst>
          </p:cNvPr>
          <p:cNvSpPr>
            <a:spLocks noGrp="1"/>
          </p:cNvSpPr>
          <p:nvPr>
            <p:ph type="ftr" sz="quarter" idx="16"/>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altLang="zh-CN" sz="800" b="0" i="0" u="none" strike="noStrike" kern="1200" cap="none" spc="0" normalizeH="0" baseline="0" noProof="0">
                <a:ln>
                  <a:noFill/>
                </a:ln>
                <a:solidFill>
                  <a:srgbClr val="08312A"/>
                </a:solidFill>
                <a:effectLst/>
                <a:uLnTx/>
                <a:uFillTx/>
                <a:latin typeface="Boehringer Forward Text"/>
                <a:ea typeface="+mn-ea"/>
                <a:cs typeface="+mn-cs"/>
              </a:rPr>
              <a:t>MAP </a:t>
            </a:r>
            <a:r>
              <a:rPr kumimoji="0" lang="en-US" sz="800" b="0" i="0" u="none" strike="noStrike" kern="1200" cap="none" spc="0" normalizeH="0" baseline="0" noProof="0">
                <a:ln>
                  <a:noFill/>
                </a:ln>
                <a:solidFill>
                  <a:srgbClr val="08312A"/>
                </a:solidFill>
                <a:effectLst/>
                <a:uLnTx/>
                <a:uFillTx/>
                <a:latin typeface="Boehringer Forward Text"/>
                <a:ea typeface="+mn-ea"/>
                <a:cs typeface="+mn-cs"/>
              </a:rPr>
              <a:t>|    ONLY FOR INTERNAL USE</a:t>
            </a:r>
          </a:p>
        </p:txBody>
      </p:sp>
      <p:sp>
        <p:nvSpPr>
          <p:cNvPr id="5" name="Slide Number Placeholder 4">
            <a:extLst>
              <a:ext uri="{FF2B5EF4-FFF2-40B4-BE49-F238E27FC236}">
                <a16:creationId xmlns:a16="http://schemas.microsoft.com/office/drawing/2014/main" id="{2D172818-DBFE-01C7-2B38-7A0C9ED8FB8D}"/>
              </a:ext>
            </a:extLst>
          </p:cNvPr>
          <p:cNvSpPr>
            <a:spLocks noGrp="1"/>
          </p:cNvSpPr>
          <p:nvPr>
            <p:ph type="sldNum" sz="quarter" idx="17"/>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5" name="Table 6">
            <a:extLst>
              <a:ext uri="{FF2B5EF4-FFF2-40B4-BE49-F238E27FC236}">
                <a16:creationId xmlns:a16="http://schemas.microsoft.com/office/drawing/2014/main" id="{109733C7-B910-0E6A-C2FE-081E97A59FB6}"/>
              </a:ext>
            </a:extLst>
          </p:cNvPr>
          <p:cNvGraphicFramePr>
            <a:graphicFrameLocks noGrp="1"/>
          </p:cNvGraphicFramePr>
          <p:nvPr>
            <p:extLst>
              <p:ext uri="{D42A27DB-BD31-4B8C-83A1-F6EECF244321}">
                <p14:modId xmlns:p14="http://schemas.microsoft.com/office/powerpoint/2010/main" val="1228212055"/>
              </p:ext>
            </p:extLst>
          </p:nvPr>
        </p:nvGraphicFramePr>
        <p:xfrm>
          <a:off x="479424" y="876620"/>
          <a:ext cx="10975505" cy="4303713"/>
        </p:xfrm>
        <a:graphic>
          <a:graphicData uri="http://schemas.openxmlformats.org/drawingml/2006/table">
            <a:tbl>
              <a:tblPr firstRow="1" bandRow="1">
                <a:tableStyleId>{7E9639D4-E3E2-4D34-9284-5A2195B3D0D7}</a:tableStyleId>
              </a:tblPr>
              <a:tblGrid>
                <a:gridCol w="1522857">
                  <a:extLst>
                    <a:ext uri="{9D8B030D-6E8A-4147-A177-3AD203B41FA5}">
                      <a16:colId xmlns:a16="http://schemas.microsoft.com/office/drawing/2014/main" val="3183558779"/>
                    </a:ext>
                  </a:extLst>
                </a:gridCol>
                <a:gridCol w="951357">
                  <a:extLst>
                    <a:ext uri="{9D8B030D-6E8A-4147-A177-3AD203B41FA5}">
                      <a16:colId xmlns:a16="http://schemas.microsoft.com/office/drawing/2014/main" val="4060529730"/>
                    </a:ext>
                  </a:extLst>
                </a:gridCol>
                <a:gridCol w="1313011">
                  <a:extLst>
                    <a:ext uri="{9D8B030D-6E8A-4147-A177-3AD203B41FA5}">
                      <a16:colId xmlns:a16="http://schemas.microsoft.com/office/drawing/2014/main" val="1540706906"/>
                    </a:ext>
                  </a:extLst>
                </a:gridCol>
                <a:gridCol w="5021152">
                  <a:extLst>
                    <a:ext uri="{9D8B030D-6E8A-4147-A177-3AD203B41FA5}">
                      <a16:colId xmlns:a16="http://schemas.microsoft.com/office/drawing/2014/main" val="1815427223"/>
                    </a:ext>
                  </a:extLst>
                </a:gridCol>
                <a:gridCol w="2167128">
                  <a:extLst>
                    <a:ext uri="{9D8B030D-6E8A-4147-A177-3AD203B41FA5}">
                      <a16:colId xmlns:a16="http://schemas.microsoft.com/office/drawing/2014/main" val="3539556881"/>
                    </a:ext>
                  </a:extLst>
                </a:gridCol>
              </a:tblGrid>
              <a:tr h="370840">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Asset Name-</a:t>
                      </a:r>
                      <a:r>
                        <a:rPr lang="en-US" altLang="zh-CN" sz="1200" err="1"/>
                        <a:t>MoA</a:t>
                      </a:r>
                      <a:endParaRPr lang="zh-CN" altLang="en-US" sz="1200"/>
                    </a:p>
                  </a:txBody>
                  <a:tcPr>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Indication</a:t>
                      </a:r>
                      <a:endParaRPr lang="zh-CN" altLang="en-US" sz="1200"/>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China Approval (base case) </a:t>
                      </a:r>
                      <a:endParaRPr lang="zh-CN" altLang="en-US" sz="1200"/>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Update</a:t>
                      </a:r>
                      <a:endParaRPr lang="zh-CN" altLang="en-US" sz="1200" i="1">
                        <a:solidFill>
                          <a:schemeClr val="bg1">
                            <a:lumMod val="75000"/>
                          </a:schemeClr>
                        </a:solidFill>
                      </a:endParaRPr>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Next Step</a:t>
                      </a:r>
                      <a:endParaRPr lang="zh-CN" altLang="en-US" sz="1200"/>
                    </a:p>
                  </a:txBody>
                  <a:tcPr>
                    <a:lnL w="6350" cap="flat" cmpd="sng" algn="ctr">
                      <a:solidFill>
                        <a:srgbClr val="076D7E"/>
                      </a:solidFill>
                      <a:prstDash val="solid"/>
                      <a:round/>
                      <a:headEnd type="none" w="med" len="med"/>
                      <a:tailEnd type="none" w="med" len="med"/>
                    </a:lnL>
                    <a:solidFill>
                      <a:srgbClr val="076D7E"/>
                    </a:solidFill>
                  </a:tcPr>
                </a:tc>
                <a:extLst>
                  <a:ext uri="{0D108BD9-81ED-4DB2-BD59-A6C34878D82A}">
                    <a16:rowId xmlns:a16="http://schemas.microsoft.com/office/drawing/2014/main" val="4731445"/>
                  </a:ext>
                </a:extLst>
              </a:tr>
              <a:tr h="1460751">
                <a:tc rowSpan="2">
                  <a:txBody>
                    <a:bodyPr/>
                    <a:lstStyle/>
                    <a:p>
                      <a:pPr marL="0" marR="0" lvl="0" indent="0" algn="l" rtl="0" eaLnBrk="1" fontAlgn="auto" latinLnBrk="0" hangingPunct="1">
                        <a:lnSpc>
                          <a:spcPct val="100000"/>
                        </a:lnSpc>
                        <a:spcBef>
                          <a:spcPts val="0"/>
                        </a:spcBef>
                        <a:spcAft>
                          <a:spcPts val="0"/>
                        </a:spcAft>
                        <a:buClrTx/>
                        <a:buSzTx/>
                        <a:buFontTx/>
                        <a:buNone/>
                      </a:pPr>
                      <a:r>
                        <a:rPr kumimoji="1" lang="en-US" altLang="zh-CN" sz="1200" i="0" kern="1200">
                          <a:solidFill>
                            <a:schemeClr val="tx1"/>
                          </a:solidFill>
                          <a:latin typeface="+mn-lt"/>
                          <a:ea typeface="+mn-ea"/>
                          <a:cs typeface="+mn-cs"/>
                        </a:rPr>
                        <a:t>BI </a:t>
                      </a:r>
                      <a:r>
                        <a:rPr lang="en-US" altLang="zh-CN" sz="1200" i="0" kern="1200">
                          <a:solidFill>
                            <a:schemeClr val="tx1"/>
                          </a:solidFill>
                          <a:latin typeface="+mn-lt"/>
                          <a:ea typeface="+mn-ea"/>
                          <a:cs typeface="+mn-cs"/>
                        </a:rPr>
                        <a:t>3802876</a:t>
                      </a:r>
                      <a:r>
                        <a:rPr kumimoji="1" lang="en-US" altLang="zh-CN" sz="1200" i="0" kern="1200">
                          <a:solidFill>
                            <a:schemeClr val="tx1"/>
                          </a:solidFill>
                          <a:latin typeface="+mn-lt"/>
                          <a:ea typeface="+mn-ea"/>
                          <a:cs typeface="+mn-cs"/>
                        </a:rPr>
                        <a:t> (FAP/TRAILR2 </a:t>
                      </a:r>
                      <a:r>
                        <a:rPr lang="en-US" altLang="zh-CN" sz="1200" i="0" kern="1200">
                          <a:solidFill>
                            <a:schemeClr val="tx1"/>
                          </a:solidFill>
                          <a:latin typeface="+mn-lt"/>
                          <a:ea typeface="+mn-ea"/>
                          <a:cs typeface="+mn-cs"/>
                        </a:rPr>
                        <a:t> </a:t>
                      </a:r>
                      <a:r>
                        <a:rPr lang="en-US" altLang="zh-CN" sz="1200" i="0" kern="1200" err="1">
                          <a:solidFill>
                            <a:schemeClr val="tx1"/>
                          </a:solidFill>
                          <a:latin typeface="+mn-lt"/>
                          <a:ea typeface="+mn-ea"/>
                          <a:cs typeface="+mn-cs"/>
                        </a:rPr>
                        <a:t>biospecific</a:t>
                      </a:r>
                      <a:r>
                        <a:rPr lang="en-US" altLang="zh-CN" sz="1200" i="0" kern="1200">
                          <a:solidFill>
                            <a:schemeClr val="tx1"/>
                          </a:solidFill>
                          <a:latin typeface="+mn-lt"/>
                          <a:ea typeface="+mn-ea"/>
                          <a:cs typeface="+mn-cs"/>
                        </a:rPr>
                        <a:t> antibody)</a:t>
                      </a:r>
                    </a:p>
                    <a:p>
                      <a:pPr marL="0" marR="0" lvl="0" indent="0" algn="l">
                        <a:lnSpc>
                          <a:spcPct val="100000"/>
                        </a:lnSpc>
                        <a:spcBef>
                          <a:spcPts val="0"/>
                        </a:spcBef>
                        <a:spcAft>
                          <a:spcPts val="0"/>
                        </a:spcAft>
                        <a:buClrTx/>
                        <a:buSzTx/>
                        <a:buFontTx/>
                        <a:buNone/>
                      </a:pPr>
                      <a:endParaRPr lang="en-US" altLang="zh-CN" sz="1200" i="0" kern="1200">
                        <a:solidFill>
                          <a:schemeClr val="tx1"/>
                        </a:solidFill>
                        <a:latin typeface="+mn-lt"/>
                        <a:ea typeface="+mn-ea"/>
                        <a:cs typeface="+mn-cs"/>
                      </a:endParaRPr>
                    </a:p>
                    <a:p>
                      <a:pPr marL="0" marR="0" lvl="0" indent="0" algn="l">
                        <a:lnSpc>
                          <a:spcPct val="100000"/>
                        </a:lnSpc>
                        <a:spcBef>
                          <a:spcPts val="0"/>
                        </a:spcBef>
                        <a:spcAft>
                          <a:spcPts val="0"/>
                        </a:spcAft>
                        <a:buClrTx/>
                        <a:buSzTx/>
                        <a:buFontTx/>
                        <a:buNone/>
                      </a:pPr>
                      <a:endParaRPr lang="en-US" altLang="zh-CN" sz="1200" i="0" kern="1200">
                        <a:solidFill>
                          <a:schemeClr val="tx1"/>
                        </a:solidFill>
                        <a:latin typeface="+mn-lt"/>
                        <a:ea typeface="+mn-ea"/>
                        <a:cs typeface="+mn-cs"/>
                      </a:endParaRPr>
                    </a:p>
                    <a:p>
                      <a:pPr marL="0" marR="0" lvl="0" indent="0" algn="l">
                        <a:lnSpc>
                          <a:spcPct val="100000"/>
                        </a:lnSpc>
                        <a:spcBef>
                          <a:spcPts val="0"/>
                        </a:spcBef>
                        <a:spcAft>
                          <a:spcPts val="0"/>
                        </a:spcAft>
                        <a:buClrTx/>
                        <a:buSzTx/>
                        <a:buFontTx/>
                        <a:buNone/>
                      </a:pPr>
                      <a:r>
                        <a:rPr lang="en-US" altLang="zh-CN" sz="1200" i="0" kern="1200">
                          <a:solidFill>
                            <a:schemeClr val="tx1"/>
                          </a:solidFill>
                          <a:latin typeface="+mn-lt"/>
                          <a:ea typeface="+mn-ea"/>
                          <a:cs typeface="+mn-cs"/>
                        </a:rPr>
                        <a:t>MOA: halt/</a:t>
                      </a:r>
                      <a:r>
                        <a:rPr lang="en-US" altLang="zh-CN" sz="1200" b="1" i="0" kern="1200">
                          <a:solidFill>
                            <a:schemeClr val="tx2">
                              <a:lumMod val="76000"/>
                            </a:schemeClr>
                          </a:solidFill>
                          <a:latin typeface="+mn-lt"/>
                          <a:ea typeface="+mn-ea"/>
                          <a:cs typeface="+mn-cs"/>
                        </a:rPr>
                        <a:t>reverse</a:t>
                      </a:r>
                      <a:r>
                        <a:rPr lang="en-US" altLang="zh-CN" sz="1200" i="0" kern="1200">
                          <a:solidFill>
                            <a:schemeClr val="tx2">
                              <a:lumMod val="76000"/>
                            </a:schemeClr>
                          </a:solidFill>
                          <a:latin typeface="+mn-lt"/>
                          <a:ea typeface="+mn-ea"/>
                          <a:cs typeface="+mn-cs"/>
                        </a:rPr>
                        <a:t> </a:t>
                      </a:r>
                      <a:r>
                        <a:rPr lang="en-US" altLang="zh-CN" sz="1200" i="0" kern="1200">
                          <a:solidFill>
                            <a:schemeClr val="tx1"/>
                          </a:solidFill>
                          <a:latin typeface="+mn-lt"/>
                          <a:ea typeface="+mn-ea"/>
                          <a:cs typeface="+mn-cs"/>
                        </a:rPr>
                        <a:t>liver fibrosis by </a:t>
                      </a:r>
                      <a:r>
                        <a:rPr lang="en-US" sz="1200" b="0" i="0" u="none" strike="noStrike" kern="1200" noProof="0">
                          <a:solidFill>
                            <a:schemeClr val="tx1"/>
                          </a:solidFill>
                          <a:latin typeface="Boehringer Forward Text"/>
                        </a:rPr>
                        <a:t>removing FAP+ TRAILR2+ activated Hepatic Stellate Cells </a:t>
                      </a:r>
                    </a:p>
                  </a:txBody>
                  <a:tcPr anchor="ctr">
                    <a:lnR w="12700" cap="flat" cmpd="sng" algn="ctr">
                      <a:solidFill>
                        <a:schemeClr val="bg1">
                          <a:lumMod val="85000"/>
                        </a:schemeClr>
                      </a:solidFill>
                      <a:prstDash val="dash"/>
                      <a:round/>
                      <a:headEnd type="none" w="med" len="med"/>
                      <a:tailEnd type="none" w="med" len="med"/>
                    </a:lnR>
                  </a:tcPr>
                </a:tc>
                <a:tc rowSpan="2">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1" lang="en-US" altLang="zh-CN" sz="1200" i="0" kern="1200">
                          <a:solidFill>
                            <a:schemeClr val="tx1"/>
                          </a:solidFill>
                          <a:latin typeface="+mn-lt"/>
                          <a:ea typeface="+mn-ea"/>
                          <a:cs typeface="+mn-cs"/>
                        </a:rPr>
                        <a:t>MASH cirrhosis</a:t>
                      </a:r>
                      <a:endParaRPr kumimoji="1" lang="zh-CN" altLang="en-US" sz="1200" i="0" kern="1200">
                        <a:solidFill>
                          <a:schemeClr val="tx1"/>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rowSpan="2">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1" lang="en-US" altLang="zh-CN" sz="1200" i="0" kern="1200">
                          <a:solidFill>
                            <a:schemeClr val="tx1"/>
                          </a:solidFill>
                          <a:latin typeface="+mn-lt"/>
                          <a:ea typeface="+mn-ea"/>
                          <a:cs typeface="+mn-cs"/>
                        </a:rPr>
                        <a:t>Aug 2037</a:t>
                      </a:r>
                      <a:endParaRPr kumimoji="1" lang="zh-CN" altLang="en-US" sz="1200" i="0" kern="1200">
                        <a:solidFill>
                          <a:schemeClr val="tx1"/>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377" rtl="0" eaLnBrk="1" fontAlgn="auto" latinLnBrk="0" hangingPunct="1">
                        <a:lnSpc>
                          <a:spcPct val="140000"/>
                        </a:lnSpc>
                        <a:spcBef>
                          <a:spcPts val="0"/>
                        </a:spcBef>
                        <a:spcAft>
                          <a:spcPts val="0"/>
                        </a:spcAft>
                        <a:buClrTx/>
                        <a:buSzTx/>
                        <a:buFont typeface="Arial" panose="020B0604020202020204" pitchFamily="34" charset="0"/>
                        <a:buNone/>
                        <a:tabLst/>
                        <a:defRPr/>
                      </a:pPr>
                      <a:r>
                        <a:rPr kumimoji="1" lang="en-US" altLang="zh-CN" sz="1200" i="0" kern="1200">
                          <a:solidFill>
                            <a:schemeClr val="tx1"/>
                          </a:solidFill>
                          <a:latin typeface="+mn-lt"/>
                          <a:ea typeface="+mn-ea"/>
                          <a:cs typeface="+mn-cs"/>
                        </a:rPr>
                        <a:t> &lt;Global status&gt;</a:t>
                      </a:r>
                    </a:p>
                    <a:p>
                      <a:pPr marL="228600" marR="0" lvl="0" indent="-228600" algn="l" rtl="0" eaLnBrk="1" fontAlgn="auto" latinLnBrk="0" hangingPunct="1">
                        <a:lnSpc>
                          <a:spcPct val="140000"/>
                        </a:lnSpc>
                        <a:buClrTx/>
                        <a:buSzTx/>
                        <a:buAutoNum type="arabicPeriod"/>
                      </a:pPr>
                      <a:r>
                        <a:rPr lang="en-US" altLang="zh-CN" sz="1200" i="0" kern="1200">
                          <a:solidFill>
                            <a:schemeClr val="tx1"/>
                          </a:solidFill>
                          <a:latin typeface="+mn-lt"/>
                          <a:ea typeface="+mn-ea"/>
                          <a:cs typeface="+mn-cs"/>
                        </a:rPr>
                        <a:t>Phase 2a recruitment delay:</a:t>
                      </a:r>
                    </a:p>
                    <a:p>
                      <a:pPr marL="360000" marR="0" lvl="0" indent="-171450" algn="l" rtl="0" eaLnBrk="1" fontAlgn="auto" latinLnBrk="0" hangingPunct="1">
                        <a:lnSpc>
                          <a:spcPct val="140000"/>
                        </a:lnSpc>
                        <a:buClrTx/>
                        <a:buSzTx/>
                        <a:buFont typeface="Arial" panose="020B0604020202020204" pitchFamily="34" charset="0"/>
                        <a:buChar char="•"/>
                      </a:pPr>
                      <a:r>
                        <a:rPr lang="en-US" altLang="zh-CN" sz="1200" i="0" kern="1200">
                          <a:solidFill>
                            <a:schemeClr val="tx1"/>
                          </a:solidFill>
                          <a:latin typeface="+mn-lt"/>
                          <a:ea typeface="+mn-ea"/>
                          <a:cs typeface="+mn-cs"/>
                        </a:rPr>
                        <a:t>only three to four sites activated and four patients screened (all screen failures). </a:t>
                      </a:r>
                    </a:p>
                    <a:p>
                      <a:pPr marL="360000" marR="0" lvl="0" indent="-171450" algn="l" rtl="0" eaLnBrk="1" fontAlgn="auto" latinLnBrk="0" hangingPunct="1">
                        <a:lnSpc>
                          <a:spcPct val="140000"/>
                        </a:lnSpc>
                        <a:buClrTx/>
                        <a:buSzTx/>
                        <a:buFont typeface="Arial" panose="020B0604020202020204" pitchFamily="34" charset="0"/>
                        <a:buChar char="•"/>
                      </a:pPr>
                      <a:r>
                        <a:rPr lang="en-US" altLang="zh-CN" sz="1200" i="0" kern="1200">
                          <a:solidFill>
                            <a:schemeClr val="tx1"/>
                          </a:solidFill>
                          <a:latin typeface="+mn-lt"/>
                          <a:ea typeface="+mn-ea"/>
                          <a:cs typeface="+mn-cs"/>
                        </a:rPr>
                        <a:t>Revisit the timeline in mid May based on IQVIA new projection.</a:t>
                      </a:r>
                    </a:p>
                    <a:p>
                      <a:pPr marL="228600" marR="0" lvl="0" indent="-228600" algn="l" rtl="0" eaLnBrk="1" fontAlgn="auto" latinLnBrk="0" hangingPunct="1">
                        <a:lnSpc>
                          <a:spcPct val="140000"/>
                        </a:lnSpc>
                        <a:buClrTx/>
                        <a:buSzTx/>
                        <a:buFont typeface="+mj-lt"/>
                        <a:buAutoNum type="arabicPeriod" startAt="2"/>
                      </a:pPr>
                      <a:r>
                        <a:rPr lang="en-US" altLang="zh-CN" sz="1200" i="0" kern="1200">
                          <a:solidFill>
                            <a:schemeClr val="tx1"/>
                          </a:solidFill>
                          <a:latin typeface="+mn-lt"/>
                          <a:ea typeface="+mn-ea"/>
                          <a:cs typeface="+mn-cs"/>
                        </a:rPr>
                        <a:t>26W Tox waiver initiative update:</a:t>
                      </a:r>
                    </a:p>
                    <a:p>
                      <a:pPr marL="360000" marR="0" lvl="0" indent="-171450" algn="l" defTabSz="914400" rtl="0" eaLnBrk="1" fontAlgn="auto" latinLnBrk="0" hangingPunct="1">
                        <a:lnSpc>
                          <a:spcPct val="140000"/>
                        </a:lnSpc>
                        <a:buClrTx/>
                        <a:buSzTx/>
                        <a:buFont typeface="Arial" panose="020B0604020202020204" pitchFamily="34" charset="0"/>
                        <a:buChar char="•"/>
                      </a:pPr>
                      <a:r>
                        <a:rPr lang="en-US" altLang="zh-CN" sz="1200" i="0" kern="1200">
                          <a:solidFill>
                            <a:schemeClr val="tx1"/>
                          </a:solidFill>
                          <a:latin typeface="+mn-lt"/>
                          <a:ea typeface="+mn-ea"/>
                          <a:cs typeface="+mn-cs"/>
                        </a:rPr>
                        <a:t>starting with the FDA and awaiting FDA feedback before engaging with other agencies such as EMA and Asian health authorities.</a:t>
                      </a:r>
                    </a:p>
                  </a:txBody>
                  <a:tcP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rtl="0" eaLnBrk="1" fontAlgn="auto" latinLnBrk="0" hangingPunct="1">
                        <a:lnSpc>
                          <a:spcPct val="140000"/>
                        </a:lnSpc>
                        <a:spcBef>
                          <a:spcPts val="0"/>
                        </a:spcBef>
                        <a:spcAft>
                          <a:spcPts val="0"/>
                        </a:spcAft>
                        <a:buClrTx/>
                        <a:buSzTx/>
                        <a:buFont typeface="Arial" panose="020B0604020202020204" pitchFamily="34" charset="0"/>
                        <a:buChar char="•"/>
                      </a:pPr>
                      <a:r>
                        <a:rPr kumimoji="1" lang="en-US" altLang="zh-CN" sz="1200" i="0" kern="1200">
                          <a:solidFill>
                            <a:schemeClr val="tx1"/>
                          </a:solidFill>
                          <a:latin typeface="+mn-lt"/>
                          <a:ea typeface="+mn-ea"/>
                          <a:cs typeface="+mn-cs"/>
                        </a:rPr>
                        <a:t>Potential protocol modifications are being considered to relax certain criteria and improve feasibility. </a:t>
                      </a:r>
                      <a:endParaRPr lang="en-US" altLang="zh-CN" sz="1200" i="0" kern="1200">
                        <a:solidFill>
                          <a:schemeClr val="tx1"/>
                        </a:solidFill>
                        <a:latin typeface="+mn-lt"/>
                        <a:ea typeface="+mn-ea"/>
                        <a:cs typeface="+mn-cs"/>
                      </a:endParaRPr>
                    </a:p>
                  </a:txBody>
                  <a:tcP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282381439"/>
                  </a:ext>
                </a:extLst>
              </a:tr>
              <a:tr h="1289304">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377" rtl="0" eaLnBrk="1" fontAlgn="auto" latinLnBrk="0" hangingPunct="1">
                        <a:lnSpc>
                          <a:spcPct val="140000"/>
                        </a:lnSpc>
                        <a:spcBef>
                          <a:spcPts val="600"/>
                        </a:spcBef>
                        <a:spcAft>
                          <a:spcPts val="0"/>
                        </a:spcAft>
                        <a:buClrTx/>
                        <a:buSzTx/>
                        <a:buFont typeface="Arial" panose="020B0604020202020204" pitchFamily="34" charset="0"/>
                        <a:buNone/>
                        <a:tabLst/>
                        <a:defRPr/>
                      </a:pPr>
                      <a:r>
                        <a:rPr kumimoji="1" lang="en-US" altLang="zh-CN" sz="1200" i="0" kern="1200">
                          <a:solidFill>
                            <a:schemeClr val="tx1"/>
                          </a:solidFill>
                          <a:latin typeface="+mn-lt"/>
                          <a:ea typeface="+mn-ea"/>
                          <a:cs typeface="+mn-cs"/>
                        </a:rPr>
                        <a:t>&lt;China status&gt;</a:t>
                      </a:r>
                    </a:p>
                    <a:p>
                      <a:pPr algn="l" rtl="0" fontAlgn="base">
                        <a:lnSpc>
                          <a:spcPct val="100000"/>
                        </a:lnSpc>
                        <a:spcBef>
                          <a:spcPts val="600"/>
                        </a:spcBef>
                        <a:buFont typeface="+mj-lt"/>
                        <a:buAutoNum type="arabicPeriod"/>
                      </a:pPr>
                      <a:r>
                        <a:rPr lang="en-US" altLang="zh-CN" sz="1200" b="0" i="0">
                          <a:solidFill>
                            <a:srgbClr val="000000"/>
                          </a:solidFill>
                          <a:effectLst/>
                          <a:latin typeface="Boehringer Forward Text" panose="020B0504030403020204" pitchFamily="2" charset="0"/>
                        </a:rPr>
                        <a:t>Currently keep the pre-IND kick-off timeline in Jun 2026​</a:t>
                      </a:r>
                      <a:endParaRPr lang="en-US" altLang="zh-CN" sz="1200" b="0" i="0">
                        <a:solidFill>
                          <a:srgbClr val="000000"/>
                        </a:solidFill>
                        <a:effectLst/>
                        <a:latin typeface="Arial" panose="020B0604020202020204" pitchFamily="34" charset="0"/>
                      </a:endParaRPr>
                    </a:p>
                    <a:p>
                      <a:pPr algn="l" rtl="0" fontAlgn="base">
                        <a:lnSpc>
                          <a:spcPct val="100000"/>
                        </a:lnSpc>
                        <a:spcBef>
                          <a:spcPts val="600"/>
                        </a:spcBef>
                        <a:buFont typeface="+mj-lt"/>
                        <a:buAutoNum type="arabicPeriod"/>
                      </a:pPr>
                      <a:r>
                        <a:rPr lang="en-US" altLang="zh-CN" sz="1200" b="0" i="0">
                          <a:solidFill>
                            <a:srgbClr val="000000"/>
                          </a:solidFill>
                          <a:effectLst/>
                          <a:latin typeface="Boehringer Forward Text" panose="020B0504030403020204" pitchFamily="2" charset="0"/>
                        </a:rPr>
                        <a:t>Further check the CTA submission timeline</a:t>
                      </a:r>
                      <a:endParaRPr lang="en-US" altLang="zh-CN" sz="1200" b="0" i="0">
                        <a:solidFill>
                          <a:srgbClr val="000000"/>
                        </a:solidFill>
                        <a:effectLst/>
                        <a:latin typeface="Arial" panose="020B0604020202020204" pitchFamily="34" charset="0"/>
                      </a:endParaRPr>
                    </a:p>
                  </a:txBody>
                  <a:tcP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a:lnSpc>
                          <a:spcPct val="140000"/>
                        </a:lnSpc>
                        <a:spcBef>
                          <a:spcPts val="0"/>
                        </a:spcBef>
                        <a:spcAft>
                          <a:spcPts val="0"/>
                        </a:spcAft>
                        <a:buClrTx/>
                        <a:buSzTx/>
                        <a:buFont typeface="Arial" panose="020B0604020202020204" pitchFamily="34" charset="0"/>
                        <a:buChar char="•"/>
                      </a:pPr>
                      <a:r>
                        <a:rPr kumimoji="1" lang="en-US" altLang="zh-CN" sz="1200" i="0" kern="1200">
                          <a:solidFill>
                            <a:schemeClr val="tx1"/>
                          </a:solidFill>
                          <a:latin typeface="+mn-lt"/>
                          <a:ea typeface="+mn-ea"/>
                          <a:cs typeface="+mn-cs"/>
                        </a:rPr>
                        <a:t>Meeting with Global and Japan for progress update in May. </a:t>
                      </a:r>
                      <a:endParaRPr kumimoji="1" lang="zh-CN"/>
                    </a:p>
                  </a:txBody>
                  <a:tcP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762036921"/>
                  </a:ext>
                </a:extLst>
              </a:tr>
            </a:tbl>
          </a:graphicData>
        </a:graphic>
      </p:graphicFrame>
    </p:spTree>
    <p:extLst>
      <p:ext uri="{BB962C8B-B14F-4D97-AF65-F5344CB8AC3E}">
        <p14:creationId xmlns:p14="http://schemas.microsoft.com/office/powerpoint/2010/main" val="131545595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00E7E8-C252-FF99-EA24-C6EA41148373}"/>
            </a:ext>
          </a:extLst>
        </p:cNvPr>
        <p:cNvGrpSpPr/>
        <p:nvPr/>
      </p:nvGrpSpPr>
      <p:grpSpPr>
        <a:xfrm>
          <a:off x="0" y="0"/>
          <a:ext cx="0" cy="0"/>
          <a:chOff x="0" y="0"/>
          <a:chExt cx="0" cy="0"/>
        </a:xfrm>
      </p:grpSpPr>
      <p:cxnSp>
        <p:nvCxnSpPr>
          <p:cNvPr id="65" name="Straight Connector 64">
            <a:extLst>
              <a:ext uri="{FF2B5EF4-FFF2-40B4-BE49-F238E27FC236}">
                <a16:creationId xmlns:a16="http://schemas.microsoft.com/office/drawing/2014/main" id="{C9A2C161-0BC9-3DCB-D08B-52E428376064}"/>
              </a:ext>
            </a:extLst>
          </p:cNvPr>
          <p:cNvCxnSpPr>
            <a:cxnSpLocks/>
          </p:cNvCxnSpPr>
          <p:nvPr/>
        </p:nvCxnSpPr>
        <p:spPr bwMode="gray">
          <a:xfrm>
            <a:off x="10646776" y="1708446"/>
            <a:ext cx="0" cy="2016000"/>
          </a:xfrm>
          <a:prstGeom prst="line">
            <a:avLst/>
          </a:prstGeom>
          <a:ln w="19050">
            <a:solidFill>
              <a:schemeClr val="accent3">
                <a:lumMod val="9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6" name="Title 1">
            <a:extLst>
              <a:ext uri="{FF2B5EF4-FFF2-40B4-BE49-F238E27FC236}">
                <a16:creationId xmlns:a16="http://schemas.microsoft.com/office/drawing/2014/main" id="{CE58FFED-BEC9-48F9-C7D2-EC5CD8C62EC6}"/>
              </a:ext>
            </a:extLst>
          </p:cNvPr>
          <p:cNvSpPr txBox="1">
            <a:spLocks/>
          </p:cNvSpPr>
          <p:nvPr/>
        </p:nvSpPr>
        <p:spPr bwMode="gray">
          <a:xfrm>
            <a:off x="479424" y="427358"/>
            <a:ext cx="10873160" cy="418702"/>
          </a:xfrm>
          <a:prstGeom prst="rect">
            <a:avLst/>
          </a:prstGeom>
        </p:spPr>
        <p:txBody>
          <a:bodyPr vert="horz" lIns="0" tIns="0" rIns="0" bIns="0" rtlCol="0" anchor="t">
            <a:noAutofit/>
          </a:bodyPr>
          <a:lstStyle>
            <a:lvl1pPr algn="l" defTabSz="914400" rtl="0" eaLnBrk="1" latinLnBrk="0" hangingPunct="1">
              <a:lnSpc>
                <a:spcPct val="100000"/>
              </a:lnSpc>
              <a:spcBef>
                <a:spcPct val="0"/>
              </a:spcBef>
              <a:buNone/>
              <a:defRPr sz="2500" b="1" kern="1200">
                <a:solidFill>
                  <a:schemeClr val="bg2"/>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400" b="1" i="0" u="none" strike="noStrike" kern="1200" cap="none" spc="0" normalizeH="0" baseline="0" noProof="0" err="1">
                <a:ln>
                  <a:noFill/>
                </a:ln>
                <a:solidFill>
                  <a:prstClr val="black"/>
                </a:solidFill>
                <a:effectLst/>
                <a:uLnTx/>
                <a:uFillTx/>
                <a:latin typeface="Boehringer Forward Head"/>
                <a:ea typeface="+mj-ea"/>
                <a:cs typeface="+mj-cs"/>
              </a:rPr>
              <a:t>PhIIa</a:t>
            </a:r>
            <a:r>
              <a:rPr kumimoji="0" lang="en-US" sz="2400" b="1" i="0" u="none" strike="noStrike" kern="1200" cap="none" spc="0" normalizeH="0" baseline="0" noProof="0">
                <a:ln>
                  <a:noFill/>
                </a:ln>
                <a:solidFill>
                  <a:prstClr val="black"/>
                </a:solidFill>
                <a:effectLst/>
                <a:uLnTx/>
                <a:uFillTx/>
                <a:latin typeface="Boehringer Forward Head"/>
                <a:ea typeface="+mj-ea"/>
                <a:cs typeface="+mj-cs"/>
              </a:rPr>
              <a:t> SRD and </a:t>
            </a:r>
            <a:r>
              <a:rPr kumimoji="0" lang="en-US" sz="2400" b="1" i="0" u="none" strike="noStrike" kern="1200" cap="none" spc="0" normalizeH="0" baseline="0" noProof="0" err="1">
                <a:ln>
                  <a:noFill/>
                </a:ln>
                <a:solidFill>
                  <a:prstClr val="black"/>
                </a:solidFill>
                <a:effectLst/>
                <a:uLnTx/>
                <a:uFillTx/>
                <a:latin typeface="Boehringer Forward Head"/>
                <a:ea typeface="+mj-ea"/>
                <a:cs typeface="+mj-cs"/>
              </a:rPr>
              <a:t>PhIIb</a:t>
            </a:r>
            <a:r>
              <a:rPr kumimoji="0" lang="en-US" sz="2400" b="1" i="0" u="none" strike="noStrike" kern="1200" cap="none" spc="0" normalizeH="0" baseline="0" noProof="0">
                <a:ln>
                  <a:noFill/>
                </a:ln>
                <a:solidFill>
                  <a:prstClr val="black"/>
                </a:solidFill>
                <a:effectLst/>
                <a:uLnTx/>
                <a:uFillTx/>
                <a:latin typeface="Boehringer Forward Head"/>
                <a:ea typeface="+mj-ea"/>
                <a:cs typeface="+mj-cs"/>
              </a:rPr>
              <a:t> assessing BI 3802876 (FR) in MASH cF4</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600" b="0" i="0" u="none" strike="noStrike" kern="1200" cap="none" spc="0" normalizeH="0" baseline="0" noProof="0">
                <a:ln>
                  <a:noFill/>
                </a:ln>
                <a:solidFill>
                  <a:srgbClr val="08312A"/>
                </a:solidFill>
                <a:effectLst/>
                <a:uLnTx/>
                <a:uFillTx/>
                <a:latin typeface="Boehringer Forward Head"/>
                <a:ea typeface="+mj-ea"/>
                <a:cs typeface="+mj-cs"/>
              </a:rPr>
              <a:t>Inflection Point 1: Ph </a:t>
            </a:r>
            <a:r>
              <a:rPr kumimoji="0" lang="en-US" sz="1600" b="0" i="0" u="none" strike="noStrike" kern="1200" cap="none" spc="0" normalizeH="0" baseline="0" noProof="0" err="1">
                <a:ln>
                  <a:noFill/>
                </a:ln>
                <a:solidFill>
                  <a:srgbClr val="08312A"/>
                </a:solidFill>
                <a:effectLst/>
                <a:uLnTx/>
                <a:uFillTx/>
                <a:latin typeface="Boehringer Forward Head"/>
                <a:ea typeface="+mj-ea"/>
                <a:cs typeface="+mj-cs"/>
              </a:rPr>
              <a:t>IIa</a:t>
            </a:r>
            <a:r>
              <a:rPr kumimoji="0" lang="en-US" sz="1600" b="0" i="0" u="none" strike="noStrike" kern="1200" cap="none" spc="0" normalizeH="0" baseline="0" noProof="0">
                <a:ln>
                  <a:noFill/>
                </a:ln>
                <a:solidFill>
                  <a:srgbClr val="08312A"/>
                </a:solidFill>
                <a:effectLst/>
                <a:uLnTx/>
                <a:uFillTx/>
                <a:latin typeface="Boehringer Forward Head"/>
                <a:ea typeface="+mj-ea"/>
                <a:cs typeface="+mj-cs"/>
              </a:rPr>
              <a:t> interim data to trigger </a:t>
            </a:r>
            <a:r>
              <a:rPr kumimoji="0" lang="en-US" sz="1600" b="0" i="0" u="none" strike="noStrike" kern="1200" cap="none" spc="0" normalizeH="0" baseline="0" noProof="0" err="1">
                <a:ln>
                  <a:noFill/>
                </a:ln>
                <a:solidFill>
                  <a:srgbClr val="08312A"/>
                </a:solidFill>
                <a:effectLst/>
                <a:uLnTx/>
                <a:uFillTx/>
                <a:latin typeface="Boehringer Forward Head"/>
                <a:ea typeface="+mj-ea"/>
                <a:cs typeface="+mj-cs"/>
              </a:rPr>
              <a:t>PhIIb</a:t>
            </a:r>
            <a:r>
              <a:rPr kumimoji="0" lang="en-US" sz="1600" b="0" i="0" u="none" strike="noStrike" kern="1200" cap="none" spc="0" normalizeH="0" baseline="0" noProof="0">
                <a:ln>
                  <a:noFill/>
                </a:ln>
                <a:solidFill>
                  <a:srgbClr val="08312A"/>
                </a:solidFill>
                <a:effectLst/>
                <a:uLnTx/>
                <a:uFillTx/>
                <a:latin typeface="Boehringer Forward Head"/>
                <a:ea typeface="+mj-ea"/>
                <a:cs typeface="+mj-cs"/>
              </a:rPr>
              <a:t> planning</a:t>
            </a:r>
            <a:endParaRPr kumimoji="0" lang="en-US" sz="1600" b="0" i="0" u="none" strike="noStrike" kern="1200" cap="none" spc="0" normalizeH="0" baseline="0" noProof="0">
              <a:ln>
                <a:noFill/>
              </a:ln>
              <a:solidFill>
                <a:prstClr val="black"/>
              </a:solidFill>
              <a:effectLst/>
              <a:uLnTx/>
              <a:uFillTx/>
              <a:latin typeface="Boehringer Forward Head"/>
              <a:ea typeface="+mj-ea"/>
              <a:cs typeface="+mj-cs"/>
            </a:endParaRPr>
          </a:p>
        </p:txBody>
      </p:sp>
      <p:cxnSp>
        <p:nvCxnSpPr>
          <p:cNvPr id="70" name="Gerader Verbinder 27">
            <a:extLst>
              <a:ext uri="{FF2B5EF4-FFF2-40B4-BE49-F238E27FC236}">
                <a16:creationId xmlns:a16="http://schemas.microsoft.com/office/drawing/2014/main" id="{916EEDD6-E797-E1AD-95FE-79FBA2316FA5}"/>
              </a:ext>
            </a:extLst>
          </p:cNvPr>
          <p:cNvCxnSpPr>
            <a:cxnSpLocks/>
            <a:stCxn id="72" idx="0"/>
          </p:cNvCxnSpPr>
          <p:nvPr/>
        </p:nvCxnSpPr>
        <p:spPr>
          <a:xfrm>
            <a:off x="2435714" y="4429732"/>
            <a:ext cx="0" cy="1073031"/>
          </a:xfrm>
          <a:prstGeom prst="line">
            <a:avLst/>
          </a:prstGeom>
          <a:ln w="12700" cap="flat" cmpd="sng" algn="ctr">
            <a:solidFill>
              <a:schemeClr val="bg1">
                <a:lumMod val="75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1" name="Group 70">
            <a:extLst>
              <a:ext uri="{FF2B5EF4-FFF2-40B4-BE49-F238E27FC236}">
                <a16:creationId xmlns:a16="http://schemas.microsoft.com/office/drawing/2014/main" id="{D56993F2-2A86-D8C6-48B4-B10A690C2891}"/>
              </a:ext>
            </a:extLst>
          </p:cNvPr>
          <p:cNvGrpSpPr>
            <a:grpSpLocks/>
          </p:cNvGrpSpPr>
          <p:nvPr/>
        </p:nvGrpSpPr>
        <p:grpSpPr>
          <a:xfrm>
            <a:off x="2231567" y="4429732"/>
            <a:ext cx="408293" cy="405933"/>
            <a:chOff x="-1" y="-1"/>
            <a:chExt cx="127004" cy="127001"/>
          </a:xfrm>
          <a:solidFill>
            <a:schemeClr val="accent2"/>
          </a:solidFill>
        </p:grpSpPr>
        <p:sp>
          <p:nvSpPr>
            <p:cNvPr id="72" name="Oval 71">
              <a:extLst>
                <a:ext uri="{FF2B5EF4-FFF2-40B4-BE49-F238E27FC236}">
                  <a16:creationId xmlns:a16="http://schemas.microsoft.com/office/drawing/2014/main" id="{CB0F5934-2DC7-9B2B-59AE-B3609F2B3A6D}"/>
                </a:ext>
              </a:extLst>
            </p:cNvPr>
            <p:cNvSpPr/>
            <p:nvPr/>
          </p:nvSpPr>
          <p:spPr>
            <a:xfrm>
              <a:off x="-1" y="-1"/>
              <a:ext cx="127004" cy="127001"/>
            </a:xfrm>
            <a:prstGeom prst="ellipse">
              <a:avLst/>
            </a:prstGeom>
            <a:grpFill/>
            <a:ln w="12700" cap="flat">
              <a:noFill/>
              <a:miter lim="400000"/>
            </a:ln>
            <a:effectLst/>
          </p:spPr>
          <p:txBody>
            <a:bodyPr wrap="square" lIns="45719" tIns="45719" rIns="45719" bIns="45719"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377" rtl="0" eaLnBrk="1" fontAlgn="auto" latinLnBrk="0" hangingPunct="0">
                <a:lnSpc>
                  <a:spcPct val="140000"/>
                </a:lnSpc>
                <a:spcBef>
                  <a:spcPts val="0"/>
                </a:spcBef>
                <a:spcAft>
                  <a:spcPts val="0"/>
                </a:spcAft>
                <a:buClrTx/>
                <a:buSzTx/>
                <a:buFontTx/>
                <a:buNone/>
                <a:tabLst/>
                <a:defRPr sz="1600">
                  <a:latin typeface="Boehringer Forward Text"/>
                  <a:ea typeface="Boehringer Forward Text"/>
                  <a:cs typeface="Boehringer Forward Text"/>
                  <a:sym typeface="Boehringer Forward Text"/>
                </a:defRPr>
              </a:pPr>
              <a:endParaRPr kumimoji="0" sz="1600" b="0" i="0" u="none" strike="noStrike" kern="0" cap="none" spc="0" normalizeH="0" baseline="0" noProof="0">
                <a:ln>
                  <a:noFill/>
                </a:ln>
                <a:solidFill>
                  <a:srgbClr val="000000"/>
                </a:solidFill>
                <a:effectLst/>
                <a:uLnTx/>
                <a:uFillTx/>
                <a:latin typeface="Boehringer Forward Text"/>
                <a:sym typeface="Boehringer Forward Text"/>
              </a:endParaRPr>
            </a:p>
          </p:txBody>
        </p:sp>
        <p:pic>
          <p:nvPicPr>
            <p:cNvPr id="73" name="Grafik 18" descr="Grafik 18">
              <a:extLst>
                <a:ext uri="{FF2B5EF4-FFF2-40B4-BE49-F238E27FC236}">
                  <a16:creationId xmlns:a16="http://schemas.microsoft.com/office/drawing/2014/main" id="{0625B403-ACFC-BA7E-E7BA-2406D5740F0D}"/>
                </a:ext>
              </a:extLst>
            </p:cNvPr>
            <p:cNvPicPr>
              <a:picLocks noChangeAspect="1"/>
            </p:cNvPicPr>
            <p:nvPr/>
          </p:nvPicPr>
          <p:blipFill>
            <a:blip r:embed="rId7"/>
            <a:stretch>
              <a:fillRect/>
            </a:stretch>
          </p:blipFill>
          <p:spPr>
            <a:xfrm rot="16200000">
              <a:off x="27481" y="27480"/>
              <a:ext cx="72040" cy="72042"/>
            </a:xfrm>
            <a:prstGeom prst="rect">
              <a:avLst/>
            </a:prstGeom>
            <a:grpFill/>
            <a:ln w="12700" cap="flat">
              <a:noFill/>
              <a:miter lim="400000"/>
            </a:ln>
            <a:effectLst/>
          </p:spPr>
        </p:pic>
      </p:grpSp>
      <p:sp>
        <p:nvSpPr>
          <p:cNvPr id="74" name="TextBox 73">
            <a:extLst>
              <a:ext uri="{FF2B5EF4-FFF2-40B4-BE49-F238E27FC236}">
                <a16:creationId xmlns:a16="http://schemas.microsoft.com/office/drawing/2014/main" id="{4A959796-0896-2D34-0635-DFC5B7F0FD98}"/>
              </a:ext>
            </a:extLst>
          </p:cNvPr>
          <p:cNvSpPr txBox="1"/>
          <p:nvPr/>
        </p:nvSpPr>
        <p:spPr bwMode="gray">
          <a:xfrm>
            <a:off x="2844006" y="4428221"/>
            <a:ext cx="6642552" cy="80021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Boehringer Forward Text"/>
                <a:ea typeface="+mn-ea"/>
                <a:cs typeface="+mn-cs"/>
              </a:rPr>
              <a:t>…establish PD-data and improve benefit-risk profile</a:t>
            </a:r>
            <a:endParaRPr kumimoji="0" lang="de-DE" sz="1600" b="1" i="0" u="none" strike="noStrike" kern="1200" cap="none" spc="0" normalizeH="0" baseline="0" noProof="0">
              <a:ln>
                <a:noFill/>
              </a:ln>
              <a:solidFill>
                <a:prstClr val="black"/>
              </a:solidFill>
              <a:effectLst/>
              <a:uLnTx/>
              <a:uFillTx/>
              <a:latin typeface="Boehringer Forward Tex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n-ea"/>
                <a:cs typeface="+mn-cs"/>
              </a:rPr>
              <a:t>Pro-C3 reduction: anticipated strong signals and sustained response after single dose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n-ea"/>
                <a:cs typeface="+mn-cs"/>
              </a:rPr>
              <a:t>Additional NIT-data: ELF, VCTE, HSC-activity in MASH cF4 patients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n-ea"/>
                <a:cs typeface="+mn-cs"/>
                <a:sym typeface="Wingdings" panose="05000000000000000000" pitchFamily="2" charset="2"/>
              </a:rPr>
              <a:t></a:t>
            </a:r>
            <a:r>
              <a:rPr kumimoji="0" lang="en-US" sz="1200" b="0" i="0" u="none" strike="noStrike" kern="1200" cap="none" spc="0" normalizeH="0" baseline="0" noProof="0">
                <a:ln>
                  <a:noFill/>
                </a:ln>
                <a:solidFill>
                  <a:prstClr val="black"/>
                </a:solidFill>
                <a:effectLst/>
                <a:uLnTx/>
                <a:uFillTx/>
                <a:latin typeface="Boehringer Forward Text"/>
                <a:ea typeface="+mn-ea"/>
                <a:cs typeface="+mn-cs"/>
              </a:rPr>
              <a:t>Mechanistic plausibility of MoA</a:t>
            </a:r>
          </a:p>
        </p:txBody>
      </p:sp>
      <p:grpSp>
        <p:nvGrpSpPr>
          <p:cNvPr id="75" name="Group 74">
            <a:extLst>
              <a:ext uri="{FF2B5EF4-FFF2-40B4-BE49-F238E27FC236}">
                <a16:creationId xmlns:a16="http://schemas.microsoft.com/office/drawing/2014/main" id="{72152954-54AB-7CC4-90C4-3F3D8676EA3D}"/>
              </a:ext>
            </a:extLst>
          </p:cNvPr>
          <p:cNvGrpSpPr>
            <a:grpSpLocks/>
          </p:cNvGrpSpPr>
          <p:nvPr/>
        </p:nvGrpSpPr>
        <p:grpSpPr>
          <a:xfrm>
            <a:off x="2231567" y="5301031"/>
            <a:ext cx="408293" cy="405933"/>
            <a:chOff x="-1" y="-1"/>
            <a:chExt cx="127004" cy="127001"/>
          </a:xfrm>
        </p:grpSpPr>
        <p:sp>
          <p:nvSpPr>
            <p:cNvPr id="76" name="Oval 75">
              <a:extLst>
                <a:ext uri="{FF2B5EF4-FFF2-40B4-BE49-F238E27FC236}">
                  <a16:creationId xmlns:a16="http://schemas.microsoft.com/office/drawing/2014/main" id="{4B4B5663-87C3-F00C-7711-D6CF1776F6EF}"/>
                </a:ext>
              </a:extLst>
            </p:cNvPr>
            <p:cNvSpPr/>
            <p:nvPr/>
          </p:nvSpPr>
          <p:spPr>
            <a:xfrm>
              <a:off x="-1" y="-1"/>
              <a:ext cx="127004" cy="127001"/>
            </a:xfrm>
            <a:prstGeom prst="ellipse">
              <a:avLst/>
            </a:prstGeom>
            <a:solidFill>
              <a:schemeClr val="tx2"/>
            </a:solidFill>
            <a:ln w="12700" cap="flat">
              <a:noFill/>
              <a:miter lim="400000"/>
            </a:ln>
            <a:effectLst/>
          </p:spPr>
          <p:txBody>
            <a:bodyPr wrap="square" lIns="45719" tIns="45719" rIns="45719" bIns="45719"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377" rtl="0" eaLnBrk="1" fontAlgn="auto" latinLnBrk="0" hangingPunct="0">
                <a:lnSpc>
                  <a:spcPct val="140000"/>
                </a:lnSpc>
                <a:spcBef>
                  <a:spcPts val="0"/>
                </a:spcBef>
                <a:spcAft>
                  <a:spcPts val="0"/>
                </a:spcAft>
                <a:buClrTx/>
                <a:buSzTx/>
                <a:buFontTx/>
                <a:buNone/>
                <a:tabLst/>
                <a:defRPr sz="1600">
                  <a:latin typeface="Boehringer Forward Text"/>
                  <a:ea typeface="Boehringer Forward Text"/>
                  <a:cs typeface="Boehringer Forward Text"/>
                  <a:sym typeface="Boehringer Forward Text"/>
                </a:defRPr>
              </a:pPr>
              <a:endParaRPr kumimoji="0" sz="1600" b="0" i="0" u="none" strike="noStrike" kern="0" cap="none" spc="0" normalizeH="0" baseline="0" noProof="0">
                <a:ln>
                  <a:noFill/>
                </a:ln>
                <a:solidFill>
                  <a:srgbClr val="000000"/>
                </a:solidFill>
                <a:effectLst/>
                <a:uLnTx/>
                <a:uFillTx/>
                <a:latin typeface="Boehringer Forward Text"/>
                <a:sym typeface="Boehringer Forward Text"/>
              </a:endParaRPr>
            </a:p>
          </p:txBody>
        </p:sp>
        <p:pic>
          <p:nvPicPr>
            <p:cNvPr id="77" name="Grafik 18" descr="Grafik 18">
              <a:extLst>
                <a:ext uri="{FF2B5EF4-FFF2-40B4-BE49-F238E27FC236}">
                  <a16:creationId xmlns:a16="http://schemas.microsoft.com/office/drawing/2014/main" id="{BFA25C8A-F029-2096-C5A2-291A5FF46351}"/>
                </a:ext>
              </a:extLst>
            </p:cNvPr>
            <p:cNvPicPr>
              <a:picLocks noChangeAspect="1"/>
            </p:cNvPicPr>
            <p:nvPr/>
          </p:nvPicPr>
          <p:blipFill>
            <a:blip r:embed="rId7"/>
            <a:stretch>
              <a:fillRect/>
            </a:stretch>
          </p:blipFill>
          <p:spPr>
            <a:xfrm rot="16200000">
              <a:off x="27481" y="27480"/>
              <a:ext cx="72040" cy="72042"/>
            </a:xfrm>
            <a:prstGeom prst="rect">
              <a:avLst/>
            </a:prstGeom>
            <a:ln w="12700" cap="flat">
              <a:noFill/>
              <a:miter lim="400000"/>
            </a:ln>
            <a:effectLst/>
          </p:spPr>
        </p:pic>
      </p:grpSp>
      <p:sp>
        <p:nvSpPr>
          <p:cNvPr id="79" name="TextBox 78">
            <a:extLst>
              <a:ext uri="{FF2B5EF4-FFF2-40B4-BE49-F238E27FC236}">
                <a16:creationId xmlns:a16="http://schemas.microsoft.com/office/drawing/2014/main" id="{B44DCF5A-72ED-7F37-293F-C9F5589AB294}"/>
              </a:ext>
            </a:extLst>
          </p:cNvPr>
          <p:cNvSpPr txBox="1"/>
          <p:nvPr/>
        </p:nvSpPr>
        <p:spPr bwMode="gray">
          <a:xfrm>
            <a:off x="2853156" y="5329915"/>
            <a:ext cx="3949426" cy="61555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Boehringer Forward Text"/>
                <a:ea typeface="+mn-ea"/>
                <a:cs typeface="+mn-cs"/>
              </a:rPr>
              <a:t>…kick-off FR </a:t>
            </a:r>
            <a:r>
              <a:rPr kumimoji="0" lang="en-US" sz="1600" b="1" i="0" u="none" strike="noStrike" kern="1200" cap="none" spc="0" normalizeH="0" baseline="0" noProof="0" err="1">
                <a:ln>
                  <a:noFill/>
                </a:ln>
                <a:solidFill>
                  <a:prstClr val="black"/>
                </a:solidFill>
                <a:effectLst/>
                <a:uLnTx/>
                <a:uFillTx/>
                <a:latin typeface="Boehringer Forward Text"/>
                <a:ea typeface="+mn-ea"/>
                <a:cs typeface="+mn-cs"/>
              </a:rPr>
              <a:t>PhIIb</a:t>
            </a:r>
            <a:r>
              <a:rPr kumimoji="0" lang="en-US" sz="1600" b="1" i="0" u="none" strike="noStrike" kern="1200" cap="none" spc="0" normalizeH="0" baseline="0" noProof="0">
                <a:ln>
                  <a:noFill/>
                </a:ln>
                <a:solidFill>
                  <a:prstClr val="black"/>
                </a:solidFill>
                <a:effectLst/>
                <a:uLnTx/>
                <a:uFillTx/>
                <a:latin typeface="Boehringer Forward Text"/>
                <a:ea typeface="+mn-ea"/>
                <a:cs typeface="+mn-cs"/>
              </a:rPr>
              <a:t> planning </a:t>
            </a:r>
            <a:endParaRPr kumimoji="0" lang="de-DE" sz="1600" b="1" i="0" u="none" strike="noStrike" kern="1200" cap="none" spc="0" normalizeH="0" baseline="0" noProof="0">
              <a:ln>
                <a:noFill/>
              </a:ln>
              <a:solidFill>
                <a:prstClr val="black"/>
              </a:solidFill>
              <a:effectLst/>
              <a:uLnTx/>
              <a:uFillTx/>
              <a:latin typeface="Boehringer Forward Tex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err="1">
                <a:ln>
                  <a:noFill/>
                </a:ln>
                <a:solidFill>
                  <a:prstClr val="black"/>
                </a:solidFill>
                <a:effectLst/>
                <a:uLnTx/>
                <a:uFillTx/>
                <a:latin typeface="Boehringer Forward Text"/>
                <a:ea typeface="+mn-ea"/>
                <a:cs typeface="+mn-cs"/>
              </a:rPr>
              <a:t>PhIIa</a:t>
            </a:r>
            <a:r>
              <a:rPr kumimoji="0" lang="en-US" sz="1200" b="0" i="0" u="none" strike="noStrike" kern="1200" cap="none" spc="0" normalizeH="0" baseline="0" noProof="0">
                <a:ln>
                  <a:noFill/>
                </a:ln>
                <a:solidFill>
                  <a:prstClr val="black"/>
                </a:solidFill>
                <a:effectLst/>
                <a:uLnTx/>
                <a:uFillTx/>
                <a:latin typeface="Boehringer Forward Text"/>
                <a:ea typeface="+mn-ea"/>
                <a:cs typeface="+mn-cs"/>
              </a:rPr>
              <a:t> data to support dosing selection and frequency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Boehringer Forward Text"/>
                <a:ea typeface="+mn-ea"/>
                <a:cs typeface="+mn-cs"/>
              </a:rPr>
              <a:t>Request for relaxation of I/E criteria</a:t>
            </a:r>
          </a:p>
        </p:txBody>
      </p:sp>
      <p:sp>
        <p:nvSpPr>
          <p:cNvPr id="80" name="TextBox 79">
            <a:extLst>
              <a:ext uri="{FF2B5EF4-FFF2-40B4-BE49-F238E27FC236}">
                <a16:creationId xmlns:a16="http://schemas.microsoft.com/office/drawing/2014/main" id="{0633E25B-E2F9-EEBC-0527-F2F47D65C2BB}"/>
              </a:ext>
            </a:extLst>
          </p:cNvPr>
          <p:cNvSpPr txBox="1"/>
          <p:nvPr/>
        </p:nvSpPr>
        <p:spPr bwMode="gray">
          <a:xfrm>
            <a:off x="547696" y="5000693"/>
            <a:ext cx="1470575"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err="1">
                <a:ln>
                  <a:noFill/>
                </a:ln>
                <a:solidFill>
                  <a:prstClr val="black"/>
                </a:solidFill>
                <a:effectLst/>
                <a:uLnTx/>
                <a:uFillTx/>
                <a:latin typeface="Boehringer Forward Text"/>
                <a:ea typeface="+mn-ea"/>
                <a:cs typeface="+mn-cs"/>
              </a:rPr>
              <a:t>Inflection</a:t>
            </a:r>
            <a:r>
              <a:rPr kumimoji="0" lang="de-DE" sz="1600" b="1" i="0" u="none" strike="noStrike" kern="1200" cap="none" spc="0" normalizeH="0" baseline="0" noProof="0">
                <a:ln>
                  <a:noFill/>
                </a:ln>
                <a:solidFill>
                  <a:prstClr val="black"/>
                </a:solidFill>
                <a:effectLst/>
                <a:uLnTx/>
                <a:uFillTx/>
                <a:latin typeface="Boehringer Forward Text"/>
                <a:ea typeface="+mn-ea"/>
                <a:cs typeface="+mn-cs"/>
              </a:rPr>
              <a:t> </a:t>
            </a:r>
            <a:r>
              <a:rPr kumimoji="0" lang="de-DE" sz="1600" b="1" i="0" u="none" strike="noStrike" kern="1200" cap="none" spc="0" normalizeH="0" baseline="0" noProof="0" err="1">
                <a:ln>
                  <a:noFill/>
                </a:ln>
                <a:solidFill>
                  <a:prstClr val="black"/>
                </a:solidFill>
                <a:effectLst/>
                <a:uLnTx/>
                <a:uFillTx/>
                <a:latin typeface="Boehringer Forward Text"/>
                <a:ea typeface="+mn-ea"/>
                <a:cs typeface="+mn-cs"/>
              </a:rPr>
              <a:t>point</a:t>
            </a:r>
            <a:r>
              <a:rPr kumimoji="0" lang="de-DE" sz="1600" b="1" i="0" u="none" strike="noStrike" kern="1200" cap="none" spc="0" normalizeH="0" baseline="0" noProof="0">
                <a:ln>
                  <a:noFill/>
                </a:ln>
                <a:solidFill>
                  <a:prstClr val="black"/>
                </a:solidFill>
                <a:effectLst/>
                <a:uLnTx/>
                <a:uFillTx/>
                <a:latin typeface="Boehringer Forward Text"/>
                <a:ea typeface="+mn-ea"/>
                <a:cs typeface="+mn-cs"/>
              </a:rPr>
              <a:t> 1 will …</a:t>
            </a:r>
            <a:endParaRPr kumimoji="0" lang="en-US" sz="12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81" name="OTLSHAPE_SLM_915dc1bdef064cb68ec9ea9cfed5215e_Shape">
            <a:extLst>
              <a:ext uri="{FF2B5EF4-FFF2-40B4-BE49-F238E27FC236}">
                <a16:creationId xmlns:a16="http://schemas.microsoft.com/office/drawing/2014/main" id="{A8C70172-5D2C-44AB-816B-8646EFFEA42C}"/>
              </a:ext>
            </a:extLst>
          </p:cNvPr>
          <p:cNvSpPr/>
          <p:nvPr>
            <p:custDataLst>
              <p:tags r:id="rId1"/>
            </p:custDataLst>
          </p:nvPr>
        </p:nvSpPr>
        <p:spPr bwMode="gray">
          <a:xfrm>
            <a:off x="1093809" y="4427679"/>
            <a:ext cx="360000" cy="504000"/>
          </a:xfrm>
          <a:prstGeom prst="diamond">
            <a:avLst/>
          </a:prstGeom>
          <a:solidFill>
            <a:schemeClr val="accent2"/>
          </a:solidFill>
          <a:ln w="6350" cap="flat" cmpd="sng" algn="ctr">
            <a:solidFill>
              <a:srgbClr val="0072BB"/>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de-DE" sz="1400" b="1" i="0" u="none" strike="noStrike" kern="1200" cap="none" spc="0" normalizeH="0" baseline="0" noProof="0">
                <a:ln>
                  <a:noFill/>
                </a:ln>
                <a:solidFill>
                  <a:prstClr val="black"/>
                </a:solidFill>
                <a:effectLst/>
                <a:uLnTx/>
                <a:uFillTx/>
                <a:latin typeface="Boehringer Forward Text"/>
                <a:ea typeface="+mn-ea"/>
                <a:cs typeface="+mn-cs"/>
              </a:rPr>
              <a:t>1</a:t>
            </a:r>
            <a:endParaRPr kumimoji="0" lang="en-US" sz="2400" b="1"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4" name="Straight Connector 3">
            <a:extLst>
              <a:ext uri="{FF2B5EF4-FFF2-40B4-BE49-F238E27FC236}">
                <a16:creationId xmlns:a16="http://schemas.microsoft.com/office/drawing/2014/main" id="{E3695F98-5BC3-3BDD-E88B-83B4E5D5D06F}"/>
              </a:ext>
            </a:extLst>
          </p:cNvPr>
          <p:cNvCxnSpPr>
            <a:cxnSpLocks/>
          </p:cNvCxnSpPr>
          <p:nvPr/>
        </p:nvCxnSpPr>
        <p:spPr bwMode="gray">
          <a:xfrm>
            <a:off x="9886499" y="1708446"/>
            <a:ext cx="0" cy="2016000"/>
          </a:xfrm>
          <a:prstGeom prst="line">
            <a:avLst/>
          </a:prstGeom>
          <a:ln w="19050">
            <a:solidFill>
              <a:schemeClr val="accent3">
                <a:lumMod val="9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E7A250B-7D58-465D-C49F-CD49BC84E092}"/>
              </a:ext>
            </a:extLst>
          </p:cNvPr>
          <p:cNvCxnSpPr>
            <a:cxnSpLocks/>
          </p:cNvCxnSpPr>
          <p:nvPr/>
        </p:nvCxnSpPr>
        <p:spPr bwMode="gray">
          <a:xfrm>
            <a:off x="7437247" y="1708446"/>
            <a:ext cx="0" cy="2016000"/>
          </a:xfrm>
          <a:prstGeom prst="line">
            <a:avLst/>
          </a:prstGeom>
          <a:ln w="19050">
            <a:solidFill>
              <a:schemeClr val="accent3">
                <a:lumMod val="9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3DFFB5F-D02A-BC6C-E514-65A847FC3F2A}"/>
              </a:ext>
            </a:extLst>
          </p:cNvPr>
          <p:cNvCxnSpPr>
            <a:cxnSpLocks/>
          </p:cNvCxnSpPr>
          <p:nvPr/>
        </p:nvCxnSpPr>
        <p:spPr bwMode="gray">
          <a:xfrm>
            <a:off x="5883333" y="1708446"/>
            <a:ext cx="0" cy="2016000"/>
          </a:xfrm>
          <a:prstGeom prst="line">
            <a:avLst/>
          </a:prstGeom>
          <a:ln w="19050">
            <a:solidFill>
              <a:schemeClr val="accent3">
                <a:lumMod val="9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073BFB6-B923-1D56-1580-044ABEE17565}"/>
              </a:ext>
            </a:extLst>
          </p:cNvPr>
          <p:cNvCxnSpPr>
            <a:cxnSpLocks/>
          </p:cNvCxnSpPr>
          <p:nvPr/>
        </p:nvCxnSpPr>
        <p:spPr bwMode="gray">
          <a:xfrm>
            <a:off x="3554317" y="1708446"/>
            <a:ext cx="0" cy="2016000"/>
          </a:xfrm>
          <a:prstGeom prst="line">
            <a:avLst/>
          </a:prstGeom>
          <a:ln w="19050">
            <a:solidFill>
              <a:schemeClr val="accent3">
                <a:lumMod val="9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92AC8C4-7D8F-2A2E-BD0E-5DD9C505876A}"/>
              </a:ext>
            </a:extLst>
          </p:cNvPr>
          <p:cNvSpPr/>
          <p:nvPr/>
        </p:nvSpPr>
        <p:spPr bwMode="gray">
          <a:xfrm>
            <a:off x="3183695" y="1438095"/>
            <a:ext cx="763384" cy="228959"/>
          </a:xfrm>
          <a:prstGeom prst="rect">
            <a:avLst/>
          </a:prstGeom>
          <a:solidFill>
            <a:schemeClr val="accent3">
              <a:lumMod val="9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Text"/>
                <a:ea typeface="+mn-ea"/>
                <a:cs typeface="+mn-cs"/>
              </a:rPr>
              <a:t>Feb ‘26</a:t>
            </a:r>
          </a:p>
        </p:txBody>
      </p:sp>
      <p:sp>
        <p:nvSpPr>
          <p:cNvPr id="17" name="Rectangle: Rounded Corners 16">
            <a:extLst>
              <a:ext uri="{FF2B5EF4-FFF2-40B4-BE49-F238E27FC236}">
                <a16:creationId xmlns:a16="http://schemas.microsoft.com/office/drawing/2014/main" id="{7DF853E9-4CBD-CBFC-628E-3D64BCA88187}"/>
              </a:ext>
            </a:extLst>
          </p:cNvPr>
          <p:cNvSpPr/>
          <p:nvPr/>
        </p:nvSpPr>
        <p:spPr bwMode="gray">
          <a:xfrm>
            <a:off x="7453481" y="2270447"/>
            <a:ext cx="3200819" cy="426720"/>
          </a:xfrm>
          <a:prstGeom prst="roundRect">
            <a:avLst/>
          </a:prstGeom>
          <a:solidFill>
            <a:srgbClr val="0072B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a:ln>
                  <a:noFill/>
                </a:ln>
                <a:solidFill>
                  <a:prstClr val="white"/>
                </a:solidFill>
                <a:effectLst/>
                <a:uLnTx/>
                <a:uFillTx/>
                <a:latin typeface="Boehringer Forward Text"/>
                <a:ea typeface="+mn-ea"/>
                <a:cs typeface="+mn-cs"/>
              </a:rPr>
              <a:t>Ph IIb in cF4</a:t>
            </a:r>
          </a:p>
        </p:txBody>
      </p:sp>
      <p:sp>
        <p:nvSpPr>
          <p:cNvPr id="20" name="TextBox 19">
            <a:extLst>
              <a:ext uri="{FF2B5EF4-FFF2-40B4-BE49-F238E27FC236}">
                <a16:creationId xmlns:a16="http://schemas.microsoft.com/office/drawing/2014/main" id="{98D93383-7303-D565-AA15-322A1DDAECB9}"/>
              </a:ext>
            </a:extLst>
          </p:cNvPr>
          <p:cNvSpPr txBox="1"/>
          <p:nvPr/>
        </p:nvSpPr>
        <p:spPr bwMode="gray">
          <a:xfrm>
            <a:off x="2018271" y="2529167"/>
            <a:ext cx="1142942" cy="5335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srgbClr val="0072BB"/>
                </a:solidFill>
                <a:effectLst/>
                <a:uLnTx/>
                <a:uFillTx/>
                <a:latin typeface="Boehringer Forward Text"/>
                <a:ea typeface="+mn-ea"/>
                <a:cs typeface="+mn-cs"/>
              </a:rPr>
              <a:t>FR (</a:t>
            </a:r>
            <a:r>
              <a:rPr kumimoji="0" lang="en-US" sz="1867" b="1" i="0" u="none" strike="noStrike" kern="1200" cap="none" spc="0" normalizeH="0" baseline="0" noProof="0" err="1">
                <a:ln>
                  <a:noFill/>
                </a:ln>
                <a:solidFill>
                  <a:srgbClr val="0072BB"/>
                </a:solidFill>
                <a:effectLst/>
                <a:uLnTx/>
                <a:uFillTx/>
                <a:latin typeface="Boehringer Forward Text"/>
                <a:ea typeface="+mn-ea"/>
                <a:cs typeface="+mn-cs"/>
              </a:rPr>
              <a:t>i.v.</a:t>
            </a:r>
            <a:r>
              <a:rPr kumimoji="0" lang="en-US" sz="1867" b="1" i="0" u="none" strike="noStrike" kern="1200" cap="none" spc="0" normalizeH="0" baseline="0" noProof="0">
                <a:ln>
                  <a:noFill/>
                </a:ln>
                <a:solidFill>
                  <a:srgbClr val="0072BB"/>
                </a:solidFill>
                <a:effectLst/>
                <a:uLnTx/>
                <a:uFillTx/>
                <a:latin typeface="Boehringer Forward Text"/>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72BB"/>
                </a:solidFill>
                <a:effectLst/>
                <a:uLnTx/>
                <a:uFillTx/>
                <a:latin typeface="Boehringer Forward Text"/>
                <a:ea typeface="+mn-ea"/>
                <a:cs typeface="+mn-cs"/>
              </a:rPr>
              <a:t>BI 3802876</a:t>
            </a:r>
          </a:p>
        </p:txBody>
      </p:sp>
      <p:sp>
        <p:nvSpPr>
          <p:cNvPr id="21" name="Rectangle: Rounded Corners 20">
            <a:extLst>
              <a:ext uri="{FF2B5EF4-FFF2-40B4-BE49-F238E27FC236}">
                <a16:creationId xmlns:a16="http://schemas.microsoft.com/office/drawing/2014/main" id="{F0AD1BAB-D9CE-9A16-5813-C3A71E5DDE1A}"/>
              </a:ext>
            </a:extLst>
          </p:cNvPr>
          <p:cNvSpPr/>
          <p:nvPr/>
        </p:nvSpPr>
        <p:spPr bwMode="gray">
          <a:xfrm>
            <a:off x="3554317" y="2946417"/>
            <a:ext cx="1080000" cy="269741"/>
          </a:xfrm>
          <a:prstGeom prst="roundRect">
            <a:avLst/>
          </a:prstGeom>
          <a:solidFill>
            <a:srgbClr val="0072B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Boehringer Forward Text"/>
                <a:ea typeface="+mn-ea"/>
                <a:cs typeface="+mn-cs"/>
              </a:rPr>
              <a:t>DG1</a:t>
            </a:r>
            <a:endParaRPr kumimoji="0" lang="en-US" sz="14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22" name="Rectangle: Rounded Corners 21">
            <a:extLst>
              <a:ext uri="{FF2B5EF4-FFF2-40B4-BE49-F238E27FC236}">
                <a16:creationId xmlns:a16="http://schemas.microsoft.com/office/drawing/2014/main" id="{7B42BE78-84B6-E4F8-ADED-B7717A8A4C65}"/>
              </a:ext>
            </a:extLst>
          </p:cNvPr>
          <p:cNvSpPr/>
          <p:nvPr/>
        </p:nvSpPr>
        <p:spPr bwMode="gray">
          <a:xfrm>
            <a:off x="4270274" y="2644327"/>
            <a:ext cx="1077194" cy="269741"/>
          </a:xfrm>
          <a:prstGeom prst="roundRect">
            <a:avLst/>
          </a:prstGeom>
          <a:solidFill>
            <a:srgbClr val="0072B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Boehringer Forward Text"/>
                <a:ea typeface="+mn-ea"/>
                <a:cs typeface="+mn-cs"/>
              </a:rPr>
              <a:t>DG2</a:t>
            </a:r>
            <a:endParaRPr kumimoji="0" lang="en-US" sz="14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24" name="Rectangle: Rounded Corners 23">
            <a:extLst>
              <a:ext uri="{FF2B5EF4-FFF2-40B4-BE49-F238E27FC236}">
                <a16:creationId xmlns:a16="http://schemas.microsoft.com/office/drawing/2014/main" id="{DA6D2C22-DE69-1E44-68B4-C8D69EA777E8}"/>
              </a:ext>
            </a:extLst>
          </p:cNvPr>
          <p:cNvSpPr/>
          <p:nvPr/>
        </p:nvSpPr>
        <p:spPr bwMode="gray">
          <a:xfrm>
            <a:off x="4994317" y="2348937"/>
            <a:ext cx="1077194" cy="269741"/>
          </a:xfrm>
          <a:prstGeom prst="roundRect">
            <a:avLst/>
          </a:prstGeom>
          <a:solidFill>
            <a:srgbClr val="0072B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Boehringer Forward Text"/>
                <a:ea typeface="+mn-ea"/>
                <a:cs typeface="+mn-cs"/>
              </a:rPr>
              <a:t>DG3</a:t>
            </a:r>
            <a:endParaRPr kumimoji="0" lang="en-US" sz="1400" b="0" i="0" u="none" strike="noStrike" kern="1200" cap="none" spc="0" normalizeH="0" baseline="0" noProof="0">
              <a:ln>
                <a:noFill/>
              </a:ln>
              <a:solidFill>
                <a:srgbClr val="FF0000"/>
              </a:solidFill>
              <a:effectLst/>
              <a:uLnTx/>
              <a:uFillTx/>
              <a:latin typeface="Boehringer Forward Text"/>
              <a:ea typeface="+mn-ea"/>
              <a:cs typeface="+mn-cs"/>
            </a:endParaRPr>
          </a:p>
        </p:txBody>
      </p:sp>
      <p:sp>
        <p:nvSpPr>
          <p:cNvPr id="25" name="OTLSHAPE_SLM_1086d637747c455bb904e66fe57aacbf_Shape">
            <a:extLst>
              <a:ext uri="{FF2B5EF4-FFF2-40B4-BE49-F238E27FC236}">
                <a16:creationId xmlns:a16="http://schemas.microsoft.com/office/drawing/2014/main" id="{C48E09FE-26E1-0DF9-FD7E-4D2FD555DA36}"/>
              </a:ext>
            </a:extLst>
          </p:cNvPr>
          <p:cNvSpPr/>
          <p:nvPr>
            <p:custDataLst>
              <p:tags r:id="rId2"/>
            </p:custDataLst>
          </p:nvPr>
        </p:nvSpPr>
        <p:spPr bwMode="gray">
          <a:xfrm>
            <a:off x="3986408" y="2644197"/>
            <a:ext cx="180000" cy="270000"/>
          </a:xfrm>
          <a:prstGeom prst="diamond">
            <a:avLst/>
          </a:prstGeom>
          <a:solidFill>
            <a:srgbClr val="FFFF07"/>
          </a:solidFill>
          <a:ln w="19050" cap="flat" cmpd="sng" algn="ctr">
            <a:solidFill>
              <a:srgbClr val="0072BB"/>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26" name="Straight Arrow Connector 25">
            <a:extLst>
              <a:ext uri="{FF2B5EF4-FFF2-40B4-BE49-F238E27FC236}">
                <a16:creationId xmlns:a16="http://schemas.microsoft.com/office/drawing/2014/main" id="{B42B868C-0B86-B263-F89F-F6EE5F1A24D7}"/>
              </a:ext>
            </a:extLst>
          </p:cNvPr>
          <p:cNvCxnSpPr>
            <a:stCxn id="25" idx="3"/>
            <a:endCxn id="22" idx="1"/>
          </p:cNvCxnSpPr>
          <p:nvPr/>
        </p:nvCxnSpPr>
        <p:spPr bwMode="gray">
          <a:xfrm>
            <a:off x="4166408" y="2779197"/>
            <a:ext cx="103866" cy="1"/>
          </a:xfrm>
          <a:prstGeom prst="straightConnector1">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OTLSHAPE_SLM_1086d637747c455bb904e66fe57aacbf_Shape">
            <a:extLst>
              <a:ext uri="{FF2B5EF4-FFF2-40B4-BE49-F238E27FC236}">
                <a16:creationId xmlns:a16="http://schemas.microsoft.com/office/drawing/2014/main" id="{9F3D9984-CB55-4721-6CD7-7EB6C5B549D1}"/>
              </a:ext>
            </a:extLst>
          </p:cNvPr>
          <p:cNvSpPr/>
          <p:nvPr>
            <p:custDataLst>
              <p:tags r:id="rId3"/>
            </p:custDataLst>
          </p:nvPr>
        </p:nvSpPr>
        <p:spPr bwMode="gray">
          <a:xfrm>
            <a:off x="4717313" y="2355373"/>
            <a:ext cx="180000" cy="270000"/>
          </a:xfrm>
          <a:prstGeom prst="diamond">
            <a:avLst/>
          </a:prstGeom>
          <a:solidFill>
            <a:srgbClr val="FFFF07"/>
          </a:solidFill>
          <a:ln w="19050" cap="flat" cmpd="sng" algn="ctr">
            <a:solidFill>
              <a:srgbClr val="0072BB"/>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29" name="Straight Arrow Connector 28">
            <a:extLst>
              <a:ext uri="{FF2B5EF4-FFF2-40B4-BE49-F238E27FC236}">
                <a16:creationId xmlns:a16="http://schemas.microsoft.com/office/drawing/2014/main" id="{A929E8D1-FFA7-48BE-A3D0-4850DF1A2228}"/>
              </a:ext>
            </a:extLst>
          </p:cNvPr>
          <p:cNvCxnSpPr>
            <a:stCxn id="28" idx="3"/>
          </p:cNvCxnSpPr>
          <p:nvPr/>
        </p:nvCxnSpPr>
        <p:spPr bwMode="gray">
          <a:xfrm>
            <a:off x="4897313" y="2490373"/>
            <a:ext cx="103866" cy="1"/>
          </a:xfrm>
          <a:prstGeom prst="straightConnector1">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40B3BF13-8DC7-E336-CE7E-31582E859D2B}"/>
              </a:ext>
            </a:extLst>
          </p:cNvPr>
          <p:cNvSpPr txBox="1"/>
          <p:nvPr/>
        </p:nvSpPr>
        <p:spPr bwMode="gray">
          <a:xfrm>
            <a:off x="3874404" y="2490131"/>
            <a:ext cx="403957" cy="157992"/>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de-DE" sz="800" b="0" i="0" u="none" strike="noStrike" kern="1200" cap="none" spc="0" normalizeH="0" baseline="0" noProof="0">
                <a:ln>
                  <a:noFill/>
                </a:ln>
                <a:solidFill>
                  <a:prstClr val="black"/>
                </a:solidFill>
                <a:effectLst/>
                <a:uLnTx/>
                <a:uFillTx/>
                <a:latin typeface="Boehringer Forward Text"/>
                <a:ea typeface="+mn-ea"/>
                <a:cs typeface="+mn-cs"/>
              </a:rPr>
              <a:t>DEC 1/2</a:t>
            </a:r>
            <a:endParaRPr kumimoji="0" 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5" name="TextBox 34">
            <a:extLst>
              <a:ext uri="{FF2B5EF4-FFF2-40B4-BE49-F238E27FC236}">
                <a16:creationId xmlns:a16="http://schemas.microsoft.com/office/drawing/2014/main" id="{FB656C62-D168-7229-C7B1-A6C3A171BA84}"/>
              </a:ext>
            </a:extLst>
          </p:cNvPr>
          <p:cNvSpPr txBox="1"/>
          <p:nvPr/>
        </p:nvSpPr>
        <p:spPr bwMode="gray">
          <a:xfrm>
            <a:off x="4606847" y="2200204"/>
            <a:ext cx="403957" cy="157992"/>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de-DE" sz="800" b="0" i="0" u="none" strike="noStrike" kern="1200" cap="none" spc="0" normalizeH="0" baseline="0" noProof="0">
                <a:ln>
                  <a:noFill/>
                </a:ln>
                <a:solidFill>
                  <a:prstClr val="black"/>
                </a:solidFill>
                <a:effectLst/>
                <a:uLnTx/>
                <a:uFillTx/>
                <a:latin typeface="Boehringer Forward Text"/>
                <a:ea typeface="+mn-ea"/>
                <a:cs typeface="+mn-cs"/>
              </a:rPr>
              <a:t>DEC 2/3</a:t>
            </a:r>
            <a:endParaRPr kumimoji="0" lang="en-US" sz="800" b="0"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6" name="TextBox 35">
            <a:extLst>
              <a:ext uri="{FF2B5EF4-FFF2-40B4-BE49-F238E27FC236}">
                <a16:creationId xmlns:a16="http://schemas.microsoft.com/office/drawing/2014/main" id="{5292389E-8CE5-8A3D-C79A-850BC3F2DA9C}"/>
              </a:ext>
            </a:extLst>
          </p:cNvPr>
          <p:cNvSpPr txBox="1"/>
          <p:nvPr/>
        </p:nvSpPr>
        <p:spPr bwMode="gray">
          <a:xfrm>
            <a:off x="4201517" y="1943347"/>
            <a:ext cx="148589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72BB"/>
                </a:solidFill>
                <a:effectLst/>
                <a:uLnTx/>
                <a:uFillTx/>
                <a:latin typeface="Boehringer Forward Text"/>
                <a:ea typeface="+mn-ea"/>
                <a:cs typeface="+mn-cs"/>
              </a:rPr>
              <a:t>Ph </a:t>
            </a:r>
            <a:r>
              <a:rPr kumimoji="0" lang="en-US" sz="1400" b="0" i="0" u="none" strike="noStrike" kern="1200" cap="none" spc="0" normalizeH="0" baseline="0" noProof="0" err="1">
                <a:ln>
                  <a:noFill/>
                </a:ln>
                <a:solidFill>
                  <a:srgbClr val="0072BB"/>
                </a:solidFill>
                <a:effectLst/>
                <a:uLnTx/>
                <a:uFillTx/>
                <a:latin typeface="Boehringer Forward Text"/>
                <a:ea typeface="+mn-ea"/>
                <a:cs typeface="+mn-cs"/>
              </a:rPr>
              <a:t>IIa</a:t>
            </a:r>
            <a:r>
              <a:rPr kumimoji="0" lang="en-US" sz="1400" b="0" i="0" u="none" strike="noStrike" kern="1200" cap="none" spc="0" normalizeH="0" baseline="0" noProof="0">
                <a:ln>
                  <a:noFill/>
                </a:ln>
                <a:solidFill>
                  <a:srgbClr val="0072BB"/>
                </a:solidFill>
                <a:effectLst/>
                <a:uLnTx/>
                <a:uFillTx/>
                <a:latin typeface="Boehringer Forward Text"/>
                <a:ea typeface="+mn-ea"/>
                <a:cs typeface="+mn-cs"/>
              </a:rPr>
              <a:t> in cF4</a:t>
            </a:r>
          </a:p>
        </p:txBody>
      </p:sp>
      <p:sp>
        <p:nvSpPr>
          <p:cNvPr id="37" name="OTLSHAPE_SLM_915dc1bdef064cb68ec9ea9cfed5215e_Shape">
            <a:extLst>
              <a:ext uri="{FF2B5EF4-FFF2-40B4-BE49-F238E27FC236}">
                <a16:creationId xmlns:a16="http://schemas.microsoft.com/office/drawing/2014/main" id="{2558A680-B716-4576-6961-EBC217791CC6}"/>
              </a:ext>
            </a:extLst>
          </p:cNvPr>
          <p:cNvSpPr/>
          <p:nvPr>
            <p:custDataLst>
              <p:tags r:id="rId4"/>
            </p:custDataLst>
          </p:nvPr>
        </p:nvSpPr>
        <p:spPr bwMode="gray">
          <a:xfrm>
            <a:off x="5703333" y="1820708"/>
            <a:ext cx="360000" cy="504000"/>
          </a:xfrm>
          <a:prstGeom prst="diamond">
            <a:avLst/>
          </a:prstGeom>
          <a:solidFill>
            <a:schemeClr val="accent2"/>
          </a:solidFill>
          <a:ln w="6350" cap="flat" cmpd="sng" algn="ctr">
            <a:solidFill>
              <a:srgbClr val="0072BB"/>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r>
              <a:rPr kumimoji="0" lang="de-DE" sz="1400" b="1" i="0" u="none" strike="noStrike" kern="1200" cap="none" spc="0" normalizeH="0" baseline="0" noProof="0">
                <a:ln>
                  <a:noFill/>
                </a:ln>
                <a:solidFill>
                  <a:prstClr val="black"/>
                </a:solidFill>
                <a:effectLst/>
                <a:uLnTx/>
                <a:uFillTx/>
                <a:latin typeface="Boehringer Forward Text"/>
                <a:ea typeface="+mn-ea"/>
                <a:cs typeface="+mn-cs"/>
              </a:rPr>
              <a:t>1</a:t>
            </a:r>
            <a:endParaRPr kumimoji="0" lang="en-US" sz="24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8" name="TextBox 37">
            <a:extLst>
              <a:ext uri="{FF2B5EF4-FFF2-40B4-BE49-F238E27FC236}">
                <a16:creationId xmlns:a16="http://schemas.microsoft.com/office/drawing/2014/main" id="{EBAC84AD-3965-006E-DDA8-ED10CC575EE7}"/>
              </a:ext>
            </a:extLst>
          </p:cNvPr>
          <p:cNvSpPr txBox="1"/>
          <p:nvPr/>
        </p:nvSpPr>
        <p:spPr bwMode="gray">
          <a:xfrm>
            <a:off x="6151232" y="1960398"/>
            <a:ext cx="1114088" cy="197426"/>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de-DE" sz="1000" b="1" i="0" u="none" strike="noStrike" kern="1200" cap="none" spc="0" normalizeH="0" baseline="0" noProof="0">
                <a:ln>
                  <a:noFill/>
                </a:ln>
                <a:solidFill>
                  <a:prstClr val="black"/>
                </a:solidFill>
                <a:effectLst/>
                <a:uLnTx/>
                <a:uFillTx/>
                <a:latin typeface="Boehringer Forward Text"/>
                <a:ea typeface="+mn-ea"/>
                <a:cs typeface="+mn-cs"/>
              </a:rPr>
              <a:t>Ph IIa interim data</a:t>
            </a:r>
            <a:endParaRPr kumimoji="0" lang="en-US" sz="1000" b="1" i="0" u="none" strike="noStrike" kern="1200" cap="none" spc="0" normalizeH="0" baseline="0" noProof="0">
              <a:ln>
                <a:noFill/>
              </a:ln>
              <a:solidFill>
                <a:prstClr val="black"/>
              </a:solidFill>
              <a:effectLst/>
              <a:uLnTx/>
              <a:uFillTx/>
              <a:latin typeface="Boehringer Forward Text"/>
              <a:ea typeface="+mn-ea"/>
              <a:cs typeface="+mn-cs"/>
            </a:endParaRPr>
          </a:p>
        </p:txBody>
      </p:sp>
      <p:sp>
        <p:nvSpPr>
          <p:cNvPr id="39" name="Rectangle 38">
            <a:extLst>
              <a:ext uri="{FF2B5EF4-FFF2-40B4-BE49-F238E27FC236}">
                <a16:creationId xmlns:a16="http://schemas.microsoft.com/office/drawing/2014/main" id="{43D0E0F7-BCFA-96BA-B14F-B57F83422EC9}"/>
              </a:ext>
            </a:extLst>
          </p:cNvPr>
          <p:cNvSpPr/>
          <p:nvPr/>
        </p:nvSpPr>
        <p:spPr bwMode="gray">
          <a:xfrm>
            <a:off x="5501641" y="1438095"/>
            <a:ext cx="763384" cy="228959"/>
          </a:xfrm>
          <a:prstGeom prst="rect">
            <a:avLst/>
          </a:prstGeom>
          <a:solidFill>
            <a:schemeClr val="accent3">
              <a:lumMod val="9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Text"/>
                <a:ea typeface="+mn-ea"/>
                <a:cs typeface="+mn-cs"/>
              </a:rPr>
              <a:t>Mar ‘27</a:t>
            </a:r>
          </a:p>
        </p:txBody>
      </p:sp>
      <p:cxnSp>
        <p:nvCxnSpPr>
          <p:cNvPr id="49" name="Connector: Elbow 48">
            <a:extLst>
              <a:ext uri="{FF2B5EF4-FFF2-40B4-BE49-F238E27FC236}">
                <a16:creationId xmlns:a16="http://schemas.microsoft.com/office/drawing/2014/main" id="{71F4029A-2C3D-5B5D-8A51-5A2A463EB44F}"/>
              </a:ext>
            </a:extLst>
          </p:cNvPr>
          <p:cNvCxnSpPr>
            <a:cxnSpLocks/>
            <a:stCxn id="28" idx="2"/>
            <a:endCxn id="50" idx="1"/>
          </p:cNvCxnSpPr>
          <p:nvPr/>
        </p:nvCxnSpPr>
        <p:spPr bwMode="gray">
          <a:xfrm rot="16200000" flipH="1">
            <a:off x="4640267" y="2792419"/>
            <a:ext cx="627393" cy="293300"/>
          </a:xfrm>
          <a:prstGeom prst="bentConnector2">
            <a:avLst/>
          </a:prstGeom>
          <a:ln w="19050">
            <a:solidFill>
              <a:schemeClr val="accent3">
                <a:lumMod val="75000"/>
                <a:alpha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Rectangle: Rounded Corners 49">
            <a:extLst>
              <a:ext uri="{FF2B5EF4-FFF2-40B4-BE49-F238E27FC236}">
                <a16:creationId xmlns:a16="http://schemas.microsoft.com/office/drawing/2014/main" id="{689260C6-CFAD-AFE3-9F2D-7017346FD8B4}"/>
              </a:ext>
            </a:extLst>
          </p:cNvPr>
          <p:cNvSpPr/>
          <p:nvPr/>
        </p:nvSpPr>
        <p:spPr bwMode="gray">
          <a:xfrm>
            <a:off x="5100613" y="3117766"/>
            <a:ext cx="2336634" cy="270000"/>
          </a:xfrm>
          <a:prstGeom prst="roundRect">
            <a:avLst/>
          </a:prstGeom>
          <a:solidFill>
            <a:srgbClr val="0072BB"/>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Boehringer Forward Text"/>
                <a:ea typeface="+mn-ea"/>
                <a:cs typeface="+mn-cs"/>
              </a:rPr>
              <a:t>26 Week GLP-Tox</a:t>
            </a:r>
          </a:p>
        </p:txBody>
      </p:sp>
      <p:sp>
        <p:nvSpPr>
          <p:cNvPr id="51" name="OTLSHAPE_SLM_915dc1bdef064cb68ec9ea9cfed5215e_Shape">
            <a:extLst>
              <a:ext uri="{FF2B5EF4-FFF2-40B4-BE49-F238E27FC236}">
                <a16:creationId xmlns:a16="http://schemas.microsoft.com/office/drawing/2014/main" id="{FF3F49D0-511B-146B-A5DC-20A104341DDC}"/>
              </a:ext>
            </a:extLst>
          </p:cNvPr>
          <p:cNvSpPr/>
          <p:nvPr>
            <p:custDataLst>
              <p:tags r:id="rId5"/>
            </p:custDataLst>
          </p:nvPr>
        </p:nvSpPr>
        <p:spPr bwMode="gray">
          <a:xfrm>
            <a:off x="10445431" y="2231807"/>
            <a:ext cx="360000" cy="504000"/>
          </a:xfrm>
          <a:prstGeom prst="diamond">
            <a:avLst/>
          </a:prstGeom>
          <a:solidFill>
            <a:schemeClr val="accent6">
              <a:lumMod val="75000"/>
            </a:schemeClr>
          </a:solidFill>
          <a:ln w="6350" cap="flat" cmpd="sng" algn="ctr">
            <a:solidFill>
              <a:srgbClr val="0072BB"/>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40000"/>
              </a:lnSpc>
              <a:spcBef>
                <a:spcPts val="0"/>
              </a:spcBef>
              <a:spcAft>
                <a:spcPts val="0"/>
              </a:spcAft>
              <a:buClrTx/>
              <a:buSzTx/>
              <a:buFontTx/>
              <a:buNone/>
              <a:tabLst/>
              <a:defRPr/>
            </a:pPr>
            <a:endParaRPr kumimoji="0" lang="en-US" sz="2400" b="1" i="0" u="none" strike="noStrike" kern="1200" cap="none" spc="0" normalizeH="0" baseline="0" noProof="0">
              <a:ln>
                <a:noFill/>
              </a:ln>
              <a:solidFill>
                <a:prstClr val="white"/>
              </a:solidFill>
              <a:effectLst/>
              <a:uLnTx/>
              <a:uFillTx/>
              <a:latin typeface="Boehringer Forward Text"/>
              <a:ea typeface="+mn-ea"/>
              <a:cs typeface="+mn-cs"/>
            </a:endParaRPr>
          </a:p>
        </p:txBody>
      </p:sp>
      <p:sp>
        <p:nvSpPr>
          <p:cNvPr id="53" name="TextBox 52">
            <a:extLst>
              <a:ext uri="{FF2B5EF4-FFF2-40B4-BE49-F238E27FC236}">
                <a16:creationId xmlns:a16="http://schemas.microsoft.com/office/drawing/2014/main" id="{20A057B5-10BB-E465-C3B5-D76B61AC20E2}"/>
              </a:ext>
            </a:extLst>
          </p:cNvPr>
          <p:cNvSpPr txBox="1"/>
          <p:nvPr/>
        </p:nvSpPr>
        <p:spPr bwMode="gray">
          <a:xfrm>
            <a:off x="10495588" y="2385094"/>
            <a:ext cx="259686" cy="197426"/>
          </a:xfrm>
          <a:prstGeom prst="rect">
            <a:avLst/>
          </a:prstGeom>
          <a:noFill/>
        </p:spPr>
        <p:txBody>
          <a:bodyPr wrap="none" lIns="0" tIns="0" rIns="0" bIns="0" rtlCol="0">
            <a:spAutoFit/>
          </a:bodyPr>
          <a:lstStyle/>
          <a:p>
            <a:pPr marL="0" marR="0" lvl="0" indent="0" algn="l" defTabSz="914400" rtl="0" eaLnBrk="1" fontAlgn="auto" latinLnBrk="0" hangingPunct="1">
              <a:lnSpc>
                <a:spcPct val="140000"/>
              </a:lnSpc>
              <a:spcBef>
                <a:spcPts val="0"/>
              </a:spcBef>
              <a:spcAft>
                <a:spcPts val="0"/>
              </a:spcAft>
              <a:buClrTx/>
              <a:buSzTx/>
              <a:buFontTx/>
              <a:buNone/>
              <a:tabLst/>
              <a:defRPr/>
            </a:pPr>
            <a:r>
              <a:rPr kumimoji="0" lang="de-DE" sz="1000" b="1" i="0" u="none" strike="noStrike" kern="1200" cap="none" spc="0" normalizeH="0" baseline="0" noProof="0">
                <a:ln>
                  <a:noFill/>
                </a:ln>
                <a:solidFill>
                  <a:prstClr val="black"/>
                </a:solidFill>
                <a:effectLst/>
                <a:uLnTx/>
                <a:uFillTx/>
                <a:latin typeface="Boehringer Forward Text"/>
                <a:ea typeface="+mn-ea"/>
                <a:cs typeface="+mn-cs"/>
              </a:rPr>
              <a:t>PoC</a:t>
            </a:r>
            <a:endParaRPr kumimoji="0" lang="en-US" sz="1000" b="1" i="0" u="none" strike="noStrike" kern="1200" cap="none" spc="0" normalizeH="0" baseline="0" noProof="0">
              <a:ln>
                <a:noFill/>
              </a:ln>
              <a:solidFill>
                <a:prstClr val="black"/>
              </a:solidFill>
              <a:effectLst/>
              <a:uLnTx/>
              <a:uFillTx/>
              <a:latin typeface="Boehringer Forward Text"/>
              <a:ea typeface="+mn-ea"/>
              <a:cs typeface="+mn-cs"/>
            </a:endParaRPr>
          </a:p>
        </p:txBody>
      </p:sp>
      <p:cxnSp>
        <p:nvCxnSpPr>
          <p:cNvPr id="58" name="Straight Connector 57">
            <a:extLst>
              <a:ext uri="{FF2B5EF4-FFF2-40B4-BE49-F238E27FC236}">
                <a16:creationId xmlns:a16="http://schemas.microsoft.com/office/drawing/2014/main" id="{F466D649-6A40-1A44-4860-EBF5252C2296}"/>
              </a:ext>
            </a:extLst>
          </p:cNvPr>
          <p:cNvCxnSpPr>
            <a:cxnSpLocks/>
            <a:stCxn id="24" idx="3"/>
            <a:endCxn id="17" idx="1"/>
          </p:cNvCxnSpPr>
          <p:nvPr/>
        </p:nvCxnSpPr>
        <p:spPr bwMode="gray">
          <a:xfrm flipV="1">
            <a:off x="6071511" y="2483807"/>
            <a:ext cx="1381970" cy="1"/>
          </a:xfrm>
          <a:prstGeom prst="line">
            <a:avLst/>
          </a:prstGeom>
          <a:ln w="19050">
            <a:solidFill>
              <a:schemeClr val="accent3">
                <a:lumMod val="9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Arrow: Right 60">
            <a:extLst>
              <a:ext uri="{FF2B5EF4-FFF2-40B4-BE49-F238E27FC236}">
                <a16:creationId xmlns:a16="http://schemas.microsoft.com/office/drawing/2014/main" id="{48E5190E-3087-9281-4300-DF6D7A213DB5}"/>
              </a:ext>
            </a:extLst>
          </p:cNvPr>
          <p:cNvSpPr/>
          <p:nvPr/>
        </p:nvSpPr>
        <p:spPr bwMode="gray">
          <a:xfrm>
            <a:off x="3626785" y="3410452"/>
            <a:ext cx="6259714" cy="374724"/>
          </a:xfrm>
          <a:prstGeom prst="rightArrow">
            <a:avLst/>
          </a:prstGeom>
          <a:solidFill>
            <a:srgbClr val="FFE667"/>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black"/>
                </a:solidFill>
                <a:effectLst/>
                <a:uLnTx/>
                <a:uFillTx/>
                <a:latin typeface="Boehringer Forward Text"/>
                <a:ea typeface="+mn-ea"/>
                <a:cs typeface="+mn-cs"/>
              </a:rPr>
              <a:t>Value </a:t>
            </a:r>
            <a:r>
              <a:rPr kumimoji="0" lang="de-DE" sz="1200" b="0" i="0" u="none" strike="noStrike" kern="1200" cap="none" spc="0" normalizeH="0" baseline="0" noProof="0" err="1">
                <a:ln>
                  <a:noFill/>
                </a:ln>
                <a:solidFill>
                  <a:prstClr val="black"/>
                </a:solidFill>
                <a:effectLst/>
                <a:uLnTx/>
                <a:uFillTx/>
                <a:latin typeface="Boehringer Forward Text"/>
                <a:ea typeface="+mn-ea"/>
                <a:cs typeface="+mn-cs"/>
              </a:rPr>
              <a:t>assessment</a:t>
            </a:r>
            <a:r>
              <a:rPr kumimoji="0" lang="de-DE" sz="1200" b="0" i="0" u="none" strike="noStrike" kern="1200" cap="none" spc="0" normalizeH="0" baseline="0" noProof="0">
                <a:ln>
                  <a:noFill/>
                </a:ln>
                <a:solidFill>
                  <a:prstClr val="black"/>
                </a:solidFill>
                <a:effectLst/>
                <a:uLnTx/>
                <a:uFillTx/>
                <a:latin typeface="Boehringer Forward Text"/>
                <a:ea typeface="+mn-ea"/>
                <a:cs typeface="+mn-cs"/>
              </a:rPr>
              <a:t>: IV </a:t>
            </a:r>
            <a:r>
              <a:rPr kumimoji="0" lang="de-DE" sz="1200" b="0" i="0" u="none" strike="noStrike" kern="1200" cap="none" spc="0" normalizeH="0" baseline="0" noProof="0" err="1">
                <a:ln>
                  <a:noFill/>
                </a:ln>
                <a:solidFill>
                  <a:prstClr val="black"/>
                </a:solidFill>
                <a:effectLst/>
                <a:uLnTx/>
                <a:uFillTx/>
                <a:latin typeface="Boehringer Forward Text"/>
                <a:ea typeface="+mn-ea"/>
                <a:cs typeface="+mn-cs"/>
              </a:rPr>
              <a:t>vs</a:t>
            </a:r>
            <a:r>
              <a:rPr kumimoji="0" lang="de-DE" sz="1200" b="0" i="0" u="none" strike="noStrike" kern="1200" cap="none" spc="0" normalizeH="0" baseline="0" noProof="0">
                <a:ln>
                  <a:noFill/>
                </a:ln>
                <a:solidFill>
                  <a:prstClr val="black"/>
                </a:solidFill>
                <a:effectLst/>
                <a:uLnTx/>
                <a:uFillTx/>
                <a:latin typeface="Boehringer Forward Text"/>
                <a:ea typeface="+mn-ea"/>
                <a:cs typeface="+mn-cs"/>
              </a:rPr>
              <a:t> SC</a:t>
            </a:r>
          </a:p>
        </p:txBody>
      </p:sp>
      <p:sp>
        <p:nvSpPr>
          <p:cNvPr id="63" name="Rectangle 62">
            <a:extLst>
              <a:ext uri="{FF2B5EF4-FFF2-40B4-BE49-F238E27FC236}">
                <a16:creationId xmlns:a16="http://schemas.microsoft.com/office/drawing/2014/main" id="{E20C0633-C24C-7100-73D6-C897ABC8C63C}"/>
              </a:ext>
            </a:extLst>
          </p:cNvPr>
          <p:cNvSpPr/>
          <p:nvPr/>
        </p:nvSpPr>
        <p:spPr bwMode="gray">
          <a:xfrm>
            <a:off x="7066625" y="1438095"/>
            <a:ext cx="763384" cy="228959"/>
          </a:xfrm>
          <a:prstGeom prst="rect">
            <a:avLst/>
          </a:prstGeom>
          <a:solidFill>
            <a:schemeClr val="accent3">
              <a:lumMod val="9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Text"/>
                <a:ea typeface="+mn-ea"/>
                <a:cs typeface="+mn-cs"/>
              </a:rPr>
              <a:t>Jan ‘28</a:t>
            </a:r>
          </a:p>
        </p:txBody>
      </p:sp>
      <p:sp>
        <p:nvSpPr>
          <p:cNvPr id="64" name="Rectangle 63">
            <a:extLst>
              <a:ext uri="{FF2B5EF4-FFF2-40B4-BE49-F238E27FC236}">
                <a16:creationId xmlns:a16="http://schemas.microsoft.com/office/drawing/2014/main" id="{2B38ED0E-9FA0-A105-FBF2-B5F0282F4B25}"/>
              </a:ext>
            </a:extLst>
          </p:cNvPr>
          <p:cNvSpPr/>
          <p:nvPr/>
        </p:nvSpPr>
        <p:spPr bwMode="gray">
          <a:xfrm>
            <a:off x="9486559" y="1438095"/>
            <a:ext cx="763384" cy="228959"/>
          </a:xfrm>
          <a:prstGeom prst="rect">
            <a:avLst/>
          </a:prstGeom>
          <a:solidFill>
            <a:schemeClr val="accent3">
              <a:lumMod val="9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Text"/>
                <a:ea typeface="+mn-ea"/>
                <a:cs typeface="+mn-cs"/>
              </a:rPr>
              <a:t>Sep ‘29</a:t>
            </a:r>
          </a:p>
        </p:txBody>
      </p:sp>
      <p:sp>
        <p:nvSpPr>
          <p:cNvPr id="67" name="Rectangle 66">
            <a:extLst>
              <a:ext uri="{FF2B5EF4-FFF2-40B4-BE49-F238E27FC236}">
                <a16:creationId xmlns:a16="http://schemas.microsoft.com/office/drawing/2014/main" id="{ED50CAB9-D491-A45D-5196-EEA71A26E21E}"/>
              </a:ext>
            </a:extLst>
          </p:cNvPr>
          <p:cNvSpPr/>
          <p:nvPr/>
        </p:nvSpPr>
        <p:spPr bwMode="gray">
          <a:xfrm>
            <a:off x="10299808" y="1438095"/>
            <a:ext cx="763384" cy="228959"/>
          </a:xfrm>
          <a:prstGeom prst="rect">
            <a:avLst/>
          </a:prstGeom>
          <a:solidFill>
            <a:schemeClr val="accent3">
              <a:lumMod val="9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8312A"/>
                </a:solidFill>
                <a:effectLst/>
                <a:uLnTx/>
                <a:uFillTx/>
                <a:latin typeface="Boehringer Forward Text"/>
                <a:ea typeface="+mn-ea"/>
                <a:cs typeface="+mn-cs"/>
              </a:rPr>
              <a:t>Jul ‘30</a:t>
            </a:r>
          </a:p>
        </p:txBody>
      </p:sp>
      <p:sp>
        <p:nvSpPr>
          <p:cNvPr id="7" name="Footer Placeholder 6">
            <a:extLst>
              <a:ext uri="{FF2B5EF4-FFF2-40B4-BE49-F238E27FC236}">
                <a16:creationId xmlns:a16="http://schemas.microsoft.com/office/drawing/2014/main" id="{3DF71637-19DA-22DD-18AE-F2BD343B5C86}"/>
              </a:ext>
            </a:extLst>
          </p:cNvPr>
          <p:cNvSpPr>
            <a:spLocks noGrp="1"/>
          </p:cNvSpPr>
          <p:nvPr>
            <p:ph type="ftr" sz="quarter" idx="16"/>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24Mar2026 FAP/TRAILR2 IUPC  |  CONFIDENTIAL</a:t>
            </a:r>
          </a:p>
        </p:txBody>
      </p:sp>
    </p:spTree>
    <p:extLst>
      <p:ext uri="{BB962C8B-B14F-4D97-AF65-F5344CB8AC3E}">
        <p14:creationId xmlns:p14="http://schemas.microsoft.com/office/powerpoint/2010/main" val="271392173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D2A3DF-8CB7-A6DA-9362-AF5E3FD5A46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B314E7A-EF5A-F726-195A-EAE56250FF61}"/>
              </a:ext>
            </a:extLst>
          </p:cNvPr>
          <p:cNvSpPr>
            <a:spLocks noGrp="1"/>
          </p:cNvSpPr>
          <p:nvPr>
            <p:ph type="title"/>
          </p:nvPr>
        </p:nvSpPr>
        <p:spPr>
          <a:xfrm>
            <a:off x="479424" y="2328153"/>
            <a:ext cx="10873160" cy="884583"/>
          </a:xfrm>
        </p:spPr>
        <p:txBody>
          <a:bodyPr anchor="t"/>
          <a:lstStyle/>
          <a:p>
            <a:r>
              <a:rPr lang="en-US" altLang="zh-CN" sz="3600"/>
              <a:t>BI 3804379 (IL-11)</a:t>
            </a:r>
          </a:p>
        </p:txBody>
      </p:sp>
      <p:sp>
        <p:nvSpPr>
          <p:cNvPr id="4" name="Subtitle 3">
            <a:extLst>
              <a:ext uri="{FF2B5EF4-FFF2-40B4-BE49-F238E27FC236}">
                <a16:creationId xmlns:a16="http://schemas.microsoft.com/office/drawing/2014/main" id="{21A1B73C-7482-A532-0783-8E15C0B73EBD}"/>
              </a:ext>
            </a:extLst>
          </p:cNvPr>
          <p:cNvSpPr>
            <a:spLocks noGrp="1"/>
          </p:cNvSpPr>
          <p:nvPr>
            <p:ph type="subTitle" idx="14"/>
          </p:nvPr>
        </p:nvSpPr>
        <p:spPr/>
        <p:txBody>
          <a:bodyPr/>
          <a:lstStyle/>
          <a:p>
            <a:endParaRPr lang="en-US"/>
          </a:p>
        </p:txBody>
      </p:sp>
    </p:spTree>
    <p:extLst>
      <p:ext uri="{BB962C8B-B14F-4D97-AF65-F5344CB8AC3E}">
        <p14:creationId xmlns:p14="http://schemas.microsoft.com/office/powerpoint/2010/main" val="145817120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FB96A-0B00-3E42-6109-2F13619CDF6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BC02A14-AA9B-8069-9A6B-026EE52808AA}"/>
              </a:ext>
            </a:extLst>
          </p:cNvPr>
          <p:cNvSpPr>
            <a:spLocks noGrp="1"/>
          </p:cNvSpPr>
          <p:nvPr>
            <p:ph type="title"/>
          </p:nvPr>
        </p:nvSpPr>
        <p:spPr>
          <a:xfrm>
            <a:off x="479424" y="287854"/>
            <a:ext cx="11233151" cy="720000"/>
          </a:xfrm>
        </p:spPr>
        <p:txBody>
          <a:bodyPr/>
          <a:lstStyle/>
          <a:p>
            <a:r>
              <a:rPr lang="en-US" altLang="zh-CN"/>
              <a:t>TA Portfolio Key Update- </a:t>
            </a:r>
            <a:r>
              <a:rPr lang="it-IT" altLang="zh-CN"/>
              <a:t>BI 3804379 (IL-11) in MASH cirrhosis</a:t>
            </a:r>
            <a:endParaRPr lang="zh-CN" altLang="en-US"/>
          </a:p>
        </p:txBody>
      </p:sp>
      <p:sp>
        <p:nvSpPr>
          <p:cNvPr id="4" name="Footer Placeholder 3">
            <a:extLst>
              <a:ext uri="{FF2B5EF4-FFF2-40B4-BE49-F238E27FC236}">
                <a16:creationId xmlns:a16="http://schemas.microsoft.com/office/drawing/2014/main" id="{63AA6DD6-B6A1-D2B8-1C70-1380B9A10DD2}"/>
              </a:ext>
            </a:extLst>
          </p:cNvPr>
          <p:cNvSpPr>
            <a:spLocks noGrp="1"/>
          </p:cNvSpPr>
          <p:nvPr>
            <p:ph type="ftr" sz="quarter" idx="16"/>
          </p:nvPr>
        </p:nvSpPr>
        <p:spPr/>
        <p:txBody>
          <a:bodyPr/>
          <a:lstStyle/>
          <a:p>
            <a:pPr marL="0" marR="0" lvl="0" indent="0" algn="r" defTabSz="914400" rtl="0" eaLnBrk="1" fontAlgn="auto" latinLnBrk="0" hangingPunct="1">
              <a:lnSpc>
                <a:spcPct val="100000"/>
              </a:lnSpc>
              <a:spcBef>
                <a:spcPts val="0"/>
              </a:spcBef>
              <a:spcAft>
                <a:spcPts val="300"/>
              </a:spcAft>
              <a:buClrTx/>
              <a:buSzTx/>
              <a:buFontTx/>
              <a:buNone/>
              <a:tabLst/>
              <a:defRPr/>
            </a:pPr>
            <a:r>
              <a:rPr kumimoji="0" lang="en-US" altLang="zh-CN" sz="800" b="0" i="0" u="none" strike="noStrike" kern="1200" cap="none" spc="0" normalizeH="0" baseline="0" noProof="0">
                <a:ln>
                  <a:noFill/>
                </a:ln>
                <a:solidFill>
                  <a:srgbClr val="08312A"/>
                </a:solidFill>
                <a:effectLst/>
                <a:uLnTx/>
                <a:uFillTx/>
                <a:latin typeface="Boehringer Forward Text"/>
                <a:ea typeface="+mn-ea"/>
                <a:cs typeface="+mn-cs"/>
              </a:rPr>
              <a:t>MAP </a:t>
            </a:r>
            <a:r>
              <a:rPr kumimoji="0" lang="en-US" sz="800" b="0" i="0" u="none" strike="noStrike" kern="1200" cap="none" spc="0" normalizeH="0" baseline="0" noProof="0">
                <a:ln>
                  <a:noFill/>
                </a:ln>
                <a:solidFill>
                  <a:srgbClr val="08312A"/>
                </a:solidFill>
                <a:effectLst/>
                <a:uLnTx/>
                <a:uFillTx/>
                <a:latin typeface="Boehringer Forward Text"/>
                <a:ea typeface="+mn-ea"/>
                <a:cs typeface="+mn-cs"/>
              </a:rPr>
              <a:t>|    ONLY FOR INTERNAL USE</a:t>
            </a:r>
          </a:p>
        </p:txBody>
      </p:sp>
      <p:sp>
        <p:nvSpPr>
          <p:cNvPr id="5" name="Slide Number Placeholder 4">
            <a:extLst>
              <a:ext uri="{FF2B5EF4-FFF2-40B4-BE49-F238E27FC236}">
                <a16:creationId xmlns:a16="http://schemas.microsoft.com/office/drawing/2014/main" id="{F670D188-C51F-3C83-87A1-6E416D06B17C}"/>
              </a:ext>
            </a:extLst>
          </p:cNvPr>
          <p:cNvSpPr>
            <a:spLocks noGrp="1"/>
          </p:cNvSpPr>
          <p:nvPr>
            <p:ph type="sldNum" sz="quarter" idx="17"/>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smtClean="0">
                <a:ln>
                  <a:noFill/>
                </a:ln>
                <a:solidFill>
                  <a:srgbClr val="08312A"/>
                </a:solidFill>
                <a:effectLst/>
                <a:uLnTx/>
                <a:uFillTx/>
                <a:latin typeface="Boehringer Forward Tex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5" name="Table 6">
            <a:extLst>
              <a:ext uri="{FF2B5EF4-FFF2-40B4-BE49-F238E27FC236}">
                <a16:creationId xmlns:a16="http://schemas.microsoft.com/office/drawing/2014/main" id="{2FC5F47B-467E-9C18-2D53-D2625258ECE9}"/>
              </a:ext>
            </a:extLst>
          </p:cNvPr>
          <p:cNvGraphicFramePr>
            <a:graphicFrameLocks noGrp="1"/>
          </p:cNvGraphicFramePr>
          <p:nvPr>
            <p:extLst>
              <p:ext uri="{D42A27DB-BD31-4B8C-83A1-F6EECF244321}">
                <p14:modId xmlns:p14="http://schemas.microsoft.com/office/powerpoint/2010/main" val="944214429"/>
              </p:ext>
            </p:extLst>
          </p:nvPr>
        </p:nvGraphicFramePr>
        <p:xfrm>
          <a:off x="479424" y="876620"/>
          <a:ext cx="10975505" cy="3390135"/>
        </p:xfrm>
        <a:graphic>
          <a:graphicData uri="http://schemas.openxmlformats.org/drawingml/2006/table">
            <a:tbl>
              <a:tblPr firstRow="1" bandRow="1">
                <a:tableStyleId>{7E9639D4-E3E2-4D34-9284-5A2195B3D0D7}</a:tableStyleId>
              </a:tblPr>
              <a:tblGrid>
                <a:gridCol w="1522857">
                  <a:extLst>
                    <a:ext uri="{9D8B030D-6E8A-4147-A177-3AD203B41FA5}">
                      <a16:colId xmlns:a16="http://schemas.microsoft.com/office/drawing/2014/main" val="3183558779"/>
                    </a:ext>
                  </a:extLst>
                </a:gridCol>
                <a:gridCol w="951357">
                  <a:extLst>
                    <a:ext uri="{9D8B030D-6E8A-4147-A177-3AD203B41FA5}">
                      <a16:colId xmlns:a16="http://schemas.microsoft.com/office/drawing/2014/main" val="4060529730"/>
                    </a:ext>
                  </a:extLst>
                </a:gridCol>
                <a:gridCol w="1313011">
                  <a:extLst>
                    <a:ext uri="{9D8B030D-6E8A-4147-A177-3AD203B41FA5}">
                      <a16:colId xmlns:a16="http://schemas.microsoft.com/office/drawing/2014/main" val="1540706906"/>
                    </a:ext>
                  </a:extLst>
                </a:gridCol>
                <a:gridCol w="5021152">
                  <a:extLst>
                    <a:ext uri="{9D8B030D-6E8A-4147-A177-3AD203B41FA5}">
                      <a16:colId xmlns:a16="http://schemas.microsoft.com/office/drawing/2014/main" val="1815427223"/>
                    </a:ext>
                  </a:extLst>
                </a:gridCol>
                <a:gridCol w="2167128">
                  <a:extLst>
                    <a:ext uri="{9D8B030D-6E8A-4147-A177-3AD203B41FA5}">
                      <a16:colId xmlns:a16="http://schemas.microsoft.com/office/drawing/2014/main" val="3539556881"/>
                    </a:ext>
                  </a:extLst>
                </a:gridCol>
              </a:tblGrid>
              <a:tr h="370840">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Asset Name-</a:t>
                      </a:r>
                      <a:r>
                        <a:rPr lang="en-US" altLang="zh-CN" sz="1200" err="1"/>
                        <a:t>MoA</a:t>
                      </a:r>
                      <a:endParaRPr lang="zh-CN" altLang="en-US" sz="1200"/>
                    </a:p>
                  </a:txBody>
                  <a:tcPr>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Indication</a:t>
                      </a:r>
                      <a:endParaRPr lang="zh-CN" altLang="en-US" sz="1200"/>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altLang="zh-CN" sz="1200"/>
                        <a:t>China Approval (base case) </a:t>
                      </a:r>
                      <a:endParaRPr lang="zh-CN" altLang="en-US" sz="1200"/>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Update</a:t>
                      </a:r>
                      <a:endParaRPr lang="zh-CN" altLang="en-US" sz="1200" i="1">
                        <a:solidFill>
                          <a:schemeClr val="bg1">
                            <a:lumMod val="75000"/>
                          </a:schemeClr>
                        </a:solidFill>
                      </a:endParaRPr>
                    </a:p>
                  </a:txBody>
                  <a:tcPr>
                    <a:lnL w="6350" cap="flat" cmpd="sng" algn="ctr">
                      <a:solidFill>
                        <a:srgbClr val="076D7E"/>
                      </a:solidFill>
                      <a:prstDash val="solid"/>
                      <a:round/>
                      <a:headEnd type="none" w="med" len="med"/>
                      <a:tailEnd type="none" w="med" len="med"/>
                    </a:lnL>
                    <a:lnR w="6350" cap="flat" cmpd="sng" algn="ctr">
                      <a:solidFill>
                        <a:srgbClr val="076D7E"/>
                      </a:solidFill>
                      <a:prstDash val="solid"/>
                      <a:round/>
                      <a:headEnd type="none" w="med" len="med"/>
                      <a:tailEnd type="none" w="med" len="med"/>
                    </a:lnR>
                    <a:solidFill>
                      <a:srgbClr val="076D7E"/>
                    </a:solidFill>
                  </a:tcPr>
                </a:tc>
                <a:tc>
                  <a:txBody>
                    <a:bodyPr/>
                    <a:lstStyle/>
                    <a:p>
                      <a:pPr algn="ctr"/>
                      <a:r>
                        <a:rPr lang="en-US" altLang="zh-CN" sz="1200"/>
                        <a:t>Next Step</a:t>
                      </a:r>
                      <a:endParaRPr lang="zh-CN" altLang="en-US" sz="1200"/>
                    </a:p>
                  </a:txBody>
                  <a:tcPr>
                    <a:lnL w="6350" cap="flat" cmpd="sng" algn="ctr">
                      <a:solidFill>
                        <a:srgbClr val="076D7E"/>
                      </a:solidFill>
                      <a:prstDash val="solid"/>
                      <a:round/>
                      <a:headEnd type="none" w="med" len="med"/>
                      <a:tailEnd type="none" w="med" len="med"/>
                    </a:lnL>
                    <a:solidFill>
                      <a:srgbClr val="076D7E"/>
                    </a:solidFill>
                  </a:tcPr>
                </a:tc>
                <a:extLst>
                  <a:ext uri="{0D108BD9-81ED-4DB2-BD59-A6C34878D82A}">
                    <a16:rowId xmlns:a16="http://schemas.microsoft.com/office/drawing/2014/main" val="4731445"/>
                  </a:ext>
                </a:extLst>
              </a:tr>
              <a:tr h="1460751">
                <a:tc rowSpan="2">
                  <a:txBody>
                    <a:bodyPr/>
                    <a:lstStyle/>
                    <a:p>
                      <a:pPr marL="0" marR="0" lvl="0" indent="0" algn="l" rtl="0" eaLnBrk="1" fontAlgn="auto" latinLnBrk="0" hangingPunct="1">
                        <a:lnSpc>
                          <a:spcPct val="100000"/>
                        </a:lnSpc>
                        <a:spcBef>
                          <a:spcPts val="0"/>
                        </a:spcBef>
                        <a:spcAft>
                          <a:spcPts val="0"/>
                        </a:spcAft>
                        <a:buClrTx/>
                        <a:buSzTx/>
                        <a:buFontTx/>
                        <a:buNone/>
                      </a:pPr>
                      <a:r>
                        <a:rPr kumimoji="1" lang="en-US" altLang="zh-CN" sz="1200" i="0" kern="1200">
                          <a:solidFill>
                            <a:schemeClr val="tx1"/>
                          </a:solidFill>
                          <a:latin typeface="+mn-lt"/>
                          <a:ea typeface="+mn-ea"/>
                          <a:cs typeface="+mn-cs"/>
                        </a:rPr>
                        <a:t>BI 3804379 </a:t>
                      </a:r>
                    </a:p>
                    <a:p>
                      <a:pPr marL="0" marR="0" lvl="0" indent="0" algn="l" rtl="0" eaLnBrk="1" fontAlgn="auto" latinLnBrk="0" hangingPunct="1">
                        <a:lnSpc>
                          <a:spcPct val="100000"/>
                        </a:lnSpc>
                        <a:spcBef>
                          <a:spcPts val="0"/>
                        </a:spcBef>
                        <a:spcAft>
                          <a:spcPts val="0"/>
                        </a:spcAft>
                        <a:buClrTx/>
                        <a:buSzTx/>
                        <a:buFontTx/>
                        <a:buNone/>
                      </a:pPr>
                      <a:r>
                        <a:rPr kumimoji="1" lang="en-US" altLang="zh-CN" sz="1200" i="0" kern="1200">
                          <a:solidFill>
                            <a:schemeClr val="tx1"/>
                          </a:solidFill>
                          <a:latin typeface="+mn-lt"/>
                          <a:ea typeface="+mn-ea"/>
                          <a:cs typeface="+mn-cs"/>
                        </a:rPr>
                        <a:t>(IL-11) </a:t>
                      </a:r>
                      <a:endParaRPr lang="en-US" altLang="zh-CN" sz="1200" i="0" kern="1200">
                        <a:solidFill>
                          <a:schemeClr val="tx1"/>
                        </a:solidFill>
                        <a:latin typeface="+mn-lt"/>
                        <a:ea typeface="+mn-ea"/>
                        <a:cs typeface="+mn-cs"/>
                      </a:endParaRPr>
                    </a:p>
                    <a:p>
                      <a:pPr marL="0" marR="0" lvl="0" indent="0" algn="l">
                        <a:lnSpc>
                          <a:spcPct val="100000"/>
                        </a:lnSpc>
                        <a:spcBef>
                          <a:spcPts val="0"/>
                        </a:spcBef>
                        <a:spcAft>
                          <a:spcPts val="0"/>
                        </a:spcAft>
                        <a:buClrTx/>
                        <a:buSzTx/>
                        <a:buFontTx/>
                        <a:buNone/>
                      </a:pPr>
                      <a:endParaRPr lang="en-US" altLang="zh-CN" sz="1200" i="0" kern="1200">
                        <a:solidFill>
                          <a:schemeClr val="tx1"/>
                        </a:solidFill>
                        <a:latin typeface="+mn-lt"/>
                        <a:ea typeface="+mn-ea"/>
                        <a:cs typeface="+mn-cs"/>
                      </a:endParaRPr>
                    </a:p>
                    <a:p>
                      <a:pPr marL="0" marR="0" lvl="0" indent="0" algn="l">
                        <a:lnSpc>
                          <a:spcPct val="100000"/>
                        </a:lnSpc>
                        <a:spcBef>
                          <a:spcPts val="0"/>
                        </a:spcBef>
                        <a:spcAft>
                          <a:spcPts val="0"/>
                        </a:spcAft>
                        <a:buClrTx/>
                        <a:buSzTx/>
                        <a:buFontTx/>
                        <a:buNone/>
                      </a:pPr>
                      <a:r>
                        <a:rPr lang="en-US" altLang="zh-CN" sz="1200" i="0" kern="1200">
                          <a:solidFill>
                            <a:schemeClr val="tx1"/>
                          </a:solidFill>
                          <a:latin typeface="+mn-lt"/>
                          <a:ea typeface="+mn-ea"/>
                          <a:cs typeface="+mn-cs"/>
                        </a:rPr>
                        <a:t>MOA: Anti-IL11 directly reduces fibrosis and preserves/restores hepatocyte health in the liver </a:t>
                      </a:r>
                    </a:p>
                    <a:p>
                      <a:pPr marL="0" marR="0" lvl="0" indent="0" algn="l">
                        <a:lnSpc>
                          <a:spcPct val="100000"/>
                        </a:lnSpc>
                        <a:spcBef>
                          <a:spcPts val="0"/>
                        </a:spcBef>
                        <a:spcAft>
                          <a:spcPts val="0"/>
                        </a:spcAft>
                        <a:buClrTx/>
                        <a:buSzTx/>
                        <a:buFontTx/>
                        <a:buNone/>
                      </a:pPr>
                      <a:endParaRPr lang="en-US" sz="1200" b="0" i="0" u="none" strike="noStrike" kern="1200" noProof="0">
                        <a:solidFill>
                          <a:schemeClr val="tx1"/>
                        </a:solidFill>
                        <a:latin typeface="Boehringer Forward Text"/>
                      </a:endParaRPr>
                    </a:p>
                  </a:txBody>
                  <a:tcPr anchor="ctr">
                    <a:lnR w="12700" cap="flat" cmpd="sng" algn="ctr">
                      <a:solidFill>
                        <a:schemeClr val="bg1">
                          <a:lumMod val="85000"/>
                        </a:schemeClr>
                      </a:solidFill>
                      <a:prstDash val="dash"/>
                      <a:round/>
                      <a:headEnd type="none" w="med" len="med"/>
                      <a:tailEnd type="none" w="med" len="med"/>
                    </a:lnR>
                  </a:tcPr>
                </a:tc>
                <a:tc rowSpan="2">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1" lang="en-US" altLang="zh-CN" sz="1200" i="0" kern="1200">
                          <a:solidFill>
                            <a:schemeClr val="tx1"/>
                          </a:solidFill>
                          <a:latin typeface="+mn-lt"/>
                          <a:ea typeface="+mn-ea"/>
                          <a:cs typeface="+mn-cs"/>
                        </a:rPr>
                        <a:t>MASH cF4</a:t>
                      </a:r>
                      <a:endParaRPr kumimoji="1" lang="zh-CN" altLang="en-US" sz="1200" i="0" kern="1200">
                        <a:solidFill>
                          <a:schemeClr val="tx1"/>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rowSpan="2">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1" lang="en-US" altLang="zh-CN" sz="1200" i="0" kern="1200">
                          <a:solidFill>
                            <a:schemeClr val="tx1"/>
                          </a:solidFill>
                          <a:latin typeface="+mn-lt"/>
                          <a:ea typeface="+mn-ea"/>
                          <a:cs typeface="+mn-cs"/>
                        </a:rPr>
                        <a:t>2037</a:t>
                      </a:r>
                    </a:p>
                    <a:p>
                      <a:pPr marL="0" marR="0" lvl="0" indent="0" algn="l" defTabSz="914377" rtl="0" eaLnBrk="1" fontAlgn="auto" latinLnBrk="0" hangingPunct="1">
                        <a:lnSpc>
                          <a:spcPct val="100000"/>
                        </a:lnSpc>
                        <a:spcBef>
                          <a:spcPts val="0"/>
                        </a:spcBef>
                        <a:spcAft>
                          <a:spcPts val="0"/>
                        </a:spcAft>
                        <a:buClrTx/>
                        <a:buSzTx/>
                        <a:buFontTx/>
                        <a:buNone/>
                        <a:tabLst/>
                        <a:defRPr/>
                      </a:pPr>
                      <a:endParaRPr kumimoji="1" lang="zh-CN" altLang="en-US" sz="1200" i="0" kern="1200">
                        <a:solidFill>
                          <a:schemeClr val="tx1"/>
                        </a:solidFill>
                        <a:latin typeface="+mn-lt"/>
                        <a:ea typeface="+mn-ea"/>
                        <a:cs typeface="+mn-cs"/>
                      </a:endParaRPr>
                    </a:p>
                  </a:txBody>
                  <a:tcPr anchor="ct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0" marR="0" lvl="0" indent="0" algn="l" defTabSz="914377" rtl="0" eaLnBrk="1" fontAlgn="auto" latinLnBrk="0" hangingPunct="1">
                        <a:lnSpc>
                          <a:spcPct val="140000"/>
                        </a:lnSpc>
                        <a:spcBef>
                          <a:spcPts val="0"/>
                        </a:spcBef>
                        <a:spcAft>
                          <a:spcPts val="0"/>
                        </a:spcAft>
                        <a:buClrTx/>
                        <a:buSzTx/>
                        <a:buFont typeface="Arial" panose="020B0604020202020204" pitchFamily="34" charset="0"/>
                        <a:buNone/>
                        <a:tabLst/>
                        <a:defRPr/>
                      </a:pPr>
                      <a:r>
                        <a:rPr kumimoji="1" lang="en-US" altLang="zh-CN" sz="1200" i="0" kern="1200">
                          <a:solidFill>
                            <a:schemeClr val="tx1"/>
                          </a:solidFill>
                          <a:latin typeface="+mn-lt"/>
                          <a:ea typeface="+mn-ea"/>
                          <a:cs typeface="+mn-cs"/>
                        </a:rPr>
                        <a:t> &lt;Global status&gt;</a:t>
                      </a:r>
                    </a:p>
                    <a:p>
                      <a:pPr marL="228600" marR="0" lvl="0" indent="-228600" algn="l" rtl="0" eaLnBrk="1" fontAlgn="auto" latinLnBrk="0" hangingPunct="1">
                        <a:lnSpc>
                          <a:spcPct val="140000"/>
                        </a:lnSpc>
                        <a:buClrTx/>
                        <a:buSzTx/>
                        <a:buAutoNum type="arabicPeriod"/>
                      </a:pPr>
                      <a:r>
                        <a:rPr lang="en-US" altLang="zh-CN" sz="1200" i="0" kern="1200">
                          <a:solidFill>
                            <a:schemeClr val="tx1"/>
                          </a:solidFill>
                          <a:latin typeface="+mn-lt"/>
                          <a:ea typeface="+mn-ea"/>
                          <a:cs typeface="+mn-cs"/>
                        </a:rPr>
                        <a:t>SRD/MRD trial completed in Mar. </a:t>
                      </a:r>
                    </a:p>
                    <a:p>
                      <a:pPr marL="228600" marR="0" lvl="0" indent="-228600" algn="l" rtl="0" eaLnBrk="1" fontAlgn="auto" latinLnBrk="0" hangingPunct="1">
                        <a:lnSpc>
                          <a:spcPct val="140000"/>
                        </a:lnSpc>
                        <a:buClrTx/>
                        <a:buSzTx/>
                        <a:buAutoNum type="arabicPeriod"/>
                      </a:pPr>
                      <a:r>
                        <a:rPr lang="en-US" altLang="zh-CN" sz="1200" i="0" kern="1200">
                          <a:solidFill>
                            <a:schemeClr val="tx1"/>
                          </a:solidFill>
                          <a:latin typeface="+mn-lt"/>
                          <a:ea typeface="+mn-ea"/>
                          <a:cs typeface="+mn-cs"/>
                        </a:rPr>
                        <a:t>Phase 1 patient cohort to be initiated in Jun</a:t>
                      </a:r>
                    </a:p>
                    <a:p>
                      <a:pPr marL="228600" marR="0" lvl="0" indent="-228600" algn="l" rtl="0" eaLnBrk="1" fontAlgn="auto" latinLnBrk="0" hangingPunct="1">
                        <a:lnSpc>
                          <a:spcPct val="140000"/>
                        </a:lnSpc>
                        <a:buClrTx/>
                        <a:buSzTx/>
                        <a:buAutoNum type="arabicPeriod"/>
                      </a:pPr>
                      <a:r>
                        <a:rPr lang="en-US" altLang="zh-CN" sz="1200" i="0" kern="1200">
                          <a:solidFill>
                            <a:schemeClr val="tx2">
                              <a:lumMod val="50000"/>
                            </a:schemeClr>
                          </a:solidFill>
                          <a:latin typeface="+mn-lt"/>
                          <a:ea typeface="+mn-ea"/>
                          <a:cs typeface="+mn-cs"/>
                        </a:rPr>
                        <a:t>Japan team will have PMDA consultation on phase 1 backloading in Sep this year</a:t>
                      </a:r>
                    </a:p>
                  </a:txBody>
                  <a:tcP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a:lnSpc>
                          <a:spcPct val="140000"/>
                        </a:lnSpc>
                        <a:spcBef>
                          <a:spcPts val="0"/>
                        </a:spcBef>
                        <a:spcAft>
                          <a:spcPts val="0"/>
                        </a:spcAft>
                        <a:buClrTx/>
                        <a:buSzTx/>
                        <a:buFont typeface="Arial" panose="020B0604020202020204" pitchFamily="34" charset="0"/>
                        <a:buChar char="•"/>
                      </a:pPr>
                      <a:endParaRPr lang="en-US" altLang="zh-CN" sz="1200" i="0" kern="1200">
                        <a:solidFill>
                          <a:schemeClr val="tx1"/>
                        </a:solidFill>
                        <a:latin typeface="+mn-lt"/>
                        <a:ea typeface="+mn-ea"/>
                        <a:cs typeface="+mn-cs"/>
                      </a:endParaRPr>
                    </a:p>
                  </a:txBody>
                  <a:tcP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282381439"/>
                  </a:ext>
                </a:extLst>
              </a:tr>
              <a:tr h="1289304">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377" rtl="0" eaLnBrk="1" fontAlgn="auto" latinLnBrk="0" hangingPunct="1">
                        <a:lnSpc>
                          <a:spcPct val="140000"/>
                        </a:lnSpc>
                        <a:spcBef>
                          <a:spcPts val="0"/>
                        </a:spcBef>
                        <a:spcAft>
                          <a:spcPts val="0"/>
                        </a:spcAft>
                        <a:buClrTx/>
                        <a:buSzTx/>
                        <a:buFont typeface="Arial" panose="020B0604020202020204" pitchFamily="34" charset="0"/>
                        <a:buNone/>
                        <a:tabLst/>
                        <a:defRPr/>
                      </a:pPr>
                      <a:r>
                        <a:rPr kumimoji="1" lang="en-US" altLang="zh-CN" sz="1200" i="0" kern="1200">
                          <a:solidFill>
                            <a:schemeClr val="tx1"/>
                          </a:solidFill>
                          <a:latin typeface="+mn-lt"/>
                          <a:ea typeface="+mn-ea"/>
                          <a:cs typeface="+mn-cs"/>
                        </a:rPr>
                        <a:t>&lt;China status&gt;</a:t>
                      </a:r>
                    </a:p>
                    <a:p>
                      <a:pPr marL="171450" marR="0" lvl="0" indent="-171450" algn="l" defTabSz="914377"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1" lang="en-US" altLang="zh-CN" sz="1200" i="0" kern="1200">
                          <a:solidFill>
                            <a:schemeClr val="tx1"/>
                          </a:solidFill>
                          <a:latin typeface="+mn-lt"/>
                          <a:ea typeface="+mn-ea"/>
                          <a:cs typeface="+mn-cs"/>
                        </a:rPr>
                        <a:t>China integration will start from the PoC phase in 2028.</a:t>
                      </a:r>
                    </a:p>
                    <a:p>
                      <a:pPr marL="171450" marR="0" lvl="0" indent="-171450" algn="l" defTabSz="914377" rtl="0" eaLnBrk="1" fontAlgn="auto" latinLnBrk="0" hangingPunct="1">
                        <a:lnSpc>
                          <a:spcPct val="140000"/>
                        </a:lnSpc>
                        <a:spcBef>
                          <a:spcPts val="0"/>
                        </a:spcBef>
                        <a:spcAft>
                          <a:spcPts val="0"/>
                        </a:spcAft>
                        <a:buClrTx/>
                        <a:buSzTx/>
                        <a:buFont typeface="Arial" panose="020B0604020202020204" pitchFamily="34" charset="0"/>
                        <a:buChar char="•"/>
                        <a:tabLst/>
                        <a:defRPr/>
                      </a:pPr>
                      <a:r>
                        <a:rPr kumimoji="1" lang="en-US" altLang="zh-CN" sz="1200" i="0" kern="1200">
                          <a:solidFill>
                            <a:schemeClr val="tx1"/>
                          </a:solidFill>
                          <a:latin typeface="+mn-lt"/>
                          <a:ea typeface="+mn-ea"/>
                          <a:cs typeface="+mn-cs"/>
                        </a:rPr>
                        <a:t>Phase 1 strategy (including HA interaction ) to be discussed . </a:t>
                      </a:r>
                    </a:p>
                    <a:p>
                      <a:pPr marL="0" marR="0" lvl="0" indent="0" algn="l" defTabSz="914377" rtl="0" eaLnBrk="1" fontAlgn="auto" latinLnBrk="0" hangingPunct="1">
                        <a:lnSpc>
                          <a:spcPct val="140000"/>
                        </a:lnSpc>
                        <a:spcBef>
                          <a:spcPts val="0"/>
                        </a:spcBef>
                        <a:spcAft>
                          <a:spcPts val="0"/>
                        </a:spcAft>
                        <a:buClrTx/>
                        <a:buSzTx/>
                        <a:buFont typeface="Arial" panose="020B0604020202020204" pitchFamily="34" charset="0"/>
                        <a:buNone/>
                        <a:tabLst/>
                        <a:defRPr/>
                      </a:pPr>
                      <a:endParaRPr kumimoji="1" lang="en-US" altLang="zh-CN" sz="1200" i="0" kern="1200">
                        <a:solidFill>
                          <a:schemeClr val="tx1"/>
                        </a:solidFill>
                        <a:latin typeface="+mn-lt"/>
                        <a:ea typeface="+mn-ea"/>
                        <a:cs typeface="+mn-cs"/>
                      </a:endParaRPr>
                    </a:p>
                  </a:txBody>
                  <a:tcPr>
                    <a:lnL w="12700" cap="flat" cmpd="sng" algn="ctr">
                      <a:solidFill>
                        <a:schemeClr val="bg1">
                          <a:lumMod val="85000"/>
                        </a:schemeClr>
                      </a:solidFill>
                      <a:prstDash val="dash"/>
                      <a:round/>
                      <a:headEnd type="none" w="med" len="med"/>
                      <a:tailEnd type="none" w="med" len="med"/>
                    </a:lnL>
                    <a:lnR w="12700" cap="flat" cmpd="sng" algn="ctr">
                      <a:solidFill>
                        <a:schemeClr val="bg1">
                          <a:lumMod val="85000"/>
                        </a:schemeClr>
                      </a:solidFill>
                      <a:prstDash val="dash"/>
                      <a:round/>
                      <a:headEnd type="none" w="med" len="med"/>
                      <a:tailEnd type="none" w="med" len="med"/>
                    </a:lnR>
                  </a:tcPr>
                </a:tc>
                <a:tc>
                  <a:txBody>
                    <a:bodyPr/>
                    <a:lstStyle/>
                    <a:p>
                      <a:pPr marL="171450" marR="0" lvl="0" indent="-171450" algn="l">
                        <a:lnSpc>
                          <a:spcPct val="140000"/>
                        </a:lnSpc>
                        <a:spcBef>
                          <a:spcPts val="0"/>
                        </a:spcBef>
                        <a:spcAft>
                          <a:spcPts val="0"/>
                        </a:spcAft>
                        <a:buClrTx/>
                        <a:buSzTx/>
                        <a:buFont typeface="Arial" panose="020B0604020202020204" pitchFamily="34" charset="0"/>
                        <a:buChar char="•"/>
                      </a:pPr>
                      <a:r>
                        <a:rPr kumimoji="1" lang="en-US" altLang="zh-CN" sz="1200" i="0" kern="1200">
                          <a:solidFill>
                            <a:schemeClr val="tx1"/>
                          </a:solidFill>
                          <a:latin typeface="+mn-lt"/>
                          <a:ea typeface="+mn-ea"/>
                          <a:cs typeface="+mn-cs"/>
                        </a:rPr>
                        <a:t>To determine the phase 1 HA interaction plan</a:t>
                      </a:r>
                      <a:endParaRPr kumimoji="1" lang="zh-CN" altLang="en-US" sz="1200" i="0" kern="1200">
                        <a:solidFill>
                          <a:schemeClr val="tx1"/>
                        </a:solidFill>
                        <a:latin typeface="+mn-lt"/>
                        <a:ea typeface="+mn-ea"/>
                        <a:cs typeface="+mn-cs"/>
                      </a:endParaRPr>
                    </a:p>
                  </a:txBody>
                  <a:tcPr>
                    <a:lnL w="12700" cap="flat" cmpd="sng" algn="ctr">
                      <a:solidFill>
                        <a:schemeClr val="bg1">
                          <a:lumMod val="85000"/>
                        </a:schemeClr>
                      </a:solidFill>
                      <a:prstDash val="dash"/>
                      <a:round/>
                      <a:headEnd type="none" w="med" len="med"/>
                      <a:tailEnd type="none" w="med" len="med"/>
                    </a:lnL>
                  </a:tcPr>
                </a:tc>
                <a:extLst>
                  <a:ext uri="{0D108BD9-81ED-4DB2-BD59-A6C34878D82A}">
                    <a16:rowId xmlns:a16="http://schemas.microsoft.com/office/drawing/2014/main" val="762036921"/>
                  </a:ext>
                </a:extLst>
              </a:tr>
            </a:tbl>
          </a:graphicData>
        </a:graphic>
      </p:graphicFrame>
    </p:spTree>
    <p:extLst>
      <p:ext uri="{BB962C8B-B14F-4D97-AF65-F5344CB8AC3E}">
        <p14:creationId xmlns:p14="http://schemas.microsoft.com/office/powerpoint/2010/main" val="3457117737"/>
      </p:ext>
    </p:extLst>
  </p:cSld>
  <p:clrMapOvr>
    <a:masterClrMapping/>
  </p:clrMapOvr>
  <p:extLst>
    <p:ext uri="{6950BFC3-D8DA-4A85-94F7-54DA5524770B}">
      <p188:commentRel xmlns:p188="http://schemas.microsoft.com/office/powerpoint/2018/8/main" r:id="rId2"/>
    </p:ext>
  </p:extLst>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2630B56-8DB2-27EC-1A69-CBFF1AB6C2B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C12AFD9-82FB-AD30-E319-30125EFC3F4F}"/>
              </a:ext>
            </a:extLst>
          </p:cNvPr>
          <p:cNvSpPr>
            <a:spLocks noGrp="1"/>
          </p:cNvSpPr>
          <p:nvPr>
            <p:ph type="title"/>
          </p:nvPr>
        </p:nvSpPr>
        <p:spPr/>
        <p:txBody>
          <a:bodyPr/>
          <a:lstStyle/>
          <a:p>
            <a:r>
              <a:rPr lang="en-US"/>
              <a:t>IPF/PPF &amp; MASH Timelines for Clinical Development Programs </a:t>
            </a:r>
          </a:p>
        </p:txBody>
      </p:sp>
      <p:sp>
        <p:nvSpPr>
          <p:cNvPr id="6" name="Slide Number Placeholder 5">
            <a:extLst>
              <a:ext uri="{FF2B5EF4-FFF2-40B4-BE49-F238E27FC236}">
                <a16:creationId xmlns:a16="http://schemas.microsoft.com/office/drawing/2014/main" id="{C6B27F9B-35B9-97A3-04C6-56ED23B8399E}"/>
              </a:ext>
            </a:extLst>
          </p:cNvPr>
          <p:cNvSpPr>
            <a:spLocks noGrp="1"/>
          </p:cNvSpPr>
          <p:nvPr>
            <p:ph type="sldNum" sz="quarter" idx="15"/>
          </p:nvPr>
        </p:nvSpPr>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DF4E8F9F-5B1F-4F5B-BE49-3245D8C18D9F}" type="slidenum">
              <a:rPr kumimoji="0" lang="en-US" sz="800" b="0" i="0" u="none" strike="noStrike" kern="1200" cap="none" spc="0" normalizeH="0" baseline="0" noProof="0">
                <a:ln>
                  <a:noFill/>
                </a:ln>
                <a:solidFill>
                  <a:srgbClr val="08312A"/>
                </a:solidFill>
                <a:effectLst/>
                <a:uLnTx/>
                <a:uFillTx/>
                <a:latin typeface="Boehringer Forward Text"/>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98</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sp>
        <p:nvSpPr>
          <p:cNvPr id="5" name="Footer Placeholder 4">
            <a:extLst>
              <a:ext uri="{FF2B5EF4-FFF2-40B4-BE49-F238E27FC236}">
                <a16:creationId xmlns:a16="http://schemas.microsoft.com/office/drawing/2014/main" id="{14C890F5-C91A-83B1-9DC3-275E23DC1904}"/>
              </a:ext>
            </a:extLst>
          </p:cNvPr>
          <p:cNvSpPr>
            <a:spLocks noGrp="1"/>
          </p:cNvSpPr>
          <p:nvPr>
            <p:ph type="ftr" sz="quarter" idx="21"/>
          </p:nvPr>
        </p:nvSpPr>
        <p:spPr/>
        <p:txBody>
          <a:bodyPr/>
          <a:lstStyle/>
          <a:p>
            <a:pPr marL="0" marR="0" lvl="0" indent="0" algn="r" defTabSz="121917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BI 765423, BI3804379 _March 2026 IUPC |  Confidential - External Innovation</a:t>
            </a:r>
          </a:p>
        </p:txBody>
      </p:sp>
      <p:sp>
        <p:nvSpPr>
          <p:cNvPr id="13" name="Textfeld 12">
            <a:extLst>
              <a:ext uri="{FF2B5EF4-FFF2-40B4-BE49-F238E27FC236}">
                <a16:creationId xmlns:a16="http://schemas.microsoft.com/office/drawing/2014/main" id="{BBEC6D2E-BD49-0DE6-F934-0801A1F67547}"/>
              </a:ext>
            </a:extLst>
          </p:cNvPr>
          <p:cNvSpPr txBox="1"/>
          <p:nvPr/>
        </p:nvSpPr>
        <p:spPr bwMode="gray">
          <a:xfrm>
            <a:off x="8468051" y="3801240"/>
            <a:ext cx="3575668" cy="1986378"/>
          </a:xfrm>
          <a:prstGeom prst="rect">
            <a:avLst/>
          </a:prstGeom>
          <a:noFill/>
        </p:spPr>
        <p:txBody>
          <a:bodyPr wrap="square" lIns="0" tIns="0" rIns="0" bIns="0" rtlCol="0">
            <a:spAutoFit/>
          </a:bodyPr>
          <a:lstStyle/>
          <a:p>
            <a:pPr marL="0" marR="0" lvl="0" indent="0" algn="l" defTabSz="1219170" rtl="0" eaLnBrk="1" fontAlgn="auto" latinLnBrk="0" hangingPunct="1">
              <a:lnSpc>
                <a:spcPct val="140000"/>
              </a:lnSpc>
              <a:spcBef>
                <a:spcPts val="0"/>
              </a:spcBef>
              <a:spcAft>
                <a:spcPts val="0"/>
              </a:spcAft>
              <a:buClrTx/>
              <a:buSzTx/>
              <a:buFontTx/>
              <a:buNone/>
              <a:tabLst/>
              <a:defRPr/>
            </a:pPr>
            <a:r>
              <a:rPr kumimoji="0" lang="de-DE" sz="1333" b="1" i="0" u="none" strike="noStrike" kern="1200" cap="none" spc="0" normalizeH="0" baseline="0" noProof="0">
                <a:ln>
                  <a:noFill/>
                </a:ln>
                <a:solidFill>
                  <a:prstClr val="black"/>
                </a:solidFill>
                <a:effectLst/>
                <a:uLnTx/>
                <a:uFillTx/>
                <a:latin typeface="Boehringer Forward Text"/>
                <a:ea typeface="+mn-ea"/>
                <a:cs typeface="+mn-cs"/>
              </a:rPr>
              <a:t>MASH</a:t>
            </a:r>
          </a:p>
          <a:p>
            <a:pPr marL="380990" marR="0" lvl="0"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de-DE" sz="1333" b="0" i="0" u="none" strike="noStrike" kern="1200" cap="none" spc="0" normalizeH="0" baseline="0" noProof="0">
                <a:ln>
                  <a:noFill/>
                </a:ln>
                <a:solidFill>
                  <a:prstClr val="black"/>
                </a:solidFill>
                <a:effectLst/>
                <a:uLnTx/>
                <a:uFillTx/>
                <a:latin typeface="Boehringer Forward Text"/>
                <a:ea typeface="+mn-ea"/>
                <a:cs typeface="+mn-cs"/>
              </a:rPr>
              <a:t>Phase I SRD/MRD completed</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de-DE" sz="1333" b="0" i="0" u="none" strike="noStrike" kern="1200" cap="none" spc="0" normalizeH="0" baseline="0" noProof="0">
                <a:ln>
                  <a:noFill/>
                </a:ln>
                <a:solidFill>
                  <a:prstClr val="black"/>
                </a:solidFill>
                <a:effectLst/>
                <a:uLnTx/>
                <a:uFillTx/>
                <a:latin typeface="Boehringer Forward Text"/>
                <a:ea typeface="+mn-ea"/>
                <a:cs typeface="+mn-cs"/>
              </a:rPr>
              <a:t>IL11i – </a:t>
            </a:r>
            <a:r>
              <a:rPr kumimoji="0" lang="de-DE" sz="1333" b="1" i="0" u="none" strike="noStrike" kern="1200" cap="none" spc="0" normalizeH="0" baseline="0" noProof="0">
                <a:ln>
                  <a:noFill/>
                </a:ln>
                <a:solidFill>
                  <a:prstClr val="black"/>
                </a:solidFill>
                <a:effectLst/>
                <a:uLnTx/>
                <a:uFillTx/>
                <a:latin typeface="Boehringer Forward Text"/>
                <a:ea typeface="+mn-ea"/>
                <a:cs typeface="+mn-cs"/>
              </a:rPr>
              <a:t>NG</a:t>
            </a:r>
            <a:r>
              <a:rPr kumimoji="0" lang="de-DE" sz="1333" b="0" i="0" u="none" strike="noStrike" kern="1200" cap="none" spc="0" normalizeH="0" baseline="0" noProof="0">
                <a:ln>
                  <a:noFill/>
                </a:ln>
                <a:solidFill>
                  <a:prstClr val="black"/>
                </a:solidFill>
                <a:effectLst/>
                <a:uLnTx/>
                <a:uFillTx/>
                <a:latin typeface="Boehringer Forward Text"/>
                <a:ea typeface="+mn-ea"/>
                <a:cs typeface="+mn-cs"/>
              </a:rPr>
              <a:t> safe and tolerable</a:t>
            </a:r>
          </a:p>
          <a:p>
            <a:pPr marL="380990" marR="0" lvl="0"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0" i="0" u="none" strike="noStrike" kern="1200" cap="none" spc="0" normalizeH="0" baseline="0" noProof="0">
                <a:ln>
                  <a:noFill/>
                </a:ln>
                <a:solidFill>
                  <a:prstClr val="black"/>
                </a:solidFill>
                <a:effectLst/>
                <a:uLnTx/>
                <a:uFillTx/>
                <a:latin typeface="Boehringer Forward Text"/>
                <a:ea typeface="+mn-ea"/>
                <a:cs typeface="+mn-cs"/>
              </a:rPr>
              <a:t>Patient cohort for will be submitted April/26, FPI planned for Jun/26</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1" i="0" u="none" strike="noStrike" kern="1200" cap="none" spc="0" normalizeH="0" baseline="0" noProof="0">
                <a:ln>
                  <a:noFill/>
                </a:ln>
                <a:solidFill>
                  <a:srgbClr val="00E47C">
                    <a:lumMod val="75000"/>
                  </a:srgbClr>
                </a:solidFill>
                <a:effectLst/>
                <a:uLnTx/>
                <a:uFillTx/>
                <a:latin typeface="Boehringer Forward Text"/>
                <a:ea typeface="+mn-ea"/>
                <a:cs typeface="+mn-cs"/>
              </a:rPr>
              <a:t>PoC- Q4 2030</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1" i="0" u="none" strike="noStrike" kern="1200" cap="none" spc="0" normalizeH="0" baseline="0" noProof="0">
                <a:ln>
                  <a:noFill/>
                </a:ln>
                <a:solidFill>
                  <a:srgbClr val="00E47C">
                    <a:lumMod val="75000"/>
                  </a:srgbClr>
                </a:solidFill>
                <a:effectLst/>
                <a:uLnTx/>
                <a:uFillTx/>
                <a:latin typeface="Boehringer Forward Text"/>
                <a:ea typeface="+mn-ea"/>
                <a:cs typeface="+mn-cs"/>
              </a:rPr>
              <a:t>Launch – Q1 2037</a:t>
            </a:r>
          </a:p>
        </p:txBody>
      </p:sp>
      <p:sp>
        <p:nvSpPr>
          <p:cNvPr id="14" name="Textfeld 13">
            <a:extLst>
              <a:ext uri="{FF2B5EF4-FFF2-40B4-BE49-F238E27FC236}">
                <a16:creationId xmlns:a16="http://schemas.microsoft.com/office/drawing/2014/main" id="{7A3AD196-E428-832F-F84C-E32DBAC40031}"/>
              </a:ext>
            </a:extLst>
          </p:cNvPr>
          <p:cNvSpPr txBox="1"/>
          <p:nvPr/>
        </p:nvSpPr>
        <p:spPr bwMode="gray">
          <a:xfrm>
            <a:off x="8468052" y="1266376"/>
            <a:ext cx="4051313" cy="2273571"/>
          </a:xfrm>
          <a:prstGeom prst="rect">
            <a:avLst/>
          </a:prstGeom>
          <a:noFill/>
        </p:spPr>
        <p:txBody>
          <a:bodyPr wrap="square" lIns="0" tIns="0" rIns="0" bIns="0" rtlCol="0">
            <a:spAutoFit/>
          </a:bodyPr>
          <a:lstStyle/>
          <a:p>
            <a:pPr marL="0" marR="0" lvl="0" indent="0" algn="l" defTabSz="1219170" rtl="0" eaLnBrk="1" fontAlgn="auto" latinLnBrk="0" hangingPunct="1">
              <a:lnSpc>
                <a:spcPct val="140000"/>
              </a:lnSpc>
              <a:spcBef>
                <a:spcPts val="0"/>
              </a:spcBef>
              <a:spcAft>
                <a:spcPts val="0"/>
              </a:spcAft>
              <a:buClrTx/>
              <a:buSzTx/>
              <a:buFontTx/>
              <a:buNone/>
              <a:tabLst/>
              <a:defRPr/>
            </a:pPr>
            <a:r>
              <a:rPr kumimoji="0" lang="de-DE" sz="1333" b="1" i="0" u="none" strike="noStrike" kern="1200" cap="none" spc="0" normalizeH="0" baseline="0" noProof="0">
                <a:ln>
                  <a:noFill/>
                </a:ln>
                <a:solidFill>
                  <a:prstClr val="black"/>
                </a:solidFill>
                <a:effectLst/>
                <a:uLnTx/>
                <a:uFillTx/>
                <a:latin typeface="Boehringer Forward Text"/>
                <a:ea typeface="+mn-ea"/>
                <a:cs typeface="+mn-cs"/>
              </a:rPr>
              <a:t>IPF/PPF</a:t>
            </a:r>
          </a:p>
          <a:p>
            <a:pPr marL="380990" marR="0" lvl="0"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de-DE" sz="1333" b="0" i="0" u="none" strike="noStrike" kern="1200" cap="none" spc="0" normalizeH="0" baseline="0" noProof="0">
                <a:ln>
                  <a:noFill/>
                </a:ln>
                <a:solidFill>
                  <a:prstClr val="black"/>
                </a:solidFill>
                <a:effectLst/>
                <a:uLnTx/>
                <a:uFillTx/>
                <a:latin typeface="Boehringer Forward Text"/>
                <a:ea typeface="+mn-ea"/>
                <a:cs typeface="+mn-cs"/>
              </a:rPr>
              <a:t>Phase I SRD/MRD completed</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de-DE" sz="1333" b="0" i="0" u="none" strike="noStrike" kern="1200" cap="none" spc="0" normalizeH="0" baseline="0" noProof="0">
                <a:ln>
                  <a:noFill/>
                </a:ln>
                <a:solidFill>
                  <a:prstClr val="black"/>
                </a:solidFill>
                <a:effectLst/>
                <a:uLnTx/>
                <a:uFillTx/>
                <a:latin typeface="Boehringer Forward Text"/>
                <a:ea typeface="+mn-ea"/>
                <a:cs typeface="+mn-cs"/>
              </a:rPr>
              <a:t>IL11i – </a:t>
            </a:r>
            <a:r>
              <a:rPr kumimoji="0" lang="de-DE" sz="1333" b="1" i="0" u="none" strike="noStrike" kern="1200" cap="none" spc="0" normalizeH="0" baseline="0" noProof="0">
                <a:ln>
                  <a:noFill/>
                </a:ln>
                <a:solidFill>
                  <a:prstClr val="black"/>
                </a:solidFill>
                <a:effectLst/>
                <a:uLnTx/>
                <a:uFillTx/>
                <a:latin typeface="Boehringer Forward Text"/>
                <a:ea typeface="+mn-ea"/>
                <a:cs typeface="+mn-cs"/>
              </a:rPr>
              <a:t>FR</a:t>
            </a:r>
            <a:r>
              <a:rPr kumimoji="0" lang="de-DE" sz="1333" b="0" i="0" u="none" strike="noStrike" kern="1200" cap="none" spc="0" normalizeH="0" baseline="0" noProof="0">
                <a:ln>
                  <a:noFill/>
                </a:ln>
                <a:solidFill>
                  <a:prstClr val="black"/>
                </a:solidFill>
                <a:effectLst/>
                <a:uLnTx/>
                <a:uFillTx/>
                <a:latin typeface="Boehringer Forward Text"/>
                <a:ea typeface="+mn-ea"/>
                <a:cs typeface="+mn-cs"/>
              </a:rPr>
              <a:t> safe and tolerable</a:t>
            </a:r>
          </a:p>
          <a:p>
            <a:pPr marL="380990" marR="0" lvl="0"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de-DE" sz="1333" b="0" i="0" u="none" strike="noStrike" kern="1200" cap="none" spc="0" normalizeH="0" baseline="0" noProof="0">
                <a:ln>
                  <a:noFill/>
                </a:ln>
                <a:solidFill>
                  <a:prstClr val="black"/>
                </a:solidFill>
                <a:effectLst/>
                <a:uLnTx/>
                <a:uFillTx/>
                <a:latin typeface="Boehringer Forward Text"/>
                <a:ea typeface="+mn-ea"/>
                <a:cs typeface="+mn-cs"/>
              </a:rPr>
              <a:t>Ph II </a:t>
            </a:r>
            <a:r>
              <a:rPr kumimoji="0" lang="en-US" sz="1333" b="0" i="0" u="none" strike="noStrike" kern="1200" cap="none" spc="0" normalizeH="0" baseline="0" noProof="0">
                <a:ln>
                  <a:noFill/>
                </a:ln>
                <a:solidFill>
                  <a:prstClr val="black"/>
                </a:solidFill>
                <a:effectLst/>
                <a:uLnTx/>
                <a:uFillTx/>
                <a:latin typeface="Boehringer Forward Text"/>
                <a:ea typeface="+mn-ea"/>
                <a:cs typeface="+mn-cs"/>
              </a:rPr>
              <a:t>1493-0002 (2500 mg IV Q4W) </a:t>
            </a:r>
          </a:p>
          <a:p>
            <a:pPr marL="0" marR="0" lvl="0" indent="0" algn="l" defTabSz="1219170" rtl="0" eaLnBrk="1" fontAlgn="auto" latinLnBrk="0" hangingPunct="1">
              <a:lnSpc>
                <a:spcPct val="140000"/>
              </a:lnSpc>
              <a:spcBef>
                <a:spcPts val="0"/>
              </a:spcBef>
              <a:spcAft>
                <a:spcPts val="0"/>
              </a:spcAft>
              <a:buClrTx/>
              <a:buSzTx/>
              <a:buFontTx/>
              <a:buNone/>
              <a:tabLst/>
              <a:defRPr/>
            </a:pPr>
            <a:r>
              <a:rPr kumimoji="0" lang="en-US" sz="1333" b="0" i="0" u="none" strike="noStrike" kern="1200" cap="none" spc="0" normalizeH="0" baseline="0" noProof="0">
                <a:ln>
                  <a:noFill/>
                </a:ln>
                <a:solidFill>
                  <a:prstClr val="black"/>
                </a:solidFill>
                <a:effectLst/>
                <a:uLnTx/>
                <a:uFillTx/>
                <a:latin typeface="Boehringer Forward Text"/>
                <a:ea typeface="+mn-ea"/>
                <a:cs typeface="+mn-cs"/>
              </a:rPr>
              <a:t>         in progress</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0" i="0" u="none" strike="noStrike" kern="1200" cap="none" spc="0" normalizeH="0" baseline="0" noProof="0">
                <a:ln>
                  <a:noFill/>
                </a:ln>
                <a:solidFill>
                  <a:prstClr val="black"/>
                </a:solidFill>
                <a:effectLst/>
                <a:uLnTx/>
                <a:uFillTx/>
                <a:latin typeface="Boehringer Forward Text"/>
                <a:ea typeface="+mn-ea"/>
                <a:cs typeface="+mn-cs"/>
              </a:rPr>
              <a:t>42 screened, 18 randomized</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1" i="0" u="none" strike="noStrike" kern="1200" cap="none" spc="0" normalizeH="0" baseline="0" noProof="0">
                <a:ln>
                  <a:noFill/>
                </a:ln>
                <a:solidFill>
                  <a:srgbClr val="00E47C">
                    <a:lumMod val="75000"/>
                  </a:srgbClr>
                </a:solidFill>
                <a:effectLst/>
                <a:uLnTx/>
                <a:uFillTx/>
                <a:latin typeface="Boehringer Forward Text"/>
                <a:ea typeface="+mn-ea"/>
                <a:cs typeface="+mn-cs"/>
              </a:rPr>
              <a:t>PoC – Q4 2027</a:t>
            </a:r>
          </a:p>
          <a:p>
            <a:pPr marL="990575" marR="0" lvl="1" indent="-380990" algn="l" defTabSz="1219170" rtl="0" eaLnBrk="1" fontAlgn="auto" latinLnBrk="0" hangingPunct="1">
              <a:lnSpc>
                <a:spcPct val="140000"/>
              </a:lnSpc>
              <a:spcBef>
                <a:spcPts val="0"/>
              </a:spcBef>
              <a:spcAft>
                <a:spcPts val="0"/>
              </a:spcAft>
              <a:buClrTx/>
              <a:buSzTx/>
              <a:buFont typeface="Wingdings" panose="05000000000000000000" pitchFamily="2" charset="2"/>
              <a:buChar char="§"/>
              <a:tabLst/>
              <a:defRPr/>
            </a:pPr>
            <a:r>
              <a:rPr kumimoji="0" lang="en-US" sz="1333" b="1" i="0" u="none" strike="noStrike" kern="1200" cap="none" spc="0" normalizeH="0" baseline="0" noProof="0">
                <a:ln>
                  <a:noFill/>
                </a:ln>
                <a:solidFill>
                  <a:srgbClr val="00E47C">
                    <a:lumMod val="75000"/>
                  </a:srgbClr>
                </a:solidFill>
                <a:effectLst/>
                <a:uLnTx/>
                <a:uFillTx/>
                <a:latin typeface="Boehringer Forward Text"/>
                <a:ea typeface="+mn-ea"/>
                <a:cs typeface="+mn-cs"/>
              </a:rPr>
              <a:t>Launch – Q3 2034 </a:t>
            </a:r>
          </a:p>
        </p:txBody>
      </p:sp>
      <p:sp>
        <p:nvSpPr>
          <p:cNvPr id="173" name="Textfeld 172">
            <a:extLst>
              <a:ext uri="{FF2B5EF4-FFF2-40B4-BE49-F238E27FC236}">
                <a16:creationId xmlns:a16="http://schemas.microsoft.com/office/drawing/2014/main" id="{9FA5C9B9-CF4C-5737-EBCC-28F97B4914C7}"/>
              </a:ext>
            </a:extLst>
          </p:cNvPr>
          <p:cNvSpPr txBox="1"/>
          <p:nvPr/>
        </p:nvSpPr>
        <p:spPr bwMode="gray">
          <a:xfrm>
            <a:off x="345968" y="3351881"/>
            <a:ext cx="2077492" cy="210699"/>
          </a:xfrm>
          <a:prstGeom prst="rect">
            <a:avLst/>
          </a:prstGeom>
          <a:noFill/>
        </p:spPr>
        <p:txBody>
          <a:bodyPr wrap="none" lIns="0" tIns="0" rIns="0" bIns="0" rtlCol="0">
            <a:spAutoFit/>
          </a:bodyPr>
          <a:lstStyle/>
          <a:p>
            <a:pPr marL="0" marR="0" lvl="0" indent="0" algn="l" defTabSz="1219170" rtl="0" eaLnBrk="1" fontAlgn="auto" latinLnBrk="0" hangingPunct="1">
              <a:lnSpc>
                <a:spcPct val="140000"/>
              </a:lnSpc>
              <a:spcBef>
                <a:spcPts val="0"/>
              </a:spcBef>
              <a:spcAft>
                <a:spcPts val="0"/>
              </a:spcAft>
              <a:buClrTx/>
              <a:buSzTx/>
              <a:buFontTx/>
              <a:buNone/>
              <a:tabLst/>
              <a:defRPr/>
            </a:pPr>
            <a:r>
              <a:rPr kumimoji="0" lang="de-DE" sz="1067" b="0" i="0" u="none" strike="noStrike" kern="1200" cap="none" spc="0" normalizeH="0" baseline="0" noProof="0">
                <a:ln>
                  <a:noFill/>
                </a:ln>
                <a:solidFill>
                  <a:prstClr val="black"/>
                </a:solidFill>
                <a:effectLst/>
                <a:uLnTx/>
                <a:uFillTx/>
                <a:latin typeface="Boehringer Forward Text"/>
                <a:ea typeface="+mn-ea"/>
                <a:cs typeface="+mn-cs"/>
              </a:rPr>
              <a:t>*planned; pending IUEC approval</a:t>
            </a:r>
          </a:p>
        </p:txBody>
      </p:sp>
      <p:pic>
        <p:nvPicPr>
          <p:cNvPr id="175" name="Grafik 174">
            <a:extLst>
              <a:ext uri="{FF2B5EF4-FFF2-40B4-BE49-F238E27FC236}">
                <a16:creationId xmlns:a16="http://schemas.microsoft.com/office/drawing/2014/main" id="{8BBFB354-F2BF-EDD2-0C07-DD39CA0ADF5B}"/>
              </a:ext>
            </a:extLst>
          </p:cNvPr>
          <p:cNvPicPr>
            <a:picLocks noChangeAspect="1"/>
          </p:cNvPicPr>
          <p:nvPr/>
        </p:nvPicPr>
        <p:blipFill>
          <a:blip r:embed="rId3"/>
          <a:stretch>
            <a:fillRect/>
          </a:stretch>
        </p:blipFill>
        <p:spPr>
          <a:xfrm>
            <a:off x="345969" y="1287676"/>
            <a:ext cx="7965780" cy="4175056"/>
          </a:xfrm>
          <a:prstGeom prst="rect">
            <a:avLst/>
          </a:prstGeom>
        </p:spPr>
      </p:pic>
    </p:spTree>
    <p:extLst>
      <p:ext uri="{BB962C8B-B14F-4D97-AF65-F5344CB8AC3E}">
        <p14:creationId xmlns:p14="http://schemas.microsoft.com/office/powerpoint/2010/main" val="332604821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8EBC35-ED30-1346-19A2-35AB2BF27FCA}"/>
              </a:ext>
            </a:extLst>
          </p:cNvPr>
          <p:cNvSpPr>
            <a:spLocks noGrp="1"/>
          </p:cNvSpPr>
          <p:nvPr>
            <p:ph type="title"/>
          </p:nvPr>
        </p:nvSpPr>
        <p:spPr>
          <a:xfrm>
            <a:off x="479425" y="317715"/>
            <a:ext cx="11233151" cy="720000"/>
          </a:xfrm>
        </p:spPr>
        <p:txBody>
          <a:bodyPr/>
          <a:lstStyle/>
          <a:p>
            <a:r>
              <a:rPr lang="de-DE" sz="2467"/>
              <a:t>Summary</a:t>
            </a:r>
            <a:br>
              <a:rPr lang="de-DE" sz="2467"/>
            </a:br>
            <a:r>
              <a:rPr lang="de-DE" sz="2467"/>
              <a:t>FR s.c. formulation is possible in IPF/PPF but not in MASH</a:t>
            </a:r>
            <a:br>
              <a:rPr lang="de-DE" sz="2467"/>
            </a:br>
            <a:r>
              <a:rPr lang="de-DE" sz="2467"/>
              <a:t>NG s.c. allows monthly rather than weekly dosing </a:t>
            </a:r>
            <a:endParaRPr lang="en-US"/>
          </a:p>
        </p:txBody>
      </p:sp>
      <p:sp>
        <p:nvSpPr>
          <p:cNvPr id="5" name="Slide Number Placeholder 4">
            <a:extLst>
              <a:ext uri="{FF2B5EF4-FFF2-40B4-BE49-F238E27FC236}">
                <a16:creationId xmlns:a16="http://schemas.microsoft.com/office/drawing/2014/main" id="{FF88E532-E3C3-F2E0-1A31-433E6CC1A794}"/>
              </a:ext>
            </a:extLst>
          </p:cNvPr>
          <p:cNvSpPr>
            <a:spLocks noGrp="1"/>
          </p:cNvSpPr>
          <p:nvPr>
            <p:ph type="sldNum" sz="quarter" idx="11"/>
          </p:nvPr>
        </p:nvSpPr>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8FF9B0DE-3FEB-4AA0-B465-B80EF7C1333D}" type="slidenum">
              <a:rPr kumimoji="0" lang="en-US" sz="800" b="0" i="0" u="none" strike="noStrike" kern="1200" cap="none" spc="0" normalizeH="0" baseline="0" noProof="0">
                <a:ln>
                  <a:noFill/>
                </a:ln>
                <a:solidFill>
                  <a:srgbClr val="08312A"/>
                </a:solidFill>
                <a:effectLst/>
                <a:uLnTx/>
                <a:uFillTx/>
                <a:latin typeface="Boehringer Forward Text"/>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99</a:t>
            </a:fld>
            <a:endParaRPr kumimoji="0" lang="en-US" sz="800" b="0" i="0" u="none" strike="noStrike" kern="1200" cap="none" spc="0" normalizeH="0" baseline="0" noProof="0">
              <a:ln>
                <a:noFill/>
              </a:ln>
              <a:solidFill>
                <a:srgbClr val="08312A"/>
              </a:solidFill>
              <a:effectLst/>
              <a:uLnTx/>
              <a:uFillTx/>
              <a:latin typeface="Boehringer Forward Text"/>
              <a:ea typeface="+mn-ea"/>
              <a:cs typeface="+mn-cs"/>
            </a:endParaRPr>
          </a:p>
        </p:txBody>
      </p:sp>
      <p:graphicFrame>
        <p:nvGraphicFramePr>
          <p:cNvPr id="19" name="Table 18">
            <a:extLst>
              <a:ext uri="{FF2B5EF4-FFF2-40B4-BE49-F238E27FC236}">
                <a16:creationId xmlns:a16="http://schemas.microsoft.com/office/drawing/2014/main" id="{1858562B-F1ED-7F4F-B89C-5BD35073086A}"/>
              </a:ext>
            </a:extLst>
          </p:cNvPr>
          <p:cNvGraphicFramePr>
            <a:graphicFrameLocks noGrp="1"/>
          </p:cNvGraphicFramePr>
          <p:nvPr/>
        </p:nvGraphicFramePr>
        <p:xfrm>
          <a:off x="1320342" y="1656343"/>
          <a:ext cx="8981646" cy="1271707"/>
        </p:xfrm>
        <a:graphic>
          <a:graphicData uri="http://schemas.openxmlformats.org/drawingml/2006/table">
            <a:tbl>
              <a:tblPr/>
              <a:tblGrid>
                <a:gridCol w="2006745">
                  <a:extLst>
                    <a:ext uri="{9D8B030D-6E8A-4147-A177-3AD203B41FA5}">
                      <a16:colId xmlns:a16="http://schemas.microsoft.com/office/drawing/2014/main" val="4217217194"/>
                    </a:ext>
                  </a:extLst>
                </a:gridCol>
                <a:gridCol w="3420041">
                  <a:extLst>
                    <a:ext uri="{9D8B030D-6E8A-4147-A177-3AD203B41FA5}">
                      <a16:colId xmlns:a16="http://schemas.microsoft.com/office/drawing/2014/main" val="583046015"/>
                    </a:ext>
                  </a:extLst>
                </a:gridCol>
                <a:gridCol w="3554860">
                  <a:extLst>
                    <a:ext uri="{9D8B030D-6E8A-4147-A177-3AD203B41FA5}">
                      <a16:colId xmlns:a16="http://schemas.microsoft.com/office/drawing/2014/main" val="1546710011"/>
                    </a:ext>
                  </a:extLst>
                </a:gridCol>
              </a:tblGrid>
              <a:tr h="663775">
                <a:tc>
                  <a:txBody>
                    <a:bodyPr/>
                    <a:lstStyle/>
                    <a:p>
                      <a:pPr algn="l" fontAlgn="b"/>
                      <a:endParaRPr lang="en-US" sz="1500" b="0" i="0" u="none" strike="noStrike">
                        <a:solidFill>
                          <a:srgbClr val="000000"/>
                        </a:solidFill>
                        <a:effectLst/>
                        <a:latin typeface="+mn-lt"/>
                      </a:endParaRPr>
                    </a:p>
                  </a:txBody>
                  <a:tcPr marL="12700" marR="12700" marT="12700" marB="0" anchor="b">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tc>
                  <a:txBody>
                    <a:bodyPr/>
                    <a:lstStyle/>
                    <a:p>
                      <a:pPr algn="ctr" fontAlgn="b"/>
                      <a:r>
                        <a:rPr lang="en-US" sz="1500" b="1" i="0" u="none" strike="noStrike">
                          <a:solidFill>
                            <a:srgbClr val="000000"/>
                          </a:solidFill>
                          <a:effectLst/>
                          <a:latin typeface="+mn-lt"/>
                        </a:rPr>
                        <a:t>FR (BI 765423) </a:t>
                      </a:r>
                    </a:p>
                    <a:p>
                      <a:pPr algn="ctr" fontAlgn="b"/>
                      <a:r>
                        <a:rPr lang="en-US" sz="1500" b="1" i="0" u="none" strike="noStrike">
                          <a:solidFill>
                            <a:srgbClr val="000000"/>
                          </a:solidFill>
                          <a:effectLst/>
                          <a:latin typeface="+mn-lt"/>
                        </a:rPr>
                        <a:t>s.c. IPF/PPF</a:t>
                      </a:r>
                    </a:p>
                  </a:txBody>
                  <a:tcPr marL="12700" marR="12700" marT="12700"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US" sz="1500" b="1" i="0" u="none" strike="noStrike">
                          <a:solidFill>
                            <a:srgbClr val="000000"/>
                          </a:solidFill>
                          <a:effectLst/>
                          <a:latin typeface="+mn-lt"/>
                        </a:rPr>
                        <a:t>NG (BI 3804379) s.c. MASH or IPF/PPF</a:t>
                      </a:r>
                    </a:p>
                  </a:txBody>
                  <a:tcPr marL="12700" marR="12700" marT="12700"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13319994"/>
                  </a:ext>
                </a:extLst>
              </a:tr>
              <a:tr h="607932">
                <a:tc>
                  <a:txBody>
                    <a:bodyPr/>
                    <a:lstStyle/>
                    <a:p>
                      <a:pPr algn="ctr" fontAlgn="ctr"/>
                      <a:r>
                        <a:rPr lang="en-US" sz="1300" b="1" i="0" u="none" strike="noStrike">
                          <a:solidFill>
                            <a:srgbClr val="000000"/>
                          </a:solidFill>
                          <a:effectLst/>
                          <a:latin typeface="+mn-lt"/>
                        </a:rPr>
                        <a:t>Human dose estimate</a:t>
                      </a:r>
                      <a:endParaRPr lang="en-US" sz="1300" b="1" i="0" u="none" strike="noStrike" baseline="30000">
                        <a:solidFill>
                          <a:srgbClr val="000000"/>
                        </a:solidFill>
                        <a:effectLst/>
                        <a:latin typeface="+mn-lt"/>
                      </a:endParaRPr>
                    </a:p>
                  </a:txBody>
                  <a:tcPr marL="12700" marR="12700" marT="127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de-DE" sz="1500" b="1" i="0" u="none" strike="noStrike">
                          <a:solidFill>
                            <a:srgbClr val="000000"/>
                          </a:solidFill>
                          <a:effectLst/>
                          <a:latin typeface="BISansOpti" panose="02000503040000020004" pitchFamily="2" charset="0"/>
                        </a:rPr>
                        <a:t>~ </a:t>
                      </a:r>
                      <a:r>
                        <a:rPr lang="de-DE" sz="1500" b="1" i="0" u="none" strike="noStrike">
                          <a:solidFill>
                            <a:srgbClr val="000000"/>
                          </a:solidFill>
                          <a:effectLst/>
                          <a:latin typeface="+mn-lt"/>
                        </a:rPr>
                        <a:t>150 mg </a:t>
                      </a:r>
                      <a:r>
                        <a:rPr lang="en-US" sz="1500" b="1" kern="0">
                          <a:solidFill>
                            <a:schemeClr val="tx1"/>
                          </a:solidFill>
                          <a:cs typeface="Helvetica"/>
                        </a:rPr>
                        <a:t>Q1W</a:t>
                      </a:r>
                      <a:endParaRPr lang="en-US" sz="1500" b="1" i="0" u="none" strike="noStrike">
                        <a:solidFill>
                          <a:srgbClr val="000000"/>
                        </a:solidFill>
                        <a:effectLst/>
                        <a:latin typeface="+mn-lt"/>
                      </a:endParaRPr>
                    </a:p>
                  </a:txBody>
                  <a:tcPr marL="12700" marR="12700" marT="12700"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6F5F3"/>
                    </a:solidFill>
                  </a:tcPr>
                </a:tc>
                <a:tc>
                  <a:txBody>
                    <a:bodyPr/>
                    <a:lstStyle/>
                    <a:p>
                      <a:pPr marL="0" marR="0" lvl="0" indent="0" algn="ctr" defTabSz="685800" rtl="0" eaLnBrk="1" fontAlgn="ctr" latinLnBrk="0" hangingPunct="1">
                        <a:lnSpc>
                          <a:spcPct val="100000"/>
                        </a:lnSpc>
                        <a:spcBef>
                          <a:spcPts val="0"/>
                        </a:spcBef>
                        <a:spcAft>
                          <a:spcPts val="0"/>
                        </a:spcAft>
                        <a:buClrTx/>
                        <a:buSzTx/>
                        <a:buFontTx/>
                        <a:buNone/>
                        <a:tabLst/>
                        <a:defRPr/>
                      </a:pPr>
                      <a:r>
                        <a:rPr lang="de-DE" sz="1500" b="1" i="0" u="none" strike="noStrike">
                          <a:solidFill>
                            <a:srgbClr val="000000"/>
                          </a:solidFill>
                          <a:effectLst/>
                          <a:latin typeface="BISansOpti" panose="02000503040000020004" pitchFamily="2" charset="0"/>
                        </a:rPr>
                        <a:t>~ </a:t>
                      </a:r>
                      <a:r>
                        <a:rPr lang="en-US" sz="1500" b="1" kern="0">
                          <a:solidFill>
                            <a:schemeClr val="tx1"/>
                          </a:solidFill>
                          <a:cs typeface="Helvetica"/>
                        </a:rPr>
                        <a:t>110 mg Q4W</a:t>
                      </a:r>
                      <a:endParaRPr lang="en-US" sz="1500" b="1" i="0" u="none" strike="noStrike">
                        <a:solidFill>
                          <a:srgbClr val="000000"/>
                        </a:solidFill>
                        <a:effectLst/>
                        <a:latin typeface="+mn-lt"/>
                      </a:endParaRPr>
                    </a:p>
                  </a:txBody>
                  <a:tcPr marL="12700" marR="12700" marT="127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6949732"/>
                  </a:ext>
                </a:extLst>
              </a:tr>
            </a:tbl>
          </a:graphicData>
        </a:graphic>
      </p:graphicFrame>
      <p:grpSp>
        <p:nvGrpSpPr>
          <p:cNvPr id="25" name="Group 24">
            <a:extLst>
              <a:ext uri="{FF2B5EF4-FFF2-40B4-BE49-F238E27FC236}">
                <a16:creationId xmlns:a16="http://schemas.microsoft.com/office/drawing/2014/main" id="{A77C2350-8707-421C-EC4E-22ACBC0F0E94}"/>
              </a:ext>
            </a:extLst>
          </p:cNvPr>
          <p:cNvGrpSpPr/>
          <p:nvPr/>
        </p:nvGrpSpPr>
        <p:grpSpPr>
          <a:xfrm>
            <a:off x="1310425" y="3039105"/>
            <a:ext cx="9099202" cy="720001"/>
            <a:chOff x="359569" y="1506267"/>
            <a:chExt cx="6824400" cy="540001"/>
          </a:xfrm>
        </p:grpSpPr>
        <p:sp>
          <p:nvSpPr>
            <p:cNvPr id="11" name="Rectangle 10">
              <a:extLst>
                <a:ext uri="{FF2B5EF4-FFF2-40B4-BE49-F238E27FC236}">
                  <a16:creationId xmlns:a16="http://schemas.microsoft.com/office/drawing/2014/main" id="{A8278783-D740-73EB-05E3-F8F3625E35E5}"/>
                </a:ext>
              </a:extLst>
            </p:cNvPr>
            <p:cNvSpPr>
              <a:spLocks/>
            </p:cNvSpPr>
            <p:nvPr/>
          </p:nvSpPr>
          <p:spPr>
            <a:xfrm>
              <a:off x="359569" y="1506268"/>
              <a:ext cx="1335881" cy="540000"/>
            </a:xfrm>
            <a:prstGeom prst="rect">
              <a:avLst/>
            </a:prstGeom>
            <a:solidFill>
              <a:schemeClr val="accent5">
                <a:lumMod val="40000"/>
                <a:lumOff val="60000"/>
              </a:schemeClr>
            </a:solidFill>
            <a:ln w="15875" algn="ctr">
              <a:noFill/>
              <a:round/>
              <a:headEnd/>
              <a:tailEnd/>
            </a:ln>
            <a:effectLst>
              <a:outerShdw blurRad="50800" dist="38100" dir="2700000" algn="tl" rotWithShape="0">
                <a:prstClr val="black">
                  <a:alpha val="40000"/>
                </a:prstClr>
              </a:outerShdw>
            </a:effectLst>
          </p:spPr>
          <p:txBody>
            <a:bodyPr lIns="36000" tIns="72003" rIns="36000" bIns="72003" anchor="ctr">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prstClr val="black"/>
                  </a:solidFill>
                  <a:effectLst/>
                  <a:uLnTx/>
                  <a:uFillTx/>
                  <a:latin typeface="Boehringer Forward Text"/>
                  <a:ea typeface="+mn-ea"/>
                  <a:cs typeface="+mn-cs"/>
                </a:rPr>
                <a:t>FR s.c. possible for IPF/PPF (Q1W)</a:t>
              </a:r>
            </a:p>
          </p:txBody>
        </p:sp>
        <p:sp>
          <p:nvSpPr>
            <p:cNvPr id="21" name="TextBox 13">
              <a:extLst>
                <a:ext uri="{FF2B5EF4-FFF2-40B4-BE49-F238E27FC236}">
                  <a16:creationId xmlns:a16="http://schemas.microsoft.com/office/drawing/2014/main" id="{35C778D8-33A3-A3DE-133A-5DB76B8AAC3B}"/>
                </a:ext>
              </a:extLst>
            </p:cNvPr>
            <p:cNvSpPr txBox="1">
              <a:spLocks/>
            </p:cNvSpPr>
            <p:nvPr/>
          </p:nvSpPr>
          <p:spPr>
            <a:xfrm>
              <a:off x="1847221" y="1506267"/>
              <a:ext cx="5336748" cy="540001"/>
            </a:xfrm>
            <a:prstGeom prst="rect">
              <a:avLst/>
            </a:prstGeom>
            <a:solidFill>
              <a:schemeClr val="accent5">
                <a:lumMod val="40000"/>
                <a:lumOff val="60000"/>
              </a:schemeClr>
            </a:solidFill>
            <a:ln w="9525">
              <a:noFill/>
              <a:miter lim="800000"/>
              <a:headEnd/>
              <a:tailEnd/>
            </a:ln>
            <a:effectLst/>
          </p:spPr>
          <p:txBody>
            <a:bodyPr vert="horz" wrap="square" lIns="0" tIns="0" rIns="0" bIns="0" numCol="1" anchor="ctr" anchorCtr="0" compatLnSpc="1">
              <a:prstTxWarp prst="textNoShape">
                <a:avLst/>
              </a:prstTxWarp>
              <a:noAutofit/>
            </a:bodyPr>
            <a:lstStyle>
              <a:defPPr>
                <a:defRPr lang="de-DE"/>
              </a:defPPr>
              <a:lvl1pPr lvl="0" indent="0" defTabSz="895255">
                <a:buClr>
                  <a:schemeClr val="tx2"/>
                </a:buClr>
                <a:defRPr baseline="0"/>
              </a:lvl1pPr>
              <a:lvl2pPr marL="272654" lvl="1" indent="-142875" defTabSz="895255">
                <a:spcBef>
                  <a:spcPts val="225"/>
                </a:spcBef>
                <a:buClr>
                  <a:schemeClr val="accent1"/>
                </a:buClr>
                <a:buSzPct val="100000"/>
                <a:buFont typeface="Wingdings" panose="05000000000000000000" pitchFamily="2" charset="2"/>
                <a:buChar char="§"/>
                <a:defRPr sz="1050" baseline="0"/>
              </a:lvl2pPr>
              <a:lvl3pPr marL="457151" lvl="2" indent="-261910" defTabSz="895255">
                <a:buClr>
                  <a:schemeClr val="tx2"/>
                </a:buClr>
                <a:buSzPct val="120000"/>
                <a:buFont typeface="Arial" charset="0"/>
                <a:buChar char="–"/>
                <a:defRPr baseline="0"/>
              </a:lvl3pPr>
              <a:lvl4pPr marL="614298" lvl="3" indent="-155558" defTabSz="895255">
                <a:buClr>
                  <a:schemeClr val="tx2"/>
                </a:buClr>
                <a:buSzPct val="100000"/>
                <a:buFont typeface="Arial" pitchFamily="34" charset="0"/>
                <a:buChar char="▫"/>
                <a:defRPr baseline="0"/>
              </a:lvl4pPr>
              <a:lvl5pPr marL="749728" lvl="4" indent="-130162" defTabSz="895255">
                <a:buClr>
                  <a:schemeClr val="tx2"/>
                </a:buClr>
                <a:buSzPct val="89000"/>
                <a:buFont typeface="Arial" charset="0"/>
                <a:buChar char="-"/>
                <a:defRPr baseline="0"/>
              </a:lvl5pPr>
              <a:lvl6pPr marL="749728" indent="-130162" defTabSz="895255" fontAlgn="base">
                <a:spcBef>
                  <a:spcPct val="0"/>
                </a:spcBef>
                <a:spcAft>
                  <a:spcPct val="0"/>
                </a:spcAft>
                <a:buClr>
                  <a:schemeClr val="tx2"/>
                </a:buClr>
                <a:buSzPct val="89000"/>
                <a:buFont typeface="Arial" charset="0"/>
                <a:buChar char="-"/>
                <a:defRPr baseline="0"/>
              </a:lvl6pPr>
              <a:lvl7pPr marL="749728" indent="-130162" defTabSz="895255" fontAlgn="base">
                <a:spcBef>
                  <a:spcPct val="0"/>
                </a:spcBef>
                <a:spcAft>
                  <a:spcPct val="0"/>
                </a:spcAft>
                <a:buClr>
                  <a:schemeClr val="tx2"/>
                </a:buClr>
                <a:buSzPct val="89000"/>
                <a:buFont typeface="Arial" charset="0"/>
                <a:buChar char="-"/>
                <a:defRPr baseline="0"/>
              </a:lvl7pPr>
              <a:lvl8pPr marL="749728" indent="-130162" defTabSz="895255" fontAlgn="base">
                <a:spcBef>
                  <a:spcPct val="0"/>
                </a:spcBef>
                <a:spcAft>
                  <a:spcPct val="0"/>
                </a:spcAft>
                <a:buClr>
                  <a:schemeClr val="tx2"/>
                </a:buClr>
                <a:buSzPct val="89000"/>
                <a:buFont typeface="Arial" charset="0"/>
                <a:buChar char="-"/>
                <a:defRPr baseline="0"/>
              </a:lvl8pPr>
              <a:lvl9pPr marL="749728" indent="-130162" defTabSz="895255" fontAlgn="base">
                <a:spcBef>
                  <a:spcPct val="0"/>
                </a:spcBef>
                <a:spcAft>
                  <a:spcPct val="0"/>
                </a:spcAft>
                <a:buClr>
                  <a:schemeClr val="tx2"/>
                </a:buClr>
                <a:buSzPct val="89000"/>
                <a:buFont typeface="Arial" charset="0"/>
                <a:buChar char="-"/>
                <a:defRPr baseline="0"/>
              </a:lvl9pPr>
            </a:lstStyle>
            <a:p>
              <a:pPr marL="401310" marR="0" lvl="1" indent="-228594" algn="l" defTabSz="1193643" rtl="0" eaLnBrk="1" fontAlgn="auto" latinLnBrk="0" hangingPunct="1">
                <a:lnSpc>
                  <a:spcPct val="100000"/>
                </a:lnSpc>
                <a:spcBef>
                  <a:spcPts val="300"/>
                </a:spcBef>
                <a:spcAft>
                  <a:spcPts val="0"/>
                </a:spcAft>
                <a:buClr>
                  <a:srgbClr val="08312A"/>
                </a:buClr>
                <a:buSzPct val="100000"/>
                <a:buFont typeface="Wingdings" panose="05000000000000000000" pitchFamily="2" charset="2"/>
                <a:buChar char="§"/>
                <a:tabLst/>
                <a:defRPr/>
              </a:pPr>
              <a:r>
                <a:rPr kumimoji="0" lang="de-DE" sz="1467" b="0" i="0" u="none" strike="noStrike" kern="0" cap="none" spc="0" normalizeH="0" baseline="0" noProof="0">
                  <a:ln>
                    <a:noFill/>
                  </a:ln>
                  <a:solidFill>
                    <a:prstClr val="black"/>
                  </a:solidFill>
                  <a:effectLst/>
                  <a:uLnTx/>
                  <a:uFillTx/>
                  <a:latin typeface="Boehringer Forward Text"/>
                  <a:ea typeface="+mn-ea"/>
                  <a:cs typeface="Arial"/>
                </a:rPr>
                <a:t>Simulations show feasibility of weekly s.c. dosing in IPF/PPF </a:t>
              </a:r>
              <a:endParaRPr kumimoji="0" lang="en-US" sz="1467" b="1" i="0" u="none" strike="noStrike" kern="1200" cap="none" spc="0" normalizeH="0" baseline="0" noProof="0">
                <a:ln>
                  <a:noFill/>
                </a:ln>
                <a:solidFill>
                  <a:prstClr val="black"/>
                </a:solidFill>
                <a:effectLst/>
                <a:uLnTx/>
                <a:uFillTx/>
                <a:latin typeface="Boehringer Forward Text"/>
                <a:ea typeface="+mn-ea"/>
                <a:cs typeface="+mn-cs"/>
              </a:endParaRPr>
            </a:p>
          </p:txBody>
        </p:sp>
      </p:grpSp>
      <p:sp>
        <p:nvSpPr>
          <p:cNvPr id="3" name="Footer Placeholder 3">
            <a:extLst>
              <a:ext uri="{FF2B5EF4-FFF2-40B4-BE49-F238E27FC236}">
                <a16:creationId xmlns:a16="http://schemas.microsoft.com/office/drawing/2014/main" id="{6AB9BAE4-3F3E-1774-6438-9BD35CFBF28C}"/>
              </a:ext>
            </a:extLst>
          </p:cNvPr>
          <p:cNvSpPr>
            <a:spLocks noGrp="1"/>
          </p:cNvSpPr>
          <p:nvPr>
            <p:ph type="ftr" sz="quarter" idx="10"/>
          </p:nvPr>
        </p:nvSpPr>
        <p:spPr>
          <a:xfrm>
            <a:off x="5238427" y="6174511"/>
            <a:ext cx="6114157" cy="365775"/>
          </a:xfrm>
        </p:spPr>
        <p:txBody>
          <a:bodyPr/>
          <a:lstStyle/>
          <a:p>
            <a:pPr marL="0" marR="0" lvl="0" indent="0" algn="r" defTabSz="121917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a:ln>
                  <a:noFill/>
                </a:ln>
                <a:solidFill>
                  <a:srgbClr val="08312A"/>
                </a:solidFill>
                <a:effectLst/>
                <a:uLnTx/>
                <a:uFillTx/>
                <a:latin typeface="Boehringer Forward Text"/>
                <a:ea typeface="+mn-ea"/>
                <a:cs typeface="+mn-cs"/>
              </a:rPr>
              <a:t>BI 765423, BI3804379 _March 2026 IUPC |  Confidential - External Innovation</a:t>
            </a:r>
          </a:p>
        </p:txBody>
      </p:sp>
      <p:sp>
        <p:nvSpPr>
          <p:cNvPr id="6" name="Rectangle 5">
            <a:extLst>
              <a:ext uri="{FF2B5EF4-FFF2-40B4-BE49-F238E27FC236}">
                <a16:creationId xmlns:a16="http://schemas.microsoft.com/office/drawing/2014/main" id="{65C15883-5EA1-C9F9-BFD3-18363E974F57}"/>
              </a:ext>
            </a:extLst>
          </p:cNvPr>
          <p:cNvSpPr>
            <a:spLocks/>
          </p:cNvSpPr>
          <p:nvPr/>
        </p:nvSpPr>
        <p:spPr>
          <a:xfrm>
            <a:off x="1320342" y="3815943"/>
            <a:ext cx="1781175" cy="720000"/>
          </a:xfrm>
          <a:prstGeom prst="rect">
            <a:avLst/>
          </a:prstGeom>
          <a:solidFill>
            <a:schemeClr val="tx2">
              <a:lumMod val="60000"/>
              <a:lumOff val="40000"/>
            </a:schemeClr>
          </a:solidFill>
          <a:ln w="15875" algn="ctr">
            <a:noFill/>
            <a:round/>
            <a:headEnd/>
            <a:tailEnd/>
          </a:ln>
          <a:effectLst>
            <a:outerShdw blurRad="50800" dist="38100" dir="2700000" algn="tl" rotWithShape="0">
              <a:prstClr val="black">
                <a:alpha val="40000"/>
              </a:prstClr>
            </a:outerShdw>
          </a:effectLst>
        </p:spPr>
        <p:txBody>
          <a:bodyPr lIns="36000" tIns="72003" rIns="36000" bIns="72003" anchor="ctr">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prstClr val="black"/>
                </a:solidFill>
                <a:effectLst/>
                <a:uLnTx/>
                <a:uFillTx/>
                <a:latin typeface="Boehringer Forward Text"/>
                <a:ea typeface="+mn-ea"/>
                <a:cs typeface="+mn-cs"/>
              </a:rPr>
              <a:t>NG </a:t>
            </a:r>
            <a:r>
              <a:rPr kumimoji="0" lang="en-US" sz="1467" b="1" i="0" u="none" strike="noStrike" kern="1200" cap="none" spc="0" normalizeH="0" baseline="0" noProof="0" err="1">
                <a:ln>
                  <a:noFill/>
                </a:ln>
                <a:solidFill>
                  <a:prstClr val="black"/>
                </a:solidFill>
                <a:effectLst/>
                <a:uLnTx/>
                <a:uFillTx/>
                <a:latin typeface="Boehringer Forward Text"/>
                <a:ea typeface="+mn-ea"/>
                <a:cs typeface="+mn-cs"/>
              </a:rPr>
              <a:t>s.c.</a:t>
            </a:r>
            <a:r>
              <a:rPr kumimoji="0" lang="en-US" sz="1467" b="1" i="0" u="none" strike="noStrike" kern="1200" cap="none" spc="0" normalizeH="0" baseline="0" noProof="0">
                <a:ln>
                  <a:noFill/>
                </a:ln>
                <a:solidFill>
                  <a:prstClr val="black"/>
                </a:solidFill>
                <a:effectLst/>
                <a:uLnTx/>
                <a:uFillTx/>
                <a:latin typeface="Boehringer Forward Text"/>
                <a:ea typeface="+mn-ea"/>
                <a:cs typeface="+mn-cs"/>
              </a:rPr>
              <a:t> possible for IPF/PPF &amp; MASH (Q4W)</a:t>
            </a:r>
          </a:p>
        </p:txBody>
      </p:sp>
      <p:sp>
        <p:nvSpPr>
          <p:cNvPr id="7" name="TextBox 13">
            <a:extLst>
              <a:ext uri="{FF2B5EF4-FFF2-40B4-BE49-F238E27FC236}">
                <a16:creationId xmlns:a16="http://schemas.microsoft.com/office/drawing/2014/main" id="{5E5CDB30-A2EC-1307-0637-5C2F99001D9E}"/>
              </a:ext>
            </a:extLst>
          </p:cNvPr>
          <p:cNvSpPr txBox="1">
            <a:spLocks/>
          </p:cNvSpPr>
          <p:nvPr/>
        </p:nvSpPr>
        <p:spPr>
          <a:xfrm>
            <a:off x="3293962" y="3836040"/>
            <a:ext cx="7115663" cy="720000"/>
          </a:xfrm>
          <a:prstGeom prst="rect">
            <a:avLst/>
          </a:prstGeom>
          <a:solidFill>
            <a:schemeClr val="tx2">
              <a:lumMod val="60000"/>
              <a:lumOff val="40000"/>
            </a:schemeClr>
          </a:solidFill>
          <a:ln w="9525">
            <a:noFill/>
            <a:miter lim="800000"/>
            <a:headEnd/>
            <a:tailEnd/>
          </a:ln>
          <a:effectLst/>
        </p:spPr>
        <p:txBody>
          <a:bodyPr vert="horz" wrap="square" lIns="0" tIns="0" rIns="0" bIns="0" numCol="1" anchor="ctr" anchorCtr="0" compatLnSpc="1">
            <a:prstTxWarp prst="textNoShape">
              <a:avLst/>
            </a:prstTxWarp>
            <a:noAutofit/>
          </a:bodyPr>
          <a:lstStyle>
            <a:defPPr>
              <a:defRPr lang="de-DE"/>
            </a:defPPr>
            <a:lvl1pPr lvl="0" indent="0" defTabSz="895255">
              <a:buClr>
                <a:schemeClr val="tx2"/>
              </a:buClr>
              <a:defRPr baseline="0"/>
            </a:lvl1pPr>
            <a:lvl2pPr marL="272654" lvl="1" indent="-142875" defTabSz="895255">
              <a:spcBef>
                <a:spcPts val="225"/>
              </a:spcBef>
              <a:buClr>
                <a:schemeClr val="accent1"/>
              </a:buClr>
              <a:buSzPct val="100000"/>
              <a:buFont typeface="Wingdings" panose="05000000000000000000" pitchFamily="2" charset="2"/>
              <a:buChar char="§"/>
              <a:defRPr sz="1050" b="1" kern="0" baseline="0">
                <a:cs typeface="Arial"/>
              </a:defRPr>
            </a:lvl2pPr>
            <a:lvl3pPr marL="457151" lvl="2" indent="-261910" defTabSz="895255">
              <a:buClr>
                <a:schemeClr val="tx2"/>
              </a:buClr>
              <a:buSzPct val="120000"/>
              <a:buFont typeface="Arial" charset="0"/>
              <a:buChar char="–"/>
              <a:defRPr baseline="0"/>
            </a:lvl3pPr>
            <a:lvl4pPr marL="614298" lvl="3" indent="-155558" defTabSz="895255">
              <a:buClr>
                <a:schemeClr val="tx2"/>
              </a:buClr>
              <a:buSzPct val="100000"/>
              <a:buFont typeface="Arial" pitchFamily="34" charset="0"/>
              <a:buChar char="▫"/>
              <a:defRPr baseline="0"/>
            </a:lvl4pPr>
            <a:lvl5pPr marL="749728" lvl="4" indent="-130162" defTabSz="895255">
              <a:buClr>
                <a:schemeClr val="tx2"/>
              </a:buClr>
              <a:buSzPct val="89000"/>
              <a:buFont typeface="Arial" charset="0"/>
              <a:buChar char="-"/>
              <a:defRPr baseline="0"/>
            </a:lvl5pPr>
            <a:lvl6pPr marL="749728" indent="-130162" defTabSz="895255" fontAlgn="base">
              <a:spcBef>
                <a:spcPct val="0"/>
              </a:spcBef>
              <a:spcAft>
                <a:spcPct val="0"/>
              </a:spcAft>
              <a:buClr>
                <a:schemeClr val="tx2"/>
              </a:buClr>
              <a:buSzPct val="89000"/>
              <a:buFont typeface="Arial" charset="0"/>
              <a:buChar char="-"/>
              <a:defRPr baseline="0"/>
            </a:lvl6pPr>
            <a:lvl7pPr marL="749728" indent="-130162" defTabSz="895255" fontAlgn="base">
              <a:spcBef>
                <a:spcPct val="0"/>
              </a:spcBef>
              <a:spcAft>
                <a:spcPct val="0"/>
              </a:spcAft>
              <a:buClr>
                <a:schemeClr val="tx2"/>
              </a:buClr>
              <a:buSzPct val="89000"/>
              <a:buFont typeface="Arial" charset="0"/>
              <a:buChar char="-"/>
              <a:defRPr baseline="0"/>
            </a:lvl7pPr>
            <a:lvl8pPr marL="749728" indent="-130162" defTabSz="895255" fontAlgn="base">
              <a:spcBef>
                <a:spcPct val="0"/>
              </a:spcBef>
              <a:spcAft>
                <a:spcPct val="0"/>
              </a:spcAft>
              <a:buClr>
                <a:schemeClr val="tx2"/>
              </a:buClr>
              <a:buSzPct val="89000"/>
              <a:buFont typeface="Arial" charset="0"/>
              <a:buChar char="-"/>
              <a:defRPr baseline="0"/>
            </a:lvl8pPr>
            <a:lvl9pPr marL="749728" indent="-130162" defTabSz="895255" fontAlgn="base">
              <a:spcBef>
                <a:spcPct val="0"/>
              </a:spcBef>
              <a:spcAft>
                <a:spcPct val="0"/>
              </a:spcAft>
              <a:buClr>
                <a:schemeClr val="tx2"/>
              </a:buClr>
              <a:buSzPct val="89000"/>
              <a:buFont typeface="Arial" charset="0"/>
              <a:buChar char="-"/>
              <a:defRPr baseline="0"/>
            </a:lvl9pPr>
          </a:lstStyle>
          <a:p>
            <a:pPr marL="363530" marR="0" lvl="1" indent="-190495" algn="l" defTabSz="1193643" rtl="0" eaLnBrk="1" fontAlgn="auto" latinLnBrk="0" hangingPunct="1">
              <a:lnSpc>
                <a:spcPct val="100000"/>
              </a:lnSpc>
              <a:spcBef>
                <a:spcPts val="300"/>
              </a:spcBef>
              <a:spcAft>
                <a:spcPts val="0"/>
              </a:spcAft>
              <a:buClr>
                <a:srgbClr val="08312A"/>
              </a:buClr>
              <a:buSzPct val="100000"/>
              <a:buFont typeface="Wingdings" panose="05000000000000000000" pitchFamily="2" charset="2"/>
              <a:buChar char="§"/>
              <a:tabLst/>
              <a:defRPr/>
            </a:pPr>
            <a:r>
              <a:rPr kumimoji="0" lang="en-US" sz="1467" b="0" i="0" u="none" strike="noStrike" kern="0" cap="none" spc="0" normalizeH="0" baseline="0" noProof="0">
                <a:ln>
                  <a:noFill/>
                </a:ln>
                <a:solidFill>
                  <a:prstClr val="black"/>
                </a:solidFill>
                <a:effectLst/>
                <a:uLnTx/>
                <a:uFillTx/>
                <a:latin typeface="Boehringer Forward Text"/>
                <a:ea typeface="+mn-ea"/>
                <a:cs typeface="Arial"/>
              </a:rPr>
              <a:t>MRD indicate feasibility of monthly </a:t>
            </a:r>
            <a:r>
              <a:rPr kumimoji="0" lang="en-US" sz="1467" b="0" i="0" u="none" strike="noStrike" kern="0" cap="none" spc="0" normalizeH="0" baseline="0" noProof="0" err="1">
                <a:ln>
                  <a:noFill/>
                </a:ln>
                <a:solidFill>
                  <a:prstClr val="black"/>
                </a:solidFill>
                <a:effectLst/>
                <a:uLnTx/>
                <a:uFillTx/>
                <a:latin typeface="Boehringer Forward Text"/>
                <a:ea typeface="+mn-ea"/>
                <a:cs typeface="Arial"/>
              </a:rPr>
              <a:t>s.c.</a:t>
            </a:r>
            <a:r>
              <a:rPr kumimoji="0" lang="en-US" sz="1467" b="0" i="0" u="none" strike="noStrike" kern="0" cap="none" spc="0" normalizeH="0" baseline="0" noProof="0">
                <a:ln>
                  <a:noFill/>
                </a:ln>
                <a:solidFill>
                  <a:prstClr val="black"/>
                </a:solidFill>
                <a:effectLst/>
                <a:uLnTx/>
                <a:uFillTx/>
                <a:latin typeface="Boehringer Forward Text"/>
                <a:ea typeface="+mn-ea"/>
                <a:cs typeface="Arial"/>
              </a:rPr>
              <a:t> dosing in IPF/PPF and MASH   </a:t>
            </a:r>
            <a:endParaRPr kumimoji="0" lang="de-DE" sz="1467" b="0" i="0" u="none" strike="noStrike" kern="0" cap="none" spc="0" normalizeH="0" baseline="0" noProof="0">
              <a:ln>
                <a:noFill/>
              </a:ln>
              <a:solidFill>
                <a:prstClr val="black"/>
              </a:solidFill>
              <a:effectLst/>
              <a:uLnTx/>
              <a:uFillTx/>
              <a:latin typeface="Boehringer Forward Text"/>
              <a:ea typeface="+mn-ea"/>
              <a:cs typeface="Arial"/>
            </a:endParaRPr>
          </a:p>
        </p:txBody>
      </p:sp>
    </p:spTree>
    <p:extLst>
      <p:ext uri="{BB962C8B-B14F-4D97-AF65-F5344CB8AC3E}">
        <p14:creationId xmlns:p14="http://schemas.microsoft.com/office/powerpoint/2010/main" val="65492767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vkYfsePZINUi9v6hh4d_g"/>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OTLMARKERSHAPE" val="OTL"/>
</p:tagLst>
</file>

<file path=ppt/tags/tag6.xml><?xml version="1.0" encoding="utf-8"?>
<p:tagLst xmlns:a="http://schemas.openxmlformats.org/drawingml/2006/main" xmlns:r="http://schemas.openxmlformats.org/officeDocument/2006/relationships" xmlns:p="http://schemas.openxmlformats.org/presentationml/2006/main">
  <p:tag name="OTLMARKERSHAPE" val="OTL"/>
</p:tagLst>
</file>

<file path=ppt/tags/tag7.xml><?xml version="1.0" encoding="utf-8"?>
<p:tagLst xmlns:a="http://schemas.openxmlformats.org/drawingml/2006/main" xmlns:r="http://schemas.openxmlformats.org/officeDocument/2006/relationships" xmlns:p="http://schemas.openxmlformats.org/presentationml/2006/main">
  <p:tag name="OTLMARKERSHAPE" val="OTL"/>
</p:tagLst>
</file>

<file path=ppt/tags/tag8.xml><?xml version="1.0" encoding="utf-8"?>
<p:tagLst xmlns:a="http://schemas.openxmlformats.org/drawingml/2006/main" xmlns:r="http://schemas.openxmlformats.org/officeDocument/2006/relationships" xmlns:p="http://schemas.openxmlformats.org/presentationml/2006/main">
  <p:tag name="OTLMARKERSHAPE" val="OTL"/>
</p:tagLst>
</file>

<file path=ppt/tags/tag9.xml><?xml version="1.0" encoding="utf-8"?>
<p:tagLst xmlns:a="http://schemas.openxmlformats.org/drawingml/2006/main" xmlns:r="http://schemas.openxmlformats.org/officeDocument/2006/relationships" xmlns:p="http://schemas.openxmlformats.org/presentationml/2006/main">
  <p:tag name="OTLMARKERSHAPE" val="OTL"/>
</p:tagLst>
</file>

<file path=ppt/tags/tag10.xml><?xml version="1.0" encoding="utf-8"?>
<p:tagLst xmlns:a="http://schemas.openxmlformats.org/drawingml/2006/main" xmlns:r="http://schemas.openxmlformats.org/officeDocument/2006/relationships" xmlns:p="http://schemas.openxmlformats.org/presentationml/2006/main">
  <p:tag name="OTLDATE" val="2022-03-22T23:59:00.0000000Z"/>
  <p:tag name="OTLDATEFORMATAMPMDESIGNATOR" val="AmPmLowerCase"/>
  <p:tag name="OTLDATEFORMATDATEISVISIBLE" val="True"/>
  <p:tag name="OTLDATEFORMATHOURDIGITS" val="H"/>
  <p:tag name="OTLDATEFORMATSEPARATOR" val="/"/>
  <p:tag name="OTLDATEFORMATSTRING" val="MMM yyyy"/>
  <p:tag name="OTLDATEFORMATTIMEISVISIBLE" val="False"/>
  <p:tag name="OTLDATEFORMATTRIM00MINUTES" val="False"/>
  <p:tag name="OTLDATEFORMATUSEUS" val="True"/>
  <p:tag name="OTLMARKERSHAPE" val="OTL"/>
  <p:tag name="OTLMTITLE" val="HPSC"/>
  <p:tag name="OTLPOSITIONONTASK" val="None"/>
  <p:tag name="OTLRELATEDTASKID" val="00000000-0000-0000-0000-000000000000"/>
  <p:tag name="OTLWEEKNUMBERINGFORMAT" val="WNFormat1"/>
  <p:tag name="OTLWEEKNUMBERINGISVISIBLE" val="False"/>
</p:tagLst>
</file>

<file path=ppt/tags/tag11.xml><?xml version="1.0" encoding="utf-8"?>
<p:tagLst xmlns:a="http://schemas.openxmlformats.org/drawingml/2006/main" xmlns:r="http://schemas.openxmlformats.org/officeDocument/2006/relationships" xmlns:p="http://schemas.openxmlformats.org/presentationml/2006/main">
  <p:tag name="OTLMARKERSHAPE" val="OTL"/>
</p:tagLst>
</file>

<file path=ppt/tags/tag12.xml><?xml version="1.0" encoding="utf-8"?>
<p:tagLst xmlns:a="http://schemas.openxmlformats.org/drawingml/2006/main" xmlns:r="http://schemas.openxmlformats.org/officeDocument/2006/relationships" xmlns:p="http://schemas.openxmlformats.org/presentationml/2006/main">
  <p:tag name="OTLMARKERSHAPE" val="OTL"/>
</p:tagLst>
</file>

<file path=ppt/tags/tag13.xml><?xml version="1.0" encoding="utf-8"?>
<p:tagLst xmlns:a="http://schemas.openxmlformats.org/drawingml/2006/main" xmlns:r="http://schemas.openxmlformats.org/officeDocument/2006/relationships" xmlns:p="http://schemas.openxmlformats.org/presentationml/2006/main">
  <p:tag name="OTLMARKERSHAPE" val="OTL"/>
</p:tagLst>
</file>

<file path=ppt/tags/tag14.xml><?xml version="1.0" encoding="utf-8"?>
<p:tagLst xmlns:a="http://schemas.openxmlformats.org/drawingml/2006/main" xmlns:r="http://schemas.openxmlformats.org/officeDocument/2006/relationships" xmlns:p="http://schemas.openxmlformats.org/presentationml/2006/main">
  <p:tag name="OTLMARKERSHAPE" val="OTL"/>
</p:tagLst>
</file>

<file path=ppt/tags/tag15.xml><?xml version="1.0" encoding="utf-8"?>
<p:tagLst xmlns:a="http://schemas.openxmlformats.org/drawingml/2006/main" xmlns:r="http://schemas.openxmlformats.org/officeDocument/2006/relationships" xmlns:p="http://schemas.openxmlformats.org/presentationml/2006/main">
  <p:tag name="OTLMARKERSHAPE" val="OTL"/>
</p:tagLst>
</file>

<file path=ppt/tags/tag16.xml><?xml version="1.0" encoding="utf-8"?>
<p:tagLst xmlns:a="http://schemas.openxmlformats.org/drawingml/2006/main" xmlns:r="http://schemas.openxmlformats.org/officeDocument/2006/relationships" xmlns:p="http://schemas.openxmlformats.org/presentationml/2006/main">
  <p:tag name="OTLMARKERSHAPE" val="OTL"/>
</p:tagLst>
</file>

<file path=ppt/tags/tag17.xml><?xml version="1.0" encoding="utf-8"?>
<p:tagLst xmlns:a="http://schemas.openxmlformats.org/drawingml/2006/main" xmlns:r="http://schemas.openxmlformats.org/officeDocument/2006/relationships" xmlns:p="http://schemas.openxmlformats.org/presentationml/2006/main">
  <p:tag name="OTLMARKERSHAPE" val="OTL"/>
</p:tagLst>
</file>

<file path=ppt/tags/tag18.xml><?xml version="1.0" encoding="utf-8"?>
<p:tagLst xmlns:a="http://schemas.openxmlformats.org/drawingml/2006/main" xmlns:r="http://schemas.openxmlformats.org/officeDocument/2006/relationships" xmlns:p="http://schemas.openxmlformats.org/presentationml/2006/main">
  <p:tag name="OTLMARKERSHAPE" val="OTL"/>
</p:tagLst>
</file>

<file path=ppt/tags/tag19.xml><?xml version="1.0" encoding="utf-8"?>
<p:tagLst xmlns:a="http://schemas.openxmlformats.org/drawingml/2006/main" xmlns:r="http://schemas.openxmlformats.org/officeDocument/2006/relationships" xmlns:p="http://schemas.openxmlformats.org/presentationml/2006/main">
  <p:tag name="OTLMARKERSHAPE" val="OTL"/>
</p:tagLst>
</file>

<file path=ppt/tags/tag20.xml><?xml version="1.0" encoding="utf-8"?>
<p:tagLst xmlns:a="http://schemas.openxmlformats.org/drawingml/2006/main" xmlns:r="http://schemas.openxmlformats.org/officeDocument/2006/relationships" xmlns:p="http://schemas.openxmlformats.org/presentationml/2006/main">
  <p:tag name="OTLMARKERSHAPE" val="OTL"/>
</p:tagLst>
</file>

<file path=ppt/tags/tag21.xml><?xml version="1.0" encoding="utf-8"?>
<p:tagLst xmlns:a="http://schemas.openxmlformats.org/drawingml/2006/main" xmlns:r="http://schemas.openxmlformats.org/officeDocument/2006/relationships" xmlns:p="http://schemas.openxmlformats.org/presentationml/2006/main">
  <p:tag name="OTLMARKERSHAPE" val="OTL"/>
</p:tagLst>
</file>

<file path=ppt/tags/tag22.xml><?xml version="1.0" encoding="utf-8"?>
<p:tagLst xmlns:a="http://schemas.openxmlformats.org/drawingml/2006/main" xmlns:r="http://schemas.openxmlformats.org/officeDocument/2006/relationships" xmlns:p="http://schemas.openxmlformats.org/presentationml/2006/main">
  <p:tag name="OTLMARKERSHAPE" val="OTL"/>
</p:tagLst>
</file>

<file path=ppt/tags/tag23.xml><?xml version="1.0" encoding="utf-8"?>
<p:tagLst xmlns:a="http://schemas.openxmlformats.org/drawingml/2006/main" xmlns:r="http://schemas.openxmlformats.org/officeDocument/2006/relationships" xmlns:p="http://schemas.openxmlformats.org/presentationml/2006/main">
  <p:tag name="OTLMARKERSHAPE" val="OTL"/>
</p:tagLst>
</file>

<file path=ppt/tags/tag24.xml><?xml version="1.0" encoding="utf-8"?>
<p:tagLst xmlns:a="http://schemas.openxmlformats.org/drawingml/2006/main" xmlns:r="http://schemas.openxmlformats.org/officeDocument/2006/relationships" xmlns:p="http://schemas.openxmlformats.org/presentationml/2006/main">
  <p:tag name="OTLMARKERSHAPE" val="OTL"/>
</p:tagLst>
</file>

<file path=ppt/tags/tag25.xml><?xml version="1.0" encoding="utf-8"?>
<p:tagLst xmlns:a="http://schemas.openxmlformats.org/drawingml/2006/main" xmlns:r="http://schemas.openxmlformats.org/officeDocument/2006/relationships" xmlns:p="http://schemas.openxmlformats.org/presentationml/2006/main">
  <p:tag name="OTLMARKERSHAPE" val="OTL"/>
</p:tagLst>
</file>

<file path=ppt/tags/tag26.xml><?xml version="1.0" encoding="utf-8"?>
<p:tagLst xmlns:a="http://schemas.openxmlformats.org/drawingml/2006/main" xmlns:r="http://schemas.openxmlformats.org/officeDocument/2006/relationships" xmlns:p="http://schemas.openxmlformats.org/presentationml/2006/main">
  <p:tag name="OTLMARKERSHAPE" val="OTL"/>
</p:tagLst>
</file>

<file path=ppt/tags/tag27.xml><?xml version="1.0" encoding="utf-8"?>
<p:tagLst xmlns:a="http://schemas.openxmlformats.org/drawingml/2006/main" xmlns:r="http://schemas.openxmlformats.org/officeDocument/2006/relationships" xmlns:p="http://schemas.openxmlformats.org/presentationml/2006/main">
  <p:tag name="OTLDATE" val="2022-03-22T23:59:00.0000000Z"/>
  <p:tag name="OTLDATEFORMATAMPMDESIGNATOR" val="AmPmLowerCase"/>
  <p:tag name="OTLDATEFORMATDATEISVISIBLE" val="True"/>
  <p:tag name="OTLDATEFORMATHOURDIGITS" val="H"/>
  <p:tag name="OTLDATEFORMATSEPARATOR" val="/"/>
  <p:tag name="OTLDATEFORMATSTRING" val="MMM yyyy"/>
  <p:tag name="OTLDATEFORMATTIMEISVISIBLE" val="False"/>
  <p:tag name="OTLDATEFORMATTRIM00MINUTES" val="False"/>
  <p:tag name="OTLDATEFORMATUSEUS" val="True"/>
  <p:tag name="OTLMARKERSHAPE" val="OTL"/>
  <p:tag name="OTLMTITLE" val="HPSC"/>
  <p:tag name="OTLPOSITIONONTASK" val="None"/>
  <p:tag name="OTLRELATEDTASKID" val="00000000-0000-0000-0000-000000000000"/>
  <p:tag name="OTLWEEKNUMBERINGFORMAT" val="WNFormat1"/>
  <p:tag name="OTLWEEKNUMBERINGISVISIBLE" val="False"/>
</p:tagLst>
</file>

<file path=ppt/tags/tag28.xml><?xml version="1.0" encoding="utf-8"?>
<p:tagLst xmlns:a="http://schemas.openxmlformats.org/drawingml/2006/main" xmlns:r="http://schemas.openxmlformats.org/officeDocument/2006/relationships" xmlns:p="http://schemas.openxmlformats.org/presentationml/2006/main">
  <p:tag name="OTLDATE" val="2022-03-22T23:59:00.0000000Z"/>
  <p:tag name="OTLDATEFORMATAMPMDESIGNATOR" val="AmPmLowerCase"/>
  <p:tag name="OTLDATEFORMATDATEISVISIBLE" val="True"/>
  <p:tag name="OTLDATEFORMATHOURDIGITS" val="H"/>
  <p:tag name="OTLDATEFORMATSEPARATOR" val="/"/>
  <p:tag name="OTLDATEFORMATSTRING" val="MMM yyyy"/>
  <p:tag name="OTLDATEFORMATTIMEISVISIBLE" val="False"/>
  <p:tag name="OTLDATEFORMATTRIM00MINUTES" val="False"/>
  <p:tag name="OTLDATEFORMATUSEUS" val="True"/>
  <p:tag name="OTLMARKERSHAPE" val="OTL"/>
  <p:tag name="OTLMTITLE" val="HPSC"/>
  <p:tag name="OTLPOSITIONONTASK" val="None"/>
  <p:tag name="OTLRELATEDTASKID" val="00000000-0000-0000-0000-000000000000"/>
  <p:tag name="OTLWEEKNUMBERINGFORMAT" val="WNFormat1"/>
  <p:tag name="OTLWEEKNUMBERINGISVISIBLE" val="False"/>
</p:tagLst>
</file>

<file path=ppt/tags/tag29.xml><?xml version="1.0" encoding="utf-8"?>
<p:tagLst xmlns:a="http://schemas.openxmlformats.org/drawingml/2006/main" xmlns:r="http://schemas.openxmlformats.org/officeDocument/2006/relationships" xmlns:p="http://schemas.openxmlformats.org/presentationml/2006/main">
  <p:tag name="OTLDATE" val="2022-03-22T23:59:00.0000000Z"/>
  <p:tag name="OTLDATEFORMATAMPMDESIGNATOR" val="AmPmLowerCase"/>
  <p:tag name="OTLDATEFORMATDATEISVISIBLE" val="True"/>
  <p:tag name="OTLDATEFORMATHOURDIGITS" val="H"/>
  <p:tag name="OTLDATEFORMATSEPARATOR" val="/"/>
  <p:tag name="OTLDATEFORMATSTRING" val="MMM yyyy"/>
  <p:tag name="OTLDATEFORMATTIMEISVISIBLE" val="False"/>
  <p:tag name="OTLDATEFORMATTRIM00MINUTES" val="False"/>
  <p:tag name="OTLDATEFORMATUSEUS" val="True"/>
  <p:tag name="OTLMARKERSHAPE" val="OTL"/>
  <p:tag name="OTLMTITLE" val="HPSC"/>
  <p:tag name="OTLPOSITIONONTASK" val="None"/>
  <p:tag name="OTLRELATEDTASKID" val="00000000-0000-0000-0000-000000000000"/>
  <p:tag name="OTLWEEKNUMBERINGFORMAT" val="WNFormat1"/>
  <p:tag name="OTLWEEKNUMBERINGISVISIBLE" val="False"/>
</p:tagLst>
</file>

<file path=ppt/tags/tag30.xml><?xml version="1.0" encoding="utf-8"?>
<p:tagLst xmlns:a="http://schemas.openxmlformats.org/drawingml/2006/main" xmlns:r="http://schemas.openxmlformats.org/officeDocument/2006/relationships" xmlns:p="http://schemas.openxmlformats.org/presentationml/2006/main">
  <p:tag name="OTLMARKERSHAPE" val="OTL"/>
</p:tagLst>
</file>

<file path=ppt/tags/tag31.xml><?xml version="1.0" encoding="utf-8"?>
<p:tagLst xmlns:a="http://schemas.openxmlformats.org/drawingml/2006/main" xmlns:r="http://schemas.openxmlformats.org/officeDocument/2006/relationships" xmlns:p="http://schemas.openxmlformats.org/presentationml/2006/main">
  <p:tag name="OTLMARKERSHAPE" val="OTL"/>
</p:tagLst>
</file>

<file path=ppt/tags/tag32.xml><?xml version="1.0" encoding="utf-8"?>
<p:tagLst xmlns:a="http://schemas.openxmlformats.org/drawingml/2006/main" xmlns:r="http://schemas.openxmlformats.org/officeDocument/2006/relationships" xmlns:p="http://schemas.openxmlformats.org/presentationml/2006/main">
  <p:tag name="OTLMARKERSHAPE" val="OTL"/>
</p:tagLst>
</file>

<file path=ppt/tags/tag33.xml><?xml version="1.0" encoding="utf-8"?>
<p:tagLst xmlns:a="http://schemas.openxmlformats.org/drawingml/2006/main" xmlns:r="http://schemas.openxmlformats.org/officeDocument/2006/relationships" xmlns:p="http://schemas.openxmlformats.org/presentationml/2006/main">
  <p:tag name="OTLMARKERSHAPE" val="OTL"/>
</p:tagLst>
</file>

<file path=ppt/tags/tag34.xml><?xml version="1.0" encoding="utf-8"?>
<p:tagLst xmlns:a="http://schemas.openxmlformats.org/drawingml/2006/main" xmlns:r="http://schemas.openxmlformats.org/officeDocument/2006/relationships" xmlns:p="http://schemas.openxmlformats.org/presentationml/2006/main">
  <p:tag name="OTLMARKERSHAPE" val="OTL"/>
</p:tagLst>
</file>

<file path=ppt/tags/tag35.xml><?xml version="1.0" encoding="utf-8"?>
<p:tagLst xmlns:a="http://schemas.openxmlformats.org/drawingml/2006/main" xmlns:r="http://schemas.openxmlformats.org/officeDocument/2006/relationships" xmlns:p="http://schemas.openxmlformats.org/presentationml/2006/main">
  <p:tag name="OTLMARKERSHAPE" val="OTL"/>
</p:tagLst>
</file>

<file path=ppt/tags/tag36.xml><?xml version="1.0" encoding="utf-8"?>
<p:tagLst xmlns:a="http://schemas.openxmlformats.org/drawingml/2006/main" xmlns:r="http://schemas.openxmlformats.org/officeDocument/2006/relationships" xmlns:p="http://schemas.openxmlformats.org/presentationml/2006/main">
  <p:tag name="OTLMARKERSHAPE" val="OTL"/>
</p:tagLst>
</file>

<file path=ppt/tags/tag37.xml><?xml version="1.0" encoding="utf-8"?>
<p:tagLst xmlns:a="http://schemas.openxmlformats.org/drawingml/2006/main" xmlns:r="http://schemas.openxmlformats.org/officeDocument/2006/relationships" xmlns:p="http://schemas.openxmlformats.org/presentationml/2006/main">
  <p:tag name="OTLMARKERSHAPE" val="OTL"/>
</p:tagLst>
</file>

<file path=ppt/tags/tag38.xml><?xml version="1.0" encoding="utf-8"?>
<p:tagLst xmlns:a="http://schemas.openxmlformats.org/drawingml/2006/main" xmlns:r="http://schemas.openxmlformats.org/officeDocument/2006/relationships" xmlns:p="http://schemas.openxmlformats.org/presentationml/2006/main">
  <p:tag name="OTLMARKERSHAPE" val="OTL"/>
</p:tagLst>
</file>

<file path=ppt/tags/tag39.xml><?xml version="1.0" encoding="utf-8"?>
<p:tagLst xmlns:a="http://schemas.openxmlformats.org/drawingml/2006/main" xmlns:r="http://schemas.openxmlformats.org/officeDocument/2006/relationships" xmlns:p="http://schemas.openxmlformats.org/presentationml/2006/main">
  <p:tag name="OTLMARKERSHAPE" val="OTL"/>
</p:tagLst>
</file>

<file path=ppt/tags/tag40.xml><?xml version="1.0" encoding="utf-8"?>
<p:tagLst xmlns:a="http://schemas.openxmlformats.org/drawingml/2006/main" xmlns:r="http://schemas.openxmlformats.org/officeDocument/2006/relationships" xmlns:p="http://schemas.openxmlformats.org/presentationml/2006/main">
  <p:tag name="OTLMARKERSHAPE" val="OTL"/>
</p:tagLst>
</file>

<file path=ppt/tags/tag41.xml><?xml version="1.0" encoding="utf-8"?>
<p:tagLst xmlns:a="http://schemas.openxmlformats.org/drawingml/2006/main" xmlns:r="http://schemas.openxmlformats.org/officeDocument/2006/relationships" xmlns:p="http://schemas.openxmlformats.org/presentationml/2006/main">
  <p:tag name="OTLMARKERSHAPE" val="OTL"/>
</p:tagLst>
</file>

<file path=ppt/tags/tag42.xml><?xml version="1.0" encoding="utf-8"?>
<p:tagLst xmlns:a="http://schemas.openxmlformats.org/drawingml/2006/main" xmlns:r="http://schemas.openxmlformats.org/officeDocument/2006/relationships" xmlns:p="http://schemas.openxmlformats.org/presentationml/2006/main">
  <p:tag name="OTLMARKERSHAPE" val="OTL"/>
</p:tagLst>
</file>

<file path=ppt/tags/tag43.xml><?xml version="1.0" encoding="utf-8"?>
<p:tagLst xmlns:a="http://schemas.openxmlformats.org/drawingml/2006/main" xmlns:r="http://schemas.openxmlformats.org/officeDocument/2006/relationships" xmlns:p="http://schemas.openxmlformats.org/presentationml/2006/main">
  <p:tag name="OTLMARKERSHAPE" val="OTL"/>
</p:tagLst>
</file>

<file path=ppt/tags/tag44.xml><?xml version="1.0" encoding="utf-8"?>
<p:tagLst xmlns:a="http://schemas.openxmlformats.org/drawingml/2006/main" xmlns:r="http://schemas.openxmlformats.org/officeDocument/2006/relationships" xmlns:p="http://schemas.openxmlformats.org/presentationml/2006/main">
  <p:tag name="OTLMARKERSHAPE" val="OTL"/>
</p:tagLst>
</file>

<file path=ppt/tags/tag45.xml><?xml version="1.0" encoding="utf-8"?>
<p:tagLst xmlns:a="http://schemas.openxmlformats.org/drawingml/2006/main" xmlns:r="http://schemas.openxmlformats.org/officeDocument/2006/relationships" xmlns:p="http://schemas.openxmlformats.org/presentationml/2006/main">
  <p:tag name="OTLMARKERSHAPE" val="OTL"/>
</p:tagLst>
</file>

<file path=ppt/tags/tag46.xml><?xml version="1.0" encoding="utf-8"?>
<p:tagLst xmlns:a="http://schemas.openxmlformats.org/drawingml/2006/main" xmlns:r="http://schemas.openxmlformats.org/officeDocument/2006/relationships" xmlns:p="http://schemas.openxmlformats.org/presentationml/2006/main">
  <p:tag name="OTLMARKERSHAPE" val="OTL"/>
</p:tagLst>
</file>

<file path=ppt/tags/tag47.xml><?xml version="1.0" encoding="utf-8"?>
<p:tagLst xmlns:a="http://schemas.openxmlformats.org/drawingml/2006/main" xmlns:r="http://schemas.openxmlformats.org/officeDocument/2006/relationships" xmlns:p="http://schemas.openxmlformats.org/presentationml/2006/main">
  <p:tag name="OTLMARKERSHAPE" val="OTL"/>
</p:tagLst>
</file>

<file path=ppt/tags/tag48.xml><?xml version="1.0" encoding="utf-8"?>
<p:tagLst xmlns:a="http://schemas.openxmlformats.org/drawingml/2006/main" xmlns:r="http://schemas.openxmlformats.org/officeDocument/2006/relationships" xmlns:p="http://schemas.openxmlformats.org/presentationml/2006/main">
  <p:tag name="OTLMARKERSHAPE" val="OTL"/>
</p:tagLst>
</file>

<file path=ppt/tags/tag49.xml><?xml version="1.0" encoding="utf-8"?>
<p:tagLst xmlns:a="http://schemas.openxmlformats.org/drawingml/2006/main" xmlns:r="http://schemas.openxmlformats.org/officeDocument/2006/relationships" xmlns:p="http://schemas.openxmlformats.org/presentationml/2006/main">
  <p:tag name="OTLMARKERSHAPE" val="OTL"/>
</p:tagLst>
</file>

<file path=ppt/tags/tag50.xml><?xml version="1.0" encoding="utf-8"?>
<p:tagLst xmlns:a="http://schemas.openxmlformats.org/drawingml/2006/main" xmlns:r="http://schemas.openxmlformats.org/officeDocument/2006/relationships" xmlns:p="http://schemas.openxmlformats.org/presentationml/2006/main">
  <p:tag name="OTLMARKERSHAPE" val="OTL"/>
</p:tagLst>
</file>

<file path=ppt/tags/tag51.xml><?xml version="1.0" encoding="utf-8"?>
<p:tagLst xmlns:a="http://schemas.openxmlformats.org/drawingml/2006/main" xmlns:r="http://schemas.openxmlformats.org/officeDocument/2006/relationships" xmlns:p="http://schemas.openxmlformats.org/presentationml/2006/main">
  <p:tag name="OTLMARKERSHAPE" val="OTL"/>
</p:tagLst>
</file>

<file path=ppt/tags/tag52.xml><?xml version="1.0" encoding="utf-8"?>
<p:tagLst xmlns:a="http://schemas.openxmlformats.org/drawingml/2006/main" xmlns:r="http://schemas.openxmlformats.org/officeDocument/2006/relationships" xmlns:p="http://schemas.openxmlformats.org/presentationml/2006/main">
  <p:tag name="OTLMARKERSHAPE" val="OTL"/>
</p:tagLst>
</file>

<file path=ppt/tags/tag53.xml><?xml version="1.0" encoding="utf-8"?>
<p:tagLst xmlns:a="http://schemas.openxmlformats.org/drawingml/2006/main" xmlns:r="http://schemas.openxmlformats.org/officeDocument/2006/relationships" xmlns:p="http://schemas.openxmlformats.org/presentationml/2006/main">
  <p:tag name="OTLMARKERSHAPE" val="OTL"/>
</p:tagLst>
</file>

<file path=ppt/tags/tag54.xml><?xml version="1.0" encoding="utf-8"?>
<p:tagLst xmlns:a="http://schemas.openxmlformats.org/drawingml/2006/main" xmlns:r="http://schemas.openxmlformats.org/officeDocument/2006/relationships" xmlns:p="http://schemas.openxmlformats.org/presentationml/2006/main">
  <p:tag name="OTLMARKERSHAPE" val="OTL"/>
</p:tagLst>
</file>

<file path=ppt/tags/tag55.xml><?xml version="1.0" encoding="utf-8"?>
<p:tagLst xmlns:a="http://schemas.openxmlformats.org/drawingml/2006/main" xmlns:r="http://schemas.openxmlformats.org/officeDocument/2006/relationships" xmlns:p="http://schemas.openxmlformats.org/presentationml/2006/main">
  <p:tag name="OTLMARKERSHAPE" val="OTL"/>
</p:tagLst>
</file>

<file path=ppt/tags/tag56.xml><?xml version="1.0" encoding="utf-8"?>
<p:tagLst xmlns:a="http://schemas.openxmlformats.org/drawingml/2006/main" xmlns:r="http://schemas.openxmlformats.org/officeDocument/2006/relationships" xmlns:p="http://schemas.openxmlformats.org/presentationml/2006/main">
  <p:tag name="OTLMARKERSHAPE" val="OTL"/>
</p:tagLst>
</file>

<file path=ppt/tags/tag57.xml><?xml version="1.0" encoding="utf-8"?>
<p:tagLst xmlns:a="http://schemas.openxmlformats.org/drawingml/2006/main" xmlns:r="http://schemas.openxmlformats.org/officeDocument/2006/relationships" xmlns:p="http://schemas.openxmlformats.org/presentationml/2006/main">
  <p:tag name="OTLMARKERSHAPE" val="OTL"/>
</p:tagLst>
</file>

<file path=ppt/tags/tag58.xml><?xml version="1.0" encoding="utf-8"?>
<p:tagLst xmlns:a="http://schemas.openxmlformats.org/drawingml/2006/main" xmlns:r="http://schemas.openxmlformats.org/officeDocument/2006/relationships" xmlns:p="http://schemas.openxmlformats.org/presentationml/2006/main">
  <p:tag name="OTLMARKERSHAPE" val="OTL"/>
</p:tagLst>
</file>

<file path=ppt/tags/tag59.xml><?xml version="1.0" encoding="utf-8"?>
<p:tagLst xmlns:a="http://schemas.openxmlformats.org/drawingml/2006/main" xmlns:r="http://schemas.openxmlformats.org/officeDocument/2006/relationships" xmlns:p="http://schemas.openxmlformats.org/presentationml/2006/main">
  <p:tag name="OTLMARKERSHAPE" val="OTL"/>
</p:tagLst>
</file>

<file path=ppt/tags/tag60.xml><?xml version="1.0" encoding="utf-8"?>
<p:tagLst xmlns:a="http://schemas.openxmlformats.org/drawingml/2006/main" xmlns:r="http://schemas.openxmlformats.org/officeDocument/2006/relationships" xmlns:p="http://schemas.openxmlformats.org/presentationml/2006/main">
  <p:tag name="OTLMARKERSHAPE" val="OTL"/>
</p:tagLst>
</file>

<file path=ppt/tags/tag61.xml><?xml version="1.0" encoding="utf-8"?>
<p:tagLst xmlns:a="http://schemas.openxmlformats.org/drawingml/2006/main" xmlns:r="http://schemas.openxmlformats.org/officeDocument/2006/relationships" xmlns:p="http://schemas.openxmlformats.org/presentationml/2006/main">
  <p:tag name="OTLMARKERSHAPE" val="OTL"/>
</p:tagLst>
</file>

<file path=ppt/tags/tag62.xml><?xml version="1.0" encoding="utf-8"?>
<p:tagLst xmlns:a="http://schemas.openxmlformats.org/drawingml/2006/main" xmlns:r="http://schemas.openxmlformats.org/officeDocument/2006/relationships" xmlns:p="http://schemas.openxmlformats.org/presentationml/2006/main">
  <p:tag name="OTLMARKERSHAPE" val="OTL"/>
</p:tagLst>
</file>

<file path=ppt/tags/tag63.xml><?xml version="1.0" encoding="utf-8"?>
<p:tagLst xmlns:a="http://schemas.openxmlformats.org/drawingml/2006/main" xmlns:r="http://schemas.openxmlformats.org/officeDocument/2006/relationships" xmlns:p="http://schemas.openxmlformats.org/presentationml/2006/main">
  <p:tag name="OTLMARKERSHAPE" val="OTL"/>
</p:tagLst>
</file>

<file path=ppt/tags/tag64.xml><?xml version="1.0" encoding="utf-8"?>
<p:tagLst xmlns:a="http://schemas.openxmlformats.org/drawingml/2006/main" xmlns:r="http://schemas.openxmlformats.org/officeDocument/2006/relationships" xmlns:p="http://schemas.openxmlformats.org/presentationml/2006/main">
  <p:tag name="OTLMARKERSHAPE" val="OTL"/>
</p:tagLst>
</file>

<file path=ppt/tags/tag65.xml><?xml version="1.0" encoding="utf-8"?>
<p:tagLst xmlns:a="http://schemas.openxmlformats.org/drawingml/2006/main" xmlns:r="http://schemas.openxmlformats.org/officeDocument/2006/relationships" xmlns:p="http://schemas.openxmlformats.org/presentationml/2006/main">
  <p:tag name="OTLMARKERSHAPE" val="OTL"/>
</p:tagLst>
</file>

<file path=ppt/tags/tag66.xml><?xml version="1.0" encoding="utf-8"?>
<p:tagLst xmlns:a="http://schemas.openxmlformats.org/drawingml/2006/main" xmlns:r="http://schemas.openxmlformats.org/officeDocument/2006/relationships" xmlns:p="http://schemas.openxmlformats.org/presentationml/2006/main">
  <p:tag name="OTLDATE" val="2022-03-22T23:59:00.0000000Z"/>
  <p:tag name="OTLDATEFORMATAMPMDESIGNATOR" val="AmPmLowerCase"/>
  <p:tag name="OTLDATEFORMATDATEISVISIBLE" val="True"/>
  <p:tag name="OTLDATEFORMATHOURDIGITS" val="H"/>
  <p:tag name="OTLDATEFORMATSEPARATOR" val="/"/>
  <p:tag name="OTLDATEFORMATSTRING" val="MMM yyyy"/>
  <p:tag name="OTLDATEFORMATTIMEISVISIBLE" val="False"/>
  <p:tag name="OTLDATEFORMATTRIM00MINUTES" val="False"/>
  <p:tag name="OTLDATEFORMATUSEUS" val="True"/>
  <p:tag name="OTLMARKERSHAPE" val="OTL"/>
  <p:tag name="OTLMTITLE" val="HPSC"/>
  <p:tag name="OTLPOSITIONONTASK" val="None"/>
  <p:tag name="OTLRELATEDTASKID" val="00000000-0000-0000-0000-000000000000"/>
  <p:tag name="OTLWEEKNUMBERINGFORMAT" val="WNFormat1"/>
  <p:tag name="OTLWEEKNUMBERINGISVISIBLE" val="False"/>
</p:tagLst>
</file>

<file path=ppt/tags/tag67.xml><?xml version="1.0" encoding="utf-8"?>
<p:tagLst xmlns:a="http://schemas.openxmlformats.org/drawingml/2006/main" xmlns:r="http://schemas.openxmlformats.org/officeDocument/2006/relationships" xmlns:p="http://schemas.openxmlformats.org/presentationml/2006/main">
  <p:tag name="OTLMARKERSHAPE" val="OTL"/>
</p:tagLst>
</file>

<file path=ppt/tags/tag68.xml><?xml version="1.0" encoding="utf-8"?>
<p:tagLst xmlns:a="http://schemas.openxmlformats.org/drawingml/2006/main" xmlns:r="http://schemas.openxmlformats.org/officeDocument/2006/relationships" xmlns:p="http://schemas.openxmlformats.org/presentationml/2006/main">
  <p:tag name="OTLMARKERSHAPE" val="OTL"/>
</p:tagLst>
</file>

<file path=ppt/tags/tag69.xml><?xml version="1.0" encoding="utf-8"?>
<p:tagLst xmlns:a="http://schemas.openxmlformats.org/drawingml/2006/main" xmlns:r="http://schemas.openxmlformats.org/officeDocument/2006/relationships" xmlns:p="http://schemas.openxmlformats.org/presentationml/2006/main">
  <p:tag name="OTLMARKERSHAPE" val="OTL"/>
</p:tagLst>
</file>

<file path=ppt/tags/tag70.xml><?xml version="1.0" encoding="utf-8"?>
<p:tagLst xmlns:a="http://schemas.openxmlformats.org/drawingml/2006/main" xmlns:r="http://schemas.openxmlformats.org/officeDocument/2006/relationships" xmlns:p="http://schemas.openxmlformats.org/presentationml/2006/main">
  <p:tag name="ADJUSTMENTS" val="3.162912"/>
</p:tagLst>
</file>

<file path=ppt/tags/tag71.xml><?xml version="1.0" encoding="utf-8"?>
<p:tagLst xmlns:a="http://schemas.openxmlformats.org/drawingml/2006/main" xmlns:r="http://schemas.openxmlformats.org/officeDocument/2006/relationships" xmlns:p="http://schemas.openxmlformats.org/presentationml/2006/main">
  <p:tag name="ADJUSTMENTS" val="3.162912"/>
</p:tagLst>
</file>

<file path=ppt/tags/tag72.xml><?xml version="1.0" encoding="utf-8"?>
<p:tagLst xmlns:a="http://schemas.openxmlformats.org/drawingml/2006/main" xmlns:r="http://schemas.openxmlformats.org/officeDocument/2006/relationships" xmlns:p="http://schemas.openxmlformats.org/presentationml/2006/main">
  <p:tag name="ADJUSTMENTS" val="3.162912"/>
</p:tagLst>
</file>

<file path=ppt/tags/tag73.xml><?xml version="1.0" encoding="utf-8"?>
<p:tagLst xmlns:a="http://schemas.openxmlformats.org/drawingml/2006/main" xmlns:r="http://schemas.openxmlformats.org/officeDocument/2006/relationships" xmlns:p="http://schemas.openxmlformats.org/presentationml/2006/main">
  <p:tag name="ADJUSTMENTS" val="3.162912"/>
</p:tagLst>
</file>

<file path=ppt/tags/tag74.xml><?xml version="1.0" encoding="utf-8"?>
<p:tagLst xmlns:a="http://schemas.openxmlformats.org/drawingml/2006/main" xmlns:r="http://schemas.openxmlformats.org/officeDocument/2006/relationships" xmlns:p="http://schemas.openxmlformats.org/presentationml/2006/main">
  <p:tag name="ADJUSTMENTS" val="3.162912"/>
</p:tagLst>
</file>

<file path=ppt/tags/tag75.xml><?xml version="1.0" encoding="utf-8"?>
<p:tagLst xmlns:a="http://schemas.openxmlformats.org/drawingml/2006/main" xmlns:r="http://schemas.openxmlformats.org/officeDocument/2006/relationships" xmlns:p="http://schemas.openxmlformats.org/presentationml/2006/main">
  <p:tag name="ADJUSTMENTS" val="3.162912"/>
</p:tagLst>
</file>

<file path=ppt/tags/tag76.xml><?xml version="1.0" encoding="utf-8"?>
<p:tagLst xmlns:a="http://schemas.openxmlformats.org/drawingml/2006/main" xmlns:r="http://schemas.openxmlformats.org/officeDocument/2006/relationships" xmlns:p="http://schemas.openxmlformats.org/presentationml/2006/main">
  <p:tag name="ADJUSTMENTS" val="3.162912"/>
</p:tagLst>
</file>

<file path=ppt/tags/tag77.xml><?xml version="1.0" encoding="utf-8"?>
<p:tagLst xmlns:a="http://schemas.openxmlformats.org/drawingml/2006/main" xmlns:r="http://schemas.openxmlformats.org/officeDocument/2006/relationships" xmlns:p="http://schemas.openxmlformats.org/presentationml/2006/main">
  <p:tag name="ADJUSTMENTS" val="3.162912"/>
</p:tagLst>
</file>

<file path=ppt/tags/tag78.xml><?xml version="1.0" encoding="utf-8"?>
<p:tagLst xmlns:a="http://schemas.openxmlformats.org/drawingml/2006/main" xmlns:r="http://schemas.openxmlformats.org/officeDocument/2006/relationships" xmlns:p="http://schemas.openxmlformats.org/presentationml/2006/main">
  <p:tag name="ADJUSTMENTS" val="3.162912"/>
</p:tagLst>
</file>

<file path=ppt/tags/tag79.xml><?xml version="1.0" encoding="utf-8"?>
<p:tagLst xmlns:a="http://schemas.openxmlformats.org/drawingml/2006/main" xmlns:r="http://schemas.openxmlformats.org/officeDocument/2006/relationships" xmlns:p="http://schemas.openxmlformats.org/presentationml/2006/main">
  <p:tag name="ADJUSTMENTS" val="3.162912"/>
</p:tagLst>
</file>

<file path=ppt/tags/tag80.xml><?xml version="1.0" encoding="utf-8"?>
<p:tagLst xmlns:a="http://schemas.openxmlformats.org/drawingml/2006/main" xmlns:r="http://schemas.openxmlformats.org/officeDocument/2006/relationships" xmlns:p="http://schemas.openxmlformats.org/presentationml/2006/main">
  <p:tag name="ADJUSTMENTS" val="3.162912"/>
</p:tagLst>
</file>

<file path=ppt/tags/tag81.xml><?xml version="1.0" encoding="utf-8"?>
<p:tagLst xmlns:a="http://schemas.openxmlformats.org/drawingml/2006/main" xmlns:r="http://schemas.openxmlformats.org/officeDocument/2006/relationships" xmlns:p="http://schemas.openxmlformats.org/presentationml/2006/main">
  <p:tag name="ADJUSTMENTS" val="3.162912"/>
</p:tagLst>
</file>

<file path=ppt/tags/tag82.xml><?xml version="1.0" encoding="utf-8"?>
<p:tagLst xmlns:a="http://schemas.openxmlformats.org/drawingml/2006/main" xmlns:r="http://schemas.openxmlformats.org/officeDocument/2006/relationships" xmlns:p="http://schemas.openxmlformats.org/presentationml/2006/main">
  <p:tag name="ADJUSTMENTS" val="3.162912"/>
</p:tagLst>
</file>

<file path=ppt/tags/tag83.xml><?xml version="1.0" encoding="utf-8"?>
<p:tagLst xmlns:a="http://schemas.openxmlformats.org/drawingml/2006/main" xmlns:r="http://schemas.openxmlformats.org/officeDocument/2006/relationships" xmlns:p="http://schemas.openxmlformats.org/presentationml/2006/main">
  <p:tag name="ADJUSTMENTS" val="3.162912"/>
</p:tagLst>
</file>

<file path=ppt/tags/tag84.xml><?xml version="1.0" encoding="utf-8"?>
<p:tagLst xmlns:a="http://schemas.openxmlformats.org/drawingml/2006/main" xmlns:r="http://schemas.openxmlformats.org/officeDocument/2006/relationships" xmlns:p="http://schemas.openxmlformats.org/presentationml/2006/main">
  <p:tag name="ADJUSTMENTS" val="3.162912"/>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OTLMARKERSHAPE" val="OTL"/>
</p:tagLst>
</file>

<file path=ppt/tags/tag87.xml><?xml version="1.0" encoding="utf-8"?>
<p:tagLst xmlns:a="http://schemas.openxmlformats.org/drawingml/2006/main" xmlns:r="http://schemas.openxmlformats.org/officeDocument/2006/relationships" xmlns:p="http://schemas.openxmlformats.org/presentationml/2006/main">
  <p:tag name="OTLMARKERSHAPE" val="OTL"/>
</p:tagLst>
</file>

<file path=ppt/tags/tag88.xml><?xml version="1.0" encoding="utf-8"?>
<p:tagLst xmlns:a="http://schemas.openxmlformats.org/drawingml/2006/main" xmlns:r="http://schemas.openxmlformats.org/officeDocument/2006/relationships" xmlns:p="http://schemas.openxmlformats.org/presentationml/2006/main">
  <p:tag name="OTLMARKERSHAPE" val="OTL"/>
</p:tagLst>
</file>

<file path=ppt/tags/tag89.xml><?xml version="1.0" encoding="utf-8"?>
<p:tagLst xmlns:a="http://schemas.openxmlformats.org/drawingml/2006/main" xmlns:r="http://schemas.openxmlformats.org/officeDocument/2006/relationships" xmlns:p="http://schemas.openxmlformats.org/presentationml/2006/main">
  <p:tag name="OTLMARKERSHAPE" val="OTL"/>
</p:tagLst>
</file>

<file path=ppt/tags/tag90.xml><?xml version="1.0" encoding="utf-8"?>
<p:tagLst xmlns:a="http://schemas.openxmlformats.org/drawingml/2006/main" xmlns:r="http://schemas.openxmlformats.org/officeDocument/2006/relationships" xmlns:p="http://schemas.openxmlformats.org/presentationml/2006/main">
  <p:tag name="OTLMARKERSHAPE" val="OTL"/>
</p:tagLst>
</file>

<file path=ppt/tags/tag91.xml><?xml version="1.0" encoding="utf-8"?>
<p:tagLst xmlns:a="http://schemas.openxmlformats.org/drawingml/2006/main" xmlns:r="http://schemas.openxmlformats.org/officeDocument/2006/relationships" xmlns:p="http://schemas.openxmlformats.org/presentationml/2006/main">
  <p:tag name="OTLMARKERSHAPE" val="OTL"/>
</p:tagLst>
</file>

<file path=ppt/tags/tag92.xml><?xml version="1.0" encoding="utf-8"?>
<p:tagLst xmlns:a="http://schemas.openxmlformats.org/drawingml/2006/main" xmlns:r="http://schemas.openxmlformats.org/officeDocument/2006/relationships" xmlns:p="http://schemas.openxmlformats.org/presentationml/2006/main">
  <p:tag name="OTLMARKERSHAPE" val="OTL"/>
</p:tagLst>
</file>

<file path=ppt/tags/tag93.xml><?xml version="1.0" encoding="utf-8"?>
<p:tagLst xmlns:a="http://schemas.openxmlformats.org/drawingml/2006/main" xmlns:r="http://schemas.openxmlformats.org/officeDocument/2006/relationships" xmlns:p="http://schemas.openxmlformats.org/presentationml/2006/main">
  <p:tag name="OTLMARKERSHAPE" val="OTL"/>
</p:tagLst>
</file>

<file path=ppt/tags/tag94.xml><?xml version="1.0" encoding="utf-8"?>
<p:tagLst xmlns:a="http://schemas.openxmlformats.org/drawingml/2006/main" xmlns:r="http://schemas.openxmlformats.org/officeDocument/2006/relationships" xmlns:p="http://schemas.openxmlformats.org/presentationml/2006/main">
  <p:tag name="OTLMARKERSHAPE" val="OTL"/>
</p:tagLst>
</file>

<file path=ppt/tags/tag95.xml><?xml version="1.0" encoding="utf-8"?>
<p:tagLst xmlns:a="http://schemas.openxmlformats.org/drawingml/2006/main" xmlns:r="http://schemas.openxmlformats.org/officeDocument/2006/relationships" xmlns:p="http://schemas.openxmlformats.org/presentationml/2006/main">
  <p:tag name="OTLMARKERSHAPE" val="OTL"/>
</p:tagLst>
</file>

<file path=ppt/tags/tag96.xml><?xml version="1.0" encoding="utf-8"?>
<p:tagLst xmlns:a="http://schemas.openxmlformats.org/drawingml/2006/main" xmlns:r="http://schemas.openxmlformats.org/officeDocument/2006/relationships" xmlns:p="http://schemas.openxmlformats.org/presentationml/2006/main">
  <p:tag name="OTLMARKERSHAPE" val="OTL"/>
</p:tagLst>
</file>

<file path=ppt/tags/tag97.xml><?xml version="1.0" encoding="utf-8"?>
<p:tagLst xmlns:a="http://schemas.openxmlformats.org/drawingml/2006/main" xmlns:r="http://schemas.openxmlformats.org/officeDocument/2006/relationships" xmlns:p="http://schemas.openxmlformats.org/presentationml/2006/main">
  <p:tag name="OTLMARKERSHAPE" val="OTL"/>
</p:tagLst>
</file>

<file path=ppt/tags/tag98.xml><?xml version="1.0" encoding="utf-8"?>
<p:tagLst xmlns:a="http://schemas.openxmlformats.org/drawingml/2006/main" xmlns:r="http://schemas.openxmlformats.org/officeDocument/2006/relationships" xmlns:p="http://schemas.openxmlformats.org/presentationml/2006/main">
  <p:tag name="OTLMARKERSHAPE" val="OTL"/>
</p:tagLst>
</file>

<file path=ppt/tags/tag99.xml><?xml version="1.0" encoding="utf-8"?>
<p:tagLst xmlns:a="http://schemas.openxmlformats.org/drawingml/2006/main" xmlns:r="http://schemas.openxmlformats.org/officeDocument/2006/relationships" xmlns:p="http://schemas.openxmlformats.org/presentationml/2006/main">
  <p:tag name="OTLMARKERSHAPE" val="OTL"/>
</p:tagLst>
</file>

<file path=ppt/tags/tag100.xml><?xml version="1.0" encoding="utf-8"?>
<p:tagLst xmlns:a="http://schemas.openxmlformats.org/drawingml/2006/main" xmlns:r="http://schemas.openxmlformats.org/officeDocument/2006/relationships" xmlns:p="http://schemas.openxmlformats.org/presentationml/2006/main">
  <p:tag name="OTLMARKERSHAPE" val="OTL"/>
</p:tagLst>
</file>

<file path=ppt/tags/tag101.xml><?xml version="1.0" encoding="utf-8"?>
<p:tagLst xmlns:a="http://schemas.openxmlformats.org/drawingml/2006/main" xmlns:r="http://schemas.openxmlformats.org/officeDocument/2006/relationships" xmlns:p="http://schemas.openxmlformats.org/presentationml/2006/main">
  <p:tag name="OTLMARKERSHAPE" val="OTL"/>
</p:tagLst>
</file>

<file path=ppt/tags/tag102.xml><?xml version="1.0" encoding="utf-8"?>
<p:tagLst xmlns:a="http://schemas.openxmlformats.org/drawingml/2006/main" xmlns:r="http://schemas.openxmlformats.org/officeDocument/2006/relationships" xmlns:p="http://schemas.openxmlformats.org/presentationml/2006/main">
  <p:tag name="OTLMARKERSHAPE" val="OTL"/>
</p:tagLst>
</file>

<file path=ppt/tags/tag103.xml><?xml version="1.0" encoding="utf-8"?>
<p:tagLst xmlns:a="http://schemas.openxmlformats.org/drawingml/2006/main" xmlns:r="http://schemas.openxmlformats.org/officeDocument/2006/relationships" xmlns:p="http://schemas.openxmlformats.org/presentationml/2006/main">
  <p:tag name="OTLMARKERSHAPE" val="OTL"/>
</p:tagLst>
</file>

<file path=ppt/tags/tag104.xml><?xml version="1.0" encoding="utf-8"?>
<p:tagLst xmlns:a="http://schemas.openxmlformats.org/drawingml/2006/main" xmlns:r="http://schemas.openxmlformats.org/officeDocument/2006/relationships" xmlns:p="http://schemas.openxmlformats.org/presentationml/2006/main">
  <p:tag name="OTLMARKERSHAPE" val="OTL"/>
</p:tagLst>
</file>

<file path=ppt/tags/tag105.xml><?xml version="1.0" encoding="utf-8"?>
<p:tagLst xmlns:a="http://schemas.openxmlformats.org/drawingml/2006/main" xmlns:r="http://schemas.openxmlformats.org/officeDocument/2006/relationships" xmlns:p="http://schemas.openxmlformats.org/presentationml/2006/main">
  <p:tag name="OTLMARKERSHAPE" val="OTL"/>
</p:tagLst>
</file>

<file path=ppt/tags/tag106.xml><?xml version="1.0" encoding="utf-8"?>
<p:tagLst xmlns:a="http://schemas.openxmlformats.org/drawingml/2006/main" xmlns:r="http://schemas.openxmlformats.org/officeDocument/2006/relationships" xmlns:p="http://schemas.openxmlformats.org/presentationml/2006/main">
  <p:tag name="OTLMARKERSHAPE" val="OTL"/>
</p:tagLst>
</file>

<file path=ppt/tags/tag107.xml><?xml version="1.0" encoding="utf-8"?>
<p:tagLst xmlns:a="http://schemas.openxmlformats.org/drawingml/2006/main" xmlns:r="http://schemas.openxmlformats.org/officeDocument/2006/relationships" xmlns:p="http://schemas.openxmlformats.org/presentationml/2006/main">
  <p:tag name="OTLMARKERSHAPE" val="OTL"/>
</p:tagLst>
</file>

<file path=ppt/tags/tag108.xml><?xml version="1.0" encoding="utf-8"?>
<p:tagLst xmlns:a="http://schemas.openxmlformats.org/drawingml/2006/main" xmlns:r="http://schemas.openxmlformats.org/officeDocument/2006/relationships" xmlns:p="http://schemas.openxmlformats.org/presentationml/2006/main">
  <p:tag name="OTLMARKERSHAPE" val="OTL"/>
</p:tagLst>
</file>

<file path=ppt/tags/tag109.xml><?xml version="1.0" encoding="utf-8"?>
<p:tagLst xmlns:a="http://schemas.openxmlformats.org/drawingml/2006/main" xmlns:r="http://schemas.openxmlformats.org/officeDocument/2006/relationships" xmlns:p="http://schemas.openxmlformats.org/presentationml/2006/main">
  <p:tag name="OTLMARKERSHAPE" val="OTL"/>
</p:tagLst>
</file>

<file path=ppt/tags/tag110.xml><?xml version="1.0" encoding="utf-8"?>
<p:tagLst xmlns:a="http://schemas.openxmlformats.org/drawingml/2006/main" xmlns:r="http://schemas.openxmlformats.org/officeDocument/2006/relationships" xmlns:p="http://schemas.openxmlformats.org/presentationml/2006/main">
  <p:tag name="OTLMARKERSHAPE" val="OTL"/>
</p:tagLst>
</file>

<file path=ppt/tags/tag111.xml><?xml version="1.0" encoding="utf-8"?>
<p:tagLst xmlns:a="http://schemas.openxmlformats.org/drawingml/2006/main" xmlns:r="http://schemas.openxmlformats.org/officeDocument/2006/relationships" xmlns:p="http://schemas.openxmlformats.org/presentationml/2006/main">
  <p:tag name="OTLMARKERSHAPE" val="OTL"/>
</p:tagLst>
</file>

<file path=ppt/tags/tag112.xml><?xml version="1.0" encoding="utf-8"?>
<p:tagLst xmlns:a="http://schemas.openxmlformats.org/drawingml/2006/main" xmlns:r="http://schemas.openxmlformats.org/officeDocument/2006/relationships" xmlns:p="http://schemas.openxmlformats.org/presentationml/2006/main">
  <p:tag name="OTLMARKERSHAPE" val="OTL"/>
</p:tagLst>
</file>

<file path=ppt/tags/tag113.xml><?xml version="1.0" encoding="utf-8"?>
<p:tagLst xmlns:a="http://schemas.openxmlformats.org/drawingml/2006/main" xmlns:r="http://schemas.openxmlformats.org/officeDocument/2006/relationships" xmlns:p="http://schemas.openxmlformats.org/presentationml/2006/main">
  <p:tag name="OTLMARKERSHAPE" val="OTL"/>
</p:tagLst>
</file>

<file path=ppt/tags/tag114.xml><?xml version="1.0" encoding="utf-8"?>
<p:tagLst xmlns:a="http://schemas.openxmlformats.org/drawingml/2006/main" xmlns:r="http://schemas.openxmlformats.org/officeDocument/2006/relationships" xmlns:p="http://schemas.openxmlformats.org/presentationml/2006/main">
  <p:tag name="OTLMARKERSHAPE" val="OTL"/>
</p:tagLst>
</file>

<file path=ppt/tags/tag115.xml><?xml version="1.0" encoding="utf-8"?>
<p:tagLst xmlns:a="http://schemas.openxmlformats.org/drawingml/2006/main" xmlns:r="http://schemas.openxmlformats.org/officeDocument/2006/relationships" xmlns:p="http://schemas.openxmlformats.org/presentationml/2006/main">
  <p:tag name="OTLMARKERSHAPE" val="OTL"/>
</p:tagLst>
</file>

<file path=ppt/tags/tag116.xml><?xml version="1.0" encoding="utf-8"?>
<p:tagLst xmlns:a="http://schemas.openxmlformats.org/drawingml/2006/main" xmlns:r="http://schemas.openxmlformats.org/officeDocument/2006/relationships" xmlns:p="http://schemas.openxmlformats.org/presentationml/2006/main">
  <p:tag name="OTLMARKERSHAPE" val="OTL"/>
</p:tagLst>
</file>

<file path=ppt/tags/tag117.xml><?xml version="1.0" encoding="utf-8"?>
<p:tagLst xmlns:a="http://schemas.openxmlformats.org/drawingml/2006/main" xmlns:r="http://schemas.openxmlformats.org/officeDocument/2006/relationships" xmlns:p="http://schemas.openxmlformats.org/presentationml/2006/main">
  <p:tag name="OTLMARKERSHAPE" val="OTL"/>
</p:tagLst>
</file>

<file path=ppt/tags/tag118.xml><?xml version="1.0" encoding="utf-8"?>
<p:tagLst xmlns:a="http://schemas.openxmlformats.org/drawingml/2006/main" xmlns:r="http://schemas.openxmlformats.org/officeDocument/2006/relationships" xmlns:p="http://schemas.openxmlformats.org/presentationml/2006/main">
  <p:tag name="OTLMARKERSHAPE" val="OTL"/>
</p:tagLst>
</file>

<file path=ppt/tags/tag119.xml><?xml version="1.0" encoding="utf-8"?>
<p:tagLst xmlns:a="http://schemas.openxmlformats.org/drawingml/2006/main" xmlns:r="http://schemas.openxmlformats.org/officeDocument/2006/relationships" xmlns:p="http://schemas.openxmlformats.org/presentationml/2006/main">
  <p:tag name="OTLMARKERSHAPE" val="OTL"/>
</p:tagLst>
</file>

<file path=ppt/tags/tag120.xml><?xml version="1.0" encoding="utf-8"?>
<p:tagLst xmlns:a="http://schemas.openxmlformats.org/drawingml/2006/main" xmlns:r="http://schemas.openxmlformats.org/officeDocument/2006/relationships" xmlns:p="http://schemas.openxmlformats.org/presentationml/2006/main">
  <p:tag name="OTLMARKERSHAPE" val="OTL"/>
</p:tagLst>
</file>

<file path=ppt/tags/tag121.xml><?xml version="1.0" encoding="utf-8"?>
<p:tagLst xmlns:a="http://schemas.openxmlformats.org/drawingml/2006/main" xmlns:r="http://schemas.openxmlformats.org/officeDocument/2006/relationships" xmlns:p="http://schemas.openxmlformats.org/presentationml/2006/main">
  <p:tag name="OTLMARKERSHAPE" val="OTL"/>
</p:tagLst>
</file>

<file path=ppt/tags/tag122.xml><?xml version="1.0" encoding="utf-8"?>
<p:tagLst xmlns:a="http://schemas.openxmlformats.org/drawingml/2006/main" xmlns:r="http://schemas.openxmlformats.org/officeDocument/2006/relationships" xmlns:p="http://schemas.openxmlformats.org/presentationml/2006/main">
  <p:tag name="OTLMARKERSHAPE" val="OTL"/>
</p:tagLst>
</file>

<file path=ppt/tags/tag123.xml><?xml version="1.0" encoding="utf-8"?>
<p:tagLst xmlns:a="http://schemas.openxmlformats.org/drawingml/2006/main" xmlns:r="http://schemas.openxmlformats.org/officeDocument/2006/relationships" xmlns:p="http://schemas.openxmlformats.org/presentationml/2006/main">
  <p:tag name="OTLMARKERSHAPE" val="OTL"/>
</p:tagLst>
</file>

<file path=ppt/tags/tag124.xml><?xml version="1.0" encoding="utf-8"?>
<p:tagLst xmlns:a="http://schemas.openxmlformats.org/drawingml/2006/main" xmlns:r="http://schemas.openxmlformats.org/officeDocument/2006/relationships" xmlns:p="http://schemas.openxmlformats.org/presentationml/2006/main">
  <p:tag name="__PART_0" val="eyIkaWQiOiIxIiwiX3N3aW1sYW5lc1YyIjpbeyIkaWQiOiIyIiwiX2FjdGl2aXRpZXMiOlt7IiRpZCI6IjMiLCJfcm93cyI6W3siJGlkIjoiNCIsIl90YXNrcyI6W10sIl9taWxlc3RvbmVzIjpbeyIkaWQiOiI1IiwiSWQiOiJkYWNmMThkNy0zYTEwLTRjMmYtYWE2Zi01ODVhMzI5ZjVmYWEiLCJJbmRleCI6MCwiR3JvdXBJZCI6bnVsbCwiVGl0bGUiOiJmaW5hbCBDVEEgcGFja2FnZSIsIkRhdGVUaW1lIjoiMjAyNS0wOS0zMFQyMzo1OTowMCIsIlBlcmNlbnRhZ2VDb21wbGV0ZSI6bnVsbCwiTm90ZSI6bnVsbCwiU3R5bGUiOnsiJGlkIjoiNiIsIlRpdGxlUG9zaXRpb24iOiJMZWZ0IiwiRGF0ZVBvc2l0aW9uIjoiTGVmdCIsIlNoYXBlVHlwZSI6MiwiU2hhcGVTaXplIjoxLCJTaGFwZVN0eWxlIjp7IiRpZCI6IjciLCJNYXJnaW4iOnsiJGlkIjoiOCIsIlRvcCI6MC4wLCJMZWZ0IjowLjAsIlJpZ2h0IjowLjAsIkJvdHRvbSI6MC4wfSwiUGFkZGluZyI6eyIkaWQiOiI5IiwiVG9wIjowLjAsIkxlZnQiOjAuMCwiUmlnaHQiOjAuMCwiQm90dG9tIjowLjB9LCJCYWNrZ3JvdW5kIjp7IiRpZCI6IjEwIiwiQ29sb3IiOnsiJGlkIjoiMTEiLCJBIjoyNTUsIlIiOjEzNywiRyI6MTM2LCJCIjoxMzN9fSwiSXNWaXNpYmxlIjp0cnVlLCJXaWR0aCI6MTMuMCwiSGVpZ2h0IjoxMy4wLCJCb3JkZXJTdHlsZSI6eyIkaWQiOiIxMiIsIkxpbmVDb2xvciI6eyIkaWQiOiIxMyIsIiR0eXBlIjoiTkxSRS5Db21tb24uRG9tLlNvbGlkQ29sb3JCcnVzaCwgTkxSRS5Db21tb24iLCJDb2xvciI6eyIkaWQiOiIxNCIsIkEiOjI1NSwiUiI6MSwiRyI6MTUsIkIiOjExfX0sIkxpbmVXZWlnaHQiOjAuMCwiTGluZVR5cGUiOjAsIlBhcmVudFN0eWxlIjpudWxsfSwiUGFyZW50U3R5bGUiOm51bGx9LCJUaXRsZVN0eWxlIjp7IiRpZCI6IjE1IiwiRm9udFNldHRpbmdzIjp7IiRpZCI6IjE2IiwiRm9udFNpemUiOjExLCJGb250TmFtZSI6IkNhbGlicmkiLCJJc0JvbGQiOnRydWUsIklzSXRhbGljIjpmYWxzZSwiSXNVbmRlcmxpbmVkIjpmYWxzZSwiUGFyZW50U3R5bGUiOm51bGx9LCJBdXRvU2l6ZSI6MCwiRm9yZWdyb3VuZCI6eyIkaWQiOiIxNyIsIkNvbG9yIjp7IiRpZCI6IjE4IiwiQSI6MjU1LCJSIjoxOTEsIkciOjE5MSwiQiI6MTkxfX0sIk1heFdpZHRoIjoyMDAuMCwiTWF4SGVpZ2h0IjoiSW5maW5pdHkiLCJTbWFydEZvcmVncm91bmRJc0FjdGl2ZSI6ZmFsc2UsIkhvcml6b250YWxBbGlnbm1lbnQiOjIsIlZlcnRpY2FsQWxpZ25tZW50IjowLCJTbWFydEZvcmVncm91bmQiOm51bGwsIkJhY2tncm91bmRGaWxsVHlwZSI6MCwiTWFyZ2luIjp7IiRpZCI6IjE5IiwiVG9wIjowLjAsIkxlZnQiOjAuMCwiUmlnaHQiOjAuMCwiQm90dG9tIjowLjB9LCJQYWRkaW5nIjp7IiRpZCI6IjIwIiwiVG9wIjowLjAsIkxlZnQiOjAuMCwiUmlnaHQiOjAuMCwiQm90dG9tIjowLjB9LCJCYWNrZ3JvdW5kIjp7IiRpZCI6IjIxIiwiQ29sb3IiOnsiJGlkIjoiMjIiLCJBIjowLCJSIjoyNTUsIkciOjI1NSwiQiI6MjU1fX0sIklzVmlzaWJsZSI6dHJ1ZSwiV2lkdGgiOjAuMCwiSGVpZ2h0IjowLjAsIkJvcmRlclN0eWxlIjpudWxsLCJQYXJlbnRTdHlsZSI6bnVsbH0sIkRhdGVTdHlsZSI6eyIkaWQiOiIyMyIsIkZvbnRTZXR0aW5ncyI6eyIkaWQiOiIyNCIsIkZvbnRTaXplIjoxMCwiRm9udE5hbWUiOiJDYWxpYnJpIiwiSXNCb2xkIjpmYWxzZSwiSXNJdGFsaWMiOmZhbHNlLCJJc1VuZGVybGluZWQiOmZhbHNlLCJQYXJlbnRTdHlsZSI6bnVsbH0sIkF1dG9TaXplIjowLCJGb3JlZ3JvdW5kIjp7IiRpZCI6IjI1IiwiQ29sb3IiOnsiJGlkIjoiMjYiLCJBIjoyNTUsIlIiOjE5MSwiRyI6MTkxLCJCIjoxOTF9fSwiTWF4V2lkdGgiOjIwMC4wLCJNYXhIZWlnaHQiOiJJbmZpbml0eSIsIlNtYXJ0Rm9yZWdyb3VuZElzQWN0aXZlIjpmYWxzZSwiSG9yaXpvbnRhbEFsaWdubWVudCI6MiwiVmVydGljYWxBbGlnbm1lbnQiOjAsIlNtYXJ0Rm9yZWdyb3VuZCI6bnVsbCwiQmFja2dyb3VuZEZpbGxUeXBlIjowLCJNYXJnaW4iOnsiJGlkIjoiMjciLCJUb3AiOjAuMCwiTGVmdCI6MC4wLCJSaWdodCI6MC4wLCJCb3R0b20iOjAuMH0sIlBhZGRpbmciOnsiJGlkIjoiMjgiLCJUb3AiOjAuMCwiTGVmdCI6MC4wLCJSaWdodCI6MC4wLCJCb3R0b20iOjAuMH0sIkJhY2tncm91bmQiOnsiJGlkIjoiMjkiLCJDb2xvciI6eyIkaWQiOiIzMCIsIkEiOjAsIlIiOjI1NSwiRyI6MjU1LCJCIjoyNTV9fSwiSXNWaXNpYmxlIjp0cnVlLCJXaWR0aCI6MC4wLCJIZWlnaHQiOjAuMCwiQm9yZGVyU3R5bGUiOm51bGwsIlBhcmVudFN0eWxlIjpudWxsfSwiRGF0ZUZvcm1hdCI6eyIkaWQiOiIz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zMiIsIkRhdGVQYXJ0SXNWaXNpYmxlIjp0cnVlLCJUaW1lUGFydElzVmlzaWJsZSI6ZmFsc2V9fSwiV2Vla051bWJlcmluZyI6eyIkaWQiOiIzMy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zNCIsIl90YXNrcyI6W3siJGlkIjoiMzUiLCJfYXR0YWNoZWRNaWxlc3RvbmVzIjpbXSwiVGFza0RlZmluaXRpb24iOnsiJGlkIjoiMzYiLCJHcm91cE5hbWUiOm51bGwsIlN0YXJ0RGF0ZSI6IjIwMzAtMDgtMzBUMjM6NTk6MDBaIiwiRW5kRGF0ZSI6IjIwMzEtMDUtMDFUMjM6NTk6MDBaIiwiUGVyY2VudGFnZUNvbXBsZXRlIjpudWxsLCJTdHlsZSI6eyIkaWQiOiIzNyIsIlNoYXBlIjoxLCJTaGFwZVRoaWNrbmVzcyI6MCwiRHVyYXRpb25Gb3JtYXQiOjAsIkluY2x1ZGVOb25Xb3JraW5nRGF5c0luRHVyYXRpb24iOmZhbHNlLCJQZXJjZW50YWdlQ29tcGxldGVTdHlsZSI6eyIkaWQiOiIzOCIsIkZvbnRTZXR0aW5ncyI6eyIkaWQiOiIzOSIsIkZvbnRTaXplIjoxMCwiRm9udE5hbWUiOiJDYWxpYnJpIiwiSXNCb2xkIjpmYWxzZSwiSXNJdGFsaWMiOmZhbHNlLCJJc1VuZGVybGluZWQiOmZhbHNlLCJQYXJlbnRTdHlsZSI6bnVsbH0sIkF1dG9TaXplIjowLCJGb3JlZ3JvdW5kIjp7IiRpZCI6IjQwIiwiQ29sb3IiOnsiJGlkIjoiNDEiLCJBIjoyNTUsIlIiOjIzNywiRyI6MTI1LCJCIjo0OX19LCJNYXhXaWR0aCI6MjAwLjAsIk1heEhlaWdodCI6IkluZmluaXR5IiwiU21hcnRGb3JlZ3JvdW5kSXNBY3RpdmUiOmZhbHNlLCJIb3Jpem9udGFsQWxpZ25tZW50IjowLCJWZXJ0aWNhbEFsaWdubWVudCI6MCwiU21hcnRGb3JlZ3JvdW5kIjpudWxsLCJCYWNrZ3JvdW5kRmlsbFR5cGUiOjAsIk1hcmdpbiI6eyIkaWQiOiI0MiIsIlRvcCI6MC4wLCJMZWZ0IjowLjAsIlJpZ2h0IjowLjAsIkJvdHRvbSI6MC4wfSwiUGFkZGluZyI6eyIkaWQiOiI0MyIsIlRvcCI6MC4wLCJMZWZ0IjowLjAsIlJpZ2h0IjowLjAsIkJvdHRvbSI6MC4wfSwiQmFja2dyb3VuZCI6eyIkaWQiOiI0NCIsIkNvbG9yIjp7IiRpZCI6IjQ1IiwiQSI6ODksIlIiOjAsIkciOjAsIkIiOjB9fSwiSXNWaXNpYmxlIjp0cnVlLCJXaWR0aCI6MC4wLCJIZWlnaHQiOjAuMCwiQm9yZGVyU3R5bGUiOnsiJGlkIjoiNDYiLCJMaW5lQ29sb3IiOm51bGwsIkxpbmVXZWlnaHQiOjAuMCwiTGluZVR5cGUiOjAsIlBhcmVudFN0eWxlIjpudWxsfSwiUGFyZW50U3R5bGUiOm51bGx9LCJEdXJhdGlvblN0eWxlIjp7IiRpZCI6IjQ3IiwiRm9udFNldHRpbmdzIjp7IiRpZCI6IjQ4IiwiRm9udFNpemUiOjEwLCJGb250TmFtZSI6IkNhbGlicmkiLCJJc0JvbGQiOmZhbHNlLCJJc0l0YWxpYyI6ZmFsc2UsIklzVW5kZXJsaW5lZCI6ZmFsc2UsIlBhcmVudFN0eWxlIjpudWxsfSwiQXV0b1NpemUiOjAsIkZvcmVncm91bmQiOnsiJGlkIjoiNDkiLCJDb2xvciI6eyIkaWQiOiI1MCIsIkEiOjI1NSwiUiI6MjM3LCJHIjoxMjUsIkIiOjQ5fX0sIk1heFdpZHRoIjoyMDAuMCwiTWF4SGVpZ2h0IjoiSW5maW5pdHkiLCJTbWFydEZvcmVncm91bmRJc0FjdGl2ZSI6ZmFsc2UsIkhvcml6b250YWxBbGlnbm1lbnQiOjAsIlZlcnRpY2FsQWxpZ25tZW50IjowLCJTbWFydEZvcmVncm91bmQiOm51bGwsIkJhY2tncm91bmRGaWxsVHlwZSI6MCwiTWFyZ2luIjp7IiRpZCI6IjUxIiwiVG9wIjowLjAsIkxlZnQiOjAuMCwiUmlnaHQiOjAuMCwiQm90dG9tIjowLjB9LCJQYWRkaW5nIjp7IiRpZCI6IjUyIiwiVG9wIjowLjAsIkxlZnQiOjAuMCwiUmlnaHQiOjAuMCwiQm90dG9tIjowLjB9LCJCYWNrZ3JvdW5kIjp7IiRpZCI6IjUzIiwiQ29sb3IiOnsiJGlkIjoiNTQiLCJBIjowLCJSIjowLCJHIjowLCJCIjowfX0sIklzVmlzaWJsZSI6dHJ1ZSwiV2lkdGgiOjAuMCwiSGVpZ2h0IjowLjAsIkJvcmRlclN0eWxlIjp7IiRpZCI6IjU1IiwiTGluZUNvbG9yIjpudWxsLCJMaW5lV2VpZ2h0IjowLjAsIkxpbmVUeXBlIjowLCJQYXJlbnRTdHlsZSI6bnVsbH0sIlBhcmVudFN0eWxlIjpudWxsfSwiSG9yaXpvbnRhbENvbm5lY3RvclN0eWxlIjp7IiRpZCI6IjU2IiwiTGluZUNvbG9yIjp7IiRpZCI6IjU3IiwiJHR5cGUiOiJOTFJFLkNvbW1vbi5Eb20uU29saWRDb2xvckJydXNoLCBOTFJFLkNvbW1vbiIsIkNvbG9yIjp7IiRpZCI6IjU4IiwiQSI6MjU1LCJSIjoyMDQsIkciOjIwNCwiQiI6MjA0fX0sIkxpbmVXZWlnaHQiOjEuMCwiTGluZVR5cGUiOjAsIlBhcmVudFN0eWxlIjpudWxsfSwiVmVydGljYWxDb25uZWN0b3JTdHlsZSI6eyIkaWQiOiI1OSIsIkxpbmVDb2xvciI6eyIkaWQiOiI2MCIsIiR0eXBlIjoiTkxSRS5Db21tb24uRG9tLlNvbGlkQ29sb3JCcnVzaCwgTkxSRS5Db21tb24iLCJDb2xvciI6eyIkaWQiOiI2MSIsIkEiOjI1NSwiUiI6MjA0LCJHIjoyMDQsIkIiOjIwNH1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YyIiwiTWFyZ2luIjp7IiRpZCI6IjYzIiwiVG9wIjowLjAsIkxlZnQiOjQuMCwiUmlnaHQiOjQuMCwiQm90dG9tIjowLjB9LCJQYWRkaW5nIjp7IiRpZCI6IjY0IiwiVG9wIjowLjAsIkxlZnQiOjAuMCwiUmlnaHQiOjAuMCwiQm90dG9tIjowLjB9LCJCYWNrZ3JvdW5kIjp7IiRpZCI6IjY1IiwiQ29sb3IiOnsiJGlkIjoiNjYiLCJBIjoyNTUsIlIiOjgsIkciOjQ5LCJCIjo0Mn19LCJJc1Zpc2libGUiOnRydWUsIldpZHRoIjowLjAsIkhlaWdodCI6MTAuMCwiQm9yZGVyU3R5bGUiOnsiJGlkIjoiNjciLCJMaW5lQ29sb3IiOnsiJGlkIjoiNjgiLCIkdHlwZSI6Ik5MUkUuQ29tbW9uLkRvbS5Tb2xpZENvbG9yQnJ1c2gsIE5MUkUuQ29tbW9uIiwiQ29sb3IiOnsiJGlkIjoiNjkiLCJBIjoyNTUsIlIiOjI1NSwiRyI6MCwiQiI6MH19LCJMaW5lV2VpZ2h0IjowLjAsIkxpbmVUeXBlIjowLCJQYXJlbnRTdHlsZSI6bnVsbH0sIlBhcmVudFN0eWxlIjpudWxsfSwiVGl0bGVTdHlsZSI6eyIkaWQiOiI3MCIsIkZvbnRTZXR0aW5ncyI6eyIkaWQiOiI3MSIsIkZvbnRTaXplIjoxMSwiRm9udE5hbWUiOiJDYWxpYnJpIiwiSXNCb2xkIjp0cnVlLCJJc0l0YWxpYyI6ZmFsc2UsIklzVW5kZXJsaW5lZCI6ZmFsc2UsIlBhcmVudFN0eWxlIjpudWxsfSwiQXV0b1NpemUiOjAsIkZvcmVncm91bmQiOnsiJGlkIjoiNzIiLCJDb2xvciI6eyIkaWQiOiI3MyIsIkEiOjI1NSwiUiI6MCwiRyI6MCwiQiI6MH19LCJNYXhXaWR0aCI6NzIwLjAsIk1heEhlaWdodCI6IkluZmluaXR5IiwiU21hcnRGb3JlZ3JvdW5kSXNBY3RpdmUiOmZhbHNlLCJIb3Jpem9udGFsQWxpZ25tZW50IjowLCJWZXJ0aWNhbEFsaWdubWVudCI6MCwiU21hcnRGb3JlZ3JvdW5kIjpudWxsLCJCYWNrZ3JvdW5kRmlsbFR5cGUiOjAsIk1hcmdpbiI6eyIkaWQiOiI3NCIsIlRvcCI6MC4wLCJMZWZ0IjowLjAsIlJpZ2h0IjowLjAsIkJvdHRvbSI6MC4wfSwiUGFkZGluZyI6eyIkaWQiOiI3NSIsIlRvcCI6MC4wLCJMZWZ0IjowLjAsIlJpZ2h0IjowLjAsIkJvdHRvbSI6MC4wfSwiQmFja2dyb3VuZCI6eyIkaWQiOiI3NiIsIkNvbG9yIjp7IiRpZCI6Ijc3IiwiQSI6MCwiUiI6MCwiRyI6MCwiQiI6MH19LCJJc1Zpc2libGUiOnRydWUsIldpZHRoIjowLjAsIkhlaWdodCI6MC4wLCJCb3JkZXJTdHlsZSI6eyIkaWQiOiI3OCIsIkxpbmVDb2xvciI6bnVsbCwiTGluZVdlaWdodCI6MC4wLCJMaW5lVHlwZSI6MCwiUGFyZW50U3R5bGUiOm51bGx9LCJQYXJlbnRTdHlsZSI6bnVsbH0sIkRhdGVTdHlsZSI6eyIkaWQiOiI3OSIsIkZvbnRTZXR0aW5ncyI6eyIkaWQiOiI4MCIsIkZvbnRTaXplIjoxMCwiRm9udE5hbWUiOiJDYWxpYnJpIiwiSXNCb2xkIjpmYWxzZSwiSXNJdGFsaWMiOmZhbHNlLCJJc1VuZGVybGluZWQiOmZhbHNlLCJQYXJlbnRTdHlsZSI6bnVsbH0sIkF1dG9TaXplIjowLCJGb3JlZ3JvdW5kIjp7IiRpZCI6IjgxIiwiQ29sb3IiOnsiJGlkIjoiODIiLCJBIjoyNTUsIlIiOjY4LCJHIjo4NCwiQiI6MTA2fX0sIk1heFdpZHRoIjoyMDAuMCwiTWF4SGVpZ2h0IjoiSW5maW5pdHkiLCJTbWFydEZvcmVncm91bmRJc0FjdGl2ZSI6ZmFsc2UsIkhvcml6b250YWxBbGlnbm1lbnQiOjIsIlZlcnRpY2FsQWxpZ25tZW50IjowLCJTbWFydEZvcmVncm91bmQiOm51bGwsIkJhY2tncm91bmRGaWxsVHlwZSI6MCwiTWFyZ2luIjp7IiRpZCI6IjgzIiwiVG9wIjowLjAsIkxlZnQiOjAuMCwiUmlnaHQiOjAuMCwiQm90dG9tIjowLjB9LCJQYWRkaW5nIjp7IiRpZCI6Ijg0IiwiVG9wIjowLjAsIkxlZnQiOjAuMCwiUmlnaHQiOjAuMCwiQm90dG9tIjowLjB9LCJCYWNrZ3JvdW5kIjp7IiRpZCI6Ijg1IiwiQ29sb3IiOnsiJGlkIjoiODYiLCJBIjowLCJSIjowLCJHIjowLCJCIjowfX0sIklzVmlzaWJsZSI6dHJ1ZSwiV2lkdGgiOjAuMCwiSGVpZ2h0IjowLjAsIkJvcmRlclN0eWxlIjp7IiRpZCI6Ijg3IiwiTGluZUNvbG9yIjpudWxsLCJMaW5lV2VpZ2h0IjowLjAsIkxpbmVUeXBlIjowLCJQYXJlbnRTdHlsZSI6bnVsbH0sIlBhcmVudFN0eWxlIjpudWxsfSwiRGF0ZUZvcm1hdCI6eyIkaWQiOiI4OC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ODkiLCJGb3JtYXQiOjAsIklzVmlzaWJsZSI6ZmFsc2UsIkxhc3RLbm93blZpc2liaWxpdHlTdGF0ZSI6ZmFsc2V9LCJJc1Zpc2libGUiOnRydWUsIlBhcmVudFN0eWxlIjpudWxsfSwiSW5kZXgiOjIsIlNtYXJ0RHVyYXRpb25BY3RpdmF0ZWQiOmZhbHNlLCJEYXRlRm9ybWF0Ijp7IiRyZWYiOiI4OCJ9LCJXZWVrTnVtYmVyaW5nIjp7IiRpZCI6IjkwIiwiRm9ybWF0IjowLCJJc1Zpc2libGUiOmZhbHNlLCJMYXN0S25vd25WaXNpYmlsaXR5U3RhdGUiOmZhbHNlfSwiSWQiOiIxZGJhZTJhYi1kNzkxLTQyMWUtODI4Ny0yMmE1MTkzZThkNDgiLCJJbXBvcnRJZCI6bnVsbCwiVGl0bGUiOiJOREEgc3ViIC0gYXBwIiwiTm90ZSI6bnVsbCwiSHlwZXJsaW5rIjp7IiRpZCI6IjkxIiwiQWRkcmVzcyI6bnVsbCwiU3ViQWRkcmVzcyI6bnVsbH0sIklzQ2hhbmdlZCI6ZmFsc2UsIklzTmV3IjpmYWxzZX19LHsiJGlkIjoiOTIiLCJfYXR0YWNoZWRNaWxlc3RvbmVzIjpbXSwiVGFza0RlZmluaXRpb24iOnsiJGlkIjoiOTMiLCJHcm91cE5hbWUiOm51bGwsIlN0YXJ0RGF0ZSI6IjIwMjUtMTItMDNUMjM6NTk6MDBaIiwiRW5kRGF0ZSI6IjIwMjctMTAtMjdUMjM6NTk6MDBaIiwiUGVyY2VudGFnZUNvbXBsZXRlIjpudWxsLCJTdHlsZSI6eyIkaWQiOiI5NCIsIlNoYXBlIjoxLCJTaGFwZVRoaWNrbmVzcyI6MywiRHVyYXRpb25Gb3JtYXQiOjAsIkluY2x1ZGVOb25Xb3JraW5nRGF5c0luRHVyYXRpb24iOmZhbHNlLCJQZXJjZW50YWdlQ29tcGxldGVTdHlsZSI6eyIkaWQiOiI5NSIsIkZvbnRTZXR0aW5ncyI6eyIkaWQiOiI5NiIsIkZvbnRTaXplIjoxMCwiRm9udE5hbWUiOiJDYWxpYnJpIiwiSXNCb2xkIjpmYWxzZSwiSXNJdGFsaWMiOmZhbHNlLCJJc1VuZGVybGluZWQiOmZhbHNlLCJQYXJlbnRTdHlsZSI6bnVsbH0sIkF1dG9TaXplIjowLCJGb3JlZ3JvdW5kIjp7IiRyZWYiOiI0MCJ9LCJNYXhXaWR0aCI6MjAwLjAsIk1heEhlaWdodCI6IkluZmluaXR5IiwiU21hcnRGb3JlZ3JvdW5kSXNBY3RpdmUiOmZhbHNlLCJIb3Jpem9udGFsQWxpZ25tZW50IjowLCJWZXJ0aWNhbEFsaWdubWVudCI6MCwiU21hcnRGb3JlZ3JvdW5kIjpudWxsLCJCYWNrZ3JvdW5kRmlsbFR5cGUiOjAsIk1hcmdpbiI6eyIkcmVmIjoiNDIifSwiUGFkZGluZyI6eyIkcmVmIjoiNDMifSwiQmFja2dyb3VuZCI6eyIkcmVmIjoiNDQifSwiSXNWaXNpYmxlIjp0cnVlLCJXaWR0aCI6MC4wLCJIZWlnaHQiOjAuMCwiQm9yZGVyU3R5bGUiOnsiJGlkIjoiOTciLCJMaW5lQ29sb3IiOm51bGwsIkxpbmVXZWlnaHQiOjAuMCwiTGluZVR5cGUiOjAsIlBhcmVudFN0eWxlIjpudWxsfSwiUGFyZW50U3R5bGUiOm51bGx9LCJEdXJhdGlvblN0eWxlIjp7IiRpZCI6Ijk4IiwiRm9udFNldHRpbmdzIjp7IiRpZCI6Ijk5IiwiRm9udFNpemUiOjEwLCJGb250TmFtZSI6IkNhbGlicmkiLCJJc0JvbGQiOmZhbHNlLCJJc0l0YWxpYyI6ZmFsc2UsIklzVW5kZXJsaW5lZCI6ZmFsc2UsIlBhcmVudFN0eWxlIjpudWxsfSwiQXV0b1NpemUiOjAsIkZvcmVncm91bmQiOnsiJHJlZiI6IjQ5In0sIk1heFdpZHRoIjoyMDAuMCwiTWF4SGVpZ2h0IjoiSW5maW5pdHkiLCJTbWFydEZvcmVncm91bmRJc0FjdGl2ZSI6ZmFsc2UsIkhvcml6b250YWxBbGlnbm1lbnQiOjAsIlZlcnRpY2FsQWxpZ25tZW50IjowLCJTbWFydEZvcmVncm91bmQiOm51bGwsIkJhY2tncm91bmRGaWxsVHlwZSI6MCwiTWFyZ2luIjp7IiRyZWYiOiI1MSJ9LCJQYWRkaW5nIjp7IiRyZWYiOiI1MiJ9LCJCYWNrZ3JvdW5kIjp7IiRyZWYiOiI1MyJ9LCJJc1Zpc2libGUiOnRydWUsIldpZHRoIjowLjAsIkhlaWdodCI6MC4wLCJCb3JkZXJTdHlsZSI6eyIkaWQiOiIxMDAiLCJMaW5lQ29sb3IiOm51bGwsIkxpbmVXZWlnaHQiOjAuMCwiTGluZVR5cGUiOjAsIlBhcmVudFN0eWxlIjpudWxsfSwiUGFyZW50U3R5bGUiOm51bGx9LCJIb3Jpem9udGFsQ29ubmVjdG9yU3R5bGUiOnsiJGlkIjoiMTAxIiwiTGluZUNvbG9yIjp7IiRyZWYiOiI1NyJ9LCJMaW5lV2VpZ2h0IjoxLjAsIkxpbmVUeXBlIjowLCJQYXJlbnRTdHlsZSI6bnVsbH0sIlZlcnRpY2FsQ29ubmVjdG9yU3R5bGUiOnsiJGlkIjoiMTAyIiwiTGluZUNvbG9yIjp7IiRyZWYiOiI2M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EwMyIsIk1hcmdpbiI6eyIkcmVmIjoiNjMifSwiUGFkZGluZyI6eyIkcmVmIjoiNjQifSwiQmFja2dyb3VuZCI6eyIkaWQiOiIxMDQiLCJDb2xvciI6eyIkaWQiOiIxMDUiLCJBIjoyNTUsIlIiOjgsIkciOjQ5LCJCIjo0Mn19LCJJc1Zpc2libGUiOnRydWUsIldpZHRoIjoxNzQuMjM3MDE0NzcwNTA3ODEsIkhlaWdodCI6MTAuOTEwMjM2MzU4NjQyNTc4LCJCb3JkZXJTdHlsZSI6eyIkaWQiOiIxMDYiLCJMaW5lQ29sb3IiOnsiJHJlZiI6IjY4In0sIkxpbmVXZWlnaHQiOjAuMCwiTGluZVR5cGUiOjAsIlBhcmVudFN0eWxlIjpudWxsfSwiUGFyZW50U3R5bGUiOm51bGx9LCJUaXRsZVN0eWxlIjp7IiRpZCI6IjEwNyIsIkZvbnRTZXR0aW5ncyI6eyIkaWQiOiIxMDgiLCJGb250U2l6ZSI6MTEsIkZvbnROYW1lIjoiQ2FsaWJyaSIsIklzQm9sZCI6dHJ1ZSwiSXNJdGFsaWMiOmZhbHNlLCJJc1VuZGVybGluZWQiOmZhbHNlLCJQYXJlbnRTdHlsZSI6bnVsbH0sIkF1dG9TaXplIjowLCJGb3JlZ3JvdW5kIjp7IiRyZWYiOiI3MiJ9LCJNYXhXaWR0aCI6NzIwLjAsIk1heEhlaWdodCI6IkluZmluaXR5IiwiU21hcnRGb3JlZ3JvdW5kSXNBY3RpdmUiOmZhbHNlLCJIb3Jpem9udGFsQWxpZ25tZW50IjowLCJWZXJ0aWNhbEFsaWdubWVudCI6MCwiU21hcnRGb3JlZ3JvdW5kIjpudWxsLCJCYWNrZ3JvdW5kRmlsbFR5cGUiOjAsIk1hcmdpbiI6eyIkcmVmIjoiNzQifSwiUGFkZGluZyI6eyIkcmVmIjoiNzUifSwiQmFja2dyb3VuZCI6eyIkcmVmIjoiNzYifSwiSXNWaXNpYmxlIjp0cnVlLCJXaWR0aCI6MC4wLCJIZWlnaHQiOjAuMCwiQm9yZGVyU3R5bGUiOnsiJGlkIjoiMTA5IiwiTGluZUNvbG9yIjpudWxsLCJMaW5lV2VpZ2h0IjowLjAsIkxpbmVUeXBlIjowLCJQYXJlbnRTdHlsZSI6bnVsbH0sIlBhcmVudFN0eWxlIjpudWxsfSwiRGF0ZVN0eWxlIjp7IiRpZCI6IjExMCIsIkZvbnRTZXR0aW5ncyI6eyIkaWQiOiIxMTEiLCJGb250U2l6ZSI6MTAsIkZvbnROYW1lIjoiQ2FsaWJyaSIsIklzQm9sZCI6ZmFsc2UsIklzSXRhbGljIjpmYWxzZSwiSXNVbmRlcmxpbmVkIjpmYWxzZSwiUGFyZW50U3R5bGUiOm51bGx9LCJBdXRvU2l6ZSI6MCwiRm9yZWdyb3VuZCI6eyIkcmVmIjoiODEi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HJlZiI6Ijg1In0sIklzVmlzaWJsZSI6dHJ1ZSwiV2lkdGgiOjAuMCwiSGVpZ2h0IjowLjAsIkJvcmRlclN0eWxlIjp7IiRpZCI6IjExMiIsIkxpbmVDb2xvciI6bnVsbCwiTGluZVdlaWdodCI6MC4wLCJMaW5lVHlwZSI6MCwiUGFyZW50U3R5bGUiOm51bGx9LCJQYXJlbnRTdHlsZSI6bnVsbH0sIkRhdGVGb3JtYXQiOnsiJGlkIjoiMTEz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xMTQiLCJGb3JtYXQiOjAsIklzVmlzaWJsZSI6ZmFsc2UsIkxhc3RLbm93blZpc2liaWxpdHlTdGF0ZSI6ZmFsc2V9LCJJc1Zpc2libGUiOnRydWUsIlBhcmVudFN0eWxlIjpudWxsfSwiSW5kZXgiOjEsIlNtYXJ0RHVyYXRpb25BY3RpdmF0ZWQiOmZhbHNlLCJEYXRlRm9ybWF0Ijp7IiRyZWYiOiIxMTMifSwiV2Vla051bWJlcmluZyI6eyIkaWQiOiIxMTUiLCJGb3JtYXQiOjAsIklzVmlzaWJsZSI6ZmFsc2UsIkxhc3RLbm93blZpc2liaWxpdHlTdGF0ZSI6ZmFsc2V9LCJJZCI6ImYzZThjNmM5LWZiYzgtNGIyMC05OWY4LTI4ZmUwOWRhM2NkNiIsIkltcG9ydElkIjpudWxsLCJUaXRsZSI6Imdsb2JhbCBGU1MgLSBMU1MiLCJOb3RlIjpudWxsLCJIeXBlcmxpbmsiOnsiJGlkIjoiMTE2IiwiQWRkcmVzcyI6bnVsbCwiU3ViQWRkcmVzcyI6bnVsbH0sIklzQ2hhbmdlZCI6ZmFsc2UsIklzTmV3IjpmYWxzZX19XSwiX21pbGVzdG9uZXMiOltdLCJJZCI6IjE0NmFkMDgxLTc3NTYtNDYxMS1hOThjLWYxMGU4YzMwNWE1YyIsIklzU2luZ2xlSXRlbVJvdyI6ZmFsc2V9LHsiJGlkIjoiMTE3IiwiX3Rhc2tzIjpbXSwiX21pbGVzdG9uZXMiOlt7IiRpZCI6IjExOCIsIklkIjoiZWM2OGIyOWEtNTlkZi00MTg3LWFiYzMtMjIwZDgxN2JjOWE3IiwiSW5kZXgiOjIsIkdyb3VwSWQiOm51bGwsIlRpdGxlIjoiaW50ZXJpbWEgYW5hbHlzaXMiLCJEYXRlVGltZSI6IjIwMjktMDUtMTBUMjM6NTk6MDAiLCJQZXJjZW50YWdlQ29tcGxldGUiOm51bGwsIk5vdGUiOm51bGwsIlN0eWxlIjp7IiRpZCI6IjExOSIsIlRpdGxlUG9zaXRpb24iOiJMZWZ0IiwiRGF0ZVBvc2l0aW9uIjoiTGVmdCIsIlNoYXBlVHlwZSI6MiwiU2hhcGVTaXplIjoxLCJTaGFwZVN0eWxlIjp7IiRpZCI6IjEyMCIsIk1hcmdpbiI6eyIkcmVmIjoiOCJ9LCJQYWRkaW5nIjp7IiRyZWYiOiI5In0sIkJhY2tncm91bmQiOnsiJGlkIjoiMTIxIiwiQ29sb3IiOnsiJGlkIjoiMTIyIiwiQSI6MjU1LCJSIjo4LCJHIjo0OSwiQiI6NDJ9fSwiSXNWaXNpYmxlIjp0cnVlLCJXaWR0aCI6MTMuMCwiSGVpZ2h0IjoxMy4wLCJCb3JkZXJTdHlsZSI6eyIkaWQiOiIxMjMiLCJMaW5lQ29sb3IiOnsiJGlkIjoiMTI0IiwiJHR5cGUiOiJOTFJFLkNvbW1vbi5Eb20uU29saWRDb2xvckJydXNoLCBOTFJFLkNvbW1vbiIsIkNvbG9yIjp7IiRpZCI6IjEyNSIsIkEiOjI1NSwiUiI6MjU1LCJHIjowLCJCIjowfX0sIkxpbmVXZWlnaHQiOjAuMCwiTGluZVR5cGUiOjAsIlBhcmVudFN0eWxlIjpudWxsfSwiUGFyZW50U3R5bGUiOm51bGx9LCJUaXRsZVN0eWxlIjp7IiRpZCI6IjEyNiIsIkZvbnRTZXR0aW5ncyI6eyIkaWQiOiIxMjciLCJGb250U2l6ZSI6MTEsIkZvbnROYW1lIjoiQ2FsaWJyaSIsIklzQm9sZCI6dHJ1ZSwiSXNJdGFsaWMiOmZhbHNlLCJJc1VuZGVybGluZWQiOmZhbHNlLCJQYXJlbnRTdHlsZSI6bnVsbH0sIkF1dG9TaXplIjowLCJGb3JlZ3JvdW5kIjp7IiRpZCI6IjEyOCIsIkNvbG9yIjp7IiRpZCI6IjEyOSIsIkEiOjI1NSwiUiI6MCwiRyI6MCwiQiI6MH19LCJNYXhXaWR0aCI6MjAwLjAsIk1heEhlaWdodCI6IkluZmluaXR5IiwiU21hcnRGb3JlZ3JvdW5kSXNBY3RpdmUiOmZhbHNlLCJIb3Jpem9udGFsQWxpZ25tZW50IjoyLCJWZXJ0aWNhbEFsaWdubWVudCI6MCwiU21hcnRGb3JlZ3JvdW5kIjpudWxsLCJCYWNrZ3JvdW5kRmlsbFR5cGUiOjAsIk1hcmdpbiI6eyIkcmVmIjoiMTkifSwiUGFkZGluZyI6eyIkcmVmIjoiMjAifSwiQmFja2dyb3VuZCI6eyIkaWQiOiIxMzAiLCJDb2xvciI6eyIkaWQiOiIxMzEiLCJBIjowLCJSIjowLCJHIjowLCJCIjowfX0sIklzVmlzaWJsZSI6dHJ1ZSwiV2lkdGgiOjAuMCwiSGVpZ2h0IjowLjAsIkJvcmRlclN0eWxlIjpudWxsLCJQYXJlbnRTdHlsZSI6bnVsbH0sIkRhdGVTdHlsZSI6eyIkaWQiOiIxMzIiLCJGb250U2V0dGluZ3MiOnsiJGlkIjoiMTMzIiwiRm9udFNpemUiOjEwLCJGb250TmFtZSI6IkNhbGlicmkiLCJJc0JvbGQiOmZhbHNlLCJJc0l0YWxpYyI6ZmFsc2UsIklzVW5kZXJsaW5lZCI6ZmFsc2UsIlBhcmVudFN0eWxlIjpudWxsfSwiQXV0b1NpemUiOjAsIkZvcmVncm91bmQiOnsiJGlkIjoiMTM0IiwiQ29sb3IiOnsiJGlkIjoiMTM1IiwiQSI6MjU1LCJSIjo2OCwiRyI6ODQsIkIiOjEwNn19LCJNYXhXaWR0aCI6MjAwLjAsIk1heEhlaWdodCI6IkluZmluaXR5IiwiU21hcnRGb3JlZ3JvdW5kSXNBY3RpdmUiOmZhbHNlLCJIb3Jpem9udGFsQWxpZ25tZW50IjoyLCJWZXJ0aWNhbEFsaWdubWVudCI6MCwiU21hcnRGb3JlZ3JvdW5kIjpudWxsLCJCYWNrZ3JvdW5kRmlsbFR5cGUiOjAsIk1hcmdpbiI6eyIkcmVmIjoiMjcifSwiUGFkZGluZyI6eyIkcmVmIjoiMjgifSwiQmFja2dyb3VuZCI6eyIkaWQiOiIxMzYiLCJDb2xvciI6eyIkaWQiOiIxMzciLCJBIjowLCJSIjowLCJHIjowLCJCIjowfX0sIklzVmlzaWJsZSI6dHJ1ZSwiV2lkdGgiOjAuMCwiSGVpZ2h0IjowLjAsIkJvcmRlclN0eWxlIjpudWxsLCJQYXJlbnRTdHlsZSI6bnVsbH0sIkRhdGVGb3JtYXQiOnsiJGlkIjoiMTM4IiwiRm9ybWF0U3RyaW5nIjoiTS9kL3l5IiwiU2VwYXJhdG9yIjoiLyIsIlVzZUludGVybmF0aW9uYWxEYXRlRm9ybWF0IjpmYWxzZSwiRGF0ZUlzVmlzaWJsZSI6dHJ1ZSwiVGltZUlzVmlzaWJsZSI6ZmFsc2UsIkhvdXJEaWdpdHMiOjEsIkFtUG1EZXNpZ25hdG9yIjoyLCJUcmltMDBNaW51dGVzIjpmYWxzZSwiTGFzdEtub3duVmlzaWJpbGl0eVN0YXRlIjp7IiRpZCI6IjEzOSIsIkRhdGVQYXJ0SXNWaXNpYmxlIjp0cnVlLCJUaW1lUGFydElzVmlzaWJsZSI6ZmFsc2V9fSwiV2Vla051bWJlcmluZyI6eyIkaWQiOiIxNDAiLCJGb3JtYXQiOjAsIklzVmlzaWJsZSI6ZmFsc2UsIkxhc3RLbm93blZpc2liaWxpdHlTdGF0ZSI6ZmFsc2V9LCJJc1Zpc2libGUiOnRydWUsIlBhcmVudFN0eWxlIjpudWxsfSwiSHlwZXJsaW5rIjpudWxsLCJJbXBvcnRJZCI6IiJ9XSwiSWQiOiIwMDAwMDAwMC0wMDAwLTAwMDAtMDAwMC0wMDAwMDAwMDAwMDAiLCJJc1NpbmdsZUl0ZW1Sb3ciOnRydWV9LHsiJGlkIjoiMTQxIiwiX3Rhc2tzIjpbXSwiX21pbGVzdG9uZXMiOlt7IiRpZCI6IjE0MiIsIklkIjoiM2JlNTQ3MWMtM2VkZS00N2Y4LTkzZDQtMDI5OGE0ZWU3MzNiIiwiSW5kZXgiOjMsIkdyb3VwSWQiOm51bGwsIlRpdGxlIjoia2V5IHJlc3VsdHMiLCJEYXRlVGltZSI6IjIwMzAtMDUtMDFUMjM6NTk6MDAiLCJQZXJjZW50YWdlQ29tcGxldGUiOm51bGwsIk5vdGUiOm51bGwsIlN0eWxlIjp7IiRpZCI6IjE0MyIsIlRpdGxlUG9zaXRpb24iOiJMZWZ0IiwiRGF0ZVBvc2l0aW9uIjoiTGVmdCIsIlNoYXBlVHlwZSI6MiwiU2hhcGVTaXplIjoxLCJTaGFwZVN0eWxlIjp7IiRpZCI6IjE0NCIsIk1hcmdpbiI6eyIkcmVmIjoiOCJ9LCJQYWRkaW5nIjp7IiRyZWYiOiI5In0sIkJhY2tncm91bmQiOnsiJGlkIjoiMTQ1IiwiQ29sb3IiOnsiJGlkIjoiMTQ2IiwiQSI6MjU1LCJSIjo4LCJHIjo0OSwiQiI6NDJ9fSwiSXNWaXNpYmxlIjp0cnVlLCJXaWR0aCI6MTMuMCwiSGVpZ2h0IjoxMy4wLCJCb3JkZXJTdHlsZSI6eyIkaWQiOiIxNDciLCJMaW5lQ29sb3IiOnsiJHJlZiI6IjEyNCJ9LCJMaW5lV2VpZ2h0IjowLjAsIkxpbmVUeXBlIjowLCJQYXJlbnRTdHlsZSI6bnVsbH0sIlBhcmVudFN0eWxlIjpudWxsfSwiVGl0bGVTdHlsZSI6eyIkaWQiOiIxNDgiLCJGb250U2V0dGluZ3MiOnsiJGlkIjoiMTQ5IiwiRm9udFNpemUiOjExLCJGb250TmFtZSI6IkNhbGlicmkiLCJJc0JvbGQiOnRydWUsIklzSXRhbGljIjpmYWxzZSwiSXNVbmRlcmxpbmVkIjpmYWxzZSwiUGFyZW50U3R5bGUiOm51bGx9LCJBdXRvU2l6ZSI6MCwiRm9yZWdyb3VuZCI6eyIkcmVmIjoiMTI4In0sIk1heFdpZHRoIjoyMDAuMCwiTWF4SGVpZ2h0IjoiSW5maW5pdHkiLCJTbWFydEZvcmVncm91bmRJc0FjdGl2ZSI6ZmFsc2UsIkhvcml6b250YWxBbGlnbm1lbnQiOjIsIlZlcnRpY2FsQWxpZ25tZW50IjowLCJTbWFydEZvcmVncm91bmQiOm51bGwsIkJhY2tncm91bmRGaWxsVHlwZSI6MCwiTWFyZ2luIjp7IiRyZWYiOiIxOSJ9LCJQYWRkaW5nIjp7IiRyZWYiOiIyMCJ9LCJCYWNrZ3JvdW5kIjp7IiRyZWYiOiIxMzAifSwiSXNWaXNpYmxlIjp0cnVlLCJXaWR0aCI6MC4wLCJIZWlnaHQiOjAuMCwiQm9yZGVyU3R5bGUiOm51bGwsIlBhcmVudFN0eWxlIjpudWxsfSwiRGF0ZVN0eWxlIjp7IiRpZCI6IjE1MCIsIkZvbnRTZXR0aW5ncyI6eyIkaWQiOiIxNTEiLCJGb250U2l6ZSI6MTAsIkZvbnROYW1lIjoiQ2FsaWJyaSIsIklzQm9sZCI6ZmFsc2UsIklzSXRhbGljIjpmYWxzZSwiSXNVbmRlcmxpbmVkIjpmYWxzZSwiUGFyZW50U3R5bGUiOm51bGx9LCJBdXRvU2l6ZSI6MCwiRm9yZWdyb3VuZCI6eyIkcmVmIjoiMTM0In0sIk1heFdpZHRoIjoyMDAuMCwiTWF4SGVpZ2h0IjoiSW5maW5pdHkiLCJTbWFydEZvcmVncm91bmRJc0FjdGl2ZSI6ZmFsc2UsIkhvcml6b250YWxBbGlnbm1lbnQiOjIsIlZlcnRpY2FsQWxpZ25tZW50IjowLCJTbWFydEZvcmVncm91bmQiOm51bGwsIkJhY2tncm91bmRGaWxsVHlwZSI6MCwiTWFyZ2luIjp7IiRyZWYiOiIyNyJ9LCJQYWRkaW5nIjp7IiRyZWYiOiIyOCJ9LCJCYWNrZ3JvdW5kIjp7IiRyZWYiOiIxMzYifSwiSXNWaXNpYmxlIjp0cnVlLCJXaWR0aCI6MC4wLCJIZWlnaHQiOjAuMCwiQm9yZGVyU3R5bGUiOm51bGwsIlBhcmVudFN0eWxlIjpudWxsfSwiRGF0ZUZvcm1hdCI6eyIkaWQiOiIxNTIiLCJGb3JtYXRTdHJpbmciOiJNL2QveXkiLCJTZXBhcmF0b3IiOiIvIiwiVXNlSW50ZXJuYXRpb25hbERhdGVGb3JtYXQiOmZhbHNlLCJEYXRlSXNWaXNpYmxlIjp0cnVlLCJUaW1lSXNWaXNpYmxlIjpmYWxzZSwiSG91ckRpZ2l0cyI6MSwiQW1QbURlc2lnbmF0b3IiOjIsIlRyaW0wME1pbnV0ZXMiOmZhbHNlLCJMYXN0S25vd25WaXNpYmlsaXR5U3RhdGUiOnsiJGlkIjoiMTUzIiwiRGF0ZVBhcnRJc1Zpc2libGUiOnRydWUsIlRpbWVQYXJ0SXNWaXNpYmxlIjpmYWxzZX19LCJXZWVrTnVtYmVyaW5nIjp7IiRpZCI6IjE1NCIsIkZvcm1hdCI6MCwiSXNWaXNpYmxlIjpmYWxzZSwiTGFzdEtub3duVmlzaWJpbGl0eVN0YXRlIjpmYWxzZX0sIklzVmlzaWJsZSI6dHJ1ZSwiUGFyZW50U3R5bGUiOm51bGx9LCJIeXBlcmxpbmsiOm51bGwsIkltcG9ydElkIjoiIn1dLCJJZCI6IjAwMDAwMDAwLTAwMDAtMDAwMC0wMDAwLTAwMDAwMDAwMDAwMCIsIklzU2luZ2xlSXRlbVJvdyI6dHJ1ZX1dLCJJbmRleCI6MCwiSWQiOiJjZDIzMDhkMC0yZDY5LTQ0ZDEtODJiMS1hMzE2OWY0NjA0YzUiLCJIZWFkZXJUZXh0IjpudWxsLCJJc0RlZmF1bHQiOnRydWUsIlN0eWxlIjp7IiRpZCI6IjE1NSIsIkhlYWRlclN0eWxlIjp7IiRpZCI6IjE1NiIsIlRleHRTdHlsZSI6eyIkaWQiOiIxNTciLCJGb250U2V0dGluZ3MiOnsiJGlkIjoiMTU4IiwiRm9udFNpemUiOjExLCJGb250TmFtZSI6IkNhbGlicmkiLCJJc0JvbGQiOmZhbHNlLCJJc0l0YWxpYyI6ZmFsc2UsIklzVW5kZXJsaW5lZCI6ZmFsc2UsIlBhcmVudFN0eWxlIjpudWxsfSwiQXV0b1NpemUiOjIsIkZvcmVncm91bmQiOnsiJGlkIjoiMTU5IiwiQ29sb3IiOnsiJGlkIjoiMTYwIiwiQSI6MjU1LCJSIjowLCJHIjowLCJCIjowfX0sIk1heFdpZHRoIjowLjAsIk1heEhlaWdodCI6IkluZmluaXR5IiwiU21hcnRGb3JlZ3JvdW5kSXNBY3RpdmUiOmZhbHNlLCJIb3Jpem9udGFsQWxpZ25tZW50IjowLCJWZXJ0aWNhbEFsaWdubWVudCI6MCwiU21hcnRGb3JlZ3JvdW5kIjpudWxsLCJCYWNrZ3JvdW5kRmlsbFR5cGUiOjAsIk1hcmdpbiI6eyIkaWQiOiIxNjEiLCJUb3AiOjAuMCwiTGVmdCI6MC4wLCJSaWdodCI6MC4wLCJCb3R0b20iOjAuMH0sIlBhZGRpbmciOnsiJGlkIjoiMTYyIiwiVG9wIjowLjAsIkxlZnQiOjAuMCwiUmlnaHQiOjAuMCwiQm90dG9tIjowLjB9LCJCYWNrZ3JvdW5kIjpudWxsLCJJc1Zpc2libGUiOnRydWUsIldpZHRoIjowLjAsIkhlaWdodCI6MC4wLCJCb3JkZXJTdHlsZSI6bnVsbCwiUGFyZW50U3R5bGUiOm51bGx9LCJSZWN0YW5nbGVTdHlsZSI6eyIkaWQiOiIxNjMiLCJNYXJnaW4iOnsiJGlkIjoiMTY0IiwiVG9wIjowLjAsIkxlZnQiOjAuMCwiUmlnaHQiOjAuMCwiQm90dG9tIjowLjB9LCJQYWRkaW5nIjp7IiRpZCI6IjE2NSIsIlRvcCI6MC4wLCJMZWZ0IjowLjAsIlJpZ2h0IjowLjAsIkJvdHRvbSI6MC4wfSwiQmFja2dyb3VuZCI6eyIkaWQiOiIxNjYiLCJDb2xvciI6eyIkaWQiOiIxNjciLCJBIjo2MywiUiI6OCwiRyI6NDksIkIiOjQyfX0sIklzVmlzaWJsZSI6dHJ1ZSwiV2lkdGgiOjAuMCwiSGVpZ2h0IjowLjAsIkJvcmRlclN0eWxlIjp7IiRpZCI6IjE2OCIsIkxpbmVDb2xvciI6eyIkaWQiOiIxNjkiLCIkdHlwZSI6Ik5MUkUuQ29tbW9uLkRvbS5Tb2xpZENvbG9yQnJ1c2gsIE5MUkUuQ29tbW9uIiwiQ29sb3IiOnsiJGlkIjoiMTcwIiwiQSI6MjU1LCJSIjoxLCJHIjoxNSwiQiI6MTF9fSwiTGluZVdlaWdodCI6MC4wLCJMaW5lVHlwZSI6MCwiUGFyZW50U3R5bGUiOm51bGx9LCJQYXJlbnRTdHlsZSI6bnVsbH0sIk1hcmdpbiI6eyIkaWQiOiIxNzEiLCJUb3AiOjAuMCwiTGVmdCI6MC4wLCJSaWdodCI6MC4wLCJCb3R0b20iOjAuMH0sIlBhZGRpbmciOnsiJGlkIjoiMTcyIiwiVG9wIjowLjAsIkxlZnQiOjAuMCwiUmlnaHQiOjAuMCwiQm90dG9tIjowLjB9LCJCYWNrZ3JvdW5kIjpudWxsLCJJc1Zpc2libGUiOnRydWUsIldpZHRoIjowLjAsIkhlaWdodCI6MC4wLCJCb3JkZXJTdHlsZSI6bnVsbCwiUGFyZW50U3R5bGUiOm51bGx9LCJCYWNrZ3JvdW5kU3R5bGUiOnsiJGlkIjoiMTczIiwiTWFyZ2luIjp7IiRpZCI6IjE3NCIsIlRvcCI6MC4wLCJMZWZ0IjowLjAsIlJpZ2h0IjowLjAsIkJvdHRvbSI6MC4wfSwiUGFkZGluZyI6eyIkaWQiOiIxNzUiLCJUb3AiOjAuMCwiTGVmdCI6MC4wLCJSaWdodCI6MC4wLCJCb3R0b20iOjAuMH0sIkJhY2tncm91bmQiOnsiJGlkIjoiMTc2IiwiQ29sb3IiOnsiJGlkIjoiMTc3IiwiQSI6NTEsIlIiOjE5NywiRyI6MTk1LCJCIjoyMzh9fSwiSXNWaXNpYmxlIjp0cnVlLCJXaWR0aCI6MC4wLCJIZWlnaHQiOjAuMCwiQm9yZGVyU3R5bGUiOnsiJGlkIjoiMTc4IiwiTGluZUNvbG9yIjp7IiRpZCI6IjE3OSIsIiR0eXBlIjoiTkxSRS5Db21tb24uRG9tLlNvbGlkQ29sb3JCcnVzaCwgTkxSRS5Db21tb24iLCJDb2xvciI6eyIkaWQiOiIxODAiLCJBIjoyNTUsIlIiOjEsIkciOjE1LCJCIjoxMX19LCJMaW5lV2VpZ2h0IjowLjAsIkxpbmVUeXBlIjowLCJQYXJlbnRTdHlsZSI6bnVsbH0sIlBhcmVudFN0eWxlIjpudWxsfSwiTWFyZ2luIjp7IiRpZCI6IjE4MSIsIlRvcCI6MC4wLCJMZWZ0IjowLjAsIlJpZ2h0IjowLjAsIkJvdHRvbSI6MC4wfSwiUGFkZGluZyI6eyIkaWQiOiIxODIiLCJUb3AiOjAuMCwiTGVmdCI6MC4wLCJSaWdodCI6MC4wLCJCb3R0b20iOjAuMH0sIklzVmlzaWJsZSI6ZmFsc2UsIldpZHRoIjowLjAsIkhlaWdodCI6MC4wLCJCb3JkZXJTdHlsZSI6bnVsbCwiUGFyZW50U3R5bGUiOm51bGx9fV0sIklkIjoiMDA4YjM1N2EtOTU5Zi00ZDkxLTgzZTctYzNkZjQ0MTk3YzI3IiwiSW5kZXgiOjAsIkhlYWRlclRleHQiOiJHbG9iYWxccjE0MzQtMDAxN1xyUGggSUlJIiwiU3R5bGUiOnsiJGlkIjoiMTgzIiwiSGVhZGVyU3R5bGUiOnsiJGlkIjoiMTg0IiwiVGV4dElzVmVydGljYWwiOmZhbHNlLCJUZXh0U3R5bGUiOnsiJGlkIjoiMTg1IiwiRm9udFNldHRpbmdzIjp7IiRpZCI6IjE4NiIsIkZvbnRTaXplIjoxMiwiRm9udE5hbWUiOiJDYWxpYnJpIiwiSXNCb2xkIjpmYWxzZSwiSXNJdGFsaWMiOmZhbHNlLCJJc1VuZGVybGluZWQiOmZhbHNlLCJQYXJlbnRTdHlsZSI6bnVsbH0sIkF1dG9TaXplIjoyLCJGb3JlZ3JvdW5kIjp7IiRpZCI6IjE4NyIsIkNvbG9yIjp7IiRpZCI6IjE4OCIsIkEiOjI1NSwiUiI6MjU1LCJHIjoyNTUsIkIiOjI1NX19LCJNYXhXaWR0aCI6MTQ3LjAsIk1heEhlaWdodCI6MC4wLCJTbWFydEZvcmVncm91bmRJc0FjdGl2ZSI6ZmFsc2UsIkhvcml6b250YWxBbGlnbm1lbnQiOjAsIlZlcnRpY2FsQWxpZ25tZW50IjowLCJTbWFydEZvcmVncm91bmQiOm51bGwsIkJhY2tncm91bmRGaWxsVHlwZSI6MCwiTWFyZ2luIjp7IiRpZCI6IjE4OSIsIlRvcCI6MC4wLCJMZWZ0IjowLjAsIlJpZ2h0IjowLjAsIkJvdHRvbSI6MC4wfSwiUGFkZGluZyI6eyIkaWQiOiIxOTAiLCJUb3AiOjAuMCwiTGVmdCI6MC4wLCJSaWdodCI6MC4wLCJCb3R0b20iOjAuMH0sIkJhY2tncm91bmQiOm51bGwsIklzVmlzaWJsZSI6dHJ1ZSwiV2lkdGgiOjAuMCwiSGVpZ2h0IjowLjAsIkJvcmRlclN0eWxlIjpudWxsLCJQYXJlbnRTdHlsZSI6bnVsbH0sIlJlY3RhbmdsZVN0eWxlIjp7IiRpZCI6IjE5MSIsIk1hcmdpbiI6eyIkaWQiOiIxOTIiLCJUb3AiOjAuMCwiTGVmdCI6MC4wLCJSaWdodCI6MC4wLCJCb3R0b20iOjAuMH0sIlBhZGRpbmciOnsiJGlkIjoiMTkzIiwiVG9wIjowLjAsIkxlZnQiOjAuMCwiUmlnaHQiOjAuMCwiQm90dG9tIjowLjB9LCJCYWNrZ3JvdW5kIjp7IiRpZCI6IjE5NCIsIkNvbG9yIjp7IiRpZCI6IjE5NSIsIkEiOjI1NSwiUiI6MCwiRyI6MjI4LCJCIjoxMjR9fSwiSXNWaXNpYmxlIjp0cnVlLCJXaWR0aCI6MC4wLCJIZWlnaHQiOjAuMCwiQm9yZGVyU3R5bGUiOnsiJGlkIjoiMTk2IiwiTGluZUNvbG9yIjp7IiRpZCI6IjE5NyIsIiR0eXBlIjoiTkxSRS5Db21tb24uRG9tLlNvbGlkQ29sb3JCcnVzaCwgTkxSRS5Db21tb24iLCJDb2xvciI6eyIkaWQiOiIxOTgiLCJBIjoyNTUsIlIiOjI1NSwiRyI6MjU1LCJCIjoyNTV9fSwiTGluZVdlaWdodCI6MC4wLCJMaW5lVHlwZSI6MCwiUGFyZW50U3R5bGUiOm51bGx9LCJQYXJlbnRTdHlsZSI6bnVsbH0sIk1hcmdpbiI6eyIkaWQiOiIxOTkiLCJUb3AiOjAuMCwiTGVmdCI6MC4wLCJSaWdodCI6MC4wLCJCb3R0b20iOjAuMH0sIlBhZGRpbmciOnsiJGlkIjoiMjAwIiwiVG9wIjowLjAsIkxlZnQiOjAuMCwiUmlnaHQiOjAuMCwiQm90dG9tIjowLjB9LCJCYWNrZ3JvdW5kIjpudWxsLCJJc1Zpc2libGUiOnRydWUsIldpZHRoIjowLjAsIkhlaWdodCI6MC4wLCJCb3JkZXJTdHlsZSI6bnVsbCwiUGFyZW50U3R5bGUiOm51bGx9LCJCYWNrZ3JvdW5kU3R5bGUiOnsiJGlkIjoiMjAxIiwiTWFyZ2luIjp7IiRpZCI6IjIwMiIsIlRvcCI6MC4wLCJMZWZ0IjowLjAsIlJpZ2h0IjowLjAsIkJvdHRvbSI6MC4wfSwiUGFkZGluZyI6eyIkaWQiOiIyMDMiLCJUb3AiOjAuMCwiTGVmdCI6MC4wLCJSaWdodCI6MC4wLCJCb3R0b20iOjAuMH0sIkJhY2tncm91bmQiOnsiJGlkIjoiMjA0IiwiQ29sb3IiOnsiJGlkIjoiMjA1IiwiQSI6NTEsIlIiOjE5NywiRyI6MTk1LCJCIjoyMzh9fSwiSXNWaXNpYmxlIjp0cnVlLCJXaWR0aCI6MC4wLCJIZWlnaHQiOjAuMCwiQm9yZGVyU3R5bGUiOnsiJGlkIjoiMjA2IiwiTGluZUNvbG9yIjp7IiRpZCI6IjIwNyIsIiR0eXBlIjoiTkxSRS5Db21tb24uRG9tLlNvbGlkQ29sb3JCcnVzaCwgTkxSRS5Db21tb24iLCJDb2xvciI6eyIkaWQiOiIyMDgiLCJBIjoyNTUsIlIiOjEsIkciOjE1LCJCIjoxMX19LCJMaW5lV2VpZ2h0IjowLjAsIkxpbmVUeXBlIjowLCJQYXJlbnRTdHlsZSI6bnVsbH0sIlBhcmVudFN0eWxlIjpudWxsfSwiSXNBYm92ZVRpbWViYW5kIjpmYWxzZSwiTWFyZ2luIjp7IiRpZCI6IjIwOSIsIlRvcCI6MC4wLCJMZWZ0IjowLjAsIlJpZ2h0IjowLjAsIkJvdHRvbSI6MC4wfSwiUGFkZGluZyI6eyIkaWQiOiIyMTAiLCJUb3AiOjAuMCwiTGVmdCI6MC4wLCJSaWdodCI6MC4wLCJCb3R0b20iOjAuMH0sIklzVmlzaWJsZSI6dHJ1ZSwiV2lkdGgiOjAuMCwiSGVpZ2h0IjowLjAsIkJvcmRlclN0eWxlIjp7IiRpZCI6IjIxMSIsIkxpbmVDb2xvciI6bnVsbCwiTGluZVdlaWdodCI6MC4wLCJMaW5lVHlwZSI6MCwiUGFyZW50U3R5bGUiOm51bGx9LCJQYXJlbnRTdHlsZSI6bnVsbH19LHsiJGlkIjoiMjEyIiwiX2FjdGl2aXRpZXMiOlt7IiRpZCI6IjIxMyIsIl9yb3dzIjpbeyIkaWQiOiIyMTQiLCJfdGFza3MiOlt7IiRpZCI6IjIxNSIsIl9hdHRhY2hlZE1pbGVzdG9uZXMiOltdLCJUYXNrRGVmaW5pdGlvbiI6eyIkaWQiOiIyMTYiLCJHcm91cE5hbWUiOm51bGwsIlN0YXJ0RGF0ZSI6IjIwMjUtMTAtMTdUMjM6NTk6MDBaIiwiRW5kRGF0ZSI6IjIwMjYtMDEtMTZUMjM6NTk6MDBaIiwiUGVyY2VudGFnZUNvbXBsZXRlIjpudWxsLCJTdHlsZSI6eyIkaWQiOiIyMTciLCJTaGFwZSI6MSwiU2hhcGVUaGlja25lc3MiOjMsIkR1cmF0aW9uRm9ybWF0IjowLCJJbmNsdWRlTm9uV29ya2luZ0RheXNJbkR1cmF0aW9uIjpmYWxzZSwiUGVyY2VudGFnZUNvbXBsZXRlU3R5bGUiOnsiJGlkIjoiMjE4IiwiRm9udFNldHRpbmdzIjp7IiRpZCI6IjIxOSIsIkZvbnRTaXplIjoxMCwiRm9udE5hbWUiOiJDYWxpYnJpIiwiSXNCb2xkIjpmYWxzZSwiSXNJdGFsaWMiOmZhbHNlLCJJc1VuZGVybGluZWQiOmZhbHNlLCJQYXJlbnRTdHlsZSI6bnVsbH0sIkF1dG9TaXplIjowLCJGb3JlZ3JvdW5kIjp7IiRyZWYiOiI0MCJ9LCJNYXhXaWR0aCI6MjAwLjAsIk1heEhlaWdodCI6IkluZmluaXR5IiwiU21hcnRGb3JlZ3JvdW5kSXNBY3RpdmUiOmZhbHNlLCJIb3Jpem9udGFsQWxpZ25tZW50IjowLCJWZXJ0aWNhbEFsaWdubWVudCI6MCwiU21hcnRGb3JlZ3JvdW5kIjpudWxsLCJCYWNrZ3JvdW5kRmlsbFR5cGUiOjAsIk1hcmdpbiI6eyIkcmVmIjoiNDIifSwiUGFkZGluZyI6eyIkcmVmIjoiNDMifSwiQmFja2dyb3VuZCI6eyIkcmVmIjoiNDQifSwiSXNWaXNpYmxlIjp0cnVlLCJXaWR0aCI6MC4wLCJIZWlnaHQiOjAuMCwiQm9yZGVyU3R5bGUiOnsiJGlkIjoiMjIwIiwiTGluZUNvbG9yIjpudWxsLCJMaW5lV2VpZ2h0IjowLjAsIkxpbmVUeXBlIjowLCJQYXJlbnRTdHlsZSI6bnVsbH0sIlBhcmVudFN0eWxlIjpudWxsfSwiRHVyYXRpb25TdHlsZSI6eyIkaWQiOiIyMjEiLCJGb250U2V0dGluZ3MiOnsiJGlkIjoiMjIyIiwiRm9udFNpemUiOjEwLCJGb250TmFtZSI6IkNhbGlicmkiLCJJc0JvbGQiOmZhbHNlLCJJc0l0YWxpYyI6ZmFsc2UsIklzVW5kZXJsaW5lZCI6ZmFsc2UsIlBhcmVudFN0eWxlIjpudWxsfSwiQXV0b1NpemUiOjAsIkZvcmVncm91bmQiOnsiJHJlZiI6IjQ5In0sIk1heFdpZHRoIjoyMDAuMCwiTWF4SGVpZ2h0IjoiSW5maW5pdHkiLCJTbWFydEZvcmVncm91bmRJc0FjdGl2ZSI6ZmFsc2UsIkhvcml6b250YWxBbGlnbm1lbnQiOjAsIlZlcnRpY2FsQWxpZ25tZW50IjowLCJTbWFydEZvcmVncm91bmQiOm51bGwsIkJhY2tncm91bmRGaWxsVHlwZSI6MCwiTWFyZ2luIjp7IiRyZWYiOiI1MSJ9LCJQYWRkaW5nIjp7IiRyZWYiOiI1MiJ9LCJCYWNrZ3JvdW5kIjp7IiRyZWYiOiI1MyJ9LCJJc1Zpc2libGUiOnRydWUsIldpZHRoIjowLjAsIkhlaWdodCI6MC4wLCJCb3JkZXJTdHlsZSI6eyIkaWQiOiIyMjMiLCJMaW5lQ29sb3IiOm51bGwsIkxpbmVXZWlnaHQiOjAuMCwiTGluZVR5cGUiOjAsIlBhcmVudFN0eWxlIjpudWxsfSwiUGFyZW50U3R5bGUiOm51bGx9LCJIb3Jpem9udGFsQ29ubmVjdG9yU3R5bGUiOnsiJGlkIjoiMjI0IiwiTGluZUNvbG9yIjp7IiRyZWYiOiI1NyJ9LCJMaW5lV2VpZ2h0IjoxLjAsIkxpbmVUeXBlIjowLCJQYXJlbnRTdHlsZSI6bnVsbH0sIlZlcnRpY2FsQ29ubmVjdG9yU3R5bGUiOnsiJGlkIjoiMjI1IiwiTGluZUNvbG9yIjp7IiRyZWYiOiI2M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nRydWUsIlBlcmNlbnRhZ2VDb21wbGV0ZVNoYXBlT3BhY2l0eSI6MzUsIlNoYXBlU3R5bGUiOnsiJGlkIjoiMjI2IiwiTWFyZ2luIjp7IiRyZWYiOiI2MyJ9LCJQYWRkaW5nIjp7IiRyZWYiOiI2NCJ9LCJCYWNrZ3JvdW5kIjp7IiRpZCI6IjIyNyIsIkNvbG9yIjp7IiRpZCI6IjIyOCIsIkEiOjI1NSwiUiI6MTM3LCJHIjoxMzYsIkIiOjEzM319LCJJc1Zpc2libGUiOnRydWUsIldpZHRoIjoxNy40NjQ4ODE4OTY5NzI2NTYsIkhlaWdodCI6MTAuNjM1NTExMzk4MzE1NDMsIkJvcmRlclN0eWxlIjp7IiRpZCI6IjIyOSIsIkxpbmVDb2xvciI6eyIkaWQiOiIyMzAiLCIkdHlwZSI6Ik5MUkUuQ29tbW9uLkRvbS5Tb2xpZENvbG9yQnJ1c2gsIE5MUkUuQ29tbW9uIiwiQ29sb3IiOnsiJGlkIjoiMjMxIiwiQSI6MjU1LCJSIjoxLCJHIjoxNSwiQiI6MTF9fSwiTGluZVdlaWdodCI6MC4wLCJMaW5lVHlwZSI6MCwiUGFyZW50U3R5bGUiOm51bGx9LCJQYXJlbnRTdHlsZSI6bnVsbH0sIlRpdGxlU3R5bGUiOnsiJGlkIjoiMjMyIiwiRm9udFNldHRpbmdzIjp7IiRpZCI6IjIzMyIsIkZvbnRTaXplIjoxMSwiRm9udE5hbWUiOiJDYWxpYnJpIiwiSXNCb2xkIjp0cnVlLCJJc0l0YWxpYyI6ZmFsc2UsIklzVW5kZXJsaW5lZCI6ZmFsc2UsIlBhcmVudFN0eWxlIjpudWxsfSwiQXV0b1NpemUiOjAsIkZvcmVncm91bmQiOnsiJGlkIjoiMjM0IiwiQ29sb3IiOnsiJGlkIjoiMjM1IiwiQSI6MjU1LCJSIjoxOTEsIkciOjE5MSwiQiI6MTkxfX0sIk1heFdpZHRoIjo3MjAuMCwiTWF4SGVpZ2h0IjoiSW5maW5pdHkiLCJTbWFydEZvcmVncm91bmRJc0FjdGl2ZSI6ZmFsc2UsIkhvcml6b250YWxBbGlnbm1lbnQiOjAsIlZlcnRpY2FsQWxpZ25tZW50IjowLCJTbWFydEZvcmVncm91bmQiOm51bGwsIkJhY2tncm91bmRGaWxsVHlwZSI6MCwiTWFyZ2luIjp7IiRyZWYiOiI3NCJ9LCJQYWRkaW5nIjp7IiRyZWYiOiI3NSJ9LCJCYWNrZ3JvdW5kIjp7IiRpZCI6IjIzNiIsIkNvbG9yIjp7IiRpZCI6IjIzNyIsIkEiOjAsIlIiOjI1NSwiRyI6MjU1LCJCIjoyNTV9fSwiSXNWaXNpYmxlIjp0cnVlLCJXaWR0aCI6MC4wLCJIZWlnaHQiOjAuMCwiQm9yZGVyU3R5bGUiOnsiJGlkIjoiMjM4IiwiTGluZUNvbG9yIjpudWxsLCJMaW5lV2VpZ2h0IjowLjAsIkxpbmVUeXBlIjowLCJQYXJlbnRTdHlsZSI6bnVsbH0sIlBhcmVudFN0eWxlIjpudWxsfSwiRGF0ZVN0eWxlIjp7IiRpZCI6IjIzOSIsIkZvbnRTZXR0aW5ncyI6eyIkaWQiOiIyNDAiLCJGb250U2l6ZSI6MTAsIkZvbnROYW1lIjoiQ2FsaWJyaSIsIklzQm9sZCI6ZmFsc2UsIklzSXRhbGljIjpmYWxzZSwiSXNVbmRlcmxpbmVkIjpmYWxzZSwiUGFyZW50U3R5bGUiOm51bGx9LCJBdXRvU2l6ZSI6MCwiRm9yZWdyb3VuZCI6eyIkaWQiOiIyNDEiLCJDb2xvciI6eyIkaWQiOiIyNDIiLCJBIjoyNTUsIlIiOjE5MSwiRyI6MTkxLCJCIjoxOTF9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GlkIjoiMjQzIiwiQ29sb3IiOnsiJGlkIjoiMjQ0IiwiQSI6MCwiUiI6MjU1LCJHIjoyNTUsIkIiOjI1NX19LCJJc1Zpc2libGUiOnRydWUsIldpZHRoIjowLjAsIkhlaWdodCI6MC4wLCJCb3JkZXJTdHlsZSI6eyIkaWQiOiIyNDUiLCJMaW5lQ29sb3IiOm51bGwsIkxpbmVXZWlnaHQiOjAuMCwiTGluZVR5cGUiOjAsIlBhcmVudFN0eWxlIjpudWxsfSwiUGFyZW50U3R5bGUiOm51bGx9LCJEYXRlRm9ybWF0Ijp7IiRpZCI6IjI0Ni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jQ3IiwiRm9ybWF0IjowLCJJc1Zpc2libGUiOmZhbHNlLCJMYXN0S25vd25WaXNpYmlsaXR5U3RhdGUiOmZhbHNlfSwiSXNWaXNpYmxlIjp0cnVlLCJQYXJlbnRTdHlsZSI6bnVsbH0sIkluZGV4IjowLCJTbWFydER1cmF0aW9uQWN0aXZhdGVkIjpmYWxzZSwiRGF0ZUZvcm1hdCI6eyIkcmVmIjoiMjQ2In0sIldlZWtOdW1iZXJpbmciOnsiJGlkIjoiMjQ4IiwiRm9ybWF0IjowLCJJc1Zpc2libGUiOmZhbHNlLCJMYXN0S25vd25WaXNpYmlsaXR5U3RhdGUiOmZhbHNlfSwiSWQiOiI1ZTg5ZWY2Mi1kNmIyLTQzMDktODQxOC0yODdhOWY1MzEyYjQiLCJJbXBvcnRJZCI6bnVsbCwiVGl0bGUiOiJDVEEgc3ViLWFwcCIsIk5vdGUiOm51bGwsIkh5cGVybGluayI6eyIkaWQiOiIyNDkiLCJBZGRyZXNzIjpudWxsLCJTdWJBZGRyZXNzIjpudWxsfSwiSXNDaGFuZ2VkIjpmYWxzZSwiSXNOZXciOmZhbHNlfX1dLCJfbWlsZXN0b25lcyI6W10sIklkIjoiMDAwMDAwMDAtMDAwMC0wMDAwLTAwMDAtMDAwMDAwMDAwMDAwIiwiSXNTaW5nbGVJdGVtUm93Ijp0cnVlfSx7IiRpZCI6IjI1MCIsIl90YXNrcyI6W3siJGlkIjoiMjUxIiwiX2F0dGFjaGVkTWlsZXN0b25lcyI6W10sIlRhc2tEZWZpbml0aW9uIjp7IiRpZCI6IjI1MiIsIkdyb3VwTmFtZSI6bnVsbCwiU3RhcnREYXRlIjoiMjAyNi0wMy0wMlQyMzo1OTowMFoiLCJFbmREYXRlIjoiMjAyNy0xMC0yN1QyMzo1OTowMFoiLCJQZXJjZW50YWdlQ29tcGxldGUiOm51bGwsIlN0eWxlIjp7IiRpZCI6IjI1MyIsIlNoYXBlIjoxLCJTaGFwZVRoaWNrbmVzcyI6MCwiRHVyYXRpb25Gb3JtYXQiOjAsIkluY2x1ZGVOb25Xb3JraW5nRGF5c0luRHVyYXRpb24iOmZhbHNlLCJQZXJjZW50YWdlQ29tcGxldGVTdHlsZSI6eyIkaWQiOiIyNTQiLCJGb250U2V0dGluZ3MiOnsiJGlkIjoiMjU1IiwiRm9udFNpemUiOjEwLCJGb250TmFtZSI6IkNhbGlicmkiLCJJc0JvbGQiOmZhbHNlLCJJc0l0YWxpYyI6ZmFsc2UsIklzVW5kZXJsaW5lZCI6ZmFsc2UsIlBhcmVudFN0eWxlIjpudWxsfSwiQXV0b1NpemUiOjAsIkZvcmVncm91bmQiOnsiJHJlZiI6IjQwIn0sIk1heFdpZHRoIjoyMDAuMCwiTWF4SGVpZ2h0IjoiSW5maW5pdHkiLCJTbWFydEZvcmVncm91bmRJc0FjdGl2ZSI6ZmFsc2UsIkhvcml6b250YWxBbGlnbm1lbnQiOjAsIlZlcnRpY2FsQWxpZ25tZW50IjowLCJTbWFydEZvcmVncm91bmQiOm51bGwsIkJhY2tncm91bmRGaWxsVHlwZSI6MCwiTWFyZ2luIjp7IiRyZWYiOiI0MiJ9LCJQYWRkaW5nIjp7IiRyZWYiOiI0MyJ9LCJCYWNrZ3JvdW5kIjp7IiRyZWYiOiI0NCJ9LCJJc1Zpc2libGUiOnRydWUsIldpZHRoIjowLjAsIkhlaWdodCI6MC4wLCJCb3JkZXJTdHlsZSI6eyIkaWQiOiIyNTYiLCJMaW5lQ29sb3IiOm51bGwsIkxpbmVXZWlnaHQiOjAuMCwiTGluZVR5cGUiOjAsIlBhcmVudFN0eWxlIjpudWxsfSwiUGFyZW50U3R5bGUiOm51bGx9LCJEdXJhdGlvblN0eWxlIjp7IiRpZCI6IjI1NyIsIkZvbnRTZXR0aW5ncyI6eyIkaWQiOiIyNTgiLCJGb250U2l6ZSI6MTAsIkZvbnROYW1lIjoiQ2FsaWJyaSIsIklzQm9sZCI6ZmFsc2UsIklzSXRhbGljIjpmYWxzZSwiSXNVbmRlcmxpbmVkIjpmYWxzZSwiUGFyZW50U3R5bGUiOm51bGx9LCJBdXRvU2l6ZSI6MCwiRm9yZWdyb3VuZCI6eyIkcmVmIjoiNDkifSwiTWF4V2lkdGgiOjIwMC4wLCJNYXhIZWlnaHQiOiJJbmZpbml0eSIsIlNtYXJ0Rm9yZWdyb3VuZElzQWN0aXZlIjpmYWxzZSwiSG9yaXpvbnRhbEFsaWdubWVudCI6MCwiVmVydGljYWxBbGlnbm1lbnQiOjAsIlNtYXJ0Rm9yZWdyb3VuZCI6bnVsbCwiQmFja2dyb3VuZEZpbGxUeXBlIjowLCJNYXJnaW4iOnsiJHJlZiI6IjUxIn0sIlBhZGRpbmciOnsiJHJlZiI6IjUyIn0sIkJhY2tncm91bmQiOnsiJHJlZiI6IjUzIn0sIklzVmlzaWJsZSI6dHJ1ZSwiV2lkdGgiOjAuMCwiSGVpZ2h0IjowLjAsIkJvcmRlclN0eWxlIjp7IiRpZCI6IjI1OSIsIkxpbmVDb2xvciI6bnVsbCwiTGluZVdlaWdodCI6MC4wLCJMaW5lVHlwZSI6MCwiUGFyZW50U3R5bGUiOm51bGx9LCJQYXJlbnRTdHlsZSI6bnVsbH0sIkhvcml6b250YWxDb25uZWN0b3JTdHlsZSI6eyIkaWQiOiIyNjAiLCJMaW5lQ29sb3IiOnsiJHJlZiI6IjU3In0sIkxpbmVXZWlnaHQiOjEuMCwiTGluZVR5cGUiOjAsIlBhcmVudFN0eWxlIjpudWxsfSwiVmVydGljYWxDb25uZWN0b3JTdHlsZSI6eyIkaWQiOiIyNjEiLCJMaW5lQ29sb3IiOnsiJHJlZiI6IjYw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MjYyIiwiTWFyZ2luIjp7IiRyZWYiOiI2MyJ9LCJQYWRkaW5nIjp7IiRyZWYiOiI2NCJ9LCJCYWNrZ3JvdW5kIjp7IiRpZCI6IjI2MyIsIkNvbG9yIjp7IiRpZCI6IjI2NCIsIkEiOjI1NSwiUiI6OCwiRyI6NDksIkIiOjQyfX0sIklzVmlzaWJsZSI6dHJ1ZSwiV2lkdGgiOjAuMCwiSGVpZ2h0IjoxMC4wLCJCb3JkZXJTdHlsZSI6eyIkaWQiOiIyNjUiLCJMaW5lQ29sb3IiOnsiJHJlZiI6IjY4In0sIkxpbmVXZWlnaHQiOjAuMCwiTGluZVR5cGUiOjAsIlBhcmVudFN0eWxlIjpudWxsfSwiUGFyZW50U3R5bGUiOm51bGx9LCJUaXRsZVN0eWxlIjp7IiRpZCI6IjI2NiIsIkZvbnRTZXR0aW5ncyI6eyIkaWQiOiIyNjciLCJGb250U2l6ZSI6MTEsIkZvbnROYW1lIjoiQ2FsaWJyaSIsIklzQm9sZCI6dHJ1ZSwiSXNJdGFsaWMiOmZhbHNlLCJJc1VuZGVybGluZWQiOmZhbHNlLCJQYXJlbnRTdHlsZSI6bnVsbH0sIkF1dG9TaXplIjowLCJGb3JlZ3JvdW5kIjp7IiRyZWYiOiI3MiJ9LCJNYXhXaWR0aCI6NzIwLjAsIk1heEhlaWdodCI6IkluZmluaXR5IiwiU21hcnRGb3JlZ3JvdW5kSXNBY3RpdmUiOmZhbHNlLCJIb3Jpem9udGFsQWxpZ25tZW50IjowLCJWZXJ0aWNhbEFsaWdubWVudCI6MCwiU21hcnRGb3JlZ3JvdW5kIjpudWxsLCJCYWNrZ3JvdW5kRmlsbFR5cGUiOjAsIk1hcmdpbiI6eyIkcmVmIjoiNzQifSwiUGFkZGluZyI6eyIkcmVmIjoiNzUifSwiQmFja2dyb3VuZCI6eyIkcmVmIjoiNzYifSwiSXNWaXNpYmxlIjp0cnVlLCJXaWR0aCI6MC4wLCJIZWlnaHQiOjAuMCwiQm9yZGVyU3R5bGUiOnsiJGlkIjoiMjY4IiwiTGluZUNvbG9yIjpudWxsLCJMaW5lV2VpZ2h0IjowLjAsIkxpbmVUeXBlIjowLCJQYXJlbnRTdHlsZSI6bnVsbH0sIlBhcmVudFN0eWxlIjpudWxsfSwiRGF0ZVN0eWxlIjp7IiRpZCI6IjI2OSIsIkZvbnRTZXR0aW5ncyI6eyIkaWQiOiIyNzAiLCJGb250U2l6ZSI6MTAsIkZvbnROYW1lIjoiQ2FsaWJyaSIsIklzQm9sZCI6ZmFsc2UsIklzSXRhbGljIjpmYWxzZSwiSXNVbmRlcmxpbmVkIjpmYWxzZSwiUGFyZW50U3R5bGUiOm51bGx9LCJBdXRvU2l6ZSI6MCwiRm9yZWdyb3VuZCI6eyIkcmVmIjoiODEi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HJlZiI6Ijg1In0sIklzVmlzaWJsZSI6dHJ1ZSwiV2lkdGgiOjAuMCwiSGVpZ2h0IjowLjAsIkJvcmRlclN0eWxlIjp7IiRpZCI6IjI3MSIsIkxpbmVDb2xvciI6bnVsbCwiTGluZVdlaWdodCI6MC4wLCJMaW5lVHlwZSI6MCwiUGFyZW50U3R5bGUiOm51bGx9LCJQYXJlbnRTdHlsZSI6bnVsbH0sIkRhdGVGb3JtYXQiOnsiJGlkIjoiMjcy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NzMiLCJGb3JtYXQiOjAsIklzVmlzaWJsZSI6ZmFsc2UsIkxhc3RLbm93blZpc2liaWxpdHlTdGF0ZSI6ZmFsc2V9LCJJc1Zpc2libGUiOnRydWUsIlBhcmVudFN0eWxlIjpudWxsfSwiSW5kZXgiOjEsIlNtYXJ0RHVyYXRpb25BY3RpdmF0ZWQiOmZhbHNlLCJEYXRlRm9ybWF0Ijp7IiRyZWYiOiIyNzIifSwiV2Vla051bWJlcmluZyI6eyIkaWQiOiIyNzQiLCJGb3JtYXQiOjAsIklzVmlzaWJsZSI6ZmFsc2UsIkxhc3RLbm93blZpc2liaWxpdHlTdGF0ZSI6ZmFsc2V9LCJJZCI6IjE5YjFhYmIwLTdkYjQtNDMzZi05Zjg4LTUwMmUyNWIyZWZiNiIsIkltcG9ydElkIjpudWxsLCJUaXRsZSI6ImZTSVYgLSBMU1MiLCJOb3RlIjpudWxsLCJIeXBlcmxpbmsiOnsiJGlkIjoiMjc1IiwiQWRkcmVzcyI6bnVsbCwiU3ViQWRkcmVzcyI6bnVsbH0sIklzQ2hhbmdlZCI6ZmFsc2UsIklzTmV3IjpmYWxzZX19XSwiX21pbGVzdG9uZXMiOltdLCJJZCI6IjAwMDAwMDAwLTAwMDAtMDAwMC0wMDAwLTAwMDAwMDAwMDAwMCIsIklzU2luZ2xlSXRlbVJvdyI6dHJ1ZX0seyIkaWQiOiIyNzYiLCJfdGFza3MiOlt7IiRpZCI6IjI3NyIsIl9hdHRhY2hlZE1pbGVzdG9uZXMiOltdLCJUYXNrRGVmaW5pdGlvbiI6eyIkaWQiOiIyNzgiLCJHcm91cE5hbWUiOm51bGwsIlN0YXJ0RGF0ZSI6IjIwMjctMDEtMDFUMDA6MDA6MDBaIiwiRW5kRGF0ZSI6IjIwMjctMTItMzFUMjM6NTk6MDBaIiwiUGVyY2VudGFnZUNvbXBsZXRlIjpudWxsLCJTdHlsZSI6eyIkaWQiOiIyNzkiLCJTaGFwZSI6MSwiU2hhcGVUaGlja25lc3MiOjAsIkR1cmF0aW9uRm9ybWF0IjowLCJJbmNsdWRlTm9uV29ya2luZ0RheXNJbkR1cmF0aW9uIjpmYWxzZSwiUGVyY2VudGFnZUNvbXBsZXRlU3R5bGUiOnsiJGlkIjoiMjgwIiwiRm9udFNldHRpbmdzIjp7IiRpZCI6IjI4MSIsIkZvbnRTaXplIjoxMCwiRm9udE5hbWUiOiJDYWxpYnJpIiwiSXNCb2xkIjpmYWxzZSwiSXNJdGFsaWMiOmZhbHNlLCJJc1VuZGVybGluZWQiOmZhbHNlLCJQYXJlbnRTdHlsZSI6bnVsbH0sIkF1dG9TaXplIjowLCJGb3JlZ3JvdW5kIjp7IiRyZWYiOiI0MCJ9LCJNYXhXaWR0aCI6MjAwLjAsIk1heEhlaWdodCI6IkluZmluaXR5IiwiU21hcnRGb3JlZ3JvdW5kSXNBY3RpdmUiOmZhbHNlLCJIb3Jpem9udGFsQWxpZ25tZW50IjowLCJWZXJ0aWNhbEFsaWdubWVudCI6MCwiU21hcnRGb3JlZ3JvdW5kIjpudWxsLCJCYWNrZ3JvdW5kRmlsbFR5cGUiOjAsIk1hcmdpbiI6eyIkcmVmIjoiNDIifSwiUGFkZGluZyI6eyIkcmVmIjoiNDMifSwiQmFja2dyb3VuZCI6eyIkcmVmIjoiNDQifSwiSXNWaXNpYmxlIjp0cnVlLCJXaWR0aCI6MC4wLCJIZWlnaHQiOjAuMCwiQm9yZGVyU3R5bGUiOnsiJGlkIjoiMjgyIiwiTGluZUNvbG9yIjpudWxsLCJMaW5lV2VpZ2h0IjowLjAsIkxpbmVUeXBlIjowLCJQYXJlbnRTdHlsZSI6bnVsbH0sIlBhcmVudFN0eWxlIjpudWxsfSwiRHVyYXRpb25TdHlsZSI6eyIkaWQiOiIyODMiLCJGb250U2V0dGluZ3MiOnsiJGlkIjoiMjg0IiwiRm9udFNpemUiOjEwLCJGb250TmFtZSI6IkNhbGlicmkiLCJJc0JvbGQiOmZhbHNlLCJJc0l0YWxpYyI6ZmFsc2UsIklzVW5kZXJsaW5lZCI6ZmFsc2UsIlBhcmVudFN0eWxlIjpudWxsfSwiQXV0b1NpemUiOjAsIkZvcmVncm91bmQiOnsiJHJlZiI6IjQ5In0sIk1heFdpZHRoIjoyMDAuMCwiTWF4SGVpZ2h0IjoiSW5maW5pdHkiLCJTbWFydEZvcmVncm91bmRJc0FjdGl2ZSI6ZmFsc2UsIkhvcml6b250YWxBbGlnbm1lbnQiOjAsIlZlcnRpY2FsQWxpZ25tZW50IjowLCJTbWFydEZvcmVncm91bmQiOm51bGwsIkJhY2tncm91bmRGaWxsVHlwZSI6MCwiTWFyZ2luIjp7IiRyZWYiOiI1MSJ9LCJQYWRkaW5nIjp7IiRyZWYiOiI1MiJ9LCJCYWNrZ3JvdW5kIjp7IiRyZWYiOiI1MyJ9LCJJc1Zpc2libGUiOnRydWUsIldpZHRoIjowLjAsIkhlaWdodCI6MC4wLCJCb3JkZXJTdHlsZSI6eyIkaWQiOiIyODUiLCJMaW5lQ29sb3IiOm51bGwsIkxpbmVXZWlnaHQiOjAuMCwiTGluZVR5cGUiOjAsIlBhcmVudFN0eWxlIjpudWxsfSwiUGFyZW50U3R5bGUiOm51bGx9LCJIb3Jpem9udGFsQ29ubmVjdG9yU3R5bGUiOnsiJGlkIjoiMjg2IiwiTGluZUNvbG9yIjp7IiRyZWYiOiI1NyJ9LCJMaW5lV2VpZ2h0IjoxLjAsIkxpbmVUeXBlIjowLCJQYXJlbnRTdHlsZSI6bnVsbH0sIlZlcnRpY2FsQ29ubmVjdG9yU3R5bGUiOnsiJGlkIjoiMjg3IiwiTGluZUNvbG9yIjp7IiRyZWYiOiI2M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I4OCIsIk1hcmdpbiI6eyIkcmVmIjoiNjMifSwiUGFkZGluZyI6eyIkcmVmIjoiNjQifSwiQmFja2dyb3VuZCI6eyIkaWQiOiIyODkiLCJDb2xvciI6eyIkaWQiOiIyOTAiLCJBIjoyNTUsIlIiOjI1NSwiRyI6MTkyLCJCIjowfX0sIklzVmlzaWJsZSI6dHJ1ZSwiV2lkdGgiOjAuMCwiSGVpZ2h0IjoxMC4wLCJCb3JkZXJTdHlsZSI6eyIkaWQiOiIyOTEiLCJMaW5lQ29sb3IiOnsiJGlkIjoiMjkyIiwiJHR5cGUiOiJOTFJFLkNvbW1vbi5Eb20uU29saWRDb2xvckJydXNoLCBOTFJFLkNvbW1vbiIsIkNvbG9yIjp7IiRpZCI6IjI5MyIsIkEiOjI1NSwiUiI6MjU1LCJHIjoyNTUsIkIiOjI1NX19LCJMaW5lV2VpZ2h0IjowLjAsIkxpbmVUeXBlIjowLCJQYXJlbnRTdHlsZSI6bnVsbH0sIlBhcmVudFN0eWxlIjpudWxsfSwiVGl0bGVTdHlsZSI6eyIkaWQiOiIyOTQiLCJGb250U2V0dGluZ3MiOnsiJGlkIjoiMjk1IiwiRm9udFNpemUiOjExLCJGb250TmFtZSI6IkNhbGlicmkiLCJJc0JvbGQiOnRydWUsIklzSXRhbGljIjpmYWxzZSwiSXNVbmRlcmxpbmVkIjpmYWxzZSwiUGFyZW50U3R5bGUiOm51bGx9LCJBdXRvU2l6ZSI6MCwiRm9yZWdyb3VuZCI6eyIkcmVmIjoiNzIifSwiTWF4V2lkdGgiOjcyMC4wLCJNYXhIZWlnaHQiOiJJbmZpbml0eSIsIlNtYXJ0Rm9yZWdyb3VuZElzQWN0aXZlIjpmYWxzZSwiSG9yaXpvbnRhbEFsaWdubWVudCI6MCwiVmVydGljYWxBbGlnbm1lbnQiOjAsIlNtYXJ0Rm9yZWdyb3VuZCI6bnVsbCwiQmFja2dyb3VuZEZpbGxUeXBlIjowLCJNYXJnaW4iOnsiJHJlZiI6Ijc0In0sIlBhZGRpbmciOnsiJHJlZiI6Ijc1In0sIkJhY2tncm91bmQiOnsiJHJlZiI6Ijc2In0sIklzVmlzaWJsZSI6dHJ1ZSwiV2lkdGgiOjAuMCwiSGVpZ2h0IjowLjAsIkJvcmRlclN0eWxlIjp7IiRpZCI6IjI5NiIsIkxpbmVDb2xvciI6bnVsbCwiTGluZVdlaWdodCI6MC4wLCJMaW5lVHlwZSI6MCwiUGFyZW50U3R5bGUiOm51bGx9LCJQYXJlbnRTdHlsZSI6bnVsbH0sIkRhdGVTdHlsZSI6eyIkaWQiOiIyOTciLCJGb250U2V0dGluZ3MiOnsiJGlkIjoiMjk4IiwiRm9udFNpemUiOjEwLCJGb250TmFtZSI6IkNhbGlicmkiLCJJc0JvbGQiOmZhbHNlLCJJc0l0YWxpYyI6ZmFsc2UsIklzVW5kZXJsaW5lZCI6ZmFsc2UsIlBhcmVudFN0eWxlIjpudWxsfSwiQXV0b1NpemUiOjAsIkZvcmVncm91bmQiOnsiJHJlZiI6IjgxIn0sIk1heFdpZHRoIjoyMDAuMCwiTWF4SGVpZ2h0IjoiSW5maW5pdHkiLCJTbWFydEZvcmVncm91bmRJc0FjdGl2ZSI6ZmFsc2UsIkhvcml6b250YWxBbGlnbm1lbnQiOjIsIlZlcnRpY2FsQWxpZ25tZW50IjowLCJTbWFydEZvcmVncm91bmQiOm51bGwsIkJhY2tncm91bmRGaWxsVHlwZSI6MCwiTWFyZ2luIjp7IiRyZWYiOiI4MyJ9LCJQYWRkaW5nIjp7IiRyZWYiOiI4NCJ9LCJCYWNrZ3JvdW5kIjp7IiRyZWYiOiI4NSJ9LCJJc1Zpc2libGUiOnRydWUsIldpZHRoIjowLjAsIkhlaWdodCI6MC4wLCJCb3JkZXJTdHlsZSI6eyIkaWQiOiIyOTkiLCJMaW5lQ29sb3IiOm51bGwsIkxpbmVXZWlnaHQiOjAuMCwiTGluZVR5cGUiOjAsIlBhcmVudFN0eWxlIjpudWxsfSwiUGFyZW50U3R5bGUiOm51bGx9LCJEYXRlRm9ybWF0Ijp7IiRpZCI6IjMwMCIsIkZvcm1hdFN0cmluZyI6Ik1NTSBkIiwiU2VwYXJhdG9yIjoiLyIsIlVzZUludGVybmF0aW9uYWxEYXRlRm9ybWF0IjpmYWxzZSwiRGF0ZUlzVmlzaWJsZSI6dHJ1ZSwiVGltZUlzVmlzaWJsZSI6ZmFsc2UsIkhvdXJEaWdpdHMiOjEsIkFtUG1EZXNpZ25hdG9yIjoyLCJUcmltMDBNaW51dGVzIjpmYWxzZSwiTGFzdEtub3duVmlzaWJpbGl0eVN0YXRlIjpudWxsfSwiV2Vla051bWJlcmluZyI6eyIkaWQiOiIzMDEiLCJGb3JtYXQiOjAsIklzVmlzaWJsZSI6ZmFsc2UsIkxhc3RLbm93blZpc2liaWxpdHlTdGF0ZSI6ZmFsc2V9LCJJc1Zpc2libGUiOnRydWUsIlBhcmVudFN0eWxlIjpudWxsfSwiSW5kZXgiOjIsIlNtYXJ0RHVyYXRpb25BY3RpdmF0ZWQiOmZhbHNlLCJEYXRlRm9ybWF0Ijp7IiRyZWYiOiIzMDAifSwiV2Vla051bWJlcmluZyI6eyIkaWQiOiIzMDIiLCJGb3JtYXQiOjAsIklzVmlzaWJsZSI6ZmFsc2UsIkxhc3RLbm93blZpc2liaWxpdHlTdGF0ZSI6ZmFsc2V9LCJJZCI6ImJiNTI5ZWNiLWMyMmUtNDJhMy1iNjFmLThlZTZkODhiYTQ2OCIsIkltcG9ydElkIjpudWxsLCJUaXRsZSI6IkNoaW5hIFBLIHN0dWR5ICgxNDM0LTAwMjUpIiwiTm90ZSI6bnVsbCwiSHlwZXJsaW5rIjp7IiRpZCI6IjMwMyIsIkFkZHJlc3MiOm51bGwsIlN1YkFkZHJlc3MiOm51bGx9LCJJc0NoYW5nZWQiOmZhbHNlLCJJc05ldyI6ZmFsc2V9fV0sIl9taWxlc3RvbmVzIjpbXSwiSWQiOiIwMDAwMDAwMC0wMDAwLTAwMDAtMDAwMC0wMDAwMDAwMDAwMDAiLCJJc1NpbmdsZUl0ZW1Sb3ciOnRydWV9LHsiJGlkIjoiMzA0IiwiX3Rhc2tzIjpbeyIkaWQiOiIzMDUiLCJfYXR0YWNoZWRNaWxlc3RvbmVzIjpbXSwiVGFza0RlZmluaXRpb24iOnsiJGlkIjoiMzA2IiwiR3JvdXBOYW1lIjpudWxsLCJTdGFydERhdGUiOiIyMDMwLTA5LTMwVDAwOjAwOjAwWiIsIkVuZERhdGUiOiIyMDMxLTA5LTMwVDIzOjU5OjAwWiIsIlBlcmNlbnRhZ2VDb21wbGV0ZSI6bnVsbCwiU3R5bGUiOnsiJGlkIjoiMzA3IiwiU2hhcGUiOjEsIlNoYXBlVGhpY2tuZXNzIjowLCJEdXJhdGlvbkZvcm1hdCI6MCwiSW5jbHVkZU5vbldvcmtpbmdEYXlzSW5EdXJhdGlvbiI6ZmFsc2UsIlBlcmNlbnRhZ2VDb21wbGV0ZVN0eWxlIjp7IiRpZCI6IjMwOCIsIkZvbnRTZXR0aW5ncyI6eyIkaWQiOiIzMDkiLCJGb250U2l6ZSI6MTAsIkZvbnROYW1lIjoiQ2FsaWJyaSIsIklzQm9sZCI6ZmFsc2UsIklzSXRhbGljIjpmYWxzZSwiSXNVbmRlcmxpbmVkIjpmYWxzZSwiUGFyZW50U3R5bGUiOm51bGx9LCJBdXRvU2l6ZSI6MCwiRm9yZWdyb3VuZCI6eyIkcmVmIjoiNDAifSwiTWF4V2lkdGgiOjIwMC4wLCJNYXhIZWlnaHQiOiJJbmZpbml0eSIsIlNtYXJ0Rm9yZWdyb3VuZElzQWN0aXZlIjpmYWxzZSwiSG9yaXpvbnRhbEFsaWdubWVudCI6MCwiVmVydGljYWxBbGlnbm1lbnQiOjAsIlNtYXJ0Rm9yZWdyb3VuZCI6bnVsbCwiQmFja2dyb3VuZEZpbGxUeXBlIjowLCJNYXJnaW4iOnsiJHJlZiI6IjQyIn0sIlBhZGRpbmciOnsiJHJlZiI6IjQzIn0sIkJhY2tncm91bmQiOnsiJHJlZiI6IjQ0In0sIklzVmlzaWJsZSI6dHJ1ZSwiV2lkdGgiOjAuMCwiSGVpZ2h0IjowLjAsIkJvcmRlclN0eWxlIjp7IiRpZCI6IjMxMCIsIkxpbmVDb2xvciI6bnVsbCwiTGluZVdlaWdodCI6MC4wLCJMaW5lVHlwZSI6MCwiUGFyZW50U3R5bGUiOm51bGx9LCJQYXJlbnRTdHlsZSI6bnVsbH0sIkR1cmF0aW9uU3R5bGUiOnsiJGlkIjoiMzExIiwiRm9udFNldHRpbmdzIjp7IiRpZCI6IjMxMiIsIkZvbnRTaXplIjoxMCwiRm9udE5hbWUiOiJDYWxpYnJpIiwiSXNCb2xkIjpmYWxzZSwiSXNJdGFsaWMiOmZhbHNlLCJJc1VuZGVybGluZWQiOmZhbHNlLCJQYXJlbnRTdHlsZSI6bnVsbH0sIkF1dG9TaXplIjowLCJGb3JlZ3JvdW5kIjp7IiRyZWYiOiI0OSJ9LCJNYXhXaWR0aCI6MjAwLjAsIk1heEhlaWdodCI6IkluZmluaXR5IiwiU21hcnRGb3JlZ3JvdW5kSXNBY3RpdmUiOmZhbHNlLCJIb3Jpem9udGFsQWxpZ25tZW50IjowLCJWZXJ0aWNhbEFsaWdubWVudCI6MCwiU21hcnRGb3JlZ3JvdW5kIjpudWxsLCJCYWNrZ3JvdW5kRmlsbFR5cGUiOjAsIk1hcmdpbiI6eyIkcmVmIjoiNTEifSwiUGFkZGluZyI6eyIkcmVmIjoiNTIifSwiQmFja2dyb3VuZCI6eyIkcmVmIjoiNTMifSwiSXNWaXNpYmxlIjp0cnVlLCJXaWR0aCI6MC4wLCJIZWlnaHQiOjAuMCwiQm9yZGVyU3R5bGUiOnsiJGlkIjoiMzEzIiwiTGluZUNvbG9yIjpudWxsLCJMaW5lV2VpZ2h0IjowLjAsIkxpbmVUeXBlIjowLCJQYXJlbnRTdHlsZSI6bnVsbH0sIlBhcmVudFN0eWxlIjpudWxsfSwiSG9yaXpvbnRhbENvbm5lY3RvclN0eWxlIjp7IiRpZCI6IjMxNCIsIkxpbmVDb2xvciI6eyIkcmVmIjoiNTcifSwiTGluZVdlaWdodCI6MS4wLCJMaW5lVHlwZSI6MCwiUGFyZW50U3R5bGUiOm51bGx9LCJWZXJ0aWNhbENvbm5lY3RvclN0eWxlIjp7IiRpZCI6IjMxNSIsIkxpbmVDb2xvciI6eyIkcmVmIjoiNjA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zMTYiLCJNYXJnaW4iOnsiJHJlZiI6IjYzIn0sIlBhZGRpbmciOnsiJHJlZiI6IjY0In0sIkJhY2tncm91bmQiOnsiJGlkIjoiMzE3IiwiQ29sb3IiOnsiJGlkIjoiMzE4IiwiQSI6MjU1LCJSIjo4LCJHIjo0OSwiQiI6NDJ9fSwiSXNWaXNpYmxlIjp0cnVlLCJXaWR0aCI6MC4wLCJIZWlnaHQiOjEwLjAsIkJvcmRlclN0eWxlIjp7IiRpZCI6IjMxOSIsIkxpbmVDb2xvciI6eyIkcmVmIjoiNjgifSwiTGluZVdlaWdodCI6MC4wLCJMaW5lVHlwZSI6MCwiUGFyZW50U3R5bGUiOm51bGx9LCJQYXJlbnRTdHlsZSI6bnVsbH0sIlRpdGxlU3R5bGUiOnsiJGlkIjoiMzIwIiwiRm9udFNldHRpbmdzIjp7IiRpZCI6IjMyMSIsIkZvbnRTaXplIjoxMSwiRm9udE5hbWUiOiJDYWxpYnJpIiwiSXNCb2xkIjp0cnVlLCJJc0l0YWxpYyI6ZmFsc2UsIklzVW5kZXJsaW5lZCI6ZmFsc2UsIlBhcmVudFN0eWxlIjpudWxsfSwiQXV0b1NpemUiOjAsIkZvcmVncm91bmQiOnsiJHJlZiI6IjcyIn0sIk1heFdpZHRoIjo3MjAuMCwiTWF4SGVpZ2h0IjoiSW5maW5pdHkiLCJTbWFydEZvcmVncm91bmRJc0FjdGl2ZSI6ZmFsc2UsIkhvcml6b250YWxBbGlnbm1lbnQiOjAsIlZlcnRpY2FsQWxpZ25tZW50IjowLCJTbWFydEZvcmVncm91bmQiOm51bGwsIkJhY2tncm91bmRGaWxsVHlwZSI6MCwiTWFyZ2luIjp7IiRyZWYiOiI3NCJ9LCJQYWRkaW5nIjp7IiRyZWYiOiI3NSJ9LCJCYWNrZ3JvdW5kIjp7IiRyZWYiOiI3NiJ9LCJJc1Zpc2libGUiOnRydWUsIldpZHRoIjowLjAsIkhlaWdodCI6MC4wLCJCb3JkZXJTdHlsZSI6eyIkaWQiOiIzMjIiLCJMaW5lQ29sb3IiOm51bGwsIkxpbmVXZWlnaHQiOjAuMCwiTGluZVR5cGUiOjAsIlBhcmVudFN0eWxlIjpudWxsfSwiUGFyZW50U3R5bGUiOm51bGx9LCJEYXRlU3R5bGUiOnsiJGlkIjoiMzIzIiwiRm9udFNldHRpbmdzIjp7IiRpZCI6IjMyNCIsIkZvbnRTaXplIjoxMCwiRm9udE5hbWUiOiJDYWxpYnJpIiwiSXNCb2xkIjpmYWxzZSwiSXNJdGFsaWMiOmZhbHNlLCJJc1VuZGVybGluZWQiOmZhbHNlLCJQYXJlbnRTdHlsZSI6bnVsbH0sIkF1dG9TaXplIjowLCJGb3JlZ3JvdW5kIjp7IiRyZWYiOiI4MSJ9LCJNYXhXaWR0aCI6MjAwLjAsIk1heEhlaWdodCI6IkluZmluaXR5IiwiU21hcnRGb3JlZ3JvdW5kSXNBY3RpdmUiOmZhbHNlLCJIb3Jpem9udGFsQWxpZ25tZW50IjoyLCJWZXJ0aWNhbEFsaWdubWVudCI6MCwiU21hcnRGb3JlZ3JvdW5kIjpudWxsLCJCYWNrZ3JvdW5kRmlsbFR5cGUiOjAsIk1hcmdpbiI6eyIkcmVmIjoiODMifSwiUGFkZGluZyI6eyIkcmVmIjoiODQifSwiQmFja2dyb3VuZCI6eyIkcmVmIjoiODUifSwiSXNWaXNpYmxlIjp0cnVlLCJXaWR0aCI6MC4wLCJIZWlnaHQiOjAuMCwiQm9yZGVyU3R5bGUiOnsiJGlkIjoiMzI1IiwiTGluZUNvbG9yIjpudWxsLCJMaW5lV2VpZ2h0IjowLjAsIkxpbmVUeXBlIjowLCJQYXJlbnRTdHlsZSI6bnVsbH0sIlBhcmVudFN0eWxlIjpudWxsfSwiRGF0ZUZvcm1hdCI6eyIkaWQiOiIzMjYiLCJGb3JtYXRTdHJpbmciOiJNL2QveXl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zI3IiwiRm9ybWF0IjowLCJJc1Zpc2libGUiOmZhbHNlLCJMYXN0S25vd25WaXNpYmlsaXR5U3RhdGUiOmZhbHNlfSwiSXNWaXNpYmxlIjp0cnVlLCJQYXJlbnRTdHlsZSI6bnVsbH0sIkluZGV4IjozLCJTbWFydER1cmF0aW9uQWN0aXZhdGVkIjpmYWxzZSwiRGF0ZUZvcm1hdCI6eyIkcmVmIjoiMzI2In0sIldlZWtOdW1iZXJpbmciOnsiJGlkIjoiMzI4IiwiRm9ybWF0IjowLCJJc1Zpc2libGUiOmZhbHNlLCJMYXN0S25vd25WaXNpYmlsaXR5U3RhdGUiOmZhbHNlfSwiSWQiOiJiOWI0YWY4Yi1lZWRhLTRjMDktOWNhOS1lODU1MTIwNjY2MTYiLCJJbXBvcnRJZCI6bnVsbCwiVGl0bGUiOiJOREEgc3ViLSBhcHAiLCJOb3RlIjpudWxsLCJIeXBlcmxpbmsiOnsiJGlkIjoiMzI5IiwiQWRkcmVzcyI6bnVsbCwiU3ViQWRkcmVzcyI6bnVsbH0sIklzQ2hhbmdlZCI6ZmFsc2UsIklzTmV3IjpmYWxzZX19XSwiX21pbGVzdG9uZXMiOltdLCJJZCI6IjAwMDAwMDAwLTAwMDAtMDAwMC0wMDAwLTAwMDAwMDAwMDAwMCIsIklzU2luZ2xlSXRlbVJvdyI6dHJ1ZX1dLCJJbmRleCI6NiwiSWQiOiJiZDgxMmI1YS1iYTBkLTRlY2UtOTMxYy1iMDE5NDg0NDY2YjgiLCJIZWFkZXJUZXh0IjpudWxsLCJJc0RlZmF1bHQiOnRydWUsIlN0eWxlIjp7IiRpZCI6IjMzMCIsIkhlYWRlclN0eWxlIjp7IiRpZCI6IjMzMSIsIlRleHRTdHlsZSI6eyIkaWQiOiIzMzIiLCJGb250U2V0dGluZ3MiOnsiJGlkIjoiMzMzIiwiRm9udFNpemUiOjExLCJGb250TmFtZSI6IkNhbGlicmkiLCJJc0JvbGQiOmZhbHNlLCJJc0l0YWxpYyI6ZmFsc2UsIklzVW5kZXJsaW5lZCI6ZmFsc2UsIlBhcmVudFN0eWxlIjpudWxsfSwiQXV0b1NpemUiOjIsIkZvcmVncm91bmQiOnsiJGlkIjoiMzM0IiwiQ29sb3IiOnsiJGlkIjoiMzM1IiwiQSI6MjU1LCJSIjowLCJHIjowLCJCIjowfX0sIk1heFdpZHRoIjoiSW5maW5pdHkiLCJNYXhIZWlnaHQiOiJJbmZpbml0eSIsIlNtYXJ0Rm9yZWdyb3VuZElzQWN0aXZlIjpmYWxzZSwiSG9yaXpvbnRhbEFsaWdubWVudCI6MCwiVmVydGljYWxBbGlnbm1lbnQiOjAsIlNtYXJ0Rm9yZWdyb3VuZCI6bnVsbCwiQmFja2dyb3VuZEZpbGxUeXBlIjowLCJNYXJnaW4iOnsiJGlkIjoiMzM2IiwiVG9wIjowLjAsIkxlZnQiOjAuMCwiUmlnaHQiOjAuMCwiQm90dG9tIjowLjB9LCJQYWRkaW5nIjp7IiRpZCI6IjMzNyIsIlRvcCI6MC4wLCJMZWZ0IjowLjAsIlJpZ2h0IjowLjAsIkJvdHRvbSI6MC4wfSwiQmFja2dyb3VuZCI6bnVsbCwiSXNWaXNpYmxlIjp0cnVlLCJXaWR0aCI6MC4wLCJIZWlnaHQiOjAuMCwiQm9yZGVyU3R5bGUiOm51bGwsIlBhcmVudFN0eWxlIjpudWxsfSwiUmVjdGFuZ2xlU3R5bGUiOnsiJGlkIjoiMzM4IiwiTWFyZ2luIjp7IiRpZCI6IjMzOSIsIlRvcCI6MC4wLCJMZWZ0IjowLjAsIlJpZ2h0IjowLjAsIkJvdHRvbSI6MC4wfSwiUGFkZGluZyI6eyIkaWQiOiIzNDAiLCJUb3AiOjAuMCwiTGVmdCI6MC4wLCJSaWdodCI6MC4wLCJCb3R0b20iOjAuMH0sIkJhY2tncm91bmQiOnsiJGlkIjoiMzQxIiwiQ29sb3IiOnsiJGlkIjoiMzQyIiwiQSI6NjMsIlIiOjE5NywiRyI6MTk1LCJCIjoyMzh9fSwiSXNWaXNpYmxlIjp0cnVlLCJXaWR0aCI6MC4wLCJIZWlnaHQiOjAuMCwiQm9yZGVyU3R5bGUiOnsiJGlkIjoiMzQzIiwiTGluZUNvbG9yIjp7IiRpZCI6IjM0NCIsIiR0eXBlIjoiTkxSRS5Db21tb24uRG9tLlNvbGlkQ29sb3JCcnVzaCwgTkxSRS5Db21tb24iLCJDb2xvciI6eyIkaWQiOiIzNDUiLCJBIjoyNTUsIlIiOjI1NSwiRyI6MCwiQiI6MH19LCJMaW5lV2VpZ2h0IjowLjAsIkxpbmVUeXBlIjowLCJQYXJlbnRTdHlsZSI6bnVsbH0sIlBhcmVudFN0eWxlIjpudWxsfSwiTWFyZ2luIjp7IiRpZCI6IjM0NiIsIlRvcCI6MC4wLCJMZWZ0IjowLjAsIlJpZ2h0IjowLjAsIkJvdHRvbSI6MC4wfSwiUGFkZGluZyI6eyIkaWQiOiIzNDciLCJUb3AiOjAuMCwiTGVmdCI6MC4wLCJSaWdodCI6MC4wLCJCb3R0b20iOjAuMH0sIkJhY2tncm91bmQiOm51bGwsIklzVmlzaWJsZSI6dHJ1ZSwiV2lkdGgiOjAuMCwiSGVpZ2h0IjowLjAsIkJvcmRlclN0eWxlIjpudWxsLCJQYXJlbnRTdHlsZSI6bnVsbH0sIkJhY2tncm91bmRTdHlsZSI6eyIkaWQiOiIzNDgiLCJNYXJnaW4iOnsiJGlkIjoiMzQ5IiwiVG9wIjowLjAsIkxlZnQiOjAuMCwiUmlnaHQiOjAuMCwiQm90dG9tIjowLjB9LCJQYWRkaW5nIjp7IiRpZCI6IjM1MCIsIlRvcCI6MC4wLCJMZWZ0IjowLjAsIlJpZ2h0IjowLjAsIkJvdHRvbSI6MC4wfSwiQmFja2dyb3VuZCI6eyIkaWQiOiIzNTEiLCJDb2xvciI6eyIkaWQiOiIzNTIiLCJBIjo1MSwiUiI6MTk3LCJHIjoxOTUsIkIiOjIzOH19LCJJc1Zpc2libGUiOnRydWUsIldpZHRoIjowLjAsIkhlaWdodCI6MC4wLCJCb3JkZXJTdHlsZSI6eyIkaWQiOiIzNTMiLCJMaW5lQ29sb3IiOnsiJGlkIjoiMzU0IiwiJHR5cGUiOiJOTFJFLkNvbW1vbi5Eb20uU29saWRDb2xvckJydXNoLCBOTFJFLkNvbW1vbiIsIkNvbG9yIjp7IiRpZCI6IjM1NSIsIkEiOjI1NSwiUiI6MjU1LCJHIjowLCJCIjowfX0sIkxpbmVXZWlnaHQiOjAuMCwiTGluZVR5cGUiOjAsIlBhcmVudFN0eWxlIjpudWxsfSwiUGFyZW50U3R5bGUiOm51bGx9LCJNYXJnaW4iOnsiJGlkIjoiMzU2IiwiVG9wIjowLjAsIkxlZnQiOjAuMCwiUmlnaHQiOjAuMCwiQm90dG9tIjowLjB9LCJQYWRkaW5nIjp7IiRpZCI6IjM1NyIsIlRvcCI6MC4wLCJMZWZ0IjowLjAsIlJpZ2h0IjowLjAsIkJvdHRvbSI6MC4wfSwiSXNWaXNpYmxlIjpmYWxzZSwiV2lkdGgiOjAuMCwiSGVpZ2h0IjowLjAsIkJvcmRlclN0eWxlIjpudWxsLCJQYXJlbnRTdHlsZSI6bnVsbH19XSwiSWQiOiJhZTAzOTc3NC1mNWQ5LTQxMzQtODc2Ny1lZmQxOTM4Yzk2OGQiLCJJbmRleCI6MSwiSGVhZGVyVGV4dCI6IkNoaW5hXHIxNDM0LTAwMTdcclBoIElJSSIsIlN0eWxlIjp7IiRpZCI6IjM1OCIsIkhlYWRlclN0eWxlIjp7IiRpZCI6IjM1OSIsIlRleHRJc1ZlcnRpY2FsIjpmYWxzZSwiVGV4dFN0eWxlIjp7IiRpZCI6IjM2MCIsIkZvbnRTZXR0aW5ncyI6eyIkaWQiOiIzNjEiLCJGb250U2l6ZSI6MTIsIkZvbnROYW1lIjoiQ2FsaWJyaSIsIklzQm9sZCI6ZmFsc2UsIklzSXRhbGljIjpmYWxzZSwiSXNVbmRlcmxpbmVkIjpmYWxzZSwiUGFyZW50U3R5bGUiOm51bGx9LCJBdXRvU2l6ZSI6MiwiRm9yZWdyb3VuZCI6eyIkcmVmIjoiMTg3In0sIk1heFdpZHRoIjoxNDcuMCwiTWF4SGVpZ2h0IjowLjAsIlNtYXJ0Rm9yZWdyb3VuZElzQWN0aXZlIjpmYWxzZSwiSG9yaXpvbnRhbEFsaWdubWVudCI6MCwiVmVydGljYWxBbGlnbm1lbnQiOjAsIlNtYXJ0Rm9yZWdyb3VuZCI6bnVsbCwiQmFja2dyb3VuZEZpbGxUeXBlIjowLCJNYXJnaW4iOnsiJHJlZiI6IjE4OSJ9LCJQYWRkaW5nIjp7IiRyZWYiOiIxOTAifSwiQmFja2dyb3VuZCI6bnVsbCwiSXNWaXNpYmxlIjp0cnVlLCJXaWR0aCI6MC4wLCJIZWlnaHQiOjAuMCwiQm9yZGVyU3R5bGUiOm51bGwsIlBhcmVudFN0eWxlIjpudWxsfSwiUmVjdGFuZ2xlU3R5bGUiOnsiJGlkIjoiMzYyIiwiTWFyZ2luIjp7IiRpZCI6IjM2MyIsIlRvcCI6MC4wLCJMZWZ0IjowLjAsIlJpZ2h0IjowLjAsIkJvdHRvbSI6MC4wfSwiUGFkZGluZyI6eyIkaWQiOiIzNjQiLCJUb3AiOjAuMCwiTGVmdCI6MC4wLCJSaWdodCI6MC4wLCJCb3R0b20iOjAuMH0sIkJhY2tncm91bmQiOnsiJGlkIjoiMzY1IiwiQ29sb3IiOnsiJGlkIjoiMzY2IiwiQSI6MjU1LCJSIjoxOTcsIkciOjE5NSwiQiI6MjM4fX0sIklzVmlzaWJsZSI6dHJ1ZSwiV2lkdGgiOjAuMCwiSGVpZ2h0IjowLjAsIkJvcmRlclN0eWxlIjp7IiRpZCI6IjM2NyIsIkxpbmVDb2xvciI6eyIkaWQiOiIzNjgiLCIkdHlwZSI6Ik5MUkUuQ29tbW9uLkRvbS5Tb2xpZENvbG9yQnJ1c2gsIE5MUkUuQ29tbW9uIiwiQ29sb3IiOnsiJGlkIjoiMzY5IiwiQSI6MjU1LCJSIjoyNTUsIkciOjAsIkIiOjB9fSwiTGluZVdlaWdodCI6MC4wLCJMaW5lVHlwZSI6MCwiUGFyZW50U3R5bGUiOm51bGx9LCJQYXJlbnRTdHlsZSI6bnVsbH0sIk1hcmdpbiI6eyIkaWQiOiIzNzAiLCJUb3AiOjAuMCwiTGVmdCI6MC4wLCJSaWdodCI6MC4wLCJCb3R0b20iOjAuMH0sIlBhZGRpbmciOnsiJGlkIjoiMzcxIiwiVG9wIjowLjAsIkxlZnQiOjAuMCwiUmlnaHQiOjAuMCwiQm90dG9tIjowLjB9LCJCYWNrZ3JvdW5kIjpudWxsLCJJc1Zpc2libGUiOnRydWUsIldpZHRoIjowLjAsIkhlaWdodCI6MC4wLCJCb3JkZXJTdHlsZSI6bnVsbCwiUGFyZW50U3R5bGUiOm51bGx9LCJCYWNrZ3JvdW5kU3R5bGUiOnsiJGlkIjoiMzcyIiwiTWFyZ2luIjp7IiRpZCI6IjM3MyIsIlRvcCI6MC4wLCJMZWZ0IjowLjAsIlJpZ2h0IjowLjAsIkJvdHRvbSI6MC4wfSwiUGFkZGluZyI6eyIkaWQiOiIzNzQiLCJUb3AiOjAuMCwiTGVmdCI6MC4wLCJSaWdodCI6MC4wLCJCb3R0b20iOjAuMH0sIkJhY2tncm91bmQiOnsiJGlkIjoiMzc1IiwiQ29sb3IiOnsiJGlkIjoiMzc2IiwiQSI6NTEsIlIiOjE5NywiRyI6MTk1LCJCIjoyMzh9fSwiSXNWaXNpYmxlIjp0cnVlLCJXaWR0aCI6MC4wLCJIZWlnaHQiOjAuMCwiQm9yZGVyU3R5bGUiOnsiJGlkIjoiMzc3IiwiTGluZUNvbG9yIjp7IiRpZCI6IjM3OCIsIiR0eXBlIjoiTkxSRS5Db21tb24uRG9tLlNvbGlkQ29sb3JCcnVzaCwgTkxSRS5Db21tb24iLCJDb2xvciI6eyIkaWQiOiIzNzkiLCJBIjoyNTUsIlIiOjI1NSwiRyI6MCwiQiI6MH19LCJMaW5lV2VpZ2h0IjowLjAsIkxpbmVUeXBlIjowLCJQYXJlbnRTdHlsZSI6bnVsbH0sIlBhcmVudFN0eWxlIjpudWxsfSwiSXNBYm92ZVRpbWViYW5kIjpmYWxzZSwiTWFyZ2luIjp7IiRpZCI6IjM4MCIsIlRvcCI6MC4wLCJMZWZ0IjowLjAsIlJpZ2h0IjowLjAsIkJvdHRvbSI6MC4wfSwiUGFkZGluZyI6eyIkaWQiOiIzODEiLCJUb3AiOjAuMCwiTGVmdCI6MC4wLCJSaWdodCI6MC4wLCJCb3R0b20iOjAuMH0sIklzVmlzaWJsZSI6dHJ1ZSwiV2lkdGgiOjAuMCwiSGVpZ2h0IjowLjAsIkJvcmRlclN0eWxlIjp7IiRpZCI6IjM4MiIsIkxpbmVDb2xvciI6bnVsbCwiTGluZVdlaWdodCI6MC4wLCJMaW5lVHlwZSI6MCwiUGFyZW50U3R5bGUiOm51bGx9LCJQYXJlbnRTdHlsZSI6bnVsbH19XSwiQ3VsdHVyZUluZm9OYW1lIjoiZW4tVVMiLCJTdHlsZU5hbWUiOm51bGwsIlZlcnNpb24iOnsiJGlkIjoiMzgzIiwiVmVyc2lvbiI6IjMuNy4zIiwiT3JpZ2luYWxBc3NlbWJseVZlcnNpb24iOiI3LjAwLjE2LjAwIiwiRWRpdGlvbiI6bnVsbCwiTGFzdFNhdmVkRWRpdGlvbiI6MCwiSXNQbHVzRWRpdGlvbiI6ZmFsc2UsIklzUHJvRWRpdGlvbiI6ZmFsc2V9LCJFZmZlY3QiOjEsIlN0eWxlIjp7IiRpZCI6IjM4NCIsIkRlZmF1bHREZXBlbmRlbmN5U3R5bGUiOnsiJGlkIjoiMzg1IiwiTGluZVN0eWxlIjp7IiRpZCI6IjM4NiIsIkxpbmVDb2xvciI6eyIkaWQiOiIzODciLCIkdHlwZSI6Ik5MUkUuQ29tbW9uLkRvbS5Tb2xpZENvbG9yQnJ1c2gsIE5MUkUuQ29tbW9uIiwiQ29sb3IiOnsiJGlkIjoiMzg4IiwiQSI6MjU1LCJSIjowLCJHIjowLCJCIjowfX0sIkxpbmVXZWlnaHQiOjEuMCwiTGluZVR5cGUiOjAsIlBhcmVudFN0eWxlIjpudWxsfSwiRW5kQXJyb3doZWFkTGluZVN0eWxlIjp7IiRpZCI6IjM4OSIsIktpbmQiOjEsIldpZHRoIjoxLCJMZW5ndGgiOjAsIlBhcmVudFN0eWxlIjpudWxsfSwiQnJpbmdUb0Zyb250Ijp0cnVlLCJFbGJvd1JhZGl1cyI6MC4wLCJNYXJnaW4iOnsiJGlkIjoiMzkwIiwiVG9wIjowLjAsIkxlZnQiOjAuMCwiUmlnaHQiOjAuMCwiQm90dG9tIjowLjB9LCJQYWRkaW5nIjp7IiRpZCI6IjM5MSIsIlRvcCI6MC4wLCJMZWZ0IjowLjAsIlJpZ2h0IjowLjAsIkJvdHRvbSI6MC4wfSwiQmFja2dyb3VuZCI6bnVsbCwiSXNWaXNpYmxlIjp0cnVlLCJXaWR0aCI6MC4wLCJIZWlnaHQiOjAuMCwiQm9yZGVyU3R5bGUiOm51bGwsIlBhcmVudFN0eWxlIjpudWxsfSwiQ3JpdGljYWxQYXRoU3R5bGUiOnsiJGlkIjoiMzkyIiwiQ3JpdGljYWxQYXRoU3R5bGVPcHRpb25zIjoxNSwiTGluZVN0eWxlIjp7IiRpZCI6IjM5MyIsIkxpbmVDb2xvciI6eyIkaWQiOiIzOTQiLCIkdHlwZSI6Ik5MUkUuQ29tbW9uLkRvbS5Tb2xpZENvbG9yQnJ1c2gsIE5MUkUuQ29tbW9uIiwiQ29sb3IiOnsiJGlkIjoiMzk1IiwiQSI6MjU1LCJSIjoyMjIsIkciOjUwLCJCIjo1MH19LCJMaW5lV2VpZ2h0IjoxLjAsIkxpbmVUeXBlIjowLCJQYXJlbnRTdHlsZSI6bnVsbH0sIlRpdGxlRm9yZWdyb3VuZCI6eyIkaWQiOiIzOTYiLCJDb2xvciI6eyIkaWQiOiIzOTciLCJBIjoyNTUsIlIiOjE3NiwiRyI6MTksIkIiOjI1fX0sIlNoYXBlc0JhY2tncm91bmQiOnsiJGlkIjoiMzk4IiwiQ29sb3IiOnsiJGlkIjoiMzk5IiwiQSI6MjU1LCJSIjoyNTMsIkciOjIwMywiQiI6MjA4fX0sIlNoYXBlc0JvcmRlclN0eWxlIjp7IiRpZCI6IjQwMCIsIkxpbmVDb2xvciI6eyIkaWQiOiI0MDEiLCIkdHlwZSI6Ik5MUkUuQ29tbW9uLkRvbS5Tb2xpZENvbG9yQnJ1c2gsIE5MUkUuQ29tbW9uIiwiQ29sb3IiOnsiJGlkIjoiNDAyIiwiQSI6MjU1LCJSIjoyMjIsIkciOjUwLCJCIjo1MH19LCJMaW5lV2VpZ2h0IjoxLjUsIkxpbmVUeXBlIjowLCJQYXJlbnRTdHlsZSI6bnVsbH0sIk1hcmdpbiI6eyIkaWQiOiI0MDMiLCJUb3AiOjAuMCwiTGVmdCI6MC4wLCJSaWdodCI6MC4wLCJCb3R0b20iOjAuMH0sIlBhZGRpbmciOnsiJGlkIjoiNDA0IiwiVG9wIjowLjAsIkxlZnQiOjAuMCwiUmlnaHQiOjAuMCwiQm90dG9tIjowLjB9LCJCYWNrZ3JvdW5kIjpudWxsLCJJc1Zpc2libGUiOmZhbHNlLCJXaWR0aCI6MC4wLCJIZWlnaHQiOjAuMCwiQm9yZGVyU3R5bGUiOm51bGwsIlBhcmVudFN0eWxlIjpudWxsfSwiVGltZWJhbmRTdHlsZSI6eyIkaWQiOiI0MDUiLCJTY2FsZU1hcmtpbmciOjEsIlNoYXBlIjowLCJTaGFwZVN0eWxlIjp7IiRpZCI6IjQwNiIsIk1hcmdpbiI6eyIkaWQiOiI0MDciLCJUb3AiOjAuMCwiTGVmdCI6MTAuMCwiUmlnaHQiOjEwLjAsIkJvdHRvbSI6MC4wfSwiUGFkZGluZyI6eyIkaWQiOiI0MDgiLCJUb3AiOjMuMCwiTGVmdCI6MC4wLCJSaWdodCI6MC4wLCJCb3R0b20iOjMuMH0sIkJhY2tncm91bmQiOnsiJGlkIjoiNDA5IiwiQ29sb3IiOnsiJGlkIjoiNDEwIiwiQSI6MjU1LCJSIjo2OCwiRyI6ODQsIkIiOjEwNn19LCJJc1Zpc2libGUiOnRydWUsIldpZHRoIjo4NTguMCwiSGVpZ2h0IjoyMC4wLCJCb3JkZXJTdHlsZSI6eyIkaWQiOiI0MTEiLCJMaW5lQ29sb3IiOnsiJGlkIjoiNDEyIiwiJHR5cGUiOiJOTFJFLkNvbW1vbi5Eb20uU29saWRDb2xvckJydXNoLCBOTFJFLkNvbW1vbiIsIkNvbG9yIjp7IiRpZCI6IjQxMyIsIkEiOjI1NSwiUiI6MjU1LCJHIjowLCJCIjowfX0sIkxpbmVXZWlnaHQiOjAuMCwiTGluZVR5cGUiOjAsIlBhcmVudFN0eWxlIjpudWxsfSwiUGFyZW50U3R5bGUiOm51bGx9LCJNaWRkbGVUaWVyU2hhcGVTdHlsZSI6eyIkaWQiOiI0MTQiLCJNYXJnaW4iOnsiJGlkIjoiNDE1IiwiVG9wIjowLjAsIkxlZnQiOjEwLjAsIlJpZ2h0IjoxMC4wLCJCb3R0b20iOjAuMH0sIlBhZGRpbmciOnsiJGlkIjoiNDE2IiwiVG9wIjozLjAsIkxlZnQiOjAuMCwiUmlnaHQiOjAuMCwiQm90dG9tIjozLjB9LCJCYWNrZ3JvdW5kIjp7IiRpZCI6IjQxNyIsIkNvbG9yIjp7IiRpZCI6IjQxOCIsIkEiOjI1NSwiUiI6NjgsIkciOjg0LCJCIjoxMDZ9fSwiSXNWaXNpYmxlIjp0cnVlLCJXaWR0aCI6ODU4LjAsIkhlaWdodCI6MjAuMCwiQm9yZGVyU3R5bGUiOnsiJGlkIjoiNDE5IiwiTGluZUNvbG9yIjp7IiRpZCI6IjQyMCIsIiR0eXBlIjoiTkxSRS5Db21tb24uRG9tLlNvbGlkQ29sb3JCcnVzaCwgTkxSRS5Db21tb24iLCJDb2xvciI6eyIkaWQiOiI0MjEiLCJBIjoyNTUsIlIiOjI1NSwiRyI6MCwiQiI6MH19LCJMaW5lV2VpZ2h0IjowLjAsIkxpbmVUeXBlIjowLCJQYXJlbnRTdHlsZSI6bnVsbH0sIlBhcmVudFN0eWxlIjpudWxsfSwiQm90dG9tVGllclNoYXBlU3R5bGUiOnsiJGlkIjoiNDIyIiwiTWFyZ2luIjp7IiRpZCI6IjQyMyIsIlRvcCI6MC4wLCJMZWZ0IjoxMC4wLCJSaWdodCI6MTAuMCwiQm90dG9tIjowLjB9LCJQYWRkaW5nIjp7IiRpZCI6IjQyNCIsIlRvcCI6My4wLCJMZWZ0IjowLjAsIlJpZ2h0IjowLjAsIkJvdHRvbSI6My4wfSwiQmFja2dyb3VuZCI6eyIkaWQiOiI0MjUiLCJDb2xvciI6eyIkaWQiOiI0MjYiLCJBIjoyNTUsIlIiOjY4LCJHIjo4NCwiQiI6MTA2fX0sIklzVmlzaWJsZSI6dHJ1ZSwiV2lkdGgiOjg1OC4wLCJIZWlnaHQiOjIwLjAsIkJvcmRlclN0eWxlIjp7IiRpZCI6IjQyNyIsIkxpbmVDb2xvciI6eyIkaWQiOiI0MjgiLCIkdHlwZSI6Ik5MUkUuQ29tbW9uLkRvbS5Tb2xpZENvbG9yQnJ1c2gsIE5MUkUuQ29tbW9uIiwiQ29sb3IiOnsiJGlkIjoiNDI5IiwiQSI6MjU1LCJSIjoyNTUsIkciOjAsIkIiOjB9fSwiTGluZVdlaWdodCI6MC4wLCJMaW5lVHlwZSI6MCwiUGFyZW50U3R5bGUiOm51bGx9LCJQYXJlbnRTdHlsZSI6bnVsbH0sIlJpZ2h0RW5kQ2Fwc1N0eWxlIjp7IiRpZCI6IjQzMCIsIkZvbnRTZXR0aW5ncyI6eyIkaWQiOiI0MzEiLCJGb250U2l6ZSI6MTgsIkZvbnROYW1lIjoiQ2FsaWJyaSIsIklzQm9sZCI6dHJ1ZSwiSXNJdGFsaWMiOmZhbHNlLCJJc1VuZGVybGluZWQiOmZhbHNlLCJQYXJlbnRTdHlsZSI6bnVsbH0sIkF1dG9TaXplIjowLCJGb3JlZ3JvdW5kIjp7IiRpZCI6IjQzMiIsIkNvbG9yIjp7IiRpZCI6IjQzMyIsIkEiOjI1NSwiUiI6MjM3LCJHIjoxMjUsIkIiOjQ5fX0sIk1heFdpZHRoIjoiSW5maW5pdHkiLCJNYXhIZWlnaHQiOiJJbmZpbml0eSIsIlNtYXJ0Rm9yZWdyb3VuZElzQWN0aXZlIjpmYWxzZSwiSG9yaXpvbnRhbEFsaWdubWVudCI6MCwiVmVydGljYWxBbGlnbm1lbnQiOjAsIlNtYXJ0Rm9yZWdyb3VuZCI6bnVsbCwiQmFja2dyb3VuZEZpbGxUeXBlIjowLCJNYXJnaW4iOnsiJGlkIjoiNDM0IiwiVG9wIjowLjAsIkxlZnQiOjAuMCwiUmlnaHQiOjIwLjAsIkJvdHRvbSI6MC4wfSwiUGFkZGluZyI6eyIkaWQiOiI0MzUiLCJUb3AiOjAuMCwiTGVmdCI6MC4wLCJSaWdodCI6MC4wLCJCb3R0b20iOjAuMH0sIkJhY2tncm91bmQiOnsiJGlkIjoiNDM2IiwiQ29sb3IiOnsiJGlkIjoiNDM3IiwiQSI6MCwiUiI6MCwiRyI6MCwiQiI6MH19LCJJc1Zpc2libGUiOmZhbHNlLCJXaWR0aCI6MC4wLCJIZWlnaHQiOjAuMCwiQm9yZGVyU3R5bGUiOm51bGwsIlBhcmVudFN0eWxlIjpudWxsfSwiTGVmdEVuZENhcHNTdHlsZSI6eyIkaWQiOiI0MzgiLCJGb250U2V0dGluZ3MiOnsiJGlkIjoiNDM5IiwiRm9udFNpemUiOjE4LCJGb250TmFtZSI6IkNhbGlicmkiLCJJc0JvbGQiOnRydWUsIklzSXRhbGljIjpmYWxzZSwiSXNVbmRlcmxpbmVkIjpmYWxzZSwiUGFyZW50U3R5bGUiOm51bGx9LCJBdXRvU2l6ZSI6MCwiRm9yZWdyb3VuZCI6eyIkaWQiOiI0NDAiLCJDb2xvciI6eyIkaWQiOiI0NDEiLCJBIjoyNTUsIlIiOjIzNywiRyI6MTI1LCJCIjo0OX19LCJNYXhXaWR0aCI6IkluZmluaXR5IiwiTWF4SGVpZ2h0IjoiSW5maW5pdHkiLCJTbWFydEZvcmVncm91bmRJc0FjdGl2ZSI6ZmFsc2UsIkhvcml6b250YWxBbGlnbm1lbnQiOjAsIlZlcnRpY2FsQWxpZ25tZW50IjowLCJTbWFydEZvcmVncm91bmQiOm51bGwsIkJhY2tncm91bmRGaWxsVHlwZSI6MCwiTWFyZ2luIjp7IiRpZCI6IjQ0MiIsIlRvcCI6MC4wLCJMZWZ0IjoxMTUuNTA2NjY2NjY2NjY2NjYsIlJpZ2h0IjowLjAsIkJvdHRvbSI6MC4wfSwiUGFkZGluZyI6eyIkaWQiOiI0NDMiLCJUb3AiOjAuMCwiTGVmdCI6MC4wLCJSaWdodCI6MC4wLCJCb3R0b20iOjAuMH0sIkJhY2tncm91bmQiOnsiJGlkIjoiNDQ0IiwiQ29sb3IiOnsiJGlkIjoiNDQ1IiwiQSI6MCwiUiI6MCwiRyI6MCwiQiI6MH19LCJJc1Zpc2libGUiOmZhbHNlLCJXaWR0aCI6MC4wLCJIZWlnaHQiOjAuMCwiQm9yZGVyU3R5bGUiOm51bGwsIlBhcmVudFN0eWxlIjpudWxsfSwiVG9kYXlUZXh0U3R5bGUiOnsiJGlkIjoiNDQ2IiwiRm9udFNldHRpbmdzIjp7IiRpZCI6IjQ0NyIsIkZvbnRTaXplIjoxMiwiRm9udE5hbWUiOiJDYWxpYnJpIiwiSXNCb2xkIjpmYWxzZSwiSXNJdGFsaWMiOmZhbHNlLCJJc1VuZGVybGluZWQiOmZhbHNlLCJQYXJlbnRTdHlsZSI6bnVsbH0sIkF1dG9TaXplIjowLCJGb3JlZ3JvdW5kIjp7IiRpZCI6IjQ0OCIsIkNvbG9yIjp7IiRpZCI6IjQ0OSIsIkEiOjI1NSwiUiI6MCwiRyI6MCwiQiI6MH19LCJNYXhXaWR0aCI6MjAwLjAsIk1heEhlaWdodCI6IkluZmluaXR5IiwiU21hcnRGb3JlZ3JvdW5kSXNBY3RpdmUiOmZhbHNlLCJIb3Jpem9udGFsQWxpZ25tZW50IjowLCJWZXJ0aWNhbEFsaWdubWVudCI6MCwiU21hcnRGb3JlZ3JvdW5kIjpudWxsLCJCYWNrZ3JvdW5kRmlsbFR5cGUiOjAsIk1hcmdpbiI6eyIkaWQiOiI0NTAiLCJUb3AiOjAuMCwiTGVmdCI6MC4wLCJSaWdodCI6MC4wLCJCb3R0b20iOjAuMH0sIlBhZGRpbmciOnsiJGlkIjoiNDUxIiwiVG9wIjowLjAsIkxlZnQiOjAuMCwiUmlnaHQiOjAuMCwiQm90dG9tIjowLjB9LCJCYWNrZ3JvdW5kIjp7IiRpZCI6IjQ1MiIsIkNvbG9yIjp7IiRpZCI6IjQ1MyIsIkEiOjAsIlIiOjAsIkciOjAsIkIiOjB9fSwiSXNWaXNpYmxlIjpmYWxzZSwiV2lkdGgiOjAuMCwiSGVpZ2h0IjowLjAsIkJvcmRlclN0eWxlIjpudWxsLCJQYXJlbnRTdHlsZSI6bnVsbH0sIlRvZGF5TWFya2VyU3R5bGUiOnsiJGlkIjoiNDU0IiwiTWFyZ2luIjp7IiRpZCI6IjQ1NSIsIlRvcCI6MC4wLCJMZWZ0IjowLjAsIlJpZ2h0IjowLjAsIkJvdHRvbSI6MC4wfSwiUGFkZGluZyI6eyIkaWQiOiI0NTYiLCJUb3AiOjAuMCwiTGVmdCI6MC4wLCJSaWdodCI6MC4wLCJCb3R0b20iOjAuMH0sIkJhY2tncm91bmQiOnsiJGlkIjoiNDU3IiwiQ29sb3IiOnsiJGlkIjoiNDU4IiwiQSI6MjU1LCJSIjoyNTUsIkciOjAsIkIiOjB9fSwiSXNWaXNpYmxlIjp0cnVlLCJXaWR0aCI6MC4wLCJIZWlnaHQiOjAuMCwiQm9yZGVyU3R5bGUiOm51bGwsIlBhcmVudFN0eWxlIjpudWxsfSwiU2NhbGVTdHlsZSI6eyIkaWQiOiI0NTkiLCJTaGFwZSI6MywiU2hvd1NlZ21lbnRTZXBhcmF0b3JzIjp0cnVlLCJTZWdtZW50U2VwYXJhdG9yT3BhY2l0eSI6MzAsIkhhc0JlZW5WaXNpYmxlQmVmb3JlIjp0cnVlLCJGb250U2V0dGluZ3MiOnsiJGlkIjoiNDYwIiwiRm9udFNpemUiOjEyLCJGb250TmFtZSI6IkNhbGlicmkiLCJJc0JvbGQiOmZhbHNlLCJJc0l0YWxpYyI6ZmFsc2UsIklzVW5kZXJsaW5lZCI6ZmFsc2UsIlBhcmVudFN0eWxlIjpudWxsfSwiQXV0b1NpemUiOjAsIkZvcmVncm91bmQiOnsiJGlkIjoiNDYxIiwiQ29sb3IiOnsiJGlkIjoiNDYyIiwiQSI6MjU1LCJSIjoyNTUsIkciOjI1NSwiQiI6MjU1fX0sIk1heFdpZHRoIjoyMDAuMCwiTWF4SGVpZ2h0IjoiSW5maW5pdHkiLCJTbWFydEZvcmVncm91bmRJc0FjdGl2ZSI6ZmFsc2UsIkhvcml6b250YWxBbGlnbm1lbnQiOjAsIlZlcnRpY2FsQWxpZ25tZW50IjoxLCJTbWFydEZvcmVncm91bmQiOm51bGwsIkJhY2tncm91bmRGaWxsVHlwZSI6MCwiTWFyZ2luIjp7IiRpZCI6IjQ2MyIsIlRvcCI6MC4wLCJMZWZ0Ijo1LjAsIlJpZ2h0IjowLjAsIkJvdHRvbSI6MC4wfSwiUGFkZGluZyI6eyIkaWQiOiI0NjQiLCJUb3AiOjAuMCwiTGVmdCI6MC4wLCJSaWdodCI6MC4wLCJCb3R0b20iOjAuMH0sIkJhY2tncm91bmQiOnsiJGlkIjoiNDY1IiwiQ29sb3IiOnsiJGlkIjoiNDY2IiwiQSI6MCwiUiI6MCwiRyI6MCwiQiI6MH19LCJJc1Zpc2libGUiOnRydWUsIldpZHRoIjowLjAsIkhlaWdodCI6MC4wLCJCb3JkZXJTdHlsZSI6bnVsbCwiUGFyZW50U3R5bGUiOm51bGx9LCJTaW5nbGVTY2FsZVNoYXBlU3R5bGUiOnsiJGlkIjoiNDY3IiwiU2hhcGUiOjAsIkhlaWdodCI6MC4wfSwiTWlkZGxlVGllclNjYWxlU3R5bGUiOnsiJGlkIjoiNDY4IiwiU2hhcGUiOjMsIlNob3dTZWdtZW50U2VwYXJhdG9ycyI6dHJ1ZSwiU2VnbWVudFNlcGFyYXRvck9wYWNpdHkiOjMwLCJIYXNCZWVuVmlzaWJsZUJlZm9yZSI6ZmFsc2UsIkZvbnRTZXR0aW5ncyI6eyIkaWQiOiI0NjkiLCJGb250U2l6ZSI6MTIsIkZvbnROYW1lIjoiQ2FsaWJyaSIsIklzQm9sZCI6ZmFsc2UsIklzSXRhbGljIjpmYWxzZSwiSXNVbmRlcmxpbmVkIjpmYWxzZSwiUGFyZW50U3R5bGUiOm51bGx9LCJBdXRvU2l6ZSI6MCwiRm9yZWdyb3VuZCI6eyIkaWQiOiI0NzAiLCJDb2xvciI6eyIkaWQiOiI0NzEiLCJBIjoyNTUsIlIiOjI1NSwiRyI6MjU1LCJCIjoyNTV9fSwiTWF4V2lkdGgiOjIwMC4wLCJNYXhIZWlnaHQiOiJJbmZpbml0eSIsIlNtYXJ0Rm9yZWdyb3VuZElzQWN0aXZlIjpmYWxzZSwiSG9yaXpvbnRhbEFsaWdubWVudCI6MCwiVmVydGljYWxBbGlnbm1lbnQiOjEsIlNtYXJ0Rm9yZWdyb3VuZCI6bnVsbCwiQmFja2dyb3VuZEZpbGxUeXBlIjowLCJNYXJnaW4iOnsiJGlkIjoiNDcyIiwiVG9wIjowLjAsIkxlZnQiOjUuMCwiUmlnaHQiOjAuMCwiQm90dG9tIjowLjB9LCJQYWRkaW5nIjp7IiRpZCI6IjQ3MyIsIlRvcCI6MC4wLCJMZWZ0IjowLjAsIlJpZ2h0IjowLjAsIkJvdHRvbSI6MC4wfSwiQmFja2dyb3VuZCI6eyIkaWQiOiI0NzQiLCJDb2xvciI6eyIkaWQiOiI0NzUiLCJBIjowLCJSIjowLCJHIjowLCJCIjowfX0sIklzVmlzaWJsZSI6ZmFsc2UsIldpZHRoIjowLjAsIkhlaWdodCI6MC4wLCJCb3JkZXJTdHlsZSI6bnVsbCwiUGFyZW50U3R5bGUiOm51bGx9LCJCb3R0b21UaWVyU2NhbGVTdHlsZSI6eyIkaWQiOiI0NzYiLCJTaGFwZSI6MywiU2hvd1NlZ21lbnRTZXBhcmF0b3JzIjp0cnVlLCJTZWdtZW50U2VwYXJhdG9yT3BhY2l0eSI6MzAsIkhhc0JlZW5WaXNpYmxlQmVmb3JlIjpmYWxzZSwiRm9udFNldHRpbmdzIjp7IiRpZCI6IjQ3NyIsIkZvbnRTaXplIjoxMiwiRm9udE5hbWUiOiJDYWxpYnJpIiwiSXNCb2xkIjpmYWxzZSwiSXNJdGFsaWMiOmZhbHNlLCJJc1VuZGVybGluZWQiOmZhbHNlLCJQYXJlbnRTdHlsZSI6bnVsbH0sIkF1dG9TaXplIjowLCJGb3JlZ3JvdW5kIjp7IiRpZCI6IjQ3OCIsIkNvbG9yIjp7IiRpZCI6IjQ3OSIsIkEiOjI1NSwiUiI6MjU1LCJHIjoyNTUsIkIiOjI1NX19LCJNYXhXaWR0aCI6MjAwLjAsIk1heEhlaWdodCI6IkluZmluaXR5IiwiU21hcnRGb3JlZ3JvdW5kSXNBY3RpdmUiOmZhbHNlLCJIb3Jpem9udGFsQWxpZ25tZW50IjowLCJWZXJ0aWNhbEFsaWdubWVudCI6MSwiU21hcnRGb3JlZ3JvdW5kIjpudWxsLCJCYWNrZ3JvdW5kRmlsbFR5cGUiOjAsIk1hcmdpbiI6eyIkaWQiOiI0ODAiLCJUb3AiOjAuMCwiTGVmdCI6NS4wLCJSaWdodCI6MC4wLCJCb3R0b20iOjAuMH0sIlBhZGRpbmciOnsiJGlkIjoiNDgxIiwiVG9wIjowLjAsIkxlZnQiOjAuMCwiUmlnaHQiOjAuMCwiQm90dG9tIjowLjB9LCJCYWNrZ3JvdW5kIjp7IiRpZCI6IjQ4MiIsIkNvbG9yIjp7IiRpZCI6IjQ4MyIsIkEiOjAsIlIiOjAsIkciOjAsIkIiOjB9fSwiSXNWaXNpYmxlIjpmYWxzZSwiV2lkdGgiOjAuMCwiSGVpZ2h0IjowLjAsIkJvcmRlclN0eWxlIjpudWxsLCJQYXJlbnRTdHlsZSI6bnVsbH0sIkVsYXBzZWRUaW1lQmFja2dyb3VuZCI6eyIkaWQiOiI0ODQiLCJDb2xvciI6eyIkaWQiOiI0ODUiLCJBIjoxOTEsIlIiOjI1NSwiRyI6MCwiQiI6MH19LCJBcHBlbmRZZWFyT25ZZWFyQ2hhbmdlIjpmYWxzZSwiRWxhcHNlZFRpbWVGb3JtYXQiOjAsIlRvZGF5TWFya2VyUG9zaXRpb24iOjAsIlF1aWNrUG9zaXRpb24iOjMsIkFic29sdXRlUG9zaXRpb24iOjgwLjk2OTI5LCJNYXJnaW4iOnsiJGlkIjoiNDg2IiwiVG9wIjowLjAsIkxlZnQiOjEwLjAsIlJpZ2h0IjoxMC4wLCJCb3R0b20iOjAuMH0sIlBhZGRpbmciOnsiJGlkIjoiNDg3IiwiVG9wIjowLjAsIkxlZnQiOjAuMCwiUmlnaHQiOjAuMCwiQm90dG9tIjowLjB9LCJCYWNrZ3JvdW5kIjp7IiRpZCI6IjQ4OCIsIkNvbG9yIjp7IiRpZCI6IjQ4OSIsIkEiOjI1NSwiUiI6NDcsIkciOjU0LCJCIjoxNTN9fSwiSXNWaXNpYmxlIjp0cnVlLCJXaWR0aCI6MC4wLCJIZWlnaHQiOjAuMCwiQm9yZGVyU3R5bGUiOm51bGwsIlBhcmVudFN0eWxlIjpudWxsfSwiRGVmYXVsdE1pbGVzdG9uZVN0eWxlIjp7IiRpZCI6IjQ5MCIsIlNoYXBlIjoyLCJDb25uZWN0b3JNYXJnaW4iOnsiJGlkIjoiNDkxIiwiVG9wIjowLjAsIkxlZnQiOjIuMCwiUmlnaHQiOjIuMCwiQm90dG9tIjowLjB9LCJDb25uZWN0b3JTdHlsZSI6eyIkaWQiOiI0OTIiLCJMaW5lQ29sb3IiOnsiJGlkIjoiNDkzIiwiJHR5cGUiOiJOTFJFLkNvbW1vbi5Eb20uU29saWRDb2xvckJydXNoLCBOTFJFLkNvbW1vbiIsIkNvbG9yIjp7IiRpZCI6IjQ5NCIsIkEiOjEyNywiUiI6NzksIkciOjEyOSwiQiI6MTg5fX0sIkxpbmVXZWlnaHQiOjEuMCwiTGluZVR5cGUiOjAsIlBhcmVudFN0eWxlIjpudWxsfSwiSXNCZWxvd1RpbWViYW5kIjpmYWxzZSwiUG9zaXRpb25PblRhc2siOjAsIkhpZGVEYXRlIjpmYWxzZSwiU2hhcGVTaXplIjoxLCJTcGFjaW5nIjoyLjAsIlBhZGRpbmciOnsiJGlkIjoiNDk1IiwiVG9wIjo3LjAsIkxlZnQiOjMuMCwiUmlnaHQiOjAuMCwiQm90dG9tIjoyLjB9LCJTaGFwZVN0eWxlIjp7IiRpZCI6IjQ5NiIsIk1hcmdpbiI6eyIkcmVmIjoiOCJ9LCJQYWRkaW5nIjp7IiRyZWYiOiI5In0sIkJhY2tncm91bmQiOnsiJGlkIjoiNDk3IiwiQ29sb3IiOnsiJGlkIjoiNDk4IiwiQSI6MjU1LCJSIjowLCJHIjoxMTQsIkIiOjE4OH19LCJJc1Zpc2libGUiOnRydWUsIldpZHRoIjoxMy4wLCJIZWlnaHQiOjEzLjAsIkJvcmRlclN0eWxlIjp7IiRpZCI6IjQ5OSIsIkxpbmVDb2xvciI6eyIkcmVmIjoiMTI0In0sIkxpbmVXZWlnaHQiOjAuMCwiTGluZVR5cGUiOjAsIlBhcmVudFN0eWxlIjpudWxsfSwiUGFyZW50U3R5bGUiOm51bGx9LCJUaXRsZVN0eWxlIjp7IiRpZCI6IjUwMCIsIkZvbnRTZXR0aW5ncyI6eyIkaWQiOiI1MDEiLCJGb250U2l6ZSI6MTEsIkZvbnROYW1lIjoiQ2FsaWJyaSIsIklzQm9sZCI6dHJ1ZSwiSXNJdGFsaWMiOmZhbHNlLCJJc1VuZGVybGluZWQiOmZhbHNlLCJQYXJlbnRTdHlsZSI6bnVsbH0sIkF1dG9TaXplIjowLCJGb3JlZ3JvdW5kIjp7IiRyZWYiOiIxMjgifSwiTWF4V2lkdGgiOjIwMC4wLCJNYXhIZWlnaHQiOiJJbmZpbml0eSIsIlNtYXJ0Rm9yZWdyb3VuZElzQWN0aXZlIjpmYWxzZSwiSG9yaXpvbnRhbEFsaWdubWVudCI6MCwiVmVydGljYWxBbGlnbm1lbnQiOjAsIlNtYXJ0Rm9yZWdyb3VuZCI6bnVsbCwiQmFja2dyb3VuZEZpbGxUeXBlIjowLCJNYXJnaW4iOnsiJHJlZiI6IjE5In0sIlBhZGRpbmciOnsiJHJlZiI6IjIwIn0sIkJhY2tncm91bmQiOnsiJHJlZiI6IjEzMCJ9LCJJc1Zpc2libGUiOnRydWUsIldpZHRoIjowLjAsIkhlaWdodCI6MC4wLCJCb3JkZXJTdHlsZSI6bnVsbCwiUGFyZW50U3R5bGUiOm51bGx9LCJEYXRlU3R5bGUiOnsiJGlkIjoiNTAyIiwiRm9udFNldHRpbmdzIjp7IiRpZCI6IjUwMyIsIkZvbnRTaXplIjoxMCwiRm9udE5hbWUiOiJDYWxpYnJpIiwiSXNCb2xkIjpmYWxzZSwiSXNJdGFsaWMiOmZhbHNlLCJJc1VuZGVybGluZWQiOmZhbHNlLCJQYXJlbnRTdHlsZSI6bnVsbH0sIkF1dG9TaXplIjowLCJGb3JlZ3JvdW5kIjp7IiRyZWYiOiIxMzQifSwiTWF4V2lkdGgiOjIwMC4wLCJNYXhIZWlnaHQiOiJJbmZpbml0eSIsIlNtYXJ0Rm9yZWdyb3VuZElzQWN0aXZlIjpmYWxzZSwiSG9yaXpvbnRhbEFsaWdubWVudCI6MCwiVmVydGljYWxBbGlnbm1lbnQiOjAsIlNtYXJ0Rm9yZWdyb3VuZCI6bnVsbCwiQmFja2dyb3VuZEZpbGxUeXBlIjowLCJNYXJnaW4iOnsiJHJlZiI6IjI3In0sIlBhZGRpbmciOnsiJHJlZiI6IjI4In0sIkJhY2tncm91bmQiOnsiJHJlZiI6IjEzNiJ9LCJJc1Zpc2libGUiOnRydWUsIldpZHRoIjowLjAsIkhlaWdodCI6MC4wLCJCb3JkZXJTdHlsZSI6bnVsbCwiUGFyZW50U3R5bGUiOm51bGx9LCJEYXRlRm9ybWF0Ijp7IiRpZCI6IjUwNCIsIkZvcm1hdFN0cmluZyI6Ik1NTSBkIiwiU2VwYXJhdG9yIjoiLyIsIlVzZUludGVybmF0aW9uYWxEYXRlRm9ybWF0IjpmYWxzZSwiRGF0ZUlzVmlzaWJsZSI6dHJ1ZSwiVGltZUlzVmlzaWJsZSI6ZmFsc2UsIkhvdXJEaWdpdHMiOjEsIkFtUG1EZXNpZ25hdG9yIjoyLCJUcmltMDBNaW51dGVzIjpmYWxzZSwiTGFzdEtub3duVmlzaWJpbGl0eVN0YXRlIjpudWxsfSwiV2Vla051bWJlcmluZyI6eyIkaWQiOiI1MDUiLCJGb3JtYXQiOjAsIklzVmlzaWJsZSI6ZmFsc2UsIkxhc3RLbm93blZpc2liaWxpdHlTdGF0ZSI6ZmFsc2V9LCJJc1Zpc2libGUiOnRydWUsIlBhcmVudFN0eWxlIjpudWxsfSwiRGVmYXVsdFRhc2tTdHlsZSI6eyIkaWQiOiI1MDYiLCJTaGFwZSI6MSwiU2hhcGVUaGlja25lc3MiOjAsIkR1cmF0aW9uRm9ybWF0IjowLCJJbmNsdWRlTm9uV29ya2luZ0RheXNJbkR1cmF0aW9uIjpmYWxzZSwiUGVyY2VudGFnZUNvbXBsZXRlU3R5bGUiOnsiJGlkIjoiNTA3IiwiRm9udFNldHRpbmdzIjp7IiRpZCI6IjUwOCIsIkZvbnRTaXplIjoxMCwiRm9udE5hbWUiOiJDYWxpYnJpIiwiSXNCb2xkIjpmYWxzZSwiSXNJdGFsaWMiOmZhbHNlLCJJc1VuZGVybGluZWQiOmZhbHNlLCJQYXJlbnRTdHlsZSI6bnVsbH0sIkF1dG9TaXplIjowLCJGb3JlZ3JvdW5kIjp7IiRyZWYiOiI0MCJ9LCJNYXhXaWR0aCI6MjAwLjAsIk1heEhlaWdodCI6IkluZmluaXR5IiwiU21hcnRGb3JlZ3JvdW5kSXNBY3RpdmUiOmZhbHNlLCJIb3Jpem9udGFsQWxpZ25tZW50IjowLCJWZXJ0aWNhbEFsaWdubWVudCI6MCwiU21hcnRGb3JlZ3JvdW5kIjpudWxsLCJCYWNrZ3JvdW5kRmlsbFR5cGUiOjAsIk1hcmdpbiI6eyIkcmVmIjoiNDIifSwiUGFkZGluZyI6eyIkcmVmIjoiNDMifSwiQmFja2dyb3VuZCI6eyIkcmVmIjoiNDQifSwiSXNWaXNpYmxlIjp0cnVlLCJXaWR0aCI6MC4wLCJIZWlnaHQiOjAuMCwiQm9yZGVyU3R5bGUiOm51bGwsIlBhcmVudFN0eWxlIjpudWxsfSwiRHVyYXRpb25TdHlsZSI6eyIkaWQiOiI1MDkiLCJGb250U2V0dGluZ3MiOnsiJGlkIjoiNTEwIiwiRm9udFNpemUiOjEwLCJGb250TmFtZSI6IkNhbGlicmkiLCJJc0JvbGQiOmZhbHNlLCJJc0l0YWxpYyI6ZmFsc2UsIklzVW5kZXJsaW5lZCI6ZmFsc2UsIlBhcmVudFN0eWxlIjpudWxsfSwiQXV0b1NpemUiOjAsIkZvcmVncm91bmQiOnsiJHJlZiI6IjQ5In0sIk1heFdpZHRoIjoyMDAuMCwiTWF4SGVpZ2h0IjoiSW5maW5pdHkiLCJTbWFydEZvcmVncm91bmRJc0FjdGl2ZSI6ZmFsc2UsIkhvcml6b250YWxBbGlnbm1lbnQiOjAsIlZlcnRpY2FsQWxpZ25tZW50IjowLCJTbWFydEZvcmVncm91bmQiOm51bGwsIkJhY2tncm91bmRGaWxsVHlwZSI6MCwiTWFyZ2luIjp7IiRyZWYiOiI1MSJ9LCJQYWRkaW5nIjp7IiRyZWYiOiI1MiJ9LCJCYWNrZ3JvdW5kIjp7IiRyZWYiOiI1MyJ9LCJJc1Zpc2libGUiOnRydWUsIldpZHRoIjowLjAsIkhlaWdodCI6MC4wLCJCb3JkZXJTdHlsZSI6bnVsbCwiUGFyZW50U3R5bGUiOm51bGx9LCJIb3Jpem9udGFsQ29ubmVjdG9yU3R5bGUiOnsiJGlkIjoiNTExIiwiTGluZUNvbG9yIjp7IiRyZWYiOiI1NyJ9LCJMaW5lV2VpZ2h0IjoxLjAsIkxpbmVUeXBlIjowLCJQYXJlbnRTdHlsZSI6bnVsbH0sIlZlcnRpY2FsQ29ubmVjdG9yU3R5bGUiOnsiJGlkIjoiNTEyIiwiTGluZUNvbG9yIjp7IiRyZWYiOiI2M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UxMyIsIk1hcmdpbiI6eyIkcmVmIjoiNjMifSwiUGFkZGluZyI6eyIkcmVmIjoiNjQifSwiQmFja2dyb3VuZCI6eyIkaWQiOiI1MTQiLCJDb2xvciI6eyIkaWQiOiI1MTUiLCJBIjoyNTUsIlIiOjAsIkciOjExNCwiQiI6MTg4fX0sIklzVmlzaWJsZSI6dHJ1ZSwiV2lkdGgiOjAuMCwiSGVpZ2h0IjoxMC4wLCJCb3JkZXJTdHlsZSI6eyIkaWQiOiI1MTYiLCJMaW5lQ29sb3IiOnsiJHJlZiI6IjY4In0sIkxpbmVXZWlnaHQiOjAuMCwiTGluZVR5cGUiOjAsIlBhcmVudFN0eWxlIjpudWxsfSwiUGFyZW50U3R5bGUiOm51bGx9LCJUaXRsZVN0eWxlIjp7IiRpZCI6IjUxNyIsIkZvbnRTZXR0aW5ncyI6eyIkaWQiOiI1MTgiLCJGb250U2l6ZSI6MTEsIkZvbnROYW1lIjoiQ2FsaWJyaSIsIklzQm9sZCI6dHJ1ZSwiSXNJdGFsaWMiOmZhbHNlLCJJc1VuZGVybGluZWQiOmZhbHNlLCJQYXJlbnRTdHlsZSI6bnVsbH0sIkF1dG9TaXplIjowLCJGb3JlZ3JvdW5kIjp7IiRyZWYiOiI3MiJ9LCJNYXhXaWR0aCI6OTYwLjAsIk1heEhlaWdodCI6IkluZmluaXR5IiwiU21hcnRGb3JlZ3JvdW5kSXNBY3RpdmUiOmZhbHNlLCJIb3Jpem9udGFsQWxpZ25tZW50IjowLCJWZXJ0aWNhbEFsaWdubWVudCI6MCwiU21hcnRGb3JlZ3JvdW5kIjpudWxsLCJCYWNrZ3JvdW5kRmlsbFR5cGUiOjAsIk1hcmdpbiI6eyIkcmVmIjoiNzQifSwiUGFkZGluZyI6eyIkcmVmIjoiNzUifSwiQmFja2dyb3VuZCI6eyIkcmVmIjoiNzYifSwiSXNWaXNpYmxlIjp0cnVlLCJXaWR0aCI6MC4wLCJIZWlnaHQiOjAuMCwiQm9yZGVyU3R5bGUiOm51bGwsIlBhcmVudFN0eWxlIjpudWxsfSwiRGF0ZVN0eWxlIjp7IiRpZCI6IjUxOSIsIkZvbnRTZXR0aW5ncyI6eyIkaWQiOiI1MjAiLCJGb250U2l6ZSI6MTAsIkZvbnROYW1lIjoiQ2FsaWJyaSIsIklzQm9sZCI6ZmFsc2UsIklzSXRhbGljIjpmYWxzZSwiSXNVbmRlcmxpbmVkIjpmYWxzZSwiUGFyZW50U3R5bGUiOm51bGx9LCJBdXRvU2l6ZSI6MCwiRm9yZWdyb3VuZCI6eyIkcmVmIjoiODEi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HJlZiI6Ijg1In0sIklzVmlzaWJsZSI6dHJ1ZSwiV2lkdGgiOjAuMCwiSGVpZ2h0IjowLjAsIkJvcmRlclN0eWxlIjpudWxsLCJQYXJlbnRTdHlsZSI6bnVsbH0sIkRhdGVGb3JtYXQiOnsiJHJlZiI6IjMwMCJ9LCJXZWVrTnVtYmVyaW5nIjp7IiRpZCI6IjUyMSIsIkZvcm1hdCI6MCwiSXNWaXNpYmxlIjpmYWxzZSwiTGFzdEtub3duVmlzaWJpbGl0eVN0YXRlIjpmYWxzZX0sIklzVmlzaWJsZSI6dHJ1ZSwiUGFyZW50U3R5bGUiOm51bGwsIl9leHBsaWNpdGx5U2V0Ijp7IiRpZCI6IjUyMiIsIlNoYXBlU3R5bGUiOmZhbHNlLCJUaXRsZVN0eWxlIjpmYWxzZSwiRGF0ZVN0eWxlIjpmYWxzZSwiSG9yaXpvbnRhbENvbm5lY3RvclN0eWxlIjpmYWxzZSwiVmVydGljYWxDb25uZWN0b3JTdHlsZSI6ZmFsc2UsIlBlcmNlbnRhZ2VDb21wbGV0ZVNoYXBlT3BhY2l0eSI6ZmFsc2UsIlNoYXBlIjpmYWxzZSwiU2hhcGVUaGlja25lc3MiOmZhbHNlLCJEdXJhdGlvbkZvcm1hdCI6ZmFsc2UsIkluY2x1ZGVOb25Xb3JraW5nRGF5c0luRHVyYXRpb24iOmZhbHNlLCJNYXJnaW4iOmZhbHNlLCJTdGFydERhdGVQb3NpdGlvbiI6ZmFsc2UsIkVuZERhdGVQb3NpdGlvbiI6ZmFsc2UsIlRpdGxlUG9zaXRpb24iOmZhbHNlLCJEdXJhdGlvblBvc2l0aW9uIjpmYWxzZSwiUGVyY2VudGFnZUNvbXBsZXRlZFBvc2l0aW9uIjpmYWxzZSwiU3BhY2luZyI6ZmFsc2UsIklzQmVsb3dUaW1lYmFuZCI6ZmFsc2UsIkRhdGVGb3JtYXQiOmZhbHNlLCJXZWVrTnVtYmVyaW5nIjpmYWxzZSwiSXNWaXNpYmxlIjpmYWxzZX19LCJHcmlkbGluZVBhbmVsU3R5bGUiOnsiJGlkIjoiNTIzIiwiR3JpZGxpbmVTdHlsZSI6eyIkaWQiOiI1MjQiLCJMaW5lQ29sb3IiOnsiJGlkIjoiNTI1IiwiJHR5cGUiOiJOTFJFLkNvbW1vbi5Eb20uU29saWRDb2xvckJydXNoLCBOTFJFLkNvbW1vbiIsIkNvbG9yIjp7IiRpZCI6IjUyNiIsIkEiOjM4LCJSIjoyNDUsIkciOjEzOCwiQiI6MTA0fX0sIkxpbmVXZWlnaHQiOjEuMCwiTGluZVR5cGUiOjAsIlBhcmVudFN0eWxlIjpudWxsfSwiTWFyZ2luIjp7IiRpZCI6IjUyNyIsIlRvcCI6MC4wLCJMZWZ0IjowLjAsIlJpZ2h0IjowLjAsIkJvdHRvbSI6MC4wfSwiUGFkZGluZyI6eyIkaWQiOiI1MjgiLCJUb3AiOjAuMCwiTGVmdCI6MC4wLCJSaWdodCI6MC4wLCJCb3R0b20iOjAuMH0sIkJhY2tncm91bmQiOm51bGwsIklzVmlzaWJsZSI6dHJ1ZSwiV2lkdGgiOjAuMCwiSGVpZ2h0IjowLjAsIkJvcmRlclN0eWxlIjp7IiRpZCI6IjUyOSIsIkxpbmVDb2xvciI6bnVsbCwiTGluZVdlaWdodCI6MC4wLCJMaW5lVHlwZSI6MCwiUGFyZW50U3R5bGUiOm51bGx9LCJQYXJlbnRTdHlsZSI6bnVsbH0sIkFjdGl2aXR5TGluZVBhbmVsU3R5bGUiOnsiJGlkIjoiNTMwIiwiQWN0aXZpdHlMaW5lU3R5bGUiOnsiJGlkIjoiNTMxIiwiTGluZUNvbG9yIjp7IiRpZCI6IjUzMiIsIiR0eXBlIjoiTkxSRS5Db21tb24uRG9tLlNvbGlkQ29sb3JCcnVzaCwgTkxSRS5Db21tb24iLCJDb2xvciI6eyIkaWQiOiI1MzMiLCJBIjozOCwiUiI6NjgsIkciOjExNCwiQiI6MTk2fX0sIkxpbmVXZWlnaHQiOjEuMCwiTGluZVR5cGUiOjAsIlBhcmVudFN0eWxlIjpudWxsfSwiTWFyZ2luIjp7IiRpZCI6IjUzNCIsIlRvcCI6MC4wLCJMZWZ0IjowLjAsIlJpZ2h0IjowLjAsIkJvdHRvbSI6MC4wfSwiUGFkZGluZyI6eyIkaWQiOiI1MzUiLCJUb3AiOjAuMCwiTGVmdCI6MC4wLCJSaWdodCI6MC4wLCJCb3R0b20iOjAuMH0sIkJhY2tncm91bmQiOm51bGwsIklzVmlzaWJsZSI6dHJ1ZSwiV2lkdGgiOjAuMCwiSGVpZ2h0IjowLjAsIkJvcmRlclN0eWxlIjp7IiRpZCI6IjUzNiIsIkxpbmVDb2xvciI6bnVsbCwiTGluZVdlaWdodCI6MC4wLCJMaW5lVHlwZSI6MCwiUGFyZW50U3R5bGUiOm51bGx9LCJQYXJlbnRTdHlsZSI6bnVsbH0sIlNob3dFbGFwc2VkVGltZUdyYWRpZW50U3R5bGUiOmZhbHNlLCJUaW1lYmFuZFJlc2VydmVkTGVmdEFyZWFTdHlsZSI6eyIkaWQiOiI1MzciLCJBY3Rpdml0eUhlYWRlcldpZHRoIjo3Ni4wLCJJc1NldCI6ZmFsc2V9LCJEZWZhdWx0U3dpbWxhbmVTdHlsZSI6bnVsbH0sIlNjYWxlIjpudWxsLCJTY2FsZVYyIjp7IiRpZCI6IjUzOCIsIlN0YXJ0RGF0ZSI6IjAwMDEtMDEtMDFUMDA6MDA6MDAiLCJFbmREYXRlIjoiMjAzMS0wOS0zMFQyMzo1OTowMCIsIkF1dG9EYXRlUmFuZ2UiOnRydWUsIldvcmtpbmdEYXlzIjozMSwiRmlzY2FsWWVhciI6eyIkaWQiOiI1MzkiLCJTdGFydE1vbnRoIjoxLCJVc2VTdGFydGluZ1llYXJGb3JOdW1iZXJpbmciOnRydWUsIlNob3dGaXNjYWxZZWFyTGFiZWwiOnRydWV9LCJUb2RheU1hcmtlclRleHQiOiJUb2RheSIsIkF1dG9TY2FsZVR5cGUiOmZhbHNlLCJUaW1lYmFuZFNjYWxlcyI6eyIkaWQiOiI1NDAiLCJUb3BTY2FsZUxheWVyIjp7IiRpZCI6IjU0MSIsIkZvcm1hdCI6Ik1NTSIsIlR5cGUiOjR9LCJNaWRkbGVTY2FsZUxheWVyIjp7IiRpZCI6IjU0MiIsIkZvcm1hdCI6bnVsbCwiVHlwZSI6MH0sIkJvdHRvbVNjYWxlTGF5ZXIiOnsiJGlkIjoiNTQzIiwiRm9ybWF0IjpudWxsLCJUeXBlIjowfX19LCJNaWxlc3RvbmVzIjpbXSwiVGFza3MiOltdLCJTd2ltbGFuZXMiOltdLCJNc1Byb2plY3RJdGVtc1RyZWUiOnsiJGlkIjoiNTQ0IiwiUm9vdCI6eyJJbXBvcnRJZCI6bnVsbCwiSXNJbXBvcnRlZCI6ZmFsc2UsIkNoaWxkcmVuIjpbXX19LCJNZXRhZGF0YSI6eyIkaWQiOiI1NDUiLCJSZWNlbnRDb2xvcnNDb2xsZWN0aW9uIjoiW10iLCJTb3VyY2VUZW1wbGF0ZSI6IntcIiRpZFwiOlwiMVwiLFwiSWRcIjpcImNjMjZmODYzLTI3Y2UtNDgwZS1hNTg5LWIzZjEyZjJkNmViMFwiLFwiQ3VsdHVyZUluZm9OYW1lXCI6XCJlbi1VU1wiLFwiVmVyc2lvblwiOntcIiRpZFwiOlwiMlwiLFwiVGVtcGxhdGVEb21WZXJzaW9uXCI6XCIxLjMuMVwifSxcIkVmZmVjdFwiOjEsXCJTdHlsZVwiOntcIiRpZFwiOlwiM1wiLFwiVGltZWJhbmRTdHlsZVwiOntcIiRpZFwiOlwiNFwiLFwiU2NhbGVNYXJraW5nXCI6MSxcIlNoYXBlXCI6MTAsXCJTaGFwZVN0eWxlXCI6e1wiJGlkXCI6XCI1XCIsXCJNYXJnaW5cIjp7XCIkaWRcIjpcIjZcIixcIlRvcFwiOjAuMCxcIkxlZnRcIjoxMC4wLFwiUmlnaHRcIjoxMC4wLFwiQm90dG9tXCI6MC4wfSxcIlBhZGRpbmdcIjp7XCIkaWRcIjpcIjdcIixcIlRvcFwiOjMuMCxcIkxlZnRcIjowLjAsXCJSaWdodFwiOjAuMCxcIkJvdHRvbVwiOjMuMH0sXCJCYWNrZ3JvdW5kXCI6e1wiJGlkXCI6XCI4XCIsXCJDb2xvclwiOntcIiRpZFwiOlwiOVwiLFwiQVwiOjI1NSxcIlJcIjo2OCxcIkdcIjo4NCxcIkJcIjoxMDZ9fSxcIklzVmlzaWJsZVwiOnRydWUsXCJXaWR0aFwiOjg1OC4wLFwiSGVpZ2h0XCI6MjAuMCxcIkJvcmRlclN0eWxlXCI6e1wiJGlkXCI6XCIxMFwiLFwiTGluZUNvbG9yXCI6e1wiJGlkXCI6XCIxMVwiLFwiJHR5cGVcIjpcIk5MUkUuQ29tbW9uLkRvbS5Tb2xpZENvbG9yQnJ1c2gsIE5MUkUuQ29tbW9uXCIsXCJDb2xvclwiOntcIiRpZFwiOlwiMTJcIixcIkFcIjoyNTUsXCJSXCI6MjU1LFwiR1wiOjAsXCJCXCI6MH19LFwiTGluZVdlaWdodFwiOjAuMCxcIkxpbmVUeXBlXCI6MH19LFwiTWlkZGxlVGllclNoYXBlU3R5bGVcIjp7XCIkaWRcIjpcIjEzXCIsXCJNYXJnaW5cIjp7XCIkaWRcIjpcIjE0XCIsXCJUb3BcIjowLjAsXCJMZWZ0XCI6MTAuMCxcIlJpZ2h0XCI6MTAuMCxcIkJvdHRvbVwiOjAuMH0sXCJQYWRkaW5nXCI6e1wiJGlkXCI6XCIxNVwiLFwiVG9wXCI6My4wLFwiTGVmdFwiOjAuMCxcIlJpZ2h0XCI6MC4wLFwiQm90dG9tXCI6My4wfSxcIkJhY2tncm91bmRcIjp7XCIkaWRcIjpcIjE2XCIsXCJDb2xvclwiOntcIiRpZFwiOlwiMTdcIixcIkFcIjoyNTUsXCJSXCI6NjgsXCJHXCI6ODQsXCJCXCI6MTA2fX0sXCJJc1Zpc2libGVcIjp0cnVlLFwiV2lkdGhcIjo4NTguMCxcIkhlaWdodFwiOjIwLjAsXCJCb3JkZXJTdHlsZVwiOntcIiRpZFwiOlwiMThcIixcIkxpbmVDb2xvclwiOntcIiRpZFwiOlwiMTlcIixcIiR0eXBlXCI6XCJOTFJFLkNvbW1vbi5Eb20uU29saWRDb2xvckJydXNoLCBOTFJFLkNvbW1vblwiLFwiQ29sb3JcIjp7XCIkaWRcIjpcIjIwXCIsXCJBXCI6MjU1LFwiUlwiOjI1NSxcIkdcIjowLFwiQlwiOjB9fSxcIkxpbmVXZWlnaHRcIjowLjAsXCJMaW5lVHlwZVwiOjB9fSxcIkJvdHRvbVRpZXJTaGFwZVN0eWxlXCI6e1wiJGlkXCI6XCIyMVwiLFwiTWFyZ2luXCI6e1wiJGlkXCI6XCIyMlwiLFwiVG9wXCI6MC4wLFwiTGVmdFwiOjEwLjAsXCJSaWdodFwiOjEwLjAsXCJCb3R0b21cIjowLjB9LFwiUGFkZGluZ1wiOntcIiRpZFwiOlwiMjNcIixcIlRvcFwiOjMuMCxcIkxlZnRcIjowLjAsXCJSaWdodFwiOjAuMCxcIkJvdHRvbVwiOjMuMH0sXCJCYWNrZ3JvdW5kXCI6e1wiJGlkXCI6XCIyNFwiLFwiQ29sb3JcIjp7XCIkaWRcIjpcIjI1XCIsXCJBXCI6MjU1LFwiUlwiOjY4LFwiR1wiOjg0LFwiQlwiOjEwNn19LFwiSXNWaXNpYmxlXCI6dHJ1ZSxcIldpZHRoXCI6ODU4LjAsXCJIZWlnaHRcIjoyMC4wLFwiQm9yZGVyU3R5bGVcIjp7XCIkaWRcIjpcIjI2XCIsXCJMaW5lQ29sb3JcIjp7XCIkaWRcIjpcIjI3XCIsXCIkdHlwZVwiOlwiTkxSRS5Db21tb24uRG9tLlNvbGlkQ29sb3JCcnVzaCwgTkxSRS5Db21tb25cIixcIkNvbG9yXCI6e1wiJGlkXCI6XCIyOFwiLFwiQVwiOjI1NSxcIlJcIjoyNTUsXCJHXCI6MCxcIkJcIjowfX0sXCJMaW5lV2VpZ2h0XCI6MC4wLFwiTGluZVR5cGVcIjowfX0sXCJSaWdodEVuZENhcHNTdHlsZVwiOntcIiRpZFwiOlwiMjlcIixcIkZvbnRTZXR0aW5nc1wiOntcIiRpZFwiOlwiMzBcIixcIkZvbnRTaXplXCI6MTgsXCJGb250TmFtZVwiOlwiQ2FsaWJyaVwiLFwiSXNCb2xkXCI6dHJ1ZSxcIklzSXRhbGljXCI6ZmFsc2UsXCJJc1VuZGVybGluZWRcIjpmYWxzZX0sXCJBdXRvU2l6ZVwiOjAsXCJGb3JlZ3JvdW5kXCI6e1wiJGlkXCI6XCIzMVwiLFwiQ29sb3JcIjp7XCIkaWRcIjpcIjMyXCIsXCJBXCI6MjU1LFwiUlwiOjIzNyxcIkdcIjoxMjUsXCJCXCI6NDl9fSxcIkJhY2tncm91bmRGaWxsVHlwZVwiOjAsXCJNYXhXaWR0aFwiOlwiSW5maW5pdHlcIixcIk1heEhlaWdodFwiOlwiSW5maW5pdHlcIixcIlNtYXJ0Rm9yZWdyb3VuZElzQWN0aXZlXCI6ZmFsc2UsXCJIb3Jpem9udGFsQWxpZ25tZW50XCI6MCxcIlZlcnRpY2FsQWxpZ25tZW50XCI6MCxcIlNtYXJ0Rm9yZWdyb3VuZFwiOm51bGwsXCJNYXJnaW5cIjp7XCIkaWRcIjpcIjMzXCIsXCJUb3BcIjowLjAsXCJMZWZ0XCI6MC4wLFwiUmlnaHRcIjoyMC4wLFwiQm90dG9tXCI6MC4wfSxcIlBhZGRpbmdcIjp7XCIkaWRcIjpcIjM0XCIsXCJUb3BcIjowLjAsXCJMZWZ0XCI6MC4wLFwiUmlnaHRcIjowLjAsXCJCb3R0b21cIjowLjB9LFwiQmFja2dyb3VuZFwiOntcIiRpZFwiOlwiMzVcIixcIkNvbG9yXCI6e1wiJGlkXCI6XCIzNlwiLFwiQVwiOjAsXCJSXCI6MCxcIkdcIjowLFwiQlwiOjB9fSxcIklzVmlzaWJsZVwiOnRydWUsXCJXaWR0aFwiOjAuMCxcIkhlaWdodFwiOjAuMCxcIkJvcmRlclN0eWxlXCI6bnVsbH0sXCJMZWZ0RW5kQ2Fwc1N0eWxlXCI6e1wiJGlkXCI6XCIzN1wiLFwiRm9udFNldHRpbmdzXCI6e1wiJGlkXCI6XCIzOFwiLFwiRm9udFNpemVcIjoxOCxcIkZvbnROYW1lXCI6XCJDYWxpYnJpXCIsXCJJc0JvbGRcIjp0cnVlLFwiSXNJdGFsaWNcIjpmYWxzZSxcIklzVW5kZXJsaW5lZFwiOmZhbHNlfSxcIkF1dG9TaXplXCI6MCxcIkZvcmVncm91bmRcIjp7XCIkaWRcIjpcIjM5XCIsXCJDb2xvclwiOntcIiRpZFwiOlwiNDBcIixcIkFcIjoyNTUsXCJSXCI6MjM3LFwiR1wiOjEyNSxcIkJcIjo0OX19LFwiQmFja2dyb3VuZEZpbGxUeXBlXCI6MCxcIk1heFdpZHRoXCI6XCJJbmZpbml0eVwiLFwiTWF4SGVpZ2h0XCI6XCJJbmZpbml0eVwiLFwiU21hcnRGb3JlZ3JvdW5kSXNBY3RpdmVcIjpmYWxzZSxcIkhvcml6b250YWxBbGlnbm1lbnRcIjowLFwiVmVydGljYWxBbGlnbm1lbnRcIjowLFwiU21hcnRGb3JlZ3JvdW5kXCI6bnVsbCxcIk1hcmdpblwiOntcIiRpZFwiOlwiNDFcIixcIlRvcFwiOjAuMCxcIkxlZnRcIjoyMC4wLFwiUmlnaHRcIjowLjAsXCJCb3R0b21cIjowLjB9LFwiUGFkZGluZ1wiOntcIiRpZFwiOlwiNDJcIixcIlRvcFwiOjAuMCxcIkxlZnRcIjowLjAsXCJSaWdodFwiOjAuMCxcIkJvdHRvbVwiOjAuMH0sXCJCYWNrZ3JvdW5kXCI6e1wiJGlkXCI6XCI0M1wiLFwiQ29sb3JcIjp7XCIkcmVmXCI6XCIzNlwifX0sXCJJc1Zpc2libGVcIjpmYWxzZSxcIldpZHRoXCI6MC4wLFwiSGVpZ2h0XCI6MC4wLFwiQm9yZGVyU3R5bGVcIjpudWxsfSxcIlRvZGF5VGV4dFN0eWxlXCI6e1wiJGlkXCI6XCI0NFwiLFwiRm9udFNldHRpbmdzXCI6e1wiJGlkXCI6XCI0NVwiLFwiRm9udFNpemVcIjoxMixcIkZvbnROYW1lXCI6XCJDYWxpYnJpXCIsXCJJc0JvbGRcIjpmYWxzZSxcIklzSXRhbGljXCI6ZmFsc2UsXCJJc1VuZGVybGluZWRcIjpmYWxzZX0sXCJBdXRvU2l6ZVwiOjAsXCJGb3JlZ3JvdW5kXCI6e1wiJGlkXCI6XCI0NlwiLFwiQ29sb3JcIjp7XCIkaWRcIjpcIjQ3XCIsXCJBXCI6MjU1LFwiUlwiOjAsXCJHXCI6MCxcIkJcIjowfX0sXCJCYWNrZ3JvdW5kRmlsbFR5cGVcIjowLFwiTWF4V2lkdGhcIjoyMDAuMCxcIk1heEhlaWdodFwiOlwiSW5maW5pdHlcIixcIlNtYXJ0Rm9yZWdyb3VuZElzQWN0aXZlXCI6ZmFsc2UsXCJIb3Jpem9udGFsQWxpZ25tZW50XCI6MCxcIlZlcnRpY2FsQWxpZ25tZW50XCI6MCxcIlNtYXJ0Rm9yZWdyb3VuZFwiOm51bGwsXCJNYXJnaW5cIjp7XCIkaWRcIjpcIjQ4XCIsXCJUb3BcIjowLjAsXCJMZWZ0XCI6MC4wLFwiUmlnaHRcIjowLjAsXCJCb3R0b21cIjowLjB9LFwiUGFkZGluZ1wiOntcIiRpZFwiOlwiNDlcIixcIlRvcFwiOjAuMCxcIkxlZnRcIjowLjAsXCJSaWdodFwiOjAuMCxcIkJvdHRvbVwiOjAuMH0sXCJCYWNrZ3JvdW5kXCI6e1wiJGlkXCI6XCI1MFwiLFwiQ29sb3JcIjp7XCIkcmVmXCI6XCIzNlwifX0sXCJJc1Zpc2libGVcIjp0cnVlLFwiV2lkdGhcIjowLjAsXCJIZWlnaHRcIjowLjAsXCJCb3JkZXJTdHlsZVwiOm51bGx9LFwiVG9kYXlNYXJrZXJTdHlsZVwiOntcIiRpZFwiOlwiNTFcIixcIk1hcmdpblwiOntcIiRpZFwiOlwiNTJcIixcIlRvcFwiOjAuMCxcIkxlZnRcIjowLjAsXCJSaWdodFwiOjAuMCxcIkJvdHRvbVwiOjAuMH0sXCJQYWRkaW5nXCI6e1wiJGlkXCI6XCI1M1wiLFwiVG9wXCI6MC4wLFwiTGVmdFwiOjAuMCxcIlJpZ2h0XCI6MC4wLFwiQm90dG9tXCI6MC4wfSxcIkJhY2tncm91bmRcIjp7XCIkaWRcIjpcIjU0XCIsXCJDb2xvclwiOntcIiRpZFwiOlwiNTVcIixcIkFcIjoyNTUsXCJSXCI6MjU1LFwiR1wiOjAsXCJCXCI6MH19LFwiSXNWaXNpYmxlXCI6dHJ1ZSxcIldpZHRoXCI6MC4wLFwiSGVpZ2h0XCI6MC4wLFwiQm9yZGVyU3R5bGVcIjpudWxsfSxcIlNjYWxlU3R5bGVcIjp7XCIkaWRcIjpcIjU2XCIsXCJTaG93U2VnbWVudFNlcGFyYXRvcnNcIjp0cnVlLFwiU2VnbWVudFNlcGFyYXRvck9wYWNpdHlcIjozMCxcIlNoYXBlXCI6MyxcIkhhc0JlZW5WaXNpYmxlQmVmb3JlXCI6dHJ1ZSxcIkZvbnRTZXR0aW5nc1wiOntcIiRpZFwiOlwiNTdcIixcIkZvbnRTaXplXCI6MTIsXCJGb250TmFtZVwiOlwiQ2FsaWJyaVwiLFwiSXNCb2xkXCI6ZmFsc2UsXCJJc0l0YWxpY1wiOmZhbHNlLFwiSXNVbmRlcmxpbmVkXCI6ZmFsc2V9LFwiQXV0b1NpemVcIjowLFwiRm9yZWdyb3VuZFwiOntcIiRpZFwiOlwiNThcIixcIkNvbG9yXCI6e1wiJGlkXCI6XCI1OV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2MFwiLFwiVG9wXCI6MC4wLFwiTGVmdFwiOjUuMCxcIlJpZ2h0XCI6MC4wLFwiQm90dG9tXCI6MC4wfSxcIlBhZGRpbmdcIjp7XCIkaWRcIjpcIjYxXCIsXCJUb3BcIjowLjAsXCJMZWZ0XCI6MC4wLFwiUmlnaHRcIjowLjAsXCJCb3R0b21cIjowLjB9LFwiQmFja2dyb3VuZFwiOntcIiRpZFwiOlwiNjJcIixcIkNvbG9yXCI6e1wiJHJlZlwiOlwiMzZcIn19LFwiSXNWaXNpYmxlXCI6dHJ1ZSxcIldpZHRoXCI6MC4wLFwiSGVpZ2h0XCI6MC4wLFwiQm9yZGVyU3R5bGVcIjpudWxsfSxcIk1pZGRsZVRpZXJTY2FsZVN0eWxlXCI6e1wiJGlkXCI6XCI2M1wiLFwiU2hvd1NlZ21lbnRTZXBhcmF0b3JzXCI6dHJ1ZSxcIlNlZ21lbnRTZXBhcmF0b3JPcGFjaXR5XCI6MzAsXCJTaGFwZVwiOjMsXCJIYXNCZWVuVmlzaWJsZUJlZm9yZVwiOmZhbHNlLFwiRm9udFNldHRpbmdzXCI6e1wiJGlkXCI6XCI2NFwiLFwiRm9udFNpemVcIjoxMixcIkZvbnROYW1lXCI6XCJDYWxpYnJpXCIsXCJJc0JvbGRcIjpmYWxzZSxcIklzSXRhbGljXCI6ZmFsc2UsXCJJc1VuZGVybGluZWRcIjpmYWxzZX0sXCJBdXRvU2l6ZVwiOjAsXCJGb3JlZ3JvdW5kXCI6e1wiJGlkXCI6XCI2NVwiLFwiQ29sb3JcIjp7XCIkaWRcIjpcIjY2XCIsXCJBXCI6MjU1LFwiUlwiOjI1NSxcIkdcIjoyNTUsXCJCXCI6MjU1fX0sXCJCYWNrZ3JvdW5kRmlsbFR5cGVcIjowLFwiTWF4V2lkdGhcIjoyMDAuMCxcIk1heEhlaWdodFwiOlwiSW5maW5pdHlcIixcIlNtYXJ0Rm9yZWdyb3VuZElzQWN0aXZlXCI6ZmFsc2UsXCJIb3Jpem9udGFsQWxpZ25tZW50XCI6MCxcIlZlcnRpY2FsQWxpZ25tZW50XCI6MSxcIlNtYXJ0Rm9yZWdyb3VuZFwiOm51bGwsXCJNYXJnaW5cIjp7XCIkaWRcIjpcIjY3XCIsXCJUb3BcIjowLjAsXCJMZWZ0XCI6NS4wLFwiUmlnaHRcIjowLjAsXCJCb3R0b21cIjowLjB9LFwiUGFkZGluZ1wiOntcIiRpZFwiOlwiNjhcIixcIlRvcFwiOjAuMCxcIkxlZnRcIjowLjAsXCJSaWdodFwiOjAuMCxcIkJvdHRvbVwiOjAuMH0sXCJCYWNrZ3JvdW5kXCI6e1wiJGlkXCI6XCI2OVwiLFwiQ29sb3JcIjp7XCIkaWRcIjpcIjcwXCIsXCJBXCI6MCxcIlJcIjowLFwiR1wiOjAsXCJCXCI6MH19LFwiSXNWaXNpYmxlXCI6ZmFsc2UsXCJXaWR0aFwiOjAuMCxcIkhlaWdodFwiOjAuMCxcIkJvcmRlclN0eWxlXCI6bnVsbH0sXCJCb3R0b21UaWVyU2NhbGVTdHlsZVwiOntcIiRpZFwiOlwiNzFcIixcIlNob3dTZWdtZW50U2VwYXJhdG9yc1wiOnRydWUsXCJTZWdtZW50U2VwYXJhdG9yT3BhY2l0eVwiOjMwLFwiU2hhcGVcIjozLFwiSGFzQmVlblZpc2libGVCZWZvcmVcIjpmYWxzZSxcIkZvbnRTZXR0aW5nc1wiOntcIiRpZFwiOlwiNzJcIixcIkZvbnRTaXplXCI6MTIsXCJGb250TmFtZVwiOlwiQ2FsaWJyaVwiLFwiSXNCb2xkXCI6ZmFsc2UsXCJJc0l0YWxpY1wiOmZhbHNlLFwiSXNVbmRlcmxpbmVkXCI6ZmFsc2V9LFwiQXV0b1NpemVcIjowLFwiRm9yZWdyb3VuZFwiOntcIiRpZFwiOlwiNzNcIixcIkNvbG9yXCI6e1wiJGlkXCI6XCI3NF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3NVwiLFwiVG9wXCI6MC4wLFwiTGVmdFwiOjUuMCxcIlJpZ2h0XCI6MC4wLFwiQm90dG9tXCI6MC4wfSxcIlBhZGRpbmdcIjp7XCIkaWRcIjpcIjc2XCIsXCJUb3BcIjowLjAsXCJMZWZ0XCI6MC4wLFwiUmlnaHRcIjowLjAsXCJCb3R0b21cIjowLjB9LFwiQmFja2dyb3VuZFwiOntcIiRpZFwiOlwiNzdcIixcIkNvbG9yXCI6e1wiJGlkXCI6XCI3OFwiLFwiQVwiOjAsXCJSXCI6MCxcIkdcIjowLFwiQlwiOjB9fSxcIklzVmlzaWJsZVwiOmZhbHNlLFwiV2lkdGhcIjowLjAsXCJIZWlnaHRcIjowLjAsXCJCb3JkZXJTdHlsZVwiOm51bGx9LFwiU2luZ2xlU2NhbGVTaGFwZVN0eWxlXCI6bnVsbCxcIkVsYXBzZWRUaW1lQmFja2dyb3VuZFwiOntcIiRpZFwiOlwiNzlcIixcIkNvbG9yXCI6e1wiJGlkXCI6XCI4MFwiLFwiQVwiOjE5MSxcIlJcIjoyNTUsXCJHXCI6MCxcIkJcIjowfX0sXCJBcHBlbmRZZWFyT25ZZWFyQ2hhbmdlXCI6ZmFsc2UsXCJFbGFwc2VkVGltZUZvcm1hdFwiOjIsXCJUb2RheU1hcmtlclBvc2l0aW9uXCI6MyxcIlF1aWNrUG9zaXRpb25cIjoyLFwiQWJzb2x1dGVQb3NpdGlvblwiOjQwNS4wLFwiTWFyZ2luXCI6e1wiJGlkXCI6XCI4MVwiLFwiVG9wXCI6MC4wLFwiTGVmdFwiOjEwLjAsXCJSaWdodFwiOjEwLjAsXCJCb3R0b21cIjowLjB9LFwiUGFkZGluZ1wiOntcIiRpZFwiOlwiODJcIixcIlRvcFwiOjAuMCxcIkxlZnRcIjowLjAsXCJSaWdodFwiOjAuMCxcIkJvdHRvbVwiOjAuMH0sXCJCYWNrZ3JvdW5kXCI6e1wiJGlkXCI6XCI4M1wiLFwiQ29sb3JcIjp7XCIkaWRcIjpcIjg0XCIsXCJBXCI6MjU1LFwiUlwiOjQ3LFwiR1wiOjU0LFwiQlwiOjE1M319LFwiSXNWaXNpYmxlXCI6dHJ1ZSxcIldpZHRoXCI6MC4wLFwiSGVpZ2h0XCI6MC4wLFwiQm9yZGVyU3R5bGVcIjpudWxsfSxcIkRlZmF1bHRNaWxlc3RvbmVTdHlsZVwiOntcIiRpZFwiOlwiODVcIixcIlNoYXBlXCI6MixcIkNvbm5lY3Rvck1hcmdpblwiOntcIiRpZFwiOlwiODZcIixcIlRvcFwiOjAuMCxcIkxlZnRcIjoyLjAsXCJSaWdodFwiOjIuMCxcIkJvdHRvbVwiOjAuMH0sXCJDb25uZWN0b3JTdHlsZVwiOntcIiRpZFwiOlwiODdcIixcIkxpbmVDb2xvclwiOntcIiRpZFwiOlwiODhcIixcIiR0eXBlXCI6XCJOTFJFLkNvbW1vbi5Eb20uU29saWRDb2xvckJydXNoLCBOTFJFLkNvbW1vblwiLFwiQ29sb3JcIjp7XCIkaWRcIjpcIjg5XCIsXCJBXCI6MTI3LFwiUlwiOjc5LFwiR1wiOjEyOSxcIkJcIjoxODl9fSxcIkxpbmVXZWlnaHRcIjoxLjAsXCJMaW5lVHlwZVwiOjB9LFwiSXNCZWxvd1RpbWViYW5kXCI6ZmFsc2UsXCJIaWRlRGF0ZVwiOmZhbHNlLFwiU2hhcGVTaXplXCI6MSxcIlNwYWNpbmdcIjoyLjAsXCJQYWRkaW5nXCI6e1wiJGlkXCI6XCI5MFwiLFwiVG9wXCI6Ny4wLFwiTGVmdFwiOjMuMCxcIlJpZ2h0XCI6MC4wLFwiQm90dG9tXCI6Mi4wfSxcIlBvc2l0aW9uXCI6bnVsbCxcIlBvc2l0aW9uT25UYXNrXCI6MCxcIlNoYXBlU3R5bGVcIjp7XCIkaWRcIjpcIjkxXCIsXCJNYXJnaW5cIjp7XCIkaWRcIjpcIjkyXCIsXCJUb3BcIjowLjAsXCJMZWZ0XCI6MC4wLFwiUmlnaHRcIjowLjAsXCJCb3R0b21cIjowLjB9LFwiUGFkZGluZ1wiOntcIiRpZFwiOlwiOTNcIixcIlRvcFwiOjAuMCxcIkxlZnRcIjowLjAsXCJSaWdodFwiOjAuMCxcIkJvdHRvbVwiOjAuMH0sXCJCYWNrZ3JvdW5kXCI6e1wiJGlkXCI6XCI5NFwiLFwiQ29sb3JcIjp7XCIkaWRcIjpcIjk1XCIsXCJBXCI6MjU1LFwiUlwiOjAsXCJHXCI6MTE0LFwiQlwiOjE4OH19LFwiSXNWaXNpYmxlXCI6dHJ1ZSxcIldpZHRoXCI6MTMuMCxcIkhlaWdodFwiOjEzLjAsXCJCb3JkZXJTdHlsZVwiOntcIiRpZFwiOlwiOTZcIixcIkxpbmVDb2xvclwiOntcIiRpZFwiOlwiOTdcIixcIiR0eXBlXCI6XCJOTFJFLkNvbW1vbi5Eb20uU29saWRDb2xvckJydXNoLCBOTFJFLkNvbW1vblwiLFwiQ29sb3JcIjp7XCIkaWRcIjpcIjk4XCIsXCJBXCI6MjU1LFwiUlwiOjI1NSxcIkdcIjowLFwiQlwiOjB9fSxcIkxpbmVXZWlnaHRcIjowLjAsXCJMaW5lVHlwZVwiOjB9fSxcIlRpdGxlU3R5bGVcIjp7XCIkaWRcIjpcIjk5XCIsXCJGb250U2V0dGluZ3NcIjp7XCIkaWRcIjpcIjEwMFwiLFwiRm9udFNpemVcIjoxMSxcIkZvbnROYW1lXCI6XCJDYWxpYnJpXCIsXCJJc0JvbGRcIjp0cnVlLFwiSXNJdGFsaWNcIjpmYWxzZSxcIklzVW5kZXJsaW5lZFwiOmZhbHNlfSxcIkF1dG9TaXplXCI6MCxcIkZvcmVncm91bmRcIjp7XCIkaWRcIjpcIjEwMVwiLFwiQ29sb3JcIjp7XCIkaWRcIjpcIjEwMlwiLFwiQVwiOjI1NSxcIlJcIjowLFwiR1wiOjAsXCJCXCI6MH19LFwiQmFja2dyb3VuZEZpbGxUeXBlXCI6MCxcIk1heFdpZHRoXCI6MjAwLjAsXCJNYXhIZWlnaHRcIjpcIkluZmluaXR5XCIsXCJTbWFydEZvcmVncm91bmRJc0FjdGl2ZVwiOmZhbHNlLFwiSG9yaXpvbnRhbEFsaWdubWVudFwiOjAsXCJWZXJ0aWNhbEFsaWdubWVudFwiOjAsXCJTbWFydEZvcmVncm91bmRcIjpudWxsLFwiTWFyZ2luXCI6e1wiJGlkXCI6XCIxMDNcIixcIlRvcFwiOjAuMCxcIkxlZnRcIjowLjAsXCJSaWdodFwiOjAuMCxcIkJvdHRvbVwiOjAuMH0sXCJQYWRkaW5nXCI6e1wiJGlkXCI6XCIxMDRcIixcIlRvcFwiOjAuMCxcIkxlZnRcIjowLjAsXCJSaWdodFwiOjAuMCxcIkJvdHRvbVwiOjAuMH0sXCJCYWNrZ3JvdW5kXCI6e1wiJGlkXCI6XCIxMDVcIixcIkNvbG9yXCI6e1wiJHJlZlwiOlwiMzZcIn19LFwiSXNWaXNpYmxlXCI6dHJ1ZSxcIldpZHRoXCI6MC4wLFwiSGVpZ2h0XCI6MC4wLFwiQm9yZGVyU3R5bGVcIjpudWxsfSxcIkRhdGVTdHlsZVwiOntcIiRpZFwiOlwiMTA2XCIsXCJGb250U2V0dGluZ3NcIjp7XCIkaWRcIjpcIjEwN1wiLFwiRm9udFNpemVcIjoxMCxcIkZvbnROYW1lXCI6XCJDYWxpYnJpXCIsXCJJc0JvbGRcIjpmYWxzZSxcIklzSXRhbGljXCI6ZmFsc2UsXCJJc1VuZGVybGluZWRcIjpmYWxzZX0sXCJBdXRvU2l6ZVwiOjAsXCJGb3JlZ3JvdW5kXCI6e1wiJGlkXCI6XCIxMDhcIixcIkNvbG9yXCI6e1wiJGlkXCI6XCIxMDlcIixcIkFcIjoyNTUsXCJSXCI6NjgsXCJHXCI6ODQsXCJCXCI6MTA2fX0sXCJCYWNrZ3JvdW5kRmlsbFR5cGVcIjowLFwiTWF4V2lkdGhcIjoyMDAuMCxcIk1heEhlaWdodFwiOlwiSW5maW5pdHlcIixcIlNtYXJ0Rm9yZWdyb3VuZElzQWN0aXZlXCI6ZmFsc2UsXCJIb3Jpem9udGFsQWxpZ25tZW50XCI6MCxcIlZlcnRpY2FsQWxpZ25tZW50XCI6MCxcIlNtYXJ0Rm9yZWdyb3VuZFwiOm51bGwsXCJNYXJnaW5cIjp7XCIkaWRcIjpcIjExMFwiLFwiVG9wXCI6MC4wLFwiTGVmdFwiOjAuMCxcIlJpZ2h0XCI6MC4wLFwiQm90dG9tXCI6MC4wfSxcIlBhZGRpbmdcIjp7XCIkaWRcIjpcIjExMVwiLFwiVG9wXCI6MC4wLFwiTGVmdFwiOjAuMCxcIlJpZ2h0XCI6MC4wLFwiQm90dG9tXCI6MC4wfSxcIkJhY2tncm91bmRcIjp7XCIkaWRcIjpcIjExMlwiLFwiQ29sb3JcIjp7XCIkcmVmXCI6XCIzNlwifX0sXCJJc1Zpc2libGVcIjp0cnVlLFwiV2lkdGhcIjowLjAsXCJIZWlnaHRcIjowLjAsXCJCb3JkZXJTdHlsZVwiOm51bGx9LFwiRGF0ZUZvcm1hdFwiOntcIiRpZFwiOlwiMTEzXCIsXCJGb3JtYXRTdHJpbmdcIjpcIk1NTSBkXCIsXCJTZXBhcmF0b3JcIjpcIi9cIixcIlVzZUludGVybmF0aW9uYWxEYXRlRm9ybWF0XCI6ZmFsc2UsXCJEYXRlSXNWaXNpYmxlXCI6dHJ1ZSxcIlRpbWVJc1Zpc2libGVcIjpmYWxzZSxcIkhvdXJEaWdpdHNcIjoxLFwiQW1QbURlc2lnbmF0b3JcIjoyLFwiVHJpbTAwTWludXRlc1wiOmZhbHNlLFwiTGFzdEtub3duVmlzaWJpbGl0eVN0YXRlXCI6bnVsbH0sXCJJc1Zpc2libGVcIjp0cnVlfSxcIkRlZmF1bHRUYXNrU3R5bGVcIjp7XCIkaWRcIjpcIjExNFwiLFwiU2hhcGVcIjoxLFwiU2hhcGVUaGlja25lc3NcIjowLFwiRHVyYXRpb25Gb3JtYXRcIjowLFwiUGVyY2VudGFnZUNvbXBsZXRlU3R5bGVcIjp7XCIkaWRcIjpcIjExNVwiLFwiRm9udFNldHRpbmdzXCI6e1wiJGlkXCI6XCIxMTZcIixcIkZvbnRTaXplXCI6MTAsXCJGb250TmFtZVwiOlwiQ2FsaWJyaVwiLFwiSXNCb2xkXCI6ZmFsc2UsXCJJc0l0YWxpY1wiOmZhbHNlLFwiSXNVbmRlcmxpbmVkXCI6ZmFsc2V9LFwiQXV0b1NpemVcIjowLFwiRm9yZWdyb3VuZFwiOntcIiRpZFwiOlwiMTE3XCIsXCJDb2xvclwiOntcIiRpZFwiOlwiMTE4XCIsXCJBXCI6MjU1LFwiUlwiOjIzNyxcIkdcIjoxMjUsXCJCXCI6NDl9fSxcIkJhY2tncm91bmRGaWxsVHlwZVwiOjAsXCJNYXhXaWR0aFwiOjIwMC4wLFwiTWF4SGVpZ2h0XCI6XCJJbmZpbml0eVwiLFwiU21hcnRGb3JlZ3JvdW5kSXNBY3RpdmVcIjpmYWxzZSxcIkhvcml6b250YWxBbGlnbm1lbnRcIjowLFwiVmVydGljYWxBbGlnbm1lbnRcIjowLFwiU21hcnRGb3JlZ3JvdW5kXCI6bnVsbCxcIk1hcmdpblwiOntcIiRpZFwiOlwiMTE5XCIsXCJUb3BcIjowLjAsXCJMZWZ0XCI6MC4wLFwiUmlnaHRcIjowLjAsXCJCb3R0b21cIjowLjB9LFwiUGFkZGluZ1wiOntcIiRpZFwiOlwiMTIwXCIsXCJUb3BcIjowLjAsXCJMZWZ0XCI6MC4wLFwiUmlnaHRcIjowLjAsXCJCb3R0b21cIjowLjB9LFwiQmFja2dyb3VuZFwiOntcIiRpZFwiOlwiMTIxXCIsXCJDb2xvclwiOntcIiRyZWZcIjpcIjM2XCJ9fSxcIklzVmlzaWJsZVwiOnRydWUsXCJXaWR0aFwiOjAuMCxcIkhlaWdodFwiOjAuMCxcIkJvcmRlclN0eWxlXCI6bnVsbH0sXCJEdXJhdGlvblN0eWxlXCI6e1wiJGlkXCI6XCIxMjJcIixcIkZvbnRTZXR0aW5nc1wiOntcIiRpZFwiOlwiMTIzXCIsXCJGb250U2l6ZVwiOjEwLFwiRm9udE5hbWVcIjpcIkNhbGlicmlcIixcIklzQm9sZFwiOmZhbHNlLFwiSXNJdGFsaWNcIjpmYWxzZSxcIklzVW5kZXJsaW5lZFwiOmZhbHNlfSxcIkF1dG9TaXplXCI6MCxcIkZvcmVncm91bmRcIjp7XCIkaWRcIjpcIjEyNFwiLFwiQ29sb3JcIjp7XCIkaWRcIjpcIjEyNVwiLFwiQVwiOjI1NSxcIlJcIjoyMzcsXCJHXCI6MTI1LFwiQlwiOjQ5fX0sXCJCYWNrZ3JvdW5kRmlsbFR5cGVcIjowLFwiTWF4V2lkdGhcIjoyMDAuMCxcIk1heEhlaWdodFwiOlwiSW5maW5pdHlcIixcIlNtYXJ0Rm9yZWdyb3VuZElzQWN0aXZlXCI6ZmFsc2UsXCJIb3Jpem9udGFsQWxpZ25tZW50XCI6MCxcIlZlcnRpY2FsQWxpZ25tZW50XCI6MCxcIlNtYXJ0Rm9yZWdyb3VuZFwiOm51bGwsXCJNYXJnaW5cIjp7XCIkaWRcIjpcIjEyNlwiLFwiVG9wXCI6MC4wLFwiTGVmdFwiOjAuMCxcIlJpZ2h0XCI6MC4wLFwiQm90dG9tXCI6MC4wfSxcIlBhZGRpbmdcIjp7XCIkaWRcIjpcIjEyN1wiLFwiVG9wXCI6MC4wLFwiTGVmdFwiOjAuMCxcIlJpZ2h0XCI6MC4wLFwiQm90dG9tXCI6MC4wfSxcIkJhY2tncm91bmRcIjp7XCIkaWRcIjpcIjEyOFwiLFwiQ29sb3JcIjp7XCIkcmVmXCI6XCIzNlwifX0sXCJJc1Zpc2libGVcIjp0cnVlLFwiV2lkdGhcIjowLjAsXCJIZWlnaHRcIjowLjAsXCJCb3JkZXJTdHlsZVwiOm51bGx9LFwiSG9yaXpvbnRhbENvbm5lY3RvclN0eWxlXCI6e1wiJGlkXCI6XCIxMjlcIixcIkxpbmVDb2xvclwiOntcIiRpZFwiOlwiMTMwXCIsXCIkdHlwZVwiOlwiTkxSRS5Db21tb24uRG9tLlNvbGlkQ29sb3JCcnVzaCwgTkxSRS5Db21tb25cIixcIkNvbG9yXCI6e1wiJGlkXCI6XCIxMzFcIixcIkFcIjoyNTUsXCJSXCI6MjA0LFwiR1wiOjIwNCxcIkJcIjoyMDR9fSxcIkxpbmVXZWlnaHRcIjoxLjAsXCJMaW5lVHlwZVwiOjB9LFwiVmVydGljYWxDb25uZWN0b3JTdHlsZVwiOntcIiRpZFwiOlwiMTMyXCIsXCJMaW5lQ29sb3JcIjp7XCIkaWRcIjpcIjEzM1wiLFwiJHR5cGVcIjpcIk5MUkUuQ29tbW9uLkRvbS5Tb2xpZENvbG9yQnJ1c2gsIE5MUkUuQ29tbW9uXCIsXCJDb2xvclwiOntcIiRpZFwiOlwiMTM0XCIsXCJBXCI6MjU1LFwiUlwiOjIwNCxcIkdcIjoyMDQsXCJCXCI6MjA0fX0sXCJMaW5lV2VpZ2h0XCI6MC4wLFwiTGluZVR5cGVcIjowfSxcIk1hcmdpblwiOm51bGwsXCJTdGFydERhdGVQb3NpdGlvblwiOjMsXCJFbmREYXRlUG9zaXRpb25cIjozLFwiVGl0bGVQb3NpdGlvblwiOjQsXCJEdXJhdGlvblBvc2l0aW9uXCI6NixcIlBlcmNlbnRhZ2VDb21wbGV0ZWRQb3NpdGlvblwiOjYsXCJTcGFjaW5nXCI6NSxcIklzQmVsb3dUaW1lYmFuZFwiOmZhbHNlLFwiUGVyY2VudGFnZUNvbXBsZXRlU2hhcGVPcGFjaXR5XCI6MzUsXCJHcm91cE5hbWVcIjpudWxsLFwiQXR0YWNoZWRNaWxlc3RvbmVzU3R5bGVzXCI6bnVsbCxcIlNoYXBlU3R5bGVcIjp7XCIkaWRcIjpcIjEzNVwiLFwiTWFyZ2luXCI6e1wiJGlkXCI6XCIxMzZcIixcIlRvcFwiOjAuMCxcIkxlZnRcIjo0LjAsXCJSaWdodFwiOjQuMCxcIkJvdHRvbVwiOjAuMH0sXCJQYWRkaW5nXCI6e1wiJGlkXCI6XCIxMzdcIixcIlRvcFwiOjAuMCxcIkxlZnRcIjowLjAsXCJSaWdodFwiOjAuMCxcIkJvdHRvbVwiOjAuMH0sXCJCYWNrZ3JvdW5kXCI6e1wiJGlkXCI6XCIxMzhcIixcIkNvbG9yXCI6e1wiJGlkXCI6XCIxMzlcIixcIkFcIjoyNTUsXCJSXCI6MCxcIkdcIjoxMTQsXCJCXCI6MTg4fX0sXCJJc1Zpc2libGVcIjp0cnVlLFwiV2lkdGhcIjowLjAsXCJIZWlnaHRcIjoxMC4wLFwiQm9yZGVyU3R5bGVcIjp7XCIkaWRcIjpcIjE0MFwiLFwiTGluZUNvbG9yXCI6e1wiJGlkXCI6XCIxNDFcIixcIiR0eXBlXCI6XCJOTFJFLkNvbW1vbi5Eb20uU29saWRDb2xvckJydXNoLCBOTFJFLkNvbW1vblwiLFwiQ29sb3JcIjp7XCIkaWRcIjpcIjE0MlwiLFwiQVwiOjI1NSxcIlJcIjoyNTUsXCJHXCI6MCxcIkJcIjowfX0sXCJMaW5lV2VpZ2h0XCI6MC4wLFwiTGluZVR5cGVcIjowfX0sXCJUaXRsZVN0eWxlXCI6e1wiJGlkXCI6XCIxNDNcIixcIkZvbnRTZXR0aW5nc1wiOntcIiRpZFwiOlwiMTQ0XCIsXCJGb250U2l6ZVwiOjExLFwiRm9udE5hbWVcIjpcIkNhbGlicmlcIixcIklzQm9sZFwiOnRydWUsXCJJc0l0YWxpY1wiOmZhbHNlLFwiSXNVbmRlcmxpbmVkXCI6ZmFsc2V9LFwiQXV0b1NpemVcIjowLFwiRm9yZWdyb3VuZFwiOntcIiRpZFwiOlwiMTQ1XCIsXCJDb2xvclwiOntcIiRpZFwiOlwiMTQ2XCIsXCJBXCI6MjU1LFwiUlwiOjAsXCJHXCI6MCxcIkJcIjowfX0sXCJCYWNrZ3JvdW5kRmlsbFR5cGVcIjowLFwiTWF4V2lkdGhcIjo5NjAuMCxcIk1heEhlaWdodFwiOlwiSW5maW5pdHlcIixcIlNtYXJ0Rm9yZWdyb3VuZElzQWN0aXZlXCI6ZmFsc2UsXCJIb3Jpem9udGFsQWxpZ25tZW50XCI6MCxcIlZlcnRpY2FsQWxpZ25tZW50XCI6MCxcIlNtYXJ0Rm9yZWdyb3VuZFwiOm51bGwsXCJNYXJnaW5cIjp7XCIkaWRcIjpcIjE0N1wiLFwiVG9wXCI6MC4wLFwiTGVmdFwiOjAuMCxcIlJpZ2h0XCI6MC4wLFwiQm90dG9tXCI6MC4wfSxcIlBhZGRpbmdcIjp7XCIkaWRcIjpcIjE0OFwiLFwiVG9wXCI6MC4wLFwiTGVmdFwiOjAuMCxcIlJpZ2h0XCI6MC4wLFwiQm90dG9tXCI6MC4wfSxcIkJhY2tncm91bmRcIjp7XCIkaWRcIjpcIjE0OVwiLFwiQ29sb3JcIjp7XCIkcmVmXCI6XCIzNlwifX0sXCJJc1Zpc2libGVcIjp0cnVlLFwiV2lkdGhcIjowLjAsXCJIZWlnaHRcIjowLjAsXCJCb3JkZXJTdHlsZVwiOm51bGx9LFwiRGF0ZVN0eWxlXCI6e1wiJGlkXCI6XCIxNTBcIixcIkZvbnRTZXR0aW5nc1wiOntcIiRpZFwiOlwiMTUxXCIsXCJGb250U2l6ZVwiOjEwLFwiRm9udE5hbWVcIjpcIkNhbGlicmlcIixcIklzQm9sZFwiOmZhbHNlLFwiSXNJdGFsaWNcIjpmYWxzZSxcIklzVW5kZXJsaW5lZFwiOmZhbHNlfSxcIkF1dG9TaXplXCI6MCxcIkZvcmVncm91bmRcIjp7XCIkaWRcIjpcIjE1MlwiLFwiQ29sb3JcIjp7XCIkaWRcIjpcIjE1M1wiLFwiQVwiOjI1NSxcIlJcIjo2OCxcIkdcIjo4NCxcIkJcIjoxMDZ9fSxcIkJhY2tncm91bmRGaWxsVHlwZVwiOjAsXCJNYXhXaWR0aFwiOjIwMC4wLFwiTWF4SGVpZ2h0XCI6XCJJbmZpbml0eVwiLFwiU21hcnRGb3JlZ3JvdW5kSXNBY3RpdmVcIjpmYWxzZSxcIkhvcml6b250YWxBbGlnbm1lbnRcIjoyLFwiVmVydGljYWxBbGlnbm1lbnRcIjowLFwiU21hcnRGb3JlZ3JvdW5kXCI6bnVsbCxcIk1hcmdpblwiOntcIiRpZFwiOlwiMTU0XCIsXCJUb3BcIjowLjAsXCJMZWZ0XCI6MC4wLFwiUmlnaHRcIjowLjAsXCJCb3R0b21cIjowLjB9LFwiUGFkZGluZ1wiOntcIiRpZFwiOlwiMTU1XCIsXCJUb3BcIjowLjAsXCJMZWZ0XCI6MC4wLFwiUmlnaHRcIjowLjAsXCJCb3R0b21cIjowLjB9LFwiQmFja2dyb3VuZFwiOntcIiRpZFwiOlwiMTU2XCIsXCJDb2xvclwiOntcIiRyZWZcIjpcIjM2XCJ9fSxcIklzVmlzaWJsZVwiOnRydWUsXCJXaWR0aFwiOjAuMCxcIkhlaWdodFwiOjAuMCxcIkJvcmRlclN0eWxlXCI6bnVsbH0sXCJEYXRlRm9ybWF0XCI6e1wiJGlkXCI6XCIxNTdcIixcIkZvcm1hdFN0cmluZ1wiOlwiTU1NIGRcIixcIlNlcGFyYXRvclwiOlwiL1wiLFwiVXNlSW50ZXJuYXRpb25hbERhdGVGb3JtYXRcIjpmYWxzZSxcIkRhdGVJc1Zpc2libGVcIjp0cnVlLFwiVGltZUlzVmlzaWJsZVwiOmZhbHNlLFwiSG91ckRpZ2l0c1wiOjEsXCJBbVBtRGVzaWduYXRvclwiOjIsXCJUcmltMDBNaW51dGVzXCI6ZmFsc2UsXCJMYXN0S25vd25WaXNpYmlsaXR5U3RhdGVcIjpudWxsfSxcIklzVmlzaWJsZVwiOnRydWV9LFwiU2hvd0VsYXBzZWRUaW1lR3JhZGllbnRTdHlsZVwiOmZhbHNlLFwiVGltZWJhbmRSZXNlcnZlZExlZnRBcmVhU3R5bGVcIjpudWxsLFwiRGVmYXVsdFN3aW1sYW5lU3R5bGVcIjp7XCIkaWRcIjpcIjE1OFwiLFwiSGVhZGVyU3R5bGVcIjp7XCIkaWRcIjpcIjE1OVwiLFwiVGV4dFN0eWxlXCI6e1wiJGlkXCI6XCIxNjBcIixcIkZvbnRTZXR0aW5nc1wiOntcIiRpZFwiOlwiMTYxXCIsXCJGb250U2l6ZVwiOjEyLFwiRm9udE5hbWVcIjpcIkNhbGlicmlcIixcIklzQm9sZFwiOmZhbHNlLFwiSXNJdGFsaWNcIjpmYWxzZSxcIklzVW5kZXJsaW5lZFwiOmZhbHNlfSxcIkF1dG9TaXplXCI6MCxcIkZvcmVncm91bmRcIjp7XCIkaWRcIjpcIjE2MlwiLFwiQ29sb3JcIjp7XCIkaWRcIjpcIjE2M1wiLFwiQVwiOjI1NSxcIlJcIjozMixcIkdcIjo1NixcIkJcIjoxMDB9fSxcIkJhY2tncm91bmRGaWxsVHlwZVwiOjAsXCJNYXhXaWR0aFwiOjAuMCxcIk1heEhlaWdodFwiOjAuMCxcIlNtYXJ0Rm9yZWdyb3VuZElzQWN0aXZlXCI6ZmFsc2UsXCJIb3Jpem9udGFsQWxpZ25tZW50XCI6MCxcIlZlcnRpY2FsQWxpZ25tZW50XCI6MCxcIlNtYXJ0Rm9yZWdyb3VuZFwiOm51bGwsXCJNYXJnaW5cIjp7XCIkaWRcIjpcIjE2NFwiLFwiVG9wXCI6MC4wLFwiTGVmdFwiOjAuMCxcIlJpZ2h0XCI6MC4wLFwiQm90dG9tXCI6MC4wfSxcIlBhZGRpbmdcIjp7XCIkaWRcIjpcIjE2NVwiLFwiVG9wXCI6MC4wLFwiTGVmdFwiOjAuMCxcIlJpZ2h0XCI6MC4wLFwiQm90dG9tXCI6MC4wfSxcIkJhY2tncm91bmRcIjpudWxsLFwiSXNWaXNpYmxlXCI6ZmFsc2UsXCJXaWR0aFwiOjAuMCxcIkhlaWdodFwiOjAuMCxcIkJvcmRlclN0eWxlXCI6bnVsbH0sXCJSZWN0YW5nbGVTdHlsZVwiOntcIiRpZFwiOlwiMTY2XCIsXCJNYXJnaW5cIjp7XCIkaWRcIjpcIjE2N1wiLFwiVG9wXCI6MC4wLFwiTGVmdFwiOjAuMCxcIlJpZ2h0XCI6MC4wLFwiQm90dG9tXCI6MC4wfSxcIlBhZGRpbmdcIjp7XCIkaWRcIjpcIjE2OFwiLFwiVG9wXCI6MC4wLFwiTGVmdFwiOjAuMCxcIlJpZ2h0XCI6MC4wLFwiQm90dG9tXCI6MC4wfSxcIkJhY2tncm91bmRcIjp7XCIkaWRcIjpcIjE2OVwiLFwiQ29sb3JcIjp7XCIkaWRcIjpcIjE3MFwiLFwiQVwiOjEyNyxcIlJcIjo5MSxcIkdcIjoxNTUsXCJCXCI6MjEzfX0sXCJJc1Zpc2libGVcIjpmYWxzZSxcIldpZHRoXCI6MC4wLFwiSGVpZ2h0XCI6MC4wLFwiQm9yZGVyU3R5bGVcIjp7XCIkaWRcIjpcIjE3MVwiLFwiTGluZUNvbG9yXCI6e1wiJGlkXCI6XCIxNzJcIixcIiR0eXBlXCI6XCJOTFJFLkNvbW1vbi5Eb20uU29saWRDb2xvckJydXNoLCBOTFJFLkNvbW1vblwiLFwiQ29sb3JcIjp7XCIkaWRcIjpcIjE3M1wiLFwiQVwiOjI1NSxcIlJcIjoyNTUsXCJHXCI6MCxcIkJcIjowfX0sXCJMaW5lV2VpZ2h0XCI6MC4wLFwiTGluZVR5cGVcIjowfX0sXCJUZXh0SXNWZXJ0aWNhbFwiOmZhbHNlfSxcIkJhY2tncm91bmRTdHlsZVwiOntcIiRpZFwiOlwiMTc0XCIsXCJNYXJnaW5cIjp7XCIkaWRcIjpcIjE3NVwiLFwiVG9wXCI6MC4wLFwiTGVmdFwiOjAuMCxcIlJpZ2h0XCI6MC4wLFwiQm90dG9tXCI6MC4wfSxcIlBhZGRpbmdcIjp7XCIkaWRcIjpcIjE3NlwiLFwiVG9wXCI6MC4wLFwiTGVmdFwiOjAuMCxcIlJpZ2h0XCI6MC4wLFwiQm90dG9tXCI6MC4wfSxcIkJhY2tncm91bmRcIjp7XCIkaWRcIjpcIjE3N1wiLFwiQ29sb3JcIjp7XCIkaWRcIjpcIjE3OFwiLFwiQVwiOjM4LFwiUlwiOjkxLFwiR1wiOjE1NSxcIkJcIjoyMTN9fSxcIklzVmlzaWJsZVwiOnRydWUsXCJXaWR0aFwiOjAuMCxcIkhlaWdodFwiOjAuMCxcIkJvcmRlclN0eWxlXCI6e1wiJGlkXCI6XCIxNzlcIixcIkxpbmVDb2xvclwiOntcIiRpZFwiOlwiMTgwXCIsXCIkdHlwZVwiOlwiTkxSRS5Db21tb24uRG9tLlNvbGlkQ29sb3JCcnVzaCwgTkxSRS5Db21tb25cIixcIkNvbG9yXCI6e1wiJGlkXCI6XCIxODFcIixcIkFcIjoyNTUsXCJSXCI6MjU1LFwiR1wiOjAsXCJCXCI6MH19LFwiTGluZVdlaWdodFwiOjAuMCxcIkxpbmVUeXBlXCI6MH19LFwiSXNBYm92ZVRpbWViYW5kXCI6ZmFsc2V9LFwiQ3VzdG9tTWlsZXN0b25lU3R5bGVMaXN0XCI6W10sXCJDdXN0b21UYXNrU3R5bGVMaXN0XCI6W10sXCJDdXN0b21Td2ltbGFuZURlZmluaXRpb25TdHlsZUxpc3RcIjpbXSxcIkN1c3RvbVN3aW1sYW5lVjJTdHlsZUxpc3RcIjpbXSxcIkdyaWRsaW5lUGFuZWxTdHlsZVwiOntcIiRpZFwiOlwiMTgyXCIsXCJHcmlkbGluZVN0eWxlXCI6e1wiJGlkXCI6XCIxODNcIixcIkxpbmVDb2xvclwiOntcIiRpZFwiOlwiMTg0XCIsXCIkdHlwZVwiOlwiTkxSRS5Db21tb24uRG9tLlNvbGlkQ29sb3JCcnVzaCwgTkxSRS5Db21tb25cIixcIkNvbG9yXCI6e1wiJGlkXCI6XCIxODVcIixcIkFcIjozOCxcIlJcIjo5MSxcIkdcIjoxNTUsXCJCXCI6MjEzfX0sXCJMaW5lV2VpZ2h0XCI6MS4wLFwiTGluZVR5cGVcIjowfSxcIklzVmlzaWJsZVwiOnRydWV9LFwiQWN0aXZpdHlMaW5lUGFuZWxTdHlsZVwiOntcIiRpZFwiOlwiMTg2XCIsXCJBY3Rpdml0eUxpbmVTdHlsZVwiOntcIiRpZFwiOlwiMTg3XCIsXCJMaW5lQ29sb3JcIjp7XCIkaWRcIjpcIjE4OFwiLFwiJHR5cGVcIjpcIk5MUkUuQ29tbW9uLkRvbS5Tb2xpZENvbG9yQnJ1c2gsIE5MUkUuQ29tbW9uXCIsXCJDb2xvclwiOntcIiRpZFwiOlwiMTg5XCIsXCJBXCI6MzgsXCJSXCI6NjgsXCJHXCI6MTE0LFwiQlwiOjE5Nn19LFwiTGluZVdlaWdodFwiOjEuMCxcIkxpbmVUeXBlXCI6MH0sXCJJc1Zpc2libGVcIjp0cnVlfSxcIkRlZmF1bHREZXBlbmRlbmN5U3R5bGVcIjp7XCIkaWRcIjpcIjE5MFwiLFwiTGluZVN0eWxlXCI6e1wiJGlkXCI6XCIxOTFcIixcIkxpbmVDb2xvclwiOntcIiRpZFwiOlwiMTkyXCIsXCIkdHlwZVwiOlwiTkxSRS5Db21tb24uRG9tLlNvbGlkQ29sb3JCcnVzaCwgTkxSRS5Db21tb25cIixcIkNvbG9yXCI6e1wiJGlkXCI6XCIxOTNcIixcIkFcIjoyNTUsXCJSXCI6MCxcIkdcIjowLFwiQlwiOjB9fSxcIkxpbmVXZWlnaHRcIjoxLjAsXCJMaW5lVHlwZVwiOjB9LFwiRW5kQXJyb3doZWFkTGluZVN0eWxlXCI6e1wiJGlkXCI6XCIxOTRcIixcIktpbmRcIjoxLFwiV2lkdGhcIjoxLFwiTGVuZ3RoXCI6MCxcIlBhcmVudFN0eWxlXCI6bnVsbH0sXCJCcmluZ1RvRnJvbnRcIjp0cnVlLFwiSXNWaXNpYmxlXCI6dHJ1ZSxcIlJhZGl1c1wiOjAuMH0sXCJDcml0aWNhbFBhdGhTdHlsZVwiOntcIiRpZFwiOlwiMTk1XCIsXCJDcml0aWNhbFBhdGhTdHlsZU9wdGlvbnNcIjoxNSxcIkxpbmVTdHlsZVwiOntcIiRpZFwiOlwiMTk2XCIsXCJMaW5lQ29sb3JcIjp7XCIkaWRcIjpcIjE5N1wiLFwiJHR5cGVcIjpcIk5MUkUuQ29tbW9uLkRvbS5Tb2xpZENvbG9yQnJ1c2gsIE5MUkUuQ29tbW9uXCIsXCJDb2xvclwiOntcIiRpZFwiOlwiMTk4XCIsXCJBXCI6MjU1LFwiUlwiOjIyMixcIkdcIjo1MCxcIkJcIjo1MH19LFwiTGluZVdlaWdodFwiOjEuMCxcIkxpbmVUeXBlXCI6MH0sXCJUaXRsZUZvcmVncm91bmRcIjp7XCIkaWRcIjpcIjE5OVwiLFwiQ29sb3JcIjp7XCIkaWRcIjpcIjIwMFwiLFwiQVwiOjI1NSxcIlJcIjoxNzYsXCJHXCI6MTksXCJCXCI6MjV9fSxcIlNoYXBlc0JhY2tncm91bmRcIjp7XCIkaWRcIjpcIjIwMVwiLFwiQ29sb3JcIjp7XCIkaWRcIjpcIjIwMlwiLFwiQVwiOjI1NSxcIlJcIjoyNTMsXCJHXCI6MjAzLFwiQlwiOjIwOH19LFwiU2hhcGVzQm9yZGVyU3R5bGVcIjp7XCIkaWRcIjpcIjIwM1wiLFwiTGluZUNvbG9yXCI6e1wiJGlkXCI6XCIyMDRcIixcIiR0eXBlXCI6XCJOTFJFLkNvbW1vbi5Eb20uU29saWRDb2xvckJydXNoLCBOTFJFLkNvbW1vblwiLFwiQ29sb3JcIjp7XCIkaWRcIjpcIjIwNVwiLFwiQVwiOjI1NSxcIlJcIjoyMjIsXCJHXCI6NTAsXCJCXCI6NTB9fSxcIkxpbmVXZWlnaHRcIjoxLjUsXCJMaW5lVHlwZVwiOjB9LFwiSXNWaXNpYmxlXCI6ZmFsc2V9fSxcIlNjYWxlXCI6e1wiJGlkXCI6XCIyMDZcIixcIlN0YXJ0RGF0ZVwiOlwiMDAwMS0wMS0wMVQwMDowMDowMFwiLFwiRW5kRGF0ZVwiOlwiMDAwMS0wMS0wMVQwMDowMDowMFwiLFwiRm9ybWF0XCI6XCJ3XCIsXCJUeXBlXCI6MSxcIkF1dG9EYXRlUmFuZ2VcIjp0cnVlLFwiV29ya2luZ0RheXNcIjozMSxcIlRvZGF5TWFya2VyVGV4dFwiOlwiVG9kYXlcIixcIkF1dG9TY2FsZVR5cGVcIjp0cnVlfSxcIlNjYWxlVjJcIjp7XCIkaWRcIjpcIjIwN1wiLFwiU3RhcnREYXRlXCI6XCIwMDAxLTAxLTAxVDAwOjAwOjAwXCIsXCJFbmREYXRlXCI6XCIwMDAxLTAxLTAxVDAwOjAwOjAwXCIsXCJBdXRvRGF0ZVJhbmdlXCI6dHJ1ZSxcIldvcmtpbmdEYXlzXCI6MzEsXCJUb2RheU1hcmtlclRleHRcIjpcIlRvZGF5XCIsXCJBdXRvU2NhbGVUeXBlXCI6dHJ1ZSxcIlRpbWViYW5kU2NhbGVzXCI6e1wiJGlkXCI6XCIyMDhcIixcIlRvcFNjYWxlTGF5ZXJcIjp7XCIkaWRcIjpcIjIwOVwiLFwiRm9ybWF0XCI6XCJ3XCIsXCJUeXBlXCI6MX0sXCJNaWRkbGVTY2FsZUxheWVyXCI6e1wiJGlkXCI6XCIyMTBcIixcIkZvcm1hdFwiOm51bGwsXCJUeXBlXCI6MH0sXCJCb3R0b21TY2FsZUxheWVyXCI6e1wiJGlkXCI6XCIyMTFcIixcIkZvcm1hdFwiOm51bGwsXCJUeXBlXCI6MH19fSxcIk1pbGVzdG9uZXNcIjpbXSxcIlRhc2tzXCI6W10sXCJTd2ltbGFuZXNcIjpbXSxcIlN3aW1sYW5lc1YyXCI6W10sXCJEZXBlbmRlbmNpZXNcIjpbXSxcIkRlcGVuZGVuY3lTZXR0aW5nc1wiOntcIiRpZFwiOlwiMjEyXCIsXCJEZXBlbmRlbmN5TW9kdWxlRW5hYmxlZFwiOmZhbHNlLFwiU2NoZWR1bGluZ1NldHRpbmdzXCI6e1wiJGlkXCI6XCIyMTNcIixcIkRlcGVuZGVuY2llc1NjaGVkdWxpbmdNb2RlU2V0dGluZ1wiOjEsXCJEZXBlbmRlbmNpZXNQcmV2aW91c1NjaGVkdWxpbmdNb2RlXCI6MSxcIk9uQnJlYWtpbmdGbGV4aWJsZVNjaGVkdWxpbmdNb2RlU2V0dGluZ1wiOjAsXCJPbkJyZWFraW5nU3RyaWN0U2NoZWR1bGluZ01vZGVTZXR0aW5nXCI6MH19LFwiU2V0dGluZ3NcIjp7XCIkaWRcIjpcIjIxNFwiLFwiSW1wYU9wdGlvbnNcIjp7XCIkaWRcIjpcIjIxNVwiLFwiTGVmdFRvUmlnaHRcIjpmYWxzZSxcIlBheWxvYWRPcHRpb25zXCI6Mn19LFwiVGltZUNvbmZpZ3VyYXRpb25cIjp7XCIkaWRcIjpcIjIxNlwiLFwiVXNlVGltZVwiOmZhbHNlLFwiV29ya0RheVN0YXJ0XCI6XCIwMDowMDowMFwiLFwiV29ya0RheUVuZFwiOlwiMjM6NTk6MDBcIn19In0sIlNldHRpbmdzIjp7IiRpZCI6IjU0NiIsIkltcGFPcHRpb25zIjp7IiRpZCI6IjU0NyIsIkxlZnRUb1JpZ2h0IjpmYWxzZSwiUGF5bG9hZE9wdGlvbnMiOjJ9LCJVc2VDb21wcmVzc2lvbiI6ZmFsc2UsIkNvbXByZXNpb25QZXJjZW50YWdlIjo1MC4wLCJJbmFjdGl2ZUludGVydmFsV2lkdGhUaHJlc2hvbGQiOjMwLjAsIkluYWN0aXZlSW50ZXJ2YWxXaWR0aCI6MS4wLCJTcGxpdFRhc2tzIjpmYWxzZSwiVXNlQ2x1c3RlciI6ZmFsc2UsIkVwc2lsb24iOjUuMCwiTWluUG9pbnRzVG9Gb3JtQUNsdXN0ZXIiOjIsIkdlbmVyYXRlSW52aXNpYmxlU2hhcGVzIjpmYWxzZSwiU21hcnRUaW1lbGluZVRhc2tQZXJjZW50YWdlRml0IjpmYWxzZX0sIklzTmV3IjpmYWxzZSwiSW1wb3J0VHlwZSI6MCwiRmlsZVBhdGgiOm51bGwsIlRpbWVDb25maWd1cmF0aW9uIjp7IiRpZCI6IjU0OCIsIlVzZVRpbWUiOmZhbHNlLCJXb3JrRGF5U3RhcnQiOiIwMDowMDowMCIsIldvcmtEYXlFbmQiOiIyMzo1OTowMCJ9LCJMYXN0VXNlZFRlbXBsYXRlSWQiOiJjYzI2Zjg2My0yN2NlLTQ4MGUtYTU4OS1iM2YxMmYyZDZlYjAiLCJGaXJzdFdlZWtPZlllYXIiOjAsIlBsYWNlTWlsZXN0b25lQXRUaGVCZWdpbm5pbmdPZlRoZURheSI6ZmFsc2UsIkRlcGVuZGVuY3lTY2hlZHVsaW5nU2V0dGluZ3MiOnsiJGlkIjoiNTQ5IiwiRGVwZW5kZW5jaWVzU2NoZWR1bGluZ01vZGVTZXR0aW5nIjoiRmxleGlibGUiLCJEZXBlbmRlbmNpZXNQcmV2aW91c1NjaGVkdWxpbmdNb2RlIjoiRmxleGlibGUiLCJPbkJyZWFraW5nRmxleGlibGVTY2hlZHVsaW5nTW9kZVNldHRpbmciOiJBc2tFdmVyeXRpbWUiLCJPbkJyZWFraW5nU3RyaWN0U2NoZWR1bGluZ01vZGVTZXR0aW5nIjoiQXNrRXZlcnl0aW1lIn0sIkRlcGVuZGVuY3lNb2R1bGVFbmFibGVkIjpmYWxzZSwiRGVwZW5kZW5jaWVzIjp7Il9kZXBlbmRlbmNpZXMiOltdfX0="/>
  <p:tag name="__MASTER" val="__part_0"/>
</p:tagLst>
</file>

<file path=ppt/tags/tag125.xml><?xml version="1.0" encoding="utf-8"?>
<p:tagLst xmlns:a="http://schemas.openxmlformats.org/drawingml/2006/main" xmlns:r="http://schemas.openxmlformats.org/officeDocument/2006/relationships" xmlns:p="http://schemas.openxmlformats.org/presentationml/2006/main">
  <p:tag name="OTLMARKERSHAPE" val="OTL"/>
</p:tagLst>
</file>

<file path=ppt/tags/tag126.xml><?xml version="1.0" encoding="utf-8"?>
<p:tagLst xmlns:a="http://schemas.openxmlformats.org/drawingml/2006/main" xmlns:r="http://schemas.openxmlformats.org/officeDocument/2006/relationships" xmlns:p="http://schemas.openxmlformats.org/presentationml/2006/main">
  <p:tag name="OTLMARKERSHAPE" val="OTL"/>
</p:tagLst>
</file>

<file path=ppt/tags/tag127.xml><?xml version="1.0" encoding="utf-8"?>
<p:tagLst xmlns:a="http://schemas.openxmlformats.org/drawingml/2006/main" xmlns:r="http://schemas.openxmlformats.org/officeDocument/2006/relationships" xmlns:p="http://schemas.openxmlformats.org/presentationml/2006/main">
  <p:tag name="OTLMARKERSHAPE" val="OTL"/>
</p:tagLst>
</file>

<file path=ppt/tags/tag128.xml><?xml version="1.0" encoding="utf-8"?>
<p:tagLst xmlns:a="http://schemas.openxmlformats.org/drawingml/2006/main" xmlns:r="http://schemas.openxmlformats.org/officeDocument/2006/relationships" xmlns:p="http://schemas.openxmlformats.org/presentationml/2006/main">
  <p:tag name="OTLMARKERSHAPE" val="OTL"/>
</p:tagLst>
</file>

<file path=ppt/tags/tag129.xml><?xml version="1.0" encoding="utf-8"?>
<p:tagLst xmlns:a="http://schemas.openxmlformats.org/drawingml/2006/main" xmlns:r="http://schemas.openxmlformats.org/officeDocument/2006/relationships" xmlns:p="http://schemas.openxmlformats.org/presentationml/2006/main">
  <p:tag name="OTLMARKERSHAPE" val="OTL"/>
</p:tagLst>
</file>

<file path=ppt/tags/tag130.xml><?xml version="1.0" encoding="utf-8"?>
<p:tagLst xmlns:a="http://schemas.openxmlformats.org/drawingml/2006/main" xmlns:r="http://schemas.openxmlformats.org/officeDocument/2006/relationships" xmlns:p="http://schemas.openxmlformats.org/presentationml/2006/main">
  <p:tag name="OTLMARKERSHAPE" val="OTL"/>
</p:tagLst>
</file>

<file path=ppt/tags/tag131.xml><?xml version="1.0" encoding="utf-8"?>
<p:tagLst xmlns:a="http://schemas.openxmlformats.org/drawingml/2006/main" xmlns:r="http://schemas.openxmlformats.org/officeDocument/2006/relationships" xmlns:p="http://schemas.openxmlformats.org/presentationml/2006/main">
  <p:tag name="OTLMARKERSHAPE" val="OTL"/>
</p:tagLst>
</file>

<file path=ppt/tags/tag132.xml><?xml version="1.0" encoding="utf-8"?>
<p:tagLst xmlns:a="http://schemas.openxmlformats.org/drawingml/2006/main" xmlns:r="http://schemas.openxmlformats.org/officeDocument/2006/relationships" xmlns:p="http://schemas.openxmlformats.org/presentationml/2006/main">
  <p:tag name="OTLMARKERSHAPE" val="OTL"/>
</p:tagLst>
</file>

<file path=ppt/tags/tag133.xml><?xml version="1.0" encoding="utf-8"?>
<p:tagLst xmlns:a="http://schemas.openxmlformats.org/drawingml/2006/main" xmlns:r="http://schemas.openxmlformats.org/officeDocument/2006/relationships" xmlns:p="http://schemas.openxmlformats.org/presentationml/2006/main">
  <p:tag name="OTLMARKERSHAPE" val="OTL"/>
</p:tagLst>
</file>

<file path=ppt/tags/tag134.xml><?xml version="1.0" encoding="utf-8"?>
<p:tagLst xmlns:a="http://schemas.openxmlformats.org/drawingml/2006/main" xmlns:r="http://schemas.openxmlformats.org/officeDocument/2006/relationships" xmlns:p="http://schemas.openxmlformats.org/presentationml/2006/main">
  <p:tag name="OTLMARKERSHAPE" val="OTL"/>
</p:tagLst>
</file>

<file path=ppt/tags/tag135.xml><?xml version="1.0" encoding="utf-8"?>
<p:tagLst xmlns:a="http://schemas.openxmlformats.org/drawingml/2006/main" xmlns:r="http://schemas.openxmlformats.org/officeDocument/2006/relationships" xmlns:p="http://schemas.openxmlformats.org/presentationml/2006/main">
  <p:tag name="OTLMARKERSHAPE" val="OTL"/>
</p:tagLst>
</file>

<file path=ppt/tags/tag136.xml><?xml version="1.0" encoding="utf-8"?>
<p:tagLst xmlns:a="http://schemas.openxmlformats.org/drawingml/2006/main" xmlns:r="http://schemas.openxmlformats.org/officeDocument/2006/relationships" xmlns:p="http://schemas.openxmlformats.org/presentationml/2006/main">
  <p:tag name="OTLMARKERSHAPE" val="OTL"/>
</p:tagLst>
</file>

<file path=ppt/tags/tag137.xml><?xml version="1.0" encoding="utf-8"?>
<p:tagLst xmlns:a="http://schemas.openxmlformats.org/drawingml/2006/main" xmlns:r="http://schemas.openxmlformats.org/officeDocument/2006/relationships" xmlns:p="http://schemas.openxmlformats.org/presentationml/2006/main">
  <p:tag name="OTLMARKERSHAPE" val="OTL"/>
</p:tagLst>
</file>

<file path=ppt/tags/tag138.xml><?xml version="1.0" encoding="utf-8"?>
<p:tagLst xmlns:a="http://schemas.openxmlformats.org/drawingml/2006/main" xmlns:r="http://schemas.openxmlformats.org/officeDocument/2006/relationships" xmlns:p="http://schemas.openxmlformats.org/presentationml/2006/main">
  <p:tag name="OTLMARKERSHAPE" val="OTL"/>
</p:tagLst>
</file>

<file path=ppt/tags/tag139.xml><?xml version="1.0" encoding="utf-8"?>
<p:tagLst xmlns:a="http://schemas.openxmlformats.org/drawingml/2006/main" xmlns:r="http://schemas.openxmlformats.org/officeDocument/2006/relationships" xmlns:p="http://schemas.openxmlformats.org/presentationml/2006/main">
  <p:tag name="OTLMARKERSHAPE" val="OTL"/>
</p:tagLst>
</file>

<file path=ppt/tags/tag140.xml><?xml version="1.0" encoding="utf-8"?>
<p:tagLst xmlns:a="http://schemas.openxmlformats.org/drawingml/2006/main" xmlns:r="http://schemas.openxmlformats.org/officeDocument/2006/relationships" xmlns:p="http://schemas.openxmlformats.org/presentationml/2006/main">
  <p:tag name="OTLMARKERSHAPE" val="OTL"/>
</p:tagLst>
</file>

<file path=ppt/tags/tag141.xml><?xml version="1.0" encoding="utf-8"?>
<p:tagLst xmlns:a="http://schemas.openxmlformats.org/drawingml/2006/main" xmlns:r="http://schemas.openxmlformats.org/officeDocument/2006/relationships" xmlns:p="http://schemas.openxmlformats.org/presentationml/2006/main">
  <p:tag name="OTLMARKERSHAPE" val="OTL"/>
</p:tagLst>
</file>

<file path=ppt/tags/tag142.xml><?xml version="1.0" encoding="utf-8"?>
<p:tagLst xmlns:a="http://schemas.openxmlformats.org/drawingml/2006/main" xmlns:r="http://schemas.openxmlformats.org/officeDocument/2006/relationships" xmlns:p="http://schemas.openxmlformats.org/presentationml/2006/main">
  <p:tag name="OTLMARKERSHAPE" val="OTL"/>
</p:tagLst>
</file>

<file path=ppt/tags/tag143.xml><?xml version="1.0" encoding="utf-8"?>
<p:tagLst xmlns:a="http://schemas.openxmlformats.org/drawingml/2006/main" xmlns:r="http://schemas.openxmlformats.org/officeDocument/2006/relationships" xmlns:p="http://schemas.openxmlformats.org/presentationml/2006/main">
  <p:tag name="OTLMARKERSHAPE" val="OTL"/>
</p:tagLst>
</file>

<file path=ppt/tags/tag144.xml><?xml version="1.0" encoding="utf-8"?>
<p:tagLst xmlns:a="http://schemas.openxmlformats.org/drawingml/2006/main" xmlns:r="http://schemas.openxmlformats.org/officeDocument/2006/relationships" xmlns:p="http://schemas.openxmlformats.org/presentationml/2006/main">
  <p:tag name="OTLMARKERSHAPE" val="OTL"/>
</p:tagLst>
</file>

<file path=ppt/tags/tag145.xml><?xml version="1.0" encoding="utf-8"?>
<p:tagLst xmlns:a="http://schemas.openxmlformats.org/drawingml/2006/main" xmlns:r="http://schemas.openxmlformats.org/officeDocument/2006/relationships" xmlns:p="http://schemas.openxmlformats.org/presentationml/2006/main">
  <p:tag name="OTLMARKERSHAPE" val="OTL"/>
</p:tagLst>
</file>

<file path=ppt/tags/tag146.xml><?xml version="1.0" encoding="utf-8"?>
<p:tagLst xmlns:a="http://schemas.openxmlformats.org/drawingml/2006/main" xmlns:r="http://schemas.openxmlformats.org/officeDocument/2006/relationships" xmlns:p="http://schemas.openxmlformats.org/presentationml/2006/main">
  <p:tag name="OTLMARKERSHAPE" val="OTL"/>
</p:tagLst>
</file>

<file path=ppt/tags/tag147.xml><?xml version="1.0" encoding="utf-8"?>
<p:tagLst xmlns:a="http://schemas.openxmlformats.org/drawingml/2006/main" xmlns:r="http://schemas.openxmlformats.org/officeDocument/2006/relationships" xmlns:p="http://schemas.openxmlformats.org/presentationml/2006/main">
  <p:tag name="OTLMARKERSHAPE" val="OTL"/>
</p:tagLst>
</file>

<file path=ppt/tags/tag148.xml><?xml version="1.0" encoding="utf-8"?>
<p:tagLst xmlns:a="http://schemas.openxmlformats.org/drawingml/2006/main" xmlns:r="http://schemas.openxmlformats.org/officeDocument/2006/relationships" xmlns:p="http://schemas.openxmlformats.org/presentationml/2006/main">
  <p:tag name="OTLMARKERSHAPE" val="OTL"/>
</p:tagLst>
</file>

<file path=ppt/tags/tag149.xml><?xml version="1.0" encoding="utf-8"?>
<p:tagLst xmlns:a="http://schemas.openxmlformats.org/drawingml/2006/main" xmlns:r="http://schemas.openxmlformats.org/officeDocument/2006/relationships" xmlns:p="http://schemas.openxmlformats.org/presentationml/2006/main">
  <p:tag name="OTLMARKERSHAPE" val="OTL"/>
</p:tagLst>
</file>

<file path=ppt/tags/tag150.xml><?xml version="1.0" encoding="utf-8"?>
<p:tagLst xmlns:a="http://schemas.openxmlformats.org/drawingml/2006/main" xmlns:r="http://schemas.openxmlformats.org/officeDocument/2006/relationships" xmlns:p="http://schemas.openxmlformats.org/presentationml/2006/main">
  <p:tag name="OTLMARKERSHAPE" val="OTL"/>
</p:tagLst>
</file>

<file path=ppt/tags/tag151.xml><?xml version="1.0" encoding="utf-8"?>
<p:tagLst xmlns:a="http://schemas.openxmlformats.org/drawingml/2006/main" xmlns:r="http://schemas.openxmlformats.org/officeDocument/2006/relationships" xmlns:p="http://schemas.openxmlformats.org/presentationml/2006/main">
  <p:tag name="OTLMARKERSHAPE" val="OTL"/>
</p:tagLst>
</file>

<file path=ppt/tags/tag152.xml><?xml version="1.0" encoding="utf-8"?>
<p:tagLst xmlns:a="http://schemas.openxmlformats.org/drawingml/2006/main" xmlns:r="http://schemas.openxmlformats.org/officeDocument/2006/relationships" xmlns:p="http://schemas.openxmlformats.org/presentationml/2006/main">
  <p:tag name="OTLMARKERSHAPE" val="OTL"/>
</p:tagLst>
</file>

<file path=ppt/tags/tag153.xml><?xml version="1.0" encoding="utf-8"?>
<p:tagLst xmlns:a="http://schemas.openxmlformats.org/drawingml/2006/main" xmlns:r="http://schemas.openxmlformats.org/officeDocument/2006/relationships" xmlns:p="http://schemas.openxmlformats.org/presentationml/2006/main">
  <p:tag name="OTLMARKERSHAPE" val="OTL"/>
</p:tagLst>
</file>

<file path=ppt/tags/tag154.xml><?xml version="1.0" encoding="utf-8"?>
<p:tagLst xmlns:a="http://schemas.openxmlformats.org/drawingml/2006/main" xmlns:r="http://schemas.openxmlformats.org/officeDocument/2006/relationships" xmlns:p="http://schemas.openxmlformats.org/presentationml/2006/main">
  <p:tag name="OTLMARKERSHAPE" val="OTL"/>
</p:tagLst>
</file>

<file path=ppt/tags/tag155.xml><?xml version="1.0" encoding="utf-8"?>
<p:tagLst xmlns:a="http://schemas.openxmlformats.org/drawingml/2006/main" xmlns:r="http://schemas.openxmlformats.org/officeDocument/2006/relationships" xmlns:p="http://schemas.openxmlformats.org/presentationml/2006/main">
  <p:tag name="OTLMARKERSHAPE" val="OTL"/>
</p:tagLst>
</file>

<file path=ppt/tags/tag156.xml><?xml version="1.0" encoding="utf-8"?>
<p:tagLst xmlns:a="http://schemas.openxmlformats.org/drawingml/2006/main" xmlns:r="http://schemas.openxmlformats.org/officeDocument/2006/relationships" xmlns:p="http://schemas.openxmlformats.org/presentationml/2006/main">
  <p:tag name="OTLMARKERSHAPE" val="OTL"/>
</p:tagLst>
</file>

<file path=ppt/tags/tag157.xml><?xml version="1.0" encoding="utf-8"?>
<p:tagLst xmlns:a="http://schemas.openxmlformats.org/drawingml/2006/main" xmlns:r="http://schemas.openxmlformats.org/officeDocument/2006/relationships" xmlns:p="http://schemas.openxmlformats.org/presentationml/2006/main">
  <p:tag name="OTLMARKERSHAPE" val="OTL"/>
</p:tagLst>
</file>

<file path=ppt/tags/tag158.xml><?xml version="1.0" encoding="utf-8"?>
<p:tagLst xmlns:a="http://schemas.openxmlformats.org/drawingml/2006/main" xmlns:r="http://schemas.openxmlformats.org/officeDocument/2006/relationships" xmlns:p="http://schemas.openxmlformats.org/presentationml/2006/main">
  <p:tag name="OTLMARKERSHAPE" val="OTL"/>
</p:tagLst>
</file>

<file path=ppt/tags/tag159.xml><?xml version="1.0" encoding="utf-8"?>
<p:tagLst xmlns:a="http://schemas.openxmlformats.org/drawingml/2006/main" xmlns:r="http://schemas.openxmlformats.org/officeDocument/2006/relationships" xmlns:p="http://schemas.openxmlformats.org/presentationml/2006/main">
  <p:tag name="OTLMARKERSHAPE" val="OTL"/>
</p:tagLst>
</file>

<file path=ppt/tags/tag160.xml><?xml version="1.0" encoding="utf-8"?>
<p:tagLst xmlns:a="http://schemas.openxmlformats.org/drawingml/2006/main" xmlns:r="http://schemas.openxmlformats.org/officeDocument/2006/relationships" xmlns:p="http://schemas.openxmlformats.org/presentationml/2006/main">
  <p:tag name="OTLMARKERSHAPE" val="OTL"/>
  <p:tag name="OTLTIMEBANDSCALEFORMAT" val="MMM"/>
  <p:tag name="OTLTIMEBANDSHAPETYPE" val="RoundedCornerRectangleTimeband"/>
  <p:tag name="OTLTIMEBANDSHAPEHEIGHT" val="20"/>
  <p:tag name="OTLTIMEBANDSHAPEPADDINGLEFT" val="0"/>
  <p:tag name="OTLTIMEBANDCULTUREINFO" val="en-US"/>
  <p:tag name="OTLTIMEBANDTHREEDEFFECTS" val="Gel"/>
  <p:tag name="OTLTIMEBANDAUTODATERANGE" val="True"/>
  <p:tag name="OTLTIMEBANDSTARTDATE" val="0001-01-01T00:00:00.0000000"/>
  <p:tag name="OTLTIMEBANDWORKINGDAYS" val="Standard"/>
  <p:tag name="OTLTIMEBANDELAPSEDTIMEEXTENSION" val="False"/>
  <p:tag name="OTLTIMEBANDUSETIME" val="False"/>
  <p:tag name="OTLTIMEBANDTIMECONFIGWORKDAYSTART" val="00:00:00"/>
  <p:tag name="OTLTIMEBANDTIMECONFIGWORKDAYEND" val="23:59:00"/>
  <p:tag name="OTLTIMEBANDAPPENDYEARONYEARCHANGE" val="False"/>
  <p:tag name="OTLTIMEBANDSCALEMARKING" val="Years"/>
  <p:tag name="OTLRIGHTENDCAPSMARGINRIGHT" val="20"/>
  <p:tag name="OTLTIMEBANDFYSTARTMONTH" val="January"/>
  <p:tag name="OTLTIMEBANDSHOWFYLABEL" val="True"/>
  <p:tag name="OTLTIMEBANDUSESTARTINGOFTHEYEARFORFYNUMBERING" val="True"/>
  <p:tag name="OTLTIMEBANDDEPENABLED" val="False"/>
  <p:tag name="OTLTIMEBANDDEPSCHEDULINGMODE" val="Flexible"/>
  <p:tag name="OTLTIMEBANDDEPPREVIOUSSCHEDULINGMODE" val="Flexible"/>
  <p:tag name="OTLTIMEBANDDEPONBREAKINGSTRICTSCHEDULINGMODE" val="AskEverytime"/>
  <p:tag name="OTLTIMEBANDDEPONBREAKINGFLEXIBLESCHEDULINGMODE" val="AskEverytime"/>
  <p:tag name="OTLLEFTENDCAPSMARGINLEFT" val="115.506666666667"/>
  <p:tag name="OTLTIMEBANDRESERVEDLEFTAREAWIDTH" val="76"/>
  <p:tag name="OTLTIMEBANDRESERVEDLEFTAREAISSET" val="False"/>
  <p:tag name="OTLTIMEBANDQUICKPOSITION" val="Custom"/>
  <p:tag name="OTLTIMEBANDENDDATE" val="2031-09-30T23:59:00.0000000"/>
  <p:tag name="OTLTIMEBANDSCALETYPE" val="Years"/>
</p:tagLst>
</file>

<file path=ppt/tags/tag161.xml><?xml version="1.0" encoding="utf-8"?>
<p:tagLst xmlns:a="http://schemas.openxmlformats.org/drawingml/2006/main" xmlns:r="http://schemas.openxmlformats.org/officeDocument/2006/relationships" xmlns:p="http://schemas.openxmlformats.org/presentationml/2006/main">
  <p:tag name="OTLMARKERSHAPE" val="OTL"/>
</p:tagLst>
</file>

<file path=ppt/tags/tag162.xml><?xml version="1.0" encoding="utf-8"?>
<p:tagLst xmlns:a="http://schemas.openxmlformats.org/drawingml/2006/main" xmlns:r="http://schemas.openxmlformats.org/officeDocument/2006/relationships" xmlns:p="http://schemas.openxmlformats.org/presentationml/2006/main">
  <p:tag name="OTLMARKERSHAPE" val="OTL"/>
</p:tagLst>
</file>

<file path=ppt/tags/tag163.xml><?xml version="1.0" encoding="utf-8"?>
<p:tagLst xmlns:a="http://schemas.openxmlformats.org/drawingml/2006/main" xmlns:r="http://schemas.openxmlformats.org/officeDocument/2006/relationships" xmlns:p="http://schemas.openxmlformats.org/presentationml/2006/main">
  <p:tag name="OTLMARKERSHAPE" val="OTL"/>
</p:tagLst>
</file>

<file path=ppt/tags/tag164.xml><?xml version="1.0" encoding="utf-8"?>
<p:tagLst xmlns:a="http://schemas.openxmlformats.org/drawingml/2006/main" xmlns:r="http://schemas.openxmlformats.org/officeDocument/2006/relationships" xmlns:p="http://schemas.openxmlformats.org/presentationml/2006/main">
  <p:tag name="OTLMARKERSHAPE" val="OTL"/>
</p:tagLst>
</file>

<file path=ppt/tags/tag165.xml><?xml version="1.0" encoding="utf-8"?>
<p:tagLst xmlns:a="http://schemas.openxmlformats.org/drawingml/2006/main" xmlns:r="http://schemas.openxmlformats.org/officeDocument/2006/relationships" xmlns:p="http://schemas.openxmlformats.org/presentationml/2006/main">
  <p:tag name="OTLMARKERSHAPE" val="OTL"/>
</p:tagLst>
</file>

<file path=ppt/tags/tag166.xml><?xml version="1.0" encoding="utf-8"?>
<p:tagLst xmlns:a="http://schemas.openxmlformats.org/drawingml/2006/main" xmlns:r="http://schemas.openxmlformats.org/officeDocument/2006/relationships" xmlns:p="http://schemas.openxmlformats.org/presentationml/2006/main">
  <p:tag name="OTLMARKERSHAPE" val="OTL"/>
</p:tagLst>
</file>

<file path=ppt/tags/tag167.xml><?xml version="1.0" encoding="utf-8"?>
<p:tagLst xmlns:a="http://schemas.openxmlformats.org/drawingml/2006/main" xmlns:r="http://schemas.openxmlformats.org/officeDocument/2006/relationships" xmlns:p="http://schemas.openxmlformats.org/presentationml/2006/main">
  <p:tag name="OTLMARKERSHAPE" val="OTL"/>
</p:tagLst>
</file>

<file path=ppt/tags/tag168.xml><?xml version="1.0" encoding="utf-8"?>
<p:tagLst xmlns:a="http://schemas.openxmlformats.org/drawingml/2006/main" xmlns:r="http://schemas.openxmlformats.org/officeDocument/2006/relationships" xmlns:p="http://schemas.openxmlformats.org/presentationml/2006/main">
  <p:tag name="OTLMARKERSHAPE" val="OTL"/>
</p:tagLst>
</file>

<file path=ppt/tags/tag16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10-27T23:59:00.0000000Z"/>
  <p:tag name="OTLMARKERSHAPE" val="OTL"/>
  <p:tag name="OTLSHAPETHICKNESSTYPE" val="Thin"/>
  <p:tag name="OTLSPACING" val="5"/>
  <p:tag name="OTLSTARTDATE" val="2025-12-03T23:59:00.0000000Z"/>
  <p:tag name="OTLWEEKNUMBERINGFORMAT" val="WNFormat1"/>
  <p:tag name="OTLWEEKNUMBERINGISVISIBLE" val="False"/>
</p:tagLst>
</file>

<file path=ppt/tags/tag17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10-27T23:59:00.0000000Z"/>
  <p:tag name="OTLMARKERSHAPE" val="OTL"/>
  <p:tag name="OTLSHAPETHICKNESSTYPE" val="Thin"/>
  <p:tag name="OTLSPACING" val="5"/>
  <p:tag name="OTLSTARTDATE" val="2026-04-16T23:59:00.0000000Z"/>
  <p:tag name="OTLWEEKNUMBERINGFORMAT" val="WNFormat1"/>
  <p:tag name="OTLWEEKNUMBERINGISVISIBLE" val="False"/>
</p:tagLst>
</file>

<file path=ppt/tags/tag171.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31-05-01T23:59:00.0000000Z"/>
  <p:tag name="OTLMARKERSHAPE" val="OTL"/>
  <p:tag name="OTLSHAPETHICKNESSTYPE" val="Thin"/>
  <p:tag name="OTLSPACING" val="5"/>
  <p:tag name="OTLSTARTDATE" val="2030-08-30T23:59:00.0000000Z"/>
  <p:tag name="OTLWEEKNUMBERINGFORMAT" val="WNFormat1"/>
  <p:tag name="OTLWEEKNUMBERINGISVISIBLE" val="False"/>
</p:tagLst>
</file>

<file path=ppt/tags/tag172.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yy"/>
  <p:tag name="OTLDATEFORMATTIMEISVISIBLE" val="False"/>
  <p:tag name="OTLDATEFORMATTRIM00MINUTES" val="False"/>
  <p:tag name="OTLDATEFORMATUSEUS" val="True"/>
  <p:tag name="OTLDURATIONFORMAT" val="day"/>
  <p:tag name="OTLENDDATE" val="2031-09-30T23:59:00.0000000Z"/>
  <p:tag name="OTLMARKERSHAPE" val="OTL"/>
  <p:tag name="OTLSHAPETHICKNESSTYPE" val="Thin"/>
  <p:tag name="OTLSPACING" val="5"/>
  <p:tag name="OTLSTARTDATE" val="2030-09-30T00:00:00.0000000Z"/>
  <p:tag name="OTLWEEKNUMBERINGFORMAT" val="WNFormat1"/>
  <p:tag name="OTLWEEKNUMBERINGISVISIBLE" val="False"/>
</p:tagLst>
</file>

<file path=ppt/tags/tag173.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DURATIONFORMAT" val="day"/>
  <p:tag name="OTLENDDATE" val="2027-12-31T23:59:00.0000000Z"/>
  <p:tag name="OTLMARKERSHAPE" val="OTL"/>
  <p:tag name="OTLSHAPETHICKNESSTYPE" val="Thin"/>
  <p:tag name="OTLSPACING" val="5"/>
  <p:tag name="OTLSTARTDATE" val="2027-01-01T00:00:00.0000000Z"/>
  <p:tag name="OTLWEEKNUMBERINGFORMAT" val="WNFormat1"/>
  <p:tag name="OTLWEEKNUMBERINGISVISIBLE" val="False"/>
</p:tagLst>
</file>

<file path=ppt/tags/tag174.xml><?xml version="1.0" encoding="utf-8"?>
<p:tagLst xmlns:a="http://schemas.openxmlformats.org/drawingml/2006/main" xmlns:r="http://schemas.openxmlformats.org/officeDocument/2006/relationships" xmlns:p="http://schemas.openxmlformats.org/presentationml/2006/main">
  <p:tag name="OTLMARKERSHAPE" val="OTL"/>
</p:tagLst>
</file>

<file path=ppt/tags/tag175.xml><?xml version="1.0" encoding="utf-8"?>
<p:tagLst xmlns:a="http://schemas.openxmlformats.org/drawingml/2006/main" xmlns:r="http://schemas.openxmlformats.org/officeDocument/2006/relationships" xmlns:p="http://schemas.openxmlformats.org/presentationml/2006/main">
  <p:tag name="OTLMARKERSHAPE" val="OTL"/>
</p:tagLst>
</file>

<file path=ppt/tags/tag176.xml><?xml version="1.0" encoding="utf-8"?>
<p:tagLst xmlns:a="http://schemas.openxmlformats.org/drawingml/2006/main" xmlns:r="http://schemas.openxmlformats.org/officeDocument/2006/relationships" xmlns:p="http://schemas.openxmlformats.org/presentationml/2006/main">
  <p:tag name="OTLMARKERSHAPE" val="OTL"/>
</p:tagLst>
</file>

<file path=ppt/tags/tag177.xml><?xml version="1.0" encoding="utf-8"?>
<p:tagLst xmlns:a="http://schemas.openxmlformats.org/drawingml/2006/main" xmlns:r="http://schemas.openxmlformats.org/officeDocument/2006/relationships" xmlns:p="http://schemas.openxmlformats.org/presentationml/2006/main">
  <p:tag name="OTLMARKERSHAPE" val="OTL"/>
</p:tagLst>
</file>

<file path=ppt/tags/tag178.xml><?xml version="1.0" encoding="utf-8"?>
<p:tagLst xmlns:a="http://schemas.openxmlformats.org/drawingml/2006/main" xmlns:r="http://schemas.openxmlformats.org/officeDocument/2006/relationships" xmlns:p="http://schemas.openxmlformats.org/presentationml/2006/main">
  <p:tag name="OTLMARKERSHAPE" val="OTL"/>
</p:tagLst>
</file>

<file path=ppt/tags/tag179.xml><?xml version="1.0" encoding="utf-8"?>
<p:tagLst xmlns:a="http://schemas.openxmlformats.org/drawingml/2006/main" xmlns:r="http://schemas.openxmlformats.org/officeDocument/2006/relationships" xmlns:p="http://schemas.openxmlformats.org/presentationml/2006/main">
  <p:tag name="OTLMARKERSHAPE" val="OTL"/>
</p:tagLst>
</file>

<file path=ppt/tags/tag180.xml><?xml version="1.0" encoding="utf-8"?>
<p:tagLst xmlns:a="http://schemas.openxmlformats.org/drawingml/2006/main" xmlns:r="http://schemas.openxmlformats.org/officeDocument/2006/relationships" xmlns:p="http://schemas.openxmlformats.org/presentationml/2006/main">
  <p:tag name="OTLMARKERSHAPE" val="OTL"/>
</p:tagLst>
</file>

<file path=ppt/tags/tag181.xml><?xml version="1.0" encoding="utf-8"?>
<p:tagLst xmlns:a="http://schemas.openxmlformats.org/drawingml/2006/main" xmlns:r="http://schemas.openxmlformats.org/officeDocument/2006/relationships" xmlns:p="http://schemas.openxmlformats.org/presentationml/2006/main">
  <p:tag name="OTLMARKERSHAPE" val="OTL"/>
</p:tagLst>
</file>

<file path=ppt/tags/tag182.xml><?xml version="1.0" encoding="utf-8"?>
<p:tagLst xmlns:a="http://schemas.openxmlformats.org/drawingml/2006/main" xmlns:r="http://schemas.openxmlformats.org/officeDocument/2006/relationships" xmlns:p="http://schemas.openxmlformats.org/presentationml/2006/main">
  <p:tag name="OTLMARKERSHAPE" val="OTL"/>
</p:tagLst>
</file>

<file path=ppt/tags/tag183.xml><?xml version="1.0" encoding="utf-8"?>
<p:tagLst xmlns:a="http://schemas.openxmlformats.org/drawingml/2006/main" xmlns:r="http://schemas.openxmlformats.org/officeDocument/2006/relationships" xmlns:p="http://schemas.openxmlformats.org/presentationml/2006/main">
  <p:tag name="OTLMARKERSHAPE" val="OTL"/>
</p:tagLst>
</file>

<file path=ppt/tags/tag184.xml><?xml version="1.0" encoding="utf-8"?>
<p:tagLst xmlns:a="http://schemas.openxmlformats.org/drawingml/2006/main" xmlns:r="http://schemas.openxmlformats.org/officeDocument/2006/relationships" xmlns:p="http://schemas.openxmlformats.org/presentationml/2006/main">
  <p:tag name="OTLMARKERSHAPE" val="OTL"/>
</p:tagLst>
</file>

<file path=ppt/tags/tag185.xml><?xml version="1.0" encoding="utf-8"?>
<p:tagLst xmlns:a="http://schemas.openxmlformats.org/drawingml/2006/main" xmlns:r="http://schemas.openxmlformats.org/officeDocument/2006/relationships" xmlns:p="http://schemas.openxmlformats.org/presentationml/2006/main">
  <p:tag name="OTLMARKERSHAPE" val="OTL"/>
</p:tagLst>
</file>

<file path=ppt/tags/tag186.xml><?xml version="1.0" encoding="utf-8"?>
<p:tagLst xmlns:a="http://schemas.openxmlformats.org/drawingml/2006/main" xmlns:r="http://schemas.openxmlformats.org/officeDocument/2006/relationships" xmlns:p="http://schemas.openxmlformats.org/presentationml/2006/main">
  <p:tag name="OTLMARKERSHAPE" val="OTL"/>
</p:tagLst>
</file>

<file path=ppt/tags/tag187.xml><?xml version="1.0" encoding="utf-8"?>
<p:tagLst xmlns:a="http://schemas.openxmlformats.org/drawingml/2006/main" xmlns:r="http://schemas.openxmlformats.org/officeDocument/2006/relationships" xmlns:p="http://schemas.openxmlformats.org/presentationml/2006/main">
  <p:tag name="OTLMARKERSHAPE" val="OTL"/>
</p:tagLst>
</file>

<file path=ppt/tags/tag188.xml><?xml version="1.0" encoding="utf-8"?>
<p:tagLst xmlns:a="http://schemas.openxmlformats.org/drawingml/2006/main" xmlns:r="http://schemas.openxmlformats.org/officeDocument/2006/relationships" xmlns:p="http://schemas.openxmlformats.org/presentationml/2006/main">
  <p:tag name="OTLMARKERSHAPE" val="OTL"/>
</p:tagLst>
</file>

<file path=ppt/tags/tag189.xml><?xml version="1.0" encoding="utf-8"?>
<p:tagLst xmlns:a="http://schemas.openxmlformats.org/drawingml/2006/main" xmlns:r="http://schemas.openxmlformats.org/officeDocument/2006/relationships" xmlns:p="http://schemas.openxmlformats.org/presentationml/2006/main">
  <p:tag name="OTLMARKERSHAPE" val="OTL"/>
</p:tagLst>
</file>

<file path=ppt/tags/tag190.xml><?xml version="1.0" encoding="utf-8"?>
<p:tagLst xmlns:a="http://schemas.openxmlformats.org/drawingml/2006/main" xmlns:r="http://schemas.openxmlformats.org/officeDocument/2006/relationships" xmlns:p="http://schemas.openxmlformats.org/presentationml/2006/main">
  <p:tag name="OTLMARKERSHAPE" val="OTL"/>
</p:tagLst>
</file>

<file path=ppt/tags/tag191.xml><?xml version="1.0" encoding="utf-8"?>
<p:tagLst xmlns:a="http://schemas.openxmlformats.org/drawingml/2006/main" xmlns:r="http://schemas.openxmlformats.org/officeDocument/2006/relationships" xmlns:p="http://schemas.openxmlformats.org/presentationml/2006/main">
  <p:tag name="OTLMARKERSHAPE" val="OTL"/>
</p:tagLst>
</file>

<file path=ppt/tags/tag192.xml><?xml version="1.0" encoding="utf-8"?>
<p:tagLst xmlns:a="http://schemas.openxmlformats.org/drawingml/2006/main" xmlns:r="http://schemas.openxmlformats.org/officeDocument/2006/relationships" xmlns:p="http://schemas.openxmlformats.org/presentationml/2006/main">
  <p:tag name="OTLMARKERSHAPE" val="OTL"/>
</p:tagLst>
</file>

<file path=ppt/tags/tag193.xml><?xml version="1.0" encoding="utf-8"?>
<p:tagLst xmlns:a="http://schemas.openxmlformats.org/drawingml/2006/main" xmlns:r="http://schemas.openxmlformats.org/officeDocument/2006/relationships" xmlns:p="http://schemas.openxmlformats.org/presentationml/2006/main">
  <p:tag name="OTLMARKERSHAPE" val="OTL"/>
</p:tagLst>
</file>

<file path=ppt/tags/tag194.xml><?xml version="1.0" encoding="utf-8"?>
<p:tagLst xmlns:a="http://schemas.openxmlformats.org/drawingml/2006/main" xmlns:r="http://schemas.openxmlformats.org/officeDocument/2006/relationships" xmlns:p="http://schemas.openxmlformats.org/presentationml/2006/main">
  <p:tag name="OTLMARKERSHAPE" val="OTL"/>
</p:tagLst>
</file>

<file path=ppt/tags/tag195.xml><?xml version="1.0" encoding="utf-8"?>
<p:tagLst xmlns:a="http://schemas.openxmlformats.org/drawingml/2006/main" xmlns:r="http://schemas.openxmlformats.org/officeDocument/2006/relationships" xmlns:p="http://schemas.openxmlformats.org/presentationml/2006/main">
  <p:tag name="OTLMARKERSHAPE" val="OTL"/>
</p:tagLst>
</file>

<file path=ppt/tags/tag196.xml><?xml version="1.0" encoding="utf-8"?>
<p:tagLst xmlns:a="http://schemas.openxmlformats.org/drawingml/2006/main" xmlns:r="http://schemas.openxmlformats.org/officeDocument/2006/relationships" xmlns:p="http://schemas.openxmlformats.org/presentationml/2006/main">
  <p:tag name="OTLMARKERSHAPE" val="OTL"/>
</p:tagLst>
</file>

<file path=ppt/tags/tag197.xml><?xml version="1.0" encoding="utf-8"?>
<p:tagLst xmlns:a="http://schemas.openxmlformats.org/drawingml/2006/main" xmlns:r="http://schemas.openxmlformats.org/officeDocument/2006/relationships" xmlns:p="http://schemas.openxmlformats.org/presentationml/2006/main">
  <p:tag name="OTLMARKERSHAPE" val="OTL"/>
</p:tagLst>
</file>

<file path=ppt/tags/tag198.xml><?xml version="1.0" encoding="utf-8"?>
<p:tagLst xmlns:a="http://schemas.openxmlformats.org/drawingml/2006/main" xmlns:r="http://schemas.openxmlformats.org/officeDocument/2006/relationships" xmlns:p="http://schemas.openxmlformats.org/presentationml/2006/main">
  <p:tag name="OTLMARKERSHAPE" val="OTL"/>
</p:tagLst>
</file>

<file path=ppt/tags/tag199.xml><?xml version="1.0" encoding="utf-8"?>
<p:tagLst xmlns:a="http://schemas.openxmlformats.org/drawingml/2006/main" xmlns:r="http://schemas.openxmlformats.org/officeDocument/2006/relationships" xmlns:p="http://schemas.openxmlformats.org/presentationml/2006/main">
  <p:tag name="OTLMARKERSHAPE" val="OTL"/>
</p:tagLst>
</file>

<file path=ppt/tags/tag200.xml><?xml version="1.0" encoding="utf-8"?>
<p:tagLst xmlns:a="http://schemas.openxmlformats.org/drawingml/2006/main" xmlns:r="http://schemas.openxmlformats.org/officeDocument/2006/relationships" xmlns:p="http://schemas.openxmlformats.org/presentationml/2006/main">
  <p:tag name="OTLMARKERSHAPE" val="OTL"/>
</p:tagLst>
</file>

<file path=ppt/tags/tag201.xml><?xml version="1.0" encoding="utf-8"?>
<p:tagLst xmlns:a="http://schemas.openxmlformats.org/drawingml/2006/main" xmlns:r="http://schemas.openxmlformats.org/officeDocument/2006/relationships" xmlns:p="http://schemas.openxmlformats.org/presentationml/2006/main">
  <p:tag name="OTLMARKERSHAPE" val="OTL"/>
</p:tagLst>
</file>

<file path=ppt/tags/tag202.xml><?xml version="1.0" encoding="utf-8"?>
<p:tagLst xmlns:a="http://schemas.openxmlformats.org/drawingml/2006/main" xmlns:r="http://schemas.openxmlformats.org/officeDocument/2006/relationships" xmlns:p="http://schemas.openxmlformats.org/presentationml/2006/main">
  <p:tag name="OTLMARKERSHAPE" val="OTL"/>
</p:tagLst>
</file>

<file path=ppt/tags/tag203.xml><?xml version="1.0" encoding="utf-8"?>
<p:tagLst xmlns:a="http://schemas.openxmlformats.org/drawingml/2006/main" xmlns:r="http://schemas.openxmlformats.org/officeDocument/2006/relationships" xmlns:p="http://schemas.openxmlformats.org/presentationml/2006/main">
  <p:tag name="OTLMARKERSHAPE" val="OTL"/>
</p:tagLst>
</file>

<file path=ppt/tags/tag204.xml><?xml version="1.0" encoding="utf-8"?>
<p:tagLst xmlns:a="http://schemas.openxmlformats.org/drawingml/2006/main" xmlns:r="http://schemas.openxmlformats.org/officeDocument/2006/relationships" xmlns:p="http://schemas.openxmlformats.org/presentationml/2006/main">
  <p:tag name="OTLDATE" val="2025-09-30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205.xml><?xml version="1.0" encoding="utf-8"?>
<p:tagLst xmlns:a="http://schemas.openxmlformats.org/drawingml/2006/main" xmlns:r="http://schemas.openxmlformats.org/officeDocument/2006/relationships" xmlns:p="http://schemas.openxmlformats.org/presentationml/2006/main">
  <p:tag name="OTLMARKERSHAPE" val="OTL"/>
</p:tagLst>
</file>

<file path=ppt/tags/tag206.xml><?xml version="1.0" encoding="utf-8"?>
<p:tagLst xmlns:a="http://schemas.openxmlformats.org/drawingml/2006/main" xmlns:r="http://schemas.openxmlformats.org/officeDocument/2006/relationships" xmlns:p="http://schemas.openxmlformats.org/presentationml/2006/main">
  <p:tag name="OTLMARKERSHAPE" val="OTL"/>
</p:tagLst>
</file>

<file path=ppt/tags/tag207.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1-16T23:59:00.0000000Z"/>
  <p:tag name="OTLMARKERSHAPE" val="OTL"/>
  <p:tag name="OTLSHAPETHICKNESSTYPE" val="Thin"/>
  <p:tag name="OTLSPACING" val="5"/>
  <p:tag name="OTLSTARTDATE" val="2025-10-17T23:59:00.0000000Z"/>
  <p:tag name="OTLWEEKNUMBERINGFORMAT" val="WNFormat1"/>
  <p:tag name="OTLWEEKNUMBERINGISVISIBLE" val="False"/>
</p:tagLst>
</file>

<file path=ppt/tags/tag208.xml><?xml version="1.0" encoding="utf-8"?>
<p:tagLst xmlns:a="http://schemas.openxmlformats.org/drawingml/2006/main" xmlns:r="http://schemas.openxmlformats.org/officeDocument/2006/relationships" xmlns:p="http://schemas.openxmlformats.org/presentationml/2006/main">
  <p:tag name="OTLMARKERSHAPE" val="OTL"/>
</p:tagLst>
</file>

<file path=ppt/tags/tag209.xml><?xml version="1.0" encoding="utf-8"?>
<p:tagLst xmlns:a="http://schemas.openxmlformats.org/drawingml/2006/main" xmlns:r="http://schemas.openxmlformats.org/officeDocument/2006/relationships" xmlns:p="http://schemas.openxmlformats.org/presentationml/2006/main">
  <p:tag name="OTLMARKERSHAPE" val="OTL"/>
</p:tagLst>
</file>

<file path=ppt/tags/tag210.xml><?xml version="1.0" encoding="utf-8"?>
<p:tagLst xmlns:a="http://schemas.openxmlformats.org/drawingml/2006/main" xmlns:r="http://schemas.openxmlformats.org/officeDocument/2006/relationships" xmlns:p="http://schemas.openxmlformats.org/presentationml/2006/main">
  <p:tag name="__PART_0" val="eyIkaWQiOiIxIiwiX3N3aW1sYW5lc1YyIjpbeyIkaWQiOiIyIiwiX2FjdGl2aXRpZXMiOlt7IiRpZCI6IjMiLCJfcm93cyI6W3siJGlkIjoiNCIsIl90YXNrcyI6W10sIl9taWxlc3RvbmVzIjpbeyIkaWQiOiI1IiwiSWQiOiJmM2U4YzZjOS1mYmM4LTRiMjAtOTlmOC0yOGZlMDlkYTNjZDYiLCJJbmRleCI6MSwiR3JvdXBJZCI6bnVsbCwiVGl0bGUiOiJGaW5hbCBDVEEgcGFja2FnZSIsIkRhdGVUaW1lIjoiMjAyNS0xMS0yOFQyMzo1OTowMCIsIlBlcmNlbnRhZ2VDb21wbGV0ZSI6bnVsbCwiTm90ZSI6bnVsbCwiU3R5bGUiOnsiJGlkIjoiNiIsIlRpdGxlUG9zaXRpb24iOiJMZWZ0IiwiRGF0ZVBvc2l0aW9uIjoiTGVmdCIsIlNoYXBlVHlwZSI6MiwiU2hhcGVTaXplIjoxLCJTaGFwZVN0eWxlIjp7IiRpZCI6IjciLCJNYXJnaW4iOnsiJGlkIjoiOCIsIlRvcCI6MC4wLCJMZWZ0IjowLjAsIlJpZ2h0IjowLjAsIkJvdHRvbSI6MC4wfSwiUGFkZGluZyI6eyIkaWQiOiI5IiwiVG9wIjowLjAsIkxlZnQiOjAuMCwiUmlnaHQiOjAuMCwiQm90dG9tIjowLjB9LCJCYWNrZ3JvdW5kIjp7IiRpZCI6IjEwIiwiQ29sb3IiOnsiJGlkIjoiMTEiLCJBIjoyNTUsIlIiOjgsIkciOjQ5LCJCIjo0Mn19LCJJc1Zpc2libGUiOnRydWUsIldpZHRoIjoxMy4wLCJIZWlnaHQiOjEzLjAsIkJvcmRlclN0eWxlIjp7IiRpZCI6IjEyIiwiTGluZUNvbG9yIjp7IiRpZCI6IjEzIiwiJHR5cGUiOiJOTFJFLkNvbW1vbi5Eb20uU29saWRDb2xvckJydXNoLCBOTFJFLkNvbW1vbiIsIkNvbG9yIjp7IiRpZCI6IjE0IiwiQSI6MjU1LCJSIjoyNTUsIkciOjAsIkIiOjB9fSwiTGluZVdlaWdodCI6MC4wLCJMaW5lVHlwZSI6MCwiUGFyZW50U3R5bGUiOm51bGx9LCJQYXJlbnRTdHlsZSI6bnVsbH0sIlRpdGxlU3R5bGUiOnsiJGlkIjoiMTUiLCJGb250U2V0dGluZ3MiOnsiJGlkIjoiMTYiLCJGb250U2l6ZSI6MTEsIkZvbnROYW1lIjoiQ2FsaWJyaSIsIklzQm9sZCI6dHJ1ZSwiSXNJdGFsaWMiOmZhbHNlLCJJc1VuZGVybGluZWQiOmZhbHNlLCJQYXJlbnRTdHlsZSI6bnVsbH0sIkF1dG9TaXplIjowLCJGb3JlZ3JvdW5kIjp7IiRpZCI6IjE3IiwiQ29sb3IiOnsiJGlkIjoiMTgiLCJBIjoyNTUsIlIiOjAsIkciOjAsIkIiOjB9fSwiTWF4V2lkdGgiOjIwMC4wLCJNYXhIZWlnaHQiOiJJbmZpbml0eSIsIlNtYXJ0Rm9yZWdyb3VuZElzQWN0aXZlIjpmYWxzZSwiSG9yaXpvbnRhbEFsaWdubWVudCI6MiwiVmVydGljYWxBbGlnbm1lbnQiOjAsIlNtYXJ0Rm9yZWdyb3VuZCI6bnVsbCwiQmFja2dyb3VuZEZpbGxUeXBlIjowLCJNYXJnaW4iOnsiJGlkIjoiMTkiLCJUb3AiOjAuMCwiTGVmdCI6MC4wLCJSaWdodCI6MC4wLCJCb3R0b20iOjAuMH0sIlBhZGRpbmciOnsiJGlkIjoiMjAiLCJUb3AiOjAuMCwiTGVmdCI6MC4wLCJSaWdodCI6MC4wLCJCb3R0b20iOjAuMH0sIkJhY2tncm91bmQiOnsiJGlkIjoiMjEiLCJDb2xvciI6eyIkaWQiOiIyMiIsIkEiOjAsIlIiOjAsIkciOjAsIkIiOjB9fSwiSXNWaXNpYmxlIjp0cnVlLCJXaWR0aCI6MC4wLCJIZWlnaHQiOjAuMCwiQm9yZGVyU3R5bGUiOm51bGwsIlBhcmVudFN0eWxlIjpudWxsfSwiRGF0ZVN0eWxlIjp7IiRpZCI6IjIzIiwiRm9udFNldHRpbmdzIjp7IiRpZCI6IjI0IiwiRm9udFNpemUiOjEwLCJGb250TmFtZSI6IkNhbGlicmkiLCJJc0JvbGQiOmZhbHNlLCJJc0l0YWxpYyI6ZmFsc2UsIklzVW5kZXJsaW5lZCI6ZmFsc2UsIlBhcmVudFN0eWxlIjpudWxsfSwiQXV0b1NpemUiOjAsIkZvcmVncm91bmQiOnsiJGlkIjoiMjUiLCJDb2xvciI6eyIkaWQiOiIyNi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jciLCJUb3AiOjAuMCwiTGVmdCI6MC4wLCJSaWdodCI6MC4wLCJCb3R0b20iOjAuMH0sIlBhZGRpbmciOnsiJGlkIjoiMjgiLCJUb3AiOjAuMCwiTGVmdCI6MC4wLCJSaWdodCI6MC4wLCJCb3R0b20iOjAuMH0sIkJhY2tncm91bmQiOnsiJGlkIjoiMjkiLCJDb2xvciI6eyIkaWQiOiIzMCIsIkEiOjAsIlIiOjAsIkciOjAsIkIiOjB9fSwiSXNWaXNpYmxlIjp0cnVlLCJXaWR0aCI6MC4wLCJIZWlnaHQiOjAuMCwiQm9yZGVyU3R5bGUiOm51bGwsIlBhcmVudFN0eWxlIjpudWxsfSwiRGF0ZUZvcm1hdCI6eyIkaWQiOiIz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zMiIsIkRhdGVQYXJ0SXNWaXNpYmxlIjp0cnVlLCJUaW1lUGFydElzVmlzaWJsZSI6ZmFsc2V9fSwiV2Vla051bWJlcmluZyI6eyIkaWQiOiIzMy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zNCIsIl90YXNrcyI6W3siJGlkIjoiMzUiLCJfYXR0YWNoZWRNaWxlc3RvbmVzIjpbXSwiVGFza0RlZmluaXRpb24iOnsiJGlkIjoiMzYiLCJHcm91cE5hbWUiOm51bGwsIlN0YXJ0RGF0ZSI6IjIwMjYtMDItMDRUMjM6NTk6MDBaIiwiRW5kRGF0ZSI6IjIwMjctMDctMjJUMjM6NTk6MDBaIiwiUGVyY2VudGFnZUNvbXBsZXRlIjpudWxsLCJTdHlsZSI6eyIkaWQiOiIzNyIsIlNoYXBlIjoxLCJTaGFwZVRoaWNrbmVzcyI6MCwiRHVyYXRpb25Gb3JtYXQiOjAsIkluY2x1ZGVOb25Xb3JraW5nRGF5c0luRHVyYXRpb24iOmZhbHNlLCJQZXJjZW50YWdlQ29tcGxldGVTdHlsZSI6eyIkaWQiOiIzOCIsIkZvbnRTZXR0aW5ncyI6eyIkaWQiOiIzOSIsIkZvbnRTaXplIjoxMCwiRm9udE5hbWUiOiJDYWxpYnJpIiwiSXNCb2xkIjpmYWxzZSwiSXNJdGFsaWMiOmZhbHNlLCJJc1VuZGVybGluZWQiOmZhbHNlLCJQYXJlbnRTdHlsZSI6bnVsbH0sIkF1dG9TaXplIjowLCJGb3JlZ3JvdW5kIjp7IiRpZCI6IjQwIiwiQ29sb3IiOnsiJGlkIjoiNDEiLCJBIjoyNTUsIlIiOjIzNywiRyI6MTI1LCJCIjo0OX19LCJNYXhXaWR0aCI6MjAwLjAsIk1heEhlaWdodCI6IkluZmluaXR5IiwiU21hcnRGb3JlZ3JvdW5kSXNBY3RpdmUiOmZhbHNlLCJIb3Jpem9udGFsQWxpZ25tZW50IjowLCJWZXJ0aWNhbEFsaWdubWVudCI6MCwiU21hcnRGb3JlZ3JvdW5kIjpudWxsLCJCYWNrZ3JvdW5kRmlsbFR5cGUiOjAsIk1hcmdpbiI6eyIkaWQiOiI0MiIsIlRvcCI6MC4wLCJMZWZ0IjowLjAsIlJpZ2h0IjowLjAsIkJvdHRvbSI6MC4wfSwiUGFkZGluZyI6eyIkaWQiOiI0MyIsIlRvcCI6MC4wLCJMZWZ0IjowLjAsIlJpZ2h0IjowLjAsIkJvdHRvbSI6MC4wfSwiQmFja2dyb3VuZCI6eyIkaWQiOiI0NCIsIkNvbG9yIjp7IiRpZCI6IjQ1IiwiQSI6ODksIlIiOjAsIkciOjAsIkIiOjB9fSwiSXNWaXNpYmxlIjp0cnVlLCJXaWR0aCI6MC4wLCJIZWlnaHQiOjAuMCwiQm9yZGVyU3R5bGUiOnsiJGlkIjoiNDYiLCJMaW5lQ29sb3IiOm51bGwsIkxpbmVXZWlnaHQiOjAuMCwiTGluZVR5cGUiOjAsIlBhcmVudFN0eWxlIjpudWxsfSwiUGFyZW50U3R5bGUiOm51bGx9LCJEdXJhdGlvblN0eWxlIjp7IiRpZCI6IjQ3IiwiRm9udFNldHRpbmdzIjp7IiRpZCI6IjQ4IiwiRm9udFNpemUiOjEwLCJGb250TmFtZSI6IkNhbGlicmkiLCJJc0JvbGQiOmZhbHNlLCJJc0l0YWxpYyI6ZmFsc2UsIklzVW5kZXJsaW5lZCI6ZmFsc2UsIlBhcmVudFN0eWxlIjpudWxsfSwiQXV0b1NpemUiOjAsIkZvcmVncm91bmQiOnsiJGlkIjoiNDkiLCJDb2xvciI6eyIkaWQiOiI1MCIsIkEiOjI1NSwiUiI6MjM3LCJHIjoxMjUsIkIiOjQ5fX0sIk1heFdpZHRoIjoyMDAuMCwiTWF4SGVpZ2h0IjoiSW5maW5pdHkiLCJTbWFydEZvcmVncm91bmRJc0FjdGl2ZSI6ZmFsc2UsIkhvcml6b250YWxBbGlnbm1lbnQiOjAsIlZlcnRpY2FsQWxpZ25tZW50IjowLCJTbWFydEZvcmVncm91bmQiOm51bGwsIkJhY2tncm91bmRGaWxsVHlwZSI6MCwiTWFyZ2luIjp7IiRpZCI6IjUxIiwiVG9wIjowLjAsIkxlZnQiOjAuMCwiUmlnaHQiOjAuMCwiQm90dG9tIjowLjB9LCJQYWRkaW5nIjp7IiRpZCI6IjUyIiwiVG9wIjowLjAsIkxlZnQiOjAuMCwiUmlnaHQiOjAuMCwiQm90dG9tIjowLjB9LCJCYWNrZ3JvdW5kIjp7IiRpZCI6IjUzIiwiQ29sb3IiOnsiJGlkIjoiNTQiLCJBIjowLCJSIjowLCJHIjowLCJCIjowfX0sIklzVmlzaWJsZSI6dHJ1ZSwiV2lkdGgiOjAuMCwiSGVpZ2h0IjowLjAsIkJvcmRlclN0eWxlIjp7IiRpZCI6IjU1IiwiTGluZUNvbG9yIjpudWxsLCJMaW5lV2VpZ2h0IjowLjAsIkxpbmVUeXBlIjowLCJQYXJlbnRTdHlsZSI6bnVsbH0sIlBhcmVudFN0eWxlIjpudWxsfSwiSG9yaXpvbnRhbENvbm5lY3RvclN0eWxlIjp7IiRpZCI6IjU2IiwiTGluZUNvbG9yIjp7IiRpZCI6IjU3IiwiJHR5cGUiOiJOTFJFLkNvbW1vbi5Eb20uU29saWRDb2xvckJydXNoLCBOTFJFLkNvbW1vbiIsIkNvbG9yIjp7IiRpZCI6IjU4IiwiQSI6MjU1LCJSIjoyMDQsIkciOjIwNCwiQiI6MjA0fX0sIkxpbmVXZWlnaHQiOjEuMCwiTGluZVR5cGUiOjAsIlBhcmVudFN0eWxlIjpudWxsfSwiVmVydGljYWxDb25uZWN0b3JTdHlsZSI6eyIkaWQiOiI1OSIsIkxpbmVDb2xvciI6eyIkaWQiOiI2MCIsIiR0eXBlIjoiTkxSRS5Db21tb24uRG9tLlNvbGlkQ29sb3JCcnVzaCwgTkxSRS5Db21tb24iLCJDb2xvciI6eyIkaWQiOiI2MSIsIkEiOjI1NSwiUiI6MjA0LCJHIjoyMDQsIkIiOjIwNH1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YyIiwiTWFyZ2luIjp7IiRpZCI6IjYzIiwiVG9wIjowLjAsIkxlZnQiOjQuMCwiUmlnaHQiOjQuMCwiQm90dG9tIjowLjB9LCJQYWRkaW5nIjp7IiRpZCI6IjY0IiwiVG9wIjowLjAsIkxlZnQiOjAuMCwiUmlnaHQiOjAuMCwiQm90dG9tIjowLjB9LCJCYWNrZ3JvdW5kIjp7IiRpZCI6IjY1IiwiQ29sb3IiOnsiJGlkIjoiNjYiLCJBIjoyNTUsIlIiOjgsIkciOjQ5LCJCIjo0Mn19LCJJc1Zpc2libGUiOnRydWUsIldpZHRoIjowLjAsIkhlaWdodCI6MTAuMCwiQm9yZGVyU3R5bGUiOnsiJGlkIjoiNjciLCJMaW5lQ29sb3IiOnsiJGlkIjoiNjgiLCIkdHlwZSI6Ik5MUkUuQ29tbW9uLkRvbS5Tb2xpZENvbG9yQnJ1c2gsIE5MUkUuQ29tbW9uIiwiQ29sb3IiOnsiJGlkIjoiNjkiLCJBIjoyNTUsIlIiOjI1NSwiRyI6MCwiQiI6MH19LCJMaW5lV2VpZ2h0IjowLjAsIkxpbmVUeXBlIjowLCJQYXJlbnRTdHlsZSI6bnVsbH0sIlBhcmVudFN0eWxlIjpudWxsfSwiVGl0bGVTdHlsZSI6eyIkaWQiOiI3MCIsIkZvbnRTZXR0aW5ncyI6eyIkaWQiOiI3MSIsIkZvbnRTaXplIjoxMSwiRm9udE5hbWUiOiJDYWxpYnJpIiwiSXNCb2xkIjp0cnVlLCJJc0l0YWxpYyI6ZmFsc2UsIklzVW5kZXJsaW5lZCI6ZmFsc2UsIlBhcmVudFN0eWxlIjpudWxsfSwiQXV0b1NpemUiOjAsIkZvcmVncm91bmQiOnsiJGlkIjoiNzIiLCJDb2xvciI6eyIkaWQiOiI3MyIsIkEiOjI1NSwiUiI6MCwiRyI6MCwiQiI6MH19LCJNYXhXaWR0aCI6NzIwLjAsIk1heEhlaWdodCI6IkluZmluaXR5IiwiU21hcnRGb3JlZ3JvdW5kSXNBY3RpdmUiOmZhbHNlLCJIb3Jpem9udGFsQWxpZ25tZW50IjowLCJWZXJ0aWNhbEFsaWdubWVudCI6MCwiU21hcnRGb3JlZ3JvdW5kIjpudWxsLCJCYWNrZ3JvdW5kRmlsbFR5cGUiOjAsIk1hcmdpbiI6eyIkaWQiOiI3NCIsIlRvcCI6MC4wLCJMZWZ0IjowLjAsIlJpZ2h0IjowLjAsIkJvdHRvbSI6MC4wfSwiUGFkZGluZyI6eyIkaWQiOiI3NSIsIlRvcCI6MC4wLCJMZWZ0IjowLjAsIlJpZ2h0IjowLjAsIkJvdHRvbSI6MC4wfSwiQmFja2dyb3VuZCI6eyIkaWQiOiI3NiIsIkNvbG9yIjp7IiRpZCI6Ijc3IiwiQSI6MCwiUiI6MCwiRyI6MCwiQiI6MH19LCJJc1Zpc2libGUiOnRydWUsIldpZHRoIjowLjAsIkhlaWdodCI6MC4wLCJCb3JkZXJTdHlsZSI6eyIkaWQiOiI3OCIsIkxpbmVDb2xvciI6bnVsbCwiTGluZVdlaWdodCI6MC4wLCJMaW5lVHlwZSI6MCwiUGFyZW50U3R5bGUiOm51bGx9LCJQYXJlbnRTdHlsZSI6bnVsbH0sIkRhdGVTdHlsZSI6eyIkaWQiOiI3OSIsIkZvbnRTZXR0aW5ncyI6eyIkaWQiOiI4MCIsIkZvbnRTaXplIjoxMCwiRm9udE5hbWUiOiJDYWxpYnJpIiwiSXNCb2xkIjpmYWxzZSwiSXNJdGFsaWMiOmZhbHNlLCJJc1VuZGVybGluZWQiOmZhbHNlLCJQYXJlbnRTdHlsZSI6bnVsbH0sIkF1dG9TaXplIjowLCJGb3JlZ3JvdW5kIjp7IiRpZCI6IjgxIiwiQ29sb3IiOnsiJGlkIjoiODIiLCJBIjoyNTUsIlIiOjY4LCJHIjo4NCwiQiI6MTA2fX0sIk1heFdpZHRoIjoyMDAuMCwiTWF4SGVpZ2h0IjoiSW5maW5pdHkiLCJTbWFydEZvcmVncm91bmRJc0FjdGl2ZSI6ZmFsc2UsIkhvcml6b250YWxBbGlnbm1lbnQiOjIsIlZlcnRpY2FsQWxpZ25tZW50IjowLCJTbWFydEZvcmVncm91bmQiOm51bGwsIkJhY2tncm91bmRGaWxsVHlwZSI6MCwiTWFyZ2luIjp7IiRpZCI6IjgzIiwiVG9wIjowLjAsIkxlZnQiOjAuMCwiUmlnaHQiOjAuMCwiQm90dG9tIjowLjB9LCJQYWRkaW5nIjp7IiRpZCI6Ijg0IiwiVG9wIjowLjAsIkxlZnQiOjAuMCwiUmlnaHQiOjAuMCwiQm90dG9tIjowLjB9LCJCYWNrZ3JvdW5kIjp7IiRpZCI6Ijg1IiwiQ29sb3IiOnsiJGlkIjoiODYiLCJBIjowLCJSIjowLCJHIjowLCJCIjowfX0sIklzVmlzaWJsZSI6dHJ1ZSwiV2lkdGgiOjAuMCwiSGVpZ2h0IjowLjAsIkJvcmRlclN0eWxlIjp7IiRpZCI6Ijg3IiwiTGluZUNvbG9yIjpudWxsLCJMaW5lV2VpZ2h0IjowLjAsIkxpbmVUeXBlIjowLCJQYXJlbnRTdHlsZSI6bnVsbH0sIlBhcmVudFN0eWxlIjpudWxsfSwiRGF0ZUZvcm1hdCI6eyIkaWQiOiI4OC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ODkiLCJGb3JtYXQiOjAsIklzVmlzaWJsZSI6ZmFsc2UsIkxhc3RLbm93blZpc2liaWxpdHlTdGF0ZSI6ZmFsc2V9LCJJc1Zpc2libGUiOnRydWUsIlBhcmVudFN0eWxlIjpudWxsfSwiSW5kZXgiOjIsIlNtYXJ0RHVyYXRpb25BY3RpdmF0ZWQiOmZhbHNlLCJEYXRlRm9ybWF0Ijp7IiRyZWYiOiI4OCJ9LCJXZWVrTnVtYmVyaW5nIjp7IiRpZCI6IjkwIiwiRm9ybWF0IjowLCJJc1Zpc2libGUiOmZhbHNlLCJMYXN0S25vd25WaXNpYmlsaXR5U3RhdGUiOmZhbHNlfSwiSWQiOiIxZGJhZTJhYi1kNzkxLTQyMWUtODI4Ny0yMmE1MTkzZThkNDgiLCJJbXBvcnRJZCI6bnVsbCwiVGl0bGUiOiJGU1MgLSBMU1MiLCJOb3RlIjpudWxsLCJIeXBlcmxpbmsiOnsiJGlkIjoiOTEiLCJBZGRyZXNzIjpudWxsLCJTdWJBZGRyZXNzIjpudWxsfSwiSXNDaGFuZ2VkIjpmYWxzZSwiSXNOZXciOmZhbHNlfX1dLCJfbWlsZXN0b25lcyI6W10sIklkIjoiMDAwMDAwMDAtMDAwMC0wMDAwLTAwMDAtMDAwMDAwMDAwMDAwIiwiSXNTaW5nbGVJdGVtUm93Ijp0cnVlfSx7IiRpZCI6IjkyIiwiX3Rhc2tzIjpbXSwiX21pbGVzdG9uZXMiOlt7IiRpZCI6IjkzIiwiSWQiOiI1Nzk4OWQ5Zi1hODE0LTQ2MmEtYTc4Yi1lZjE1YmJmNTg1ZTIiLCJJbmRleCI6MywiR3JvdXBJZCI6bnVsbCwiVGl0bGUiOiJrZXkgcmVzdWx0cyIsIkRhdGVUaW1lIjoiMjAyOC0wNC0xNlQyMzo1OTowMCIsIlBlcmNlbnRhZ2VDb21wbGV0ZSI6bnVsbCwiTm90ZSI6bnVsbCwiU3R5bGUiOnsiJGlkIjoiOTQiLCJUaXRsZVBvc2l0aW9uIjoiTGVmdCIsIkRhdGVQb3NpdGlvbiI6IkxlZnQiLCJTaGFwZVR5cGUiOjIsIlNoYXBlU2l6ZSI6MSwiU2hhcGVTdHlsZSI6eyIkaWQiOiI5NSIsIk1hcmdpbiI6eyIkcmVmIjoiOCJ9LCJQYWRkaW5nIjp7IiRyZWYiOiI5In0sIkJhY2tncm91bmQiOnsiJGlkIjoiOTYiLCJDb2xvciI6eyIkaWQiOiI5NyIsIkEiOjI1NSwiUiI6OCwiRyI6NDksIkIiOjQyfX0sIklzVmlzaWJsZSI6dHJ1ZSwiV2lkdGgiOjEzLjAsIkhlaWdodCI6MTMuMCwiQm9yZGVyU3R5bGUiOnsiJGlkIjoiOTgiLCJMaW5lQ29sb3IiOnsiJHJlZiI6IjEzIn0sIkxpbmVXZWlnaHQiOjAuMCwiTGluZVR5cGUiOjAsIlBhcmVudFN0eWxlIjpudWxsfSwiUGFyZW50U3R5bGUiOm51bGx9LCJUaXRsZVN0eWxlIjp7IiRpZCI6Ijk5IiwiRm9udFNldHRpbmdzIjp7IiRpZCI6IjEwMCIsIkZvbnRTaXplIjoxMSwiRm9udE5hbWUiOiJDYWxpYnJpIiwiSXNCb2xkIjp0cnVlLCJJc0l0YWxpYyI6ZmFsc2UsIklzVW5kZXJsaW5lZCI6ZmFsc2UsIlBhcmVudFN0eWxlIjpudWxsfSwiQXV0b1NpemUiOjAsIkZvcmVncm91bmQiOnsiJHJlZiI6IjE3In0sIk1heFdpZHRoIjoyMDAuMCwiTWF4SGVpZ2h0IjoiSW5maW5pdHkiLCJTbWFydEZvcmVncm91bmRJc0FjdGl2ZSI6ZmFsc2UsIkhvcml6b250YWxBbGlnbm1lbnQiOjIsIlZlcnRpY2FsQWxpZ25tZW50IjowLCJTbWFydEZvcmVncm91bmQiOm51bGwsIkJhY2tncm91bmRGaWxsVHlwZSI6MCwiTWFyZ2luIjp7IiRyZWYiOiIxOSJ9LCJQYWRkaW5nIjp7IiRyZWYiOiIyMCJ9LCJCYWNrZ3JvdW5kIjp7IiRyZWYiOiIyMSJ9LCJJc1Zpc2libGUiOnRydWUsIldpZHRoIjowLjAsIkhlaWdodCI6MC4wLCJCb3JkZXJTdHlsZSI6bnVsbCwiUGFyZW50U3R5bGUiOm51bGx9LCJEYXRlU3R5bGUiOnsiJGlkIjoiMTAxIiwiRm9udFNldHRpbmdzIjp7IiRpZCI6IjEwMiIsIkZvbnRTaXplIjoxMCwiRm9udE5hbWUiOiJDYWxpYnJpIiwiSXNCb2xkIjpmYWxzZSwiSXNJdGFsaWMiOmZhbHNlLCJJc1VuZGVybGluZWQiOmZhbHNlLCJQYXJlbnRTdHlsZSI6bnVsbH0sIkF1dG9TaXplIjowLCJGb3JlZ3JvdW5kIjp7IiRyZWYiOiIyNSJ9LCJNYXhXaWR0aCI6MjAwLjAsIk1heEhlaWdodCI6IkluZmluaXR5IiwiU21hcnRGb3JlZ3JvdW5kSXNBY3RpdmUiOmZhbHNlLCJIb3Jpem9udGFsQWxpZ25tZW50IjoyLCJWZXJ0aWNhbEFsaWdubWVudCI6MCwiU21hcnRGb3JlZ3JvdW5kIjpudWxsLCJCYWNrZ3JvdW5kRmlsbFR5cGUiOjAsIk1hcmdpbiI6eyIkcmVmIjoiMjcifSwiUGFkZGluZyI6eyIkcmVmIjoiMjgifSwiQmFja2dyb3VuZCI6eyIkcmVmIjoiMjkifSwiSXNWaXNpYmxlIjp0cnVlLCJXaWR0aCI6MC4wLCJIZWlnaHQiOjAuMCwiQm9yZGVyU3R5bGUiOm51bGwsIlBhcmVudFN0eWxlIjpudWxsfSwiRGF0ZUZvcm1hdCI6eyIkaWQiOiIxMDMiLCJGb3JtYXRTdHJpbmciOiJNL2QveXkiLCJTZXBhcmF0b3IiOiIvIiwiVXNlSW50ZXJuYXRpb25hbERhdGVGb3JtYXQiOmZhbHNlLCJEYXRlSXNWaXNpYmxlIjp0cnVlLCJUaW1lSXNWaXNpYmxlIjpmYWxzZSwiSG91ckRpZ2l0cyI6MSwiQW1QbURlc2lnbmF0b3IiOjIsIlRyaW0wME1pbnV0ZXMiOmZhbHNlLCJMYXN0S25vd25WaXNpYmlsaXR5U3RhdGUiOnsiJGlkIjoiMTA0IiwiRGF0ZVBhcnRJc1Zpc2libGUiOnRydWUsIlRpbWVQYXJ0SXNWaXNpYmxlIjpmYWxzZX19LCJXZWVrTnVtYmVyaW5nIjp7IiRpZCI6IjEwNSIsIkZvcm1hdCI6MCwiSXNWaXNpYmxlIjpmYWxzZSwiTGFzdEtub3duVmlzaWJpbGl0eVN0YXRlIjpmYWxzZX0sIklzVmlzaWJsZSI6dHJ1ZSwiUGFyZW50U3R5bGUiOm51bGx9LCJIeXBlcmxpbmsiOm51bGwsIkltcG9ydElkIjoiIn1dLCJJZCI6IjAwMDAwMDAwLTAwMDAtMDAwMC0wMDAwLTAwMDAwMDAwMDAwMCIsIklzU2luZ2xlSXRlbVJvdyI6dHJ1ZX1dLCJJbmRleCI6MCwiSWQiOiJjZDIzMDhkMC0yZDY5LTQ0ZDEtODJiMS1hMzE2OWY0NjA0YzUiLCJIZWFkZXJUZXh0IjpudWxsLCJJc0RlZmF1bHQiOnRydWUsIlN0eWxlIjp7IiRpZCI6IjEwNiIsIkhlYWRlclN0eWxlIjp7IiRpZCI6IjEwNyIsIlRleHRTdHlsZSI6eyIkaWQiOiIxMDgiLCJGb250U2V0dGluZ3MiOnsiJGlkIjoiMTA5IiwiRm9udFNpemUiOjExLCJGb250TmFtZSI6IkNhbGlicmkiLCJJc0JvbGQiOmZhbHNlLCJJc0l0YWxpYyI6ZmFsc2UsIklzVW5kZXJsaW5lZCI6ZmFsc2UsIlBhcmVudFN0eWxlIjpudWxsfSwiQXV0b1NpemUiOjIsIkZvcmVncm91bmQiOnsiJGlkIjoiMTEwIiwiQ29sb3IiOnsiJGlkIjoiMTExIiwiQSI6MjU1LCJSIjowLCJHIjowLCJCIjowfX0sIk1heFdpZHRoIjowLjAsIk1heEhlaWdodCI6IkluZmluaXR5IiwiU21hcnRGb3JlZ3JvdW5kSXNBY3RpdmUiOmZhbHNlLCJIb3Jpem9udGFsQWxpZ25tZW50IjowLCJWZXJ0aWNhbEFsaWdubWVudCI6MCwiU21hcnRGb3JlZ3JvdW5kIjpudWxsLCJCYWNrZ3JvdW5kRmlsbFR5cGUiOjAsIk1hcmdpbiI6eyIkaWQiOiIxMTIiLCJUb3AiOjAuMCwiTGVmdCI6MC4wLCJSaWdodCI6MC4wLCJCb3R0b20iOjAuMH0sIlBhZGRpbmciOnsiJGlkIjoiMTEzIiwiVG9wIjowLjAsIkxlZnQiOjAuMCwiUmlnaHQiOjAuMCwiQm90dG9tIjowLjB9LCJCYWNrZ3JvdW5kIjpudWxsLCJJc1Zpc2libGUiOnRydWUsIldpZHRoIjowLjAsIkhlaWdodCI6MC4wLCJCb3JkZXJTdHlsZSI6bnVsbCwiUGFyZW50U3R5bGUiOm51bGx9LCJSZWN0YW5nbGVTdHlsZSI6eyIkaWQiOiIxMTQiLCJNYXJnaW4iOnsiJGlkIjoiMTE1IiwiVG9wIjowLjAsIkxlZnQiOjAuMCwiUmlnaHQiOjAuMCwiQm90dG9tIjowLjB9LCJQYWRkaW5nIjp7IiRpZCI6IjExNiIsIlRvcCI6MC4wLCJMZWZ0IjowLjAsIlJpZ2h0IjowLjAsIkJvdHRvbSI6MC4wfSwiQmFja2dyb3VuZCI6eyIkaWQiOiIxMTciLCJDb2xvciI6eyIkaWQiOiIxMTgiLCJBIjo2MywiUiI6OCwiRyI6NDksIkIiOjQyfX0sIklzVmlzaWJsZSI6dHJ1ZSwiV2lkdGgiOjAuMCwiSGVpZ2h0IjowLjAsIkJvcmRlclN0eWxlIjp7IiRpZCI6IjExOSIsIkxpbmVDb2xvciI6eyIkaWQiOiIxMjAiLCIkdHlwZSI6Ik5MUkUuQ29tbW9uLkRvbS5Tb2xpZENvbG9yQnJ1c2gsIE5MUkUuQ29tbW9uIiwiQ29sb3IiOnsiJGlkIjoiMTIxIiwiQSI6MjU1LCJSIjoxLCJHIjoxNSwiQiI6MTF9fSwiTGluZVdlaWdodCI6MC4wLCJMaW5lVHlwZSI6MCwiUGFyZW50U3R5bGUiOm51bGx9LCJQYXJlbnRTdHlsZSI6bnVsbH0sIk1hcmdpbiI6eyIkaWQiOiIxMjIiLCJUb3AiOjAuMCwiTGVmdCI6MC4wLCJSaWdodCI6MC4wLCJCb3R0b20iOjAuMH0sIlBhZGRpbmciOnsiJGlkIjoiMTIzIiwiVG9wIjowLjAsIkxlZnQiOjAuMCwiUmlnaHQiOjAuMCwiQm90dG9tIjowLjB9LCJCYWNrZ3JvdW5kIjpudWxsLCJJc1Zpc2libGUiOnRydWUsIldpZHRoIjowLjAsIkhlaWdodCI6MC4wLCJCb3JkZXJTdHlsZSI6bnVsbCwiUGFyZW50U3R5bGUiOm51bGx9LCJCYWNrZ3JvdW5kU3R5bGUiOnsiJGlkIjoiMTI0IiwiTWFyZ2luIjp7IiRpZCI6IjEyNSIsIlRvcCI6MC4wLCJMZWZ0IjowLjAsIlJpZ2h0IjowLjAsIkJvdHRvbSI6MC4wfSwiUGFkZGluZyI6eyIkaWQiOiIxMjYiLCJUb3AiOjAuMCwiTGVmdCI6MC4wLCJSaWdodCI6MC4wLCJCb3R0b20iOjAuMH0sIkJhY2tncm91bmQiOnsiJGlkIjoiMTI3IiwiQ29sb3IiOnsiJGlkIjoiMTI4IiwiQSI6NTEsIlIiOjE5NywiRyI6MTk1LCJCIjoyMzh9fSwiSXNWaXNpYmxlIjp0cnVlLCJXaWR0aCI6MC4wLCJIZWlnaHQiOjAuMCwiQm9yZGVyU3R5bGUiOnsiJGlkIjoiMTI5IiwiTGluZUNvbG9yIjp7IiRpZCI6IjEzMCIsIiR0eXBlIjoiTkxSRS5Db21tb24uRG9tLlNvbGlkQ29sb3JCcnVzaCwgTkxSRS5Db21tb24iLCJDb2xvciI6eyIkaWQiOiIxMzEiLCJBIjoyNTUsIlIiOjEsIkciOjE1LCJCIjoxMX19LCJMaW5lV2VpZ2h0IjowLjAsIkxpbmVUeXBlIjowLCJQYXJlbnRTdHlsZSI6bnVsbH0sIlBhcmVudFN0eWxlIjpudWxsfSwiTWFyZ2luIjp7IiRpZCI6IjEzMiIsIlRvcCI6MC4wLCJMZWZ0IjowLjAsIlJpZ2h0IjowLjAsIkJvdHRvbSI6MC4wfSwiUGFkZGluZyI6eyIkaWQiOiIxMzMiLCJUb3AiOjAuMCwiTGVmdCI6MC4wLCJSaWdodCI6MC4wLCJCb3R0b20iOjAuMH0sIklzVmlzaWJsZSI6ZmFsc2UsIldpZHRoIjowLjAsIkhlaWdodCI6MC4wLCJCb3JkZXJTdHlsZSI6bnVsbCwiUGFyZW50U3R5bGUiOm51bGx9fV0sIklkIjoiMDA4YjM1N2EtOTU5Zi00ZDkxLTgzZTctYzNkZjQ0MTk3YzI3IiwiSW5kZXgiOjAsIkhlYWRlclRleHQiOiJHbG9iYWxccjE0MzQtMDAyN1xyUGggSUkiLCJTdHlsZSI6eyIkaWQiOiIxMzQiLCJIZWFkZXJTdHlsZSI6eyIkaWQiOiIxMzUiLCJUZXh0SXNWZXJ0aWNhbCI6ZmFsc2UsIlRleHRTdHlsZSI6eyIkaWQiOiIxMzYiLCJGb250U2V0dGluZ3MiOnsiJGlkIjoiMTM3IiwiRm9udFNpemUiOjEyLCJGb250TmFtZSI6IkNhbGlicmkiLCJJc0JvbGQiOmZhbHNlLCJJc0l0YWxpYyI6ZmFsc2UsIklzVW5kZXJsaW5lZCI6ZmFsc2UsIlBhcmVudFN0eWxlIjpudWxsfSwiQXV0b1NpemUiOjIsIkZvcmVncm91bmQiOnsiJGlkIjoiMTM4IiwiQ29sb3IiOnsiJGlkIjoiMTM5IiwiQSI6MjU1LCJSIjoyNTUsIkciOjI1NSwiQiI6MjU1fX0sIk1heFdpZHRoIjoxNDcuMCwiTWF4SGVpZ2h0IjowLjAsIlNtYXJ0Rm9yZWdyb3VuZElzQWN0aXZlIjpmYWxzZSwiSG9yaXpvbnRhbEFsaWdubWVudCI6MCwiVmVydGljYWxBbGlnbm1lbnQiOjAsIlNtYXJ0Rm9yZWdyb3VuZCI6bnVsbCwiQmFja2dyb3VuZEZpbGxUeXBlIjowLCJNYXJnaW4iOnsiJGlkIjoiMTQwIiwiVG9wIjowLjAsIkxlZnQiOjAuMCwiUmlnaHQiOjAuMCwiQm90dG9tIjowLjB9LCJQYWRkaW5nIjp7IiRpZCI6IjE0MSIsIlRvcCI6MC4wLCJMZWZ0IjowLjAsIlJpZ2h0IjowLjAsIkJvdHRvbSI6MC4wfSwiQmFja2dyb3VuZCI6bnVsbCwiSXNWaXNpYmxlIjp0cnVlLCJXaWR0aCI6MC4wLCJIZWlnaHQiOjAuMCwiQm9yZGVyU3R5bGUiOm51bGwsIlBhcmVudFN0eWxlIjpudWxsfSwiUmVjdGFuZ2xlU3R5bGUiOnsiJGlkIjoiMTQyIiwiTWFyZ2luIjp7IiRpZCI6IjE0MyIsIlRvcCI6MC4wLCJMZWZ0IjowLjAsIlJpZ2h0IjowLjAsIkJvdHRvbSI6MC4wfSwiUGFkZGluZyI6eyIkaWQiOiIxNDQiLCJUb3AiOjAuMCwiTGVmdCI6MC4wLCJSaWdodCI6MC4wLCJCb3R0b20iOjAuMH0sIkJhY2tncm91bmQiOnsiJGlkIjoiMTQ1IiwiQ29sb3IiOnsiJGlkIjoiMTQ2IiwiQSI6MjU1LCJSIjowLCJHIjoyMjgsIkIiOjEyNH19LCJJc1Zpc2libGUiOnRydWUsIldpZHRoIjowLjAsIkhlaWdodCI6MC4wLCJCb3JkZXJTdHlsZSI6eyIkaWQiOiIxNDciLCJMaW5lQ29sb3IiOnsiJGlkIjoiMTQ4IiwiJHR5cGUiOiJOTFJFLkNvbW1vbi5Eb20uU29saWRDb2xvckJydXNoLCBOTFJFLkNvbW1vbiIsIkNvbG9yIjp7IiRpZCI6IjE0OSIsIkEiOjI1NSwiUiI6MjU1LCJHIjoyNTUsIkIiOjI1NX19LCJMaW5lV2VpZ2h0IjowLjAsIkxpbmVUeXBlIjowLCJQYXJlbnRTdHlsZSI6bnVsbH0sIlBhcmVudFN0eWxlIjpudWxsfSwiTWFyZ2luIjp7IiRpZCI6IjE1MCIsIlRvcCI6MC4wLCJMZWZ0IjowLjAsIlJpZ2h0IjowLjAsIkJvdHRvbSI6MC4wfSwiUGFkZGluZyI6eyIkaWQiOiIxNTEiLCJUb3AiOjAuMCwiTGVmdCI6MC4wLCJSaWdodCI6MC4wLCJCb3R0b20iOjAuMH0sIkJhY2tncm91bmQiOm51bGwsIklzVmlzaWJsZSI6dHJ1ZSwiV2lkdGgiOjAuMCwiSGVpZ2h0IjowLjAsIkJvcmRlclN0eWxlIjpudWxsLCJQYXJlbnRTdHlsZSI6bnVsbH0sIkJhY2tncm91bmRTdHlsZSI6eyIkaWQiOiIxNTIiLCJNYXJnaW4iOnsiJGlkIjoiMTUzIiwiVG9wIjowLjAsIkxlZnQiOjAuMCwiUmlnaHQiOjAuMCwiQm90dG9tIjowLjB9LCJQYWRkaW5nIjp7IiRpZCI6IjE1NCIsIlRvcCI6MC4wLCJMZWZ0IjowLjAsIlJpZ2h0IjowLjAsIkJvdHRvbSI6MC4wfSwiQmFja2dyb3VuZCI6eyIkaWQiOiIxNTUiLCJDb2xvciI6eyIkaWQiOiIxNTYiLCJBIjo1MSwiUiI6MTk3LCJHIjoxOTUsIkIiOjIzOH19LCJJc1Zpc2libGUiOnRydWUsIldpZHRoIjowLjAsIkhlaWdodCI6MC4wLCJCb3JkZXJTdHlsZSI6eyIkaWQiOiIxNTciLCJMaW5lQ29sb3IiOnsiJGlkIjoiMTU4IiwiJHR5cGUiOiJOTFJFLkNvbW1vbi5Eb20uU29saWRDb2xvckJydXNoLCBOTFJFLkNvbW1vbiIsIkNvbG9yIjp7IiRpZCI6IjE1OSIsIkEiOjI1NSwiUiI6MSwiRyI6MTUsIkIiOjExfX0sIkxpbmVXZWlnaHQiOjAuMCwiTGluZVR5cGUiOjAsIlBhcmVudFN0eWxlIjpudWxsfSwiUGFyZW50U3R5bGUiOm51bGx9LCJJc0Fib3ZlVGltZWJhbmQiOmZhbHNlLCJNYXJnaW4iOnsiJGlkIjoiMTYwIiwiVG9wIjowLjAsIkxlZnQiOjAuMCwiUmlnaHQiOjAuMCwiQm90dG9tIjowLjB9LCJQYWRkaW5nIjp7IiRpZCI6IjE2MSIsIlRvcCI6MC4wLCJMZWZ0IjowLjAsIlJpZ2h0IjowLjAsIkJvdHRvbSI6MC4wfSwiSXNWaXNpYmxlIjp0cnVlLCJXaWR0aCI6MC4wLCJIZWlnaHQiOjAuMCwiQm9yZGVyU3R5bGUiOnsiJGlkIjoiMTYyIiwiTGluZUNvbG9yIjpudWxsLCJMaW5lV2VpZ2h0IjowLjAsIkxpbmVUeXBlIjowLCJQYXJlbnRTdHlsZSI6bnVsbH0sIlBhcmVudFN0eWxlIjpudWxsfX0seyIkaWQiOiIxNjMiLCJfYWN0aXZpdGllcyI6W3siJGlkIjoiMTY0IiwiX3Jvd3MiOlt7IiRpZCI6IjE2NSIsIl90YXNrcyI6W3siJGlkIjoiMTY2IiwiX2F0dGFjaGVkTWlsZXN0b25lcyI6W10sIlRhc2tEZWZpbml0aW9uIjp7IiRpZCI6IjE2NyIsIkdyb3VwTmFtZSI6bnVsbCwiU3RhcnREYXRlIjoiMjAyNS0wNy0xMVQyMzo1OTowMFoiLCJFbmREYXRlIjoiMjAyNS0xMC0wOVQyMzo1OTowMFoiLCJQZXJjZW50YWdlQ29tcGxldGUiOm51bGwsIlN0eWxlIjp7IiRpZCI6IjE2OCIsIlNoYXBlIjoxLCJTaGFwZVRoaWNrbmVzcyI6MCwiRHVyYXRpb25Gb3JtYXQiOjAsIkluY2x1ZGVOb25Xb3JraW5nRGF5c0luRHVyYXRpb24iOmZhbHNlLCJQZXJjZW50YWdlQ29tcGxldGVTdHlsZSI6eyIkaWQiOiIxNjkiLCJGb250U2V0dGluZ3MiOnsiJGlkIjoiMTcwIiwiRm9udFNpemUiOjEwLCJGb250TmFtZSI6IkNhbGlicmkiLCJJc0JvbGQiOmZhbHNlLCJJc0l0YWxpYyI6ZmFsc2UsIklzVW5kZXJsaW5lZCI6ZmFsc2UsIlBhcmVudFN0eWxlIjpudWxsfSwiQXV0b1NpemUiOjAsIkZvcmVncm91bmQiOnsiJHJlZiI6IjQwIn0sIk1heFdpZHRoIjoyMDAuMCwiTWF4SGVpZ2h0IjoiSW5maW5pdHkiLCJTbWFydEZvcmVncm91bmRJc0FjdGl2ZSI6ZmFsc2UsIkhvcml6b250YWxBbGlnbm1lbnQiOjAsIlZlcnRpY2FsQWxpZ25tZW50IjowLCJTbWFydEZvcmVncm91bmQiOm51bGwsIkJhY2tncm91bmRGaWxsVHlwZSI6MCwiTWFyZ2luIjp7IiRyZWYiOiI0MiJ9LCJQYWRkaW5nIjp7IiRyZWYiOiI0MyJ9LCJCYWNrZ3JvdW5kIjp7IiRyZWYiOiI0NCJ9LCJJc1Zpc2libGUiOnRydWUsIldpZHRoIjowLjAsIkhlaWdodCI6MC4wLCJCb3JkZXJTdHlsZSI6eyIkaWQiOiIxNzEiLCJMaW5lQ29sb3IiOm51bGwsIkxpbmVXZWlnaHQiOjAuMCwiTGluZVR5cGUiOjAsIlBhcmVudFN0eWxlIjpudWxsfSwiUGFyZW50U3R5bGUiOm51bGx9LCJEdXJhdGlvblN0eWxlIjp7IiRpZCI6IjE3MiIsIkZvbnRTZXR0aW5ncyI6eyIkaWQiOiIxNzMiLCJGb250U2l6ZSI6MTAsIkZvbnROYW1lIjoiQ2FsaWJyaSIsIklzQm9sZCI6ZmFsc2UsIklzSXRhbGljIjpmYWxzZSwiSXNVbmRlcmxpbmVkIjpmYWxzZSwiUGFyZW50U3R5bGUiOm51bGx9LCJBdXRvU2l6ZSI6MCwiRm9yZWdyb3VuZCI6eyIkcmVmIjoiNDkifSwiTWF4V2lkdGgiOjIwMC4wLCJNYXhIZWlnaHQiOiJJbmZpbml0eSIsIlNtYXJ0Rm9yZWdyb3VuZElzQWN0aXZlIjpmYWxzZSwiSG9yaXpvbnRhbEFsaWdubWVudCI6MCwiVmVydGljYWxBbGlnbm1lbnQiOjAsIlNtYXJ0Rm9yZWdyb3VuZCI6bnVsbCwiQmFja2dyb3VuZEZpbGxUeXBlIjowLCJNYXJnaW4iOnsiJHJlZiI6IjUxIn0sIlBhZGRpbmciOnsiJHJlZiI6IjUyIn0sIkJhY2tncm91bmQiOnsiJHJlZiI6IjUzIn0sIklzVmlzaWJsZSI6dHJ1ZSwiV2lkdGgiOjAuMCwiSGVpZ2h0IjowLjAsIkJvcmRlclN0eWxlIjp7IiRpZCI6IjE3NCIsIkxpbmVDb2xvciI6bnVsbCwiTGluZVdlaWdodCI6MC4wLCJMaW5lVHlwZSI6MCwiUGFyZW50U3R5bGUiOm51bGx9LCJQYXJlbnRTdHlsZSI6bnVsbH0sIkhvcml6b250YWxDb25uZWN0b3JTdHlsZSI6eyIkaWQiOiIxNzUiLCJMaW5lQ29sb3IiOnsiJHJlZiI6IjU3In0sIkxpbmVXZWlnaHQiOjEuMCwiTGluZVR5cGUiOjAsIlBhcmVudFN0eWxlIjpudWxsfSwiVmVydGljYWxDb25uZWN0b3JTdHlsZSI6eyIkaWQiOiIxNzYiLCJMaW5lQ29sb3IiOnsiJHJlZiI6IjYw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dHJ1ZSwiUGVyY2VudGFnZUNvbXBsZXRlU2hhcGVPcGFjaXR5IjozNSwiU2hhcGVTdHlsZSI6eyIkaWQiOiIxNzciLCJNYXJnaW4iOnsiJHJlZiI6IjYzIn0sIlBhZGRpbmciOnsiJHJlZiI6IjY0In0sIkJhY2tncm91bmQiOnsiJGlkIjoiMTc4IiwiQ29sb3IiOnsiJGlkIjoiMTc5IiwiQSI6MjU1LCJSIjo4LCJHIjo0OSwiQiI6NDJ9fSwiSXNWaXNpYmxlIjp0cnVlLCJXaWR0aCI6MC4wLCJIZWlnaHQiOjEwLjAsIkJvcmRlclN0eWxlIjp7IiRpZCI6IjE4MCIsIkxpbmVDb2xvciI6eyIkaWQiOiIxODEiLCIkdHlwZSI6Ik5MUkUuQ29tbW9uLkRvbS5Tb2xpZENvbG9yQnJ1c2gsIE5MUkUuQ29tbW9uIiwiQ29sb3IiOnsiJGlkIjoiMTgyIiwiQSI6MjU1LCJSIjoxLCJHIjoxNSwiQiI6MTF9fSwiTGluZVdlaWdodCI6MC4wLCJMaW5lVHlwZSI6MCwiUGFyZW50U3R5bGUiOm51bGx9LCJQYXJlbnRTdHlsZSI6bnVsbH0sIlRpdGxlU3R5bGUiOnsiJGlkIjoiMTgzIiwiRm9udFNldHRpbmdzIjp7IiRpZCI6IjE4NCIsIkZvbnRTaXplIjoxMSwiRm9udE5hbWUiOiJDYWxpYnJpIiwiSXNCb2xkIjp0cnVlLCJJc0l0YWxpYyI6ZmFsc2UsIklzVW5kZXJsaW5lZCI6ZmFsc2UsIlBhcmVudFN0eWxlIjpudWxsfSwiQXV0b1NpemUiOjAsIkZvcmVncm91bmQiOnsiJGlkIjoiMTg1IiwiQ29sb3IiOnsiJGlkIjoiMTg2IiwiQSI6MjU1LCJSIjowLCJHIjowLCJCIjowfX0sIk1heFdpZHRoIjo3MjAuMCwiTWF4SGVpZ2h0IjoiSW5maW5pdHkiLCJTbWFydEZvcmVncm91bmRJc0FjdGl2ZSI6ZmFsc2UsIkhvcml6b250YWxBbGlnbm1lbnQiOjAsIlZlcnRpY2FsQWxpZ25tZW50IjowLCJTbWFydEZvcmVncm91bmQiOm51bGwsIkJhY2tncm91bmRGaWxsVHlwZSI6MCwiTWFyZ2luIjp7IiRyZWYiOiI3NCJ9LCJQYWRkaW5nIjp7IiRyZWYiOiI3NSJ9LCJCYWNrZ3JvdW5kIjp7IiRpZCI6IjE4NyIsIkNvbG9yIjp7IiRpZCI6IjE4OCIsIkEiOjAsIlIiOjI1NSwiRyI6MjU1LCJCIjoyNTV9fSwiSXNWaXNpYmxlIjp0cnVlLCJXaWR0aCI6MC4wLCJIZWlnaHQiOjAuMCwiQm9yZGVyU3R5bGUiOnsiJGlkIjoiMTg5IiwiTGluZUNvbG9yIjpudWxsLCJMaW5lV2VpZ2h0IjowLjAsIkxpbmVUeXBlIjowLCJQYXJlbnRTdHlsZSI6bnVsbH0sIlBhcmVudFN0eWxlIjpudWxsfSwiRGF0ZVN0eWxlIjp7IiRpZCI6IjE5MCIsIkZvbnRTZXR0aW5ncyI6eyIkaWQiOiIxOTEiLCJGb250U2l6ZSI6MTAsIkZvbnROYW1lIjoiQ2FsaWJyaSIsIklzQm9sZCI6ZmFsc2UsIklzSXRhbGljIjpmYWxzZSwiSXNVbmRlcmxpbmVkIjpmYWxzZSwiUGFyZW50U3R5bGUiOm51bGx9LCJBdXRvU2l6ZSI6MCwiRm9yZWdyb3VuZCI6eyIkaWQiOiIxOTIiLCJDb2xvciI6eyIkaWQiOiIxOTMiLCJBIjoyNTUsIlIiOjgsIkciOjQ5LCJCIjo0Mn19LCJNYXhXaWR0aCI6MjAwLjAsIk1heEhlaWdodCI6IkluZmluaXR5IiwiU21hcnRGb3JlZ3JvdW5kSXNBY3RpdmUiOmZhbHNlLCJIb3Jpem9udGFsQWxpZ25tZW50IjoyLCJWZXJ0aWNhbEFsaWdubWVudCI6MCwiU21hcnRGb3JlZ3JvdW5kIjpudWxsLCJCYWNrZ3JvdW5kRmlsbFR5cGUiOjAsIk1hcmdpbiI6eyIkcmVmIjoiODMifSwiUGFkZGluZyI6eyIkcmVmIjoiODQifSwiQmFja2dyb3VuZCI6eyIkaWQiOiIxOTQiLCJDb2xvciI6eyIkaWQiOiIxOTUiLCJBIjowLCJSIjoyNTUsIkciOjI1NSwiQiI6MjU1fX0sIklzVmlzaWJsZSI6dHJ1ZSwiV2lkdGgiOjAuMCwiSGVpZ2h0IjowLjAsIkJvcmRlclN0eWxlIjp7IiRpZCI6IjE5NiIsIkxpbmVDb2xvciI6bnVsbCwiTGluZVdlaWdodCI6MC4wLCJMaW5lVHlwZSI6MCwiUGFyZW50U3R5bGUiOm51bGx9LCJQYXJlbnRTdHlsZSI6bnVsbH0sIkRhdGVGb3JtYXQiOnsiJGlkIjoiMTk3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xOTgiLCJGb3JtYXQiOjAsIklzVmlzaWJsZSI6ZmFsc2UsIkxhc3RLbm93blZpc2liaWxpdHlTdGF0ZSI6ZmFsc2V9LCJJc1Zpc2libGUiOnRydWUsIlBhcmVudFN0eWxlIjpudWxsfSwiSW5kZXgiOjUsIlNtYXJ0RHVyYXRpb25BY3RpdmF0ZWQiOmZhbHNlLCJEYXRlRm9ybWF0Ijp7IiRyZWYiOiIxOTcifSwiV2Vla051bWJlcmluZyI6eyIkaWQiOiIxOTkiLCJGb3JtYXQiOjAsIklzVmlzaWJsZSI6ZmFsc2UsIkxhc3RLbm93blZpc2liaWxpdHlTdGF0ZSI6ZmFsc2V9LCJJZCI6IjIwNGFjOWQ5LTI5MWYtNDliOS04ZjAyLWRjZTBlZmM3NzdlMyIsIkltcG9ydElkIjpudWxsLCJUaXRsZSI6InByZS1JTkQgc3ViIC0gZmVlZGJhY2siLCJOb3RlIjpudWxsLCJIeXBlcmxpbmsiOnsiJGlkIjoiMjAwIiwiQWRkcmVzcyI6bnVsbCwiU3ViQWRkcmVzcyI6bnVsbH0sIklzQ2hhbmdlZCI6ZmFsc2UsIklzTmV3IjpmYWxzZX19XSwiX21pbGVzdG9uZXMiOltdLCJJZCI6IjAwMDAwMDAwLTAwMDAtMDAwMC0wMDAwLTAwMDAwMDAwMDAwMCIsIklzU2luZ2xlSXRlbVJvdyI6dHJ1ZX0seyIkaWQiOiIyMDEiLCJfdGFza3MiOlt7IiRpZCI6IjIwMiIsIl9hdHRhY2hlZE1pbGVzdG9uZXMiOltdLCJUYXNrRGVmaW5pdGlvbiI6eyIkaWQiOiIyMDMiLCJHcm91cE5hbWUiOm51bGwsIlN0YXJ0RGF0ZSI6IjIwMjUtMTItMTJUMjM6NTk6MDBaIiwiRW5kRGF0ZSI6IjIwMjYtMDMtMTlUMjM6NTk6MDBaIiwiUGVyY2VudGFnZUNvbXBsZXRlIjpudWxsLCJTdHlsZSI6eyIkaWQiOiIyMDQiLCJTaGFwZSI6MSwiU2hhcGVUaGlja25lc3MiOjAsIkR1cmF0aW9uRm9ybWF0IjowLCJJbmNsdWRlTm9uV29ya2luZ0RheXNJbkR1cmF0aW9uIjpmYWxzZSwiUGVyY2VudGFnZUNvbXBsZXRlU3R5bGUiOnsiJGlkIjoiMjA1IiwiRm9udFNldHRpbmdzIjp7IiRpZCI6IjIwNiIsIkZvbnRTaXplIjoxMCwiRm9udE5hbWUiOiJDYWxpYnJpIiwiSXNCb2xkIjpmYWxzZSwiSXNJdGFsaWMiOmZhbHNlLCJJc1VuZGVybGluZWQiOmZhbHNlLCJQYXJlbnRTdHlsZSI6bnVsbH0sIkF1dG9TaXplIjowLCJGb3JlZ3JvdW5kIjp7IiRyZWYiOiI0MCJ9LCJNYXhXaWR0aCI6MjAwLjAsIk1heEhlaWdodCI6IkluZmluaXR5IiwiU21hcnRGb3JlZ3JvdW5kSXNBY3RpdmUiOmZhbHNlLCJIb3Jpem9udGFsQWxpZ25tZW50IjowLCJWZXJ0aWNhbEFsaWdubWVudCI6MCwiU21hcnRGb3JlZ3JvdW5kIjpudWxsLCJCYWNrZ3JvdW5kRmlsbFR5cGUiOjAsIk1hcmdpbiI6eyIkcmVmIjoiNDIifSwiUGFkZGluZyI6eyIkcmVmIjoiNDMifSwiQmFja2dyb3VuZCI6eyIkcmVmIjoiNDQifSwiSXNWaXNpYmxlIjp0cnVlLCJXaWR0aCI6MC4wLCJIZWlnaHQiOjAuMCwiQm9yZGVyU3R5bGUiOnsiJGlkIjoiMjA3IiwiTGluZUNvbG9yIjpudWxsLCJMaW5lV2VpZ2h0IjowLjAsIkxpbmVUeXBlIjowLCJQYXJlbnRTdHlsZSI6bnVsbH0sIlBhcmVudFN0eWxlIjpudWxsfSwiRHVyYXRpb25TdHlsZSI6eyIkaWQiOiIyMDgiLCJGb250U2V0dGluZ3MiOnsiJGlkIjoiMjA5IiwiRm9udFNpemUiOjEwLCJGb250TmFtZSI6IkNhbGlicmkiLCJJc0JvbGQiOmZhbHNlLCJJc0l0YWxpYyI6ZmFsc2UsIklzVW5kZXJsaW5lZCI6ZmFsc2UsIlBhcmVudFN0eWxlIjpudWxsfSwiQXV0b1NpemUiOjAsIkZvcmVncm91bmQiOnsiJHJlZiI6IjQ5In0sIk1heFdpZHRoIjoyMDAuMCwiTWF4SGVpZ2h0IjoiSW5maW5pdHkiLCJTbWFydEZvcmVncm91bmRJc0FjdGl2ZSI6ZmFsc2UsIkhvcml6b250YWxBbGlnbm1lbnQiOjAsIlZlcnRpY2FsQWxpZ25tZW50IjowLCJTbWFydEZvcmVncm91bmQiOm51bGwsIkJhY2tncm91bmRGaWxsVHlwZSI6MCwiTWFyZ2luIjp7IiRyZWYiOiI1MSJ9LCJQYWRkaW5nIjp7IiRyZWYiOiI1MiJ9LCJCYWNrZ3JvdW5kIjp7IiRyZWYiOiI1MyJ9LCJJc1Zpc2libGUiOnRydWUsIldpZHRoIjowLjAsIkhlaWdodCI6MC4wLCJCb3JkZXJTdHlsZSI6eyIkaWQiOiIyMTAiLCJMaW5lQ29sb3IiOm51bGwsIkxpbmVXZWlnaHQiOjAuMCwiTGluZVR5cGUiOjAsIlBhcmVudFN0eWxlIjpudWxsfSwiUGFyZW50U3R5bGUiOm51bGx9LCJIb3Jpem9udGFsQ29ubmVjdG9yU3R5bGUiOnsiJGlkIjoiMjExIiwiTGluZUNvbG9yIjp7IiRyZWYiOiI1NyJ9LCJMaW5lV2VpZ2h0IjoxLjAsIkxpbmVUeXBlIjowLCJQYXJlbnRTdHlsZSI6bnVsbH0sIlZlcnRpY2FsQ29ubmVjdG9yU3R5bGUiOnsiJGlkIjoiMjEyIiwiTGluZUNvbG9yIjp7IiRyZWYiOiI2M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nRydWUsIlBlcmNlbnRhZ2VDb21wbGV0ZVNoYXBlT3BhY2l0eSI6MzUsIlNoYXBlU3R5bGUiOnsiJGlkIjoiMjEzIiwiTWFyZ2luIjp7IiRyZWYiOiI2MyJ9LCJQYWRkaW5nIjp7IiRyZWYiOiI2NCJ9LCJCYWNrZ3JvdW5kIjp7IiRpZCI6IjIxNCIsIkNvbG9yIjp7IiRpZCI6IjIxNSIsIkEiOjI1NSwiUiI6OCwiRyI6NDksIkIiOjQyfX0sIklzVmlzaWJsZSI6dHJ1ZSwiV2lkdGgiOjAuMCwiSGVpZ2h0IjoxMC4wLCJCb3JkZXJTdHlsZSI6eyIkaWQiOiIyMTYiLCJMaW5lQ29sb3IiOnsiJGlkIjoiMjE3IiwiJHR5cGUiOiJOTFJFLkNvbW1vbi5Eb20uU29saWRDb2xvckJydXNoLCBOTFJFLkNvbW1vbiIsIkNvbG9yIjp7IiRpZCI6IjIxOCIsIkEiOjI1NSwiUiI6MSwiRyI6MTUsIkIiOjExfX0sIkxpbmVXZWlnaHQiOjAuMCwiTGluZVR5cGUiOjAsIlBhcmVudFN0eWxlIjpudWxsfSwiUGFyZW50U3R5bGUiOm51bGx9LCJUaXRsZVN0eWxlIjp7IiRpZCI6IjIxOSIsIkZvbnRTZXR0aW5ncyI6eyIkaWQiOiIyMjAiLCJGb250U2l6ZSI6MTEsIkZvbnROYW1lIjoiQ2FsaWJyaSIsIklzQm9sZCI6dHJ1ZSwiSXNJdGFsaWMiOmZhbHNlLCJJc1VuZGVybGluZWQiOmZhbHNlLCJQYXJlbnRTdHlsZSI6bnVsbH0sIkF1dG9TaXplIjowLCJGb3JlZ3JvdW5kIjp7IiRpZCI6IjIyMSIsIkNvbG9yIjp7IiRpZCI6IjIyMiIsIkEiOjI1NSwiUiI6MCwiRyI6MCwiQiI6MH19LCJNYXhXaWR0aCI6NzIwLjAsIk1heEhlaWdodCI6IkluZmluaXR5IiwiU21hcnRGb3JlZ3JvdW5kSXNBY3RpdmUiOmZhbHNlLCJIb3Jpem9udGFsQWxpZ25tZW50IjowLCJWZXJ0aWNhbEFsaWdubWVudCI6MCwiU21hcnRGb3JlZ3JvdW5kIjpudWxsLCJCYWNrZ3JvdW5kRmlsbFR5cGUiOjAsIk1hcmdpbiI6eyIkcmVmIjoiNzQifSwiUGFkZGluZyI6eyIkcmVmIjoiNzUifSwiQmFja2dyb3VuZCI6eyIkaWQiOiIyMjMiLCJDb2xvciI6eyIkaWQiOiIyMjQiLCJBIjowLCJSIjoyNTUsIkciOjI1NSwiQiI6MjU1fX0sIklzVmlzaWJsZSI6dHJ1ZSwiV2lkdGgiOjAuMCwiSGVpZ2h0IjowLjAsIkJvcmRlclN0eWxlIjp7IiRpZCI6IjIyNSIsIkxpbmVDb2xvciI6bnVsbCwiTGluZVdlaWdodCI6MC4wLCJMaW5lVHlwZSI6MCwiUGFyZW50U3R5bGUiOm51bGx9LCJQYXJlbnRTdHlsZSI6bnVsbH0sIkRhdGVTdHlsZSI6eyIkaWQiOiIyMjYiLCJGb250U2V0dGluZ3MiOnsiJGlkIjoiMjI3IiwiRm9udFNpemUiOjEwLCJGb250TmFtZSI6IkNhbGlicmkiLCJJc0JvbGQiOmZhbHNlLCJJc0l0YWxpYyI6ZmFsc2UsIklzVW5kZXJsaW5lZCI6ZmFsc2UsIlBhcmVudFN0eWxlIjpudWxsfSwiQXV0b1NpemUiOjAsIkZvcmVncm91bmQiOnsiJGlkIjoiMjI4IiwiQ29sb3IiOnsiJGlkIjoiMjI5IiwiQSI6MjU1LCJSIjo4LCJHIjo0OSwiQiI6NDJ9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GlkIjoiMjMwIiwiQ29sb3IiOnsiJGlkIjoiMjMxIiwiQSI6MCwiUiI6MjU1LCJHIjoyNTUsIkIiOjI1NX19LCJJc1Zpc2libGUiOnRydWUsIldpZHRoIjowLjAsIkhlaWdodCI6MC4wLCJCb3JkZXJTdHlsZSI6eyIkaWQiOiIyMzIiLCJMaW5lQ29sb3IiOm51bGwsIkxpbmVXZWlnaHQiOjAuMCwiTGluZVR5cGUiOjAsIlBhcmVudFN0eWxlIjpudWxsfSwiUGFyZW50U3R5bGUiOm51bGx9LCJEYXRlRm9ybWF0Ijp7IiRpZCI6IjIzMy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jM0IiwiRm9ybWF0IjowLCJJc1Zpc2libGUiOmZhbHNlLCJMYXN0S25vd25WaXNpYmlsaXR5U3RhdGUiOmZhbHNlfSwiSXNWaXNpYmxlIjp0cnVlLCJQYXJlbnRTdHlsZSI6bnVsbH0sIkluZGV4Ijo2LCJTbWFydER1cmF0aW9uQWN0aXZhdGVkIjpmYWxzZSwiRGF0ZUZvcm1hdCI6eyIkcmVmIjoiMjMzIn0sIldlZWtOdW1iZXJpbmciOnsiJGlkIjoiMjM1IiwiRm9ybWF0IjowLCJJc1Zpc2libGUiOmZhbHNlLCJMYXN0S25vd25WaXNpYmlsaXR5U3RhdGUiOmZhbHNlfSwiSWQiOiI1ZTg5ZWY2Mi1kNmIyLTQzMDktODQxOC0yODdhOWY1MzEyYjQiLCJJbXBvcnRJZCI6bnVsbCwiVGl0bGUiOiJDVEEgc3ViLWFwcCIsIk5vdGUiOm51bGwsIkh5cGVybGluayI6eyIkaWQiOiIyMzYiLCJBZGRyZXNzIjpudWxsLCJTdWJBZGRyZXNzIjpudWxsfSwiSXNDaGFuZ2VkIjpmYWxzZSwiSXNOZXciOmZhbHNlfX1dLCJfbWlsZXN0b25lcyI6W10sIklkIjoiMDAwMDAwMDAtMDAwMC0wMDAwLTAwMDAtMDAwMDAwMDAwMDAwIiwiSXNTaW5nbGVJdGVtUm93Ijp0cnVlfSx7IiRpZCI6IjIzNyIsIl90YXNrcyI6W3siJGlkIjoiMjM4IiwiX2F0dGFjaGVkTWlsZXN0b25lcyI6W10sIlRhc2tEZWZpbml0aW9uIjp7IiRpZCI6IjIzOSIsIkdyb3VwTmFtZSI6bnVsbCwiU3RhcnREYXRlIjoiMjAyNi0wNi0xMlQyMzo1OTowMFoiLCJFbmREYXRlIjoiMjAyNy0wNy0yMlQyMzo1OTowMFoiLCJQZXJjZW50YWdlQ29tcGxldGUiOm51bGwsIlN0eWxlIjp7IiRpZCI6IjI0MCIsIlNoYXBlIjoxLCJTaGFwZVRoaWNrbmVzcyI6MCwiRHVyYXRpb25Gb3JtYXQiOjAsIkluY2x1ZGVOb25Xb3JraW5nRGF5c0luRHVyYXRpb24iOmZhbHNlLCJQZXJjZW50YWdlQ29tcGxldGVTdHlsZSI6eyIkaWQiOiIyNDEiLCJGb250U2V0dGluZ3MiOnsiJGlkIjoiMjQyIiwiRm9udFNpemUiOjEwLCJGb250TmFtZSI6IkNhbGlicmkiLCJJc0JvbGQiOmZhbHNlLCJJc0l0YWxpYyI6ZmFsc2UsIklzVW5kZXJsaW5lZCI6ZmFsc2UsIlBhcmVudFN0eWxlIjpudWxsfSwiQXV0b1NpemUiOjAsIkZvcmVncm91bmQiOnsiJHJlZiI6IjQwIn0sIk1heFdpZHRoIjoyMDAuMCwiTWF4SGVpZ2h0IjoiSW5maW5pdHkiLCJTbWFydEZvcmVncm91bmRJc0FjdGl2ZSI6ZmFsc2UsIkhvcml6b250YWxBbGlnbm1lbnQiOjAsIlZlcnRpY2FsQWxpZ25tZW50IjowLCJTbWFydEZvcmVncm91bmQiOm51bGwsIkJhY2tncm91bmRGaWxsVHlwZSI6MCwiTWFyZ2luIjp7IiRyZWYiOiI0MiJ9LCJQYWRkaW5nIjp7IiRyZWYiOiI0MyJ9LCJCYWNrZ3JvdW5kIjp7IiRyZWYiOiI0NCJ9LCJJc1Zpc2libGUiOnRydWUsIldpZHRoIjowLjAsIkhlaWdodCI6MC4wLCJCb3JkZXJTdHlsZSI6eyIkaWQiOiIyNDMiLCJMaW5lQ29sb3IiOm51bGwsIkxpbmVXZWlnaHQiOjAuMCwiTGluZVR5cGUiOjAsIlBhcmVudFN0eWxlIjpudWxsfSwiUGFyZW50U3R5bGUiOm51bGx9LCJEdXJhdGlvblN0eWxlIjp7IiRpZCI6IjI0NCIsIkZvbnRTZXR0aW5ncyI6eyIkaWQiOiIyNDUiLCJGb250U2l6ZSI6MTAsIkZvbnROYW1lIjoiQ2FsaWJyaSIsIklzQm9sZCI6ZmFsc2UsIklzSXRhbGljIjpmYWxzZSwiSXNVbmRlcmxpbmVkIjpmYWxzZSwiUGFyZW50U3R5bGUiOm51bGx9LCJBdXRvU2l6ZSI6MCwiRm9yZWdyb3VuZCI6eyIkcmVmIjoiNDkifSwiTWF4V2lkdGgiOjIwMC4wLCJNYXhIZWlnaHQiOiJJbmZpbml0eSIsIlNtYXJ0Rm9yZWdyb3VuZElzQWN0aXZlIjpmYWxzZSwiSG9yaXpvbnRhbEFsaWdubWVudCI6MCwiVmVydGljYWxBbGlnbm1lbnQiOjAsIlNtYXJ0Rm9yZWdyb3VuZCI6bnVsbCwiQmFja2dyb3VuZEZpbGxUeXBlIjowLCJNYXJnaW4iOnsiJHJlZiI6IjUxIn0sIlBhZGRpbmciOnsiJHJlZiI6IjUyIn0sIkJhY2tncm91bmQiOnsiJHJlZiI6IjUzIn0sIklzVmlzaWJsZSI6dHJ1ZSwiV2lkdGgiOjAuMCwiSGVpZ2h0IjowLjAsIkJvcmRlclN0eWxlIjp7IiRpZCI6IjI0NiIsIkxpbmVDb2xvciI6bnVsbCwiTGluZVdlaWdodCI6MC4wLCJMaW5lVHlwZSI6MCwiUGFyZW50U3R5bGUiOm51bGx9LCJQYXJlbnRTdHlsZSI6bnVsbH0sIkhvcml6b250YWxDb25uZWN0b3JTdHlsZSI6eyIkaWQiOiIyNDciLCJMaW5lQ29sb3IiOnsiJHJlZiI6IjU3In0sIkxpbmVXZWlnaHQiOjEuMCwiTGluZVR5cGUiOjAsIlBhcmVudFN0eWxlIjpudWxsfSwiVmVydGljYWxDb25uZWN0b3JTdHlsZSI6eyIkaWQiOiIyNDgiLCJMaW5lQ29sb3IiOnsiJHJlZiI6IjYw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MjQ5IiwiTWFyZ2luIjp7IiRyZWYiOiI2MyJ9LCJQYWRkaW5nIjp7IiRyZWYiOiI2NCJ9LCJCYWNrZ3JvdW5kIjp7IiRpZCI6IjI1MCIsIkNvbG9yIjp7IiRpZCI6IjI1MSIsIkEiOjI1NSwiUiI6OCwiRyI6NDksIkIiOjQyfX0sIklzVmlzaWJsZSI6dHJ1ZSwiV2lkdGgiOjAuMCwiSGVpZ2h0IjoxMC4wLCJCb3JkZXJTdHlsZSI6eyIkaWQiOiIyNTIiLCJMaW5lQ29sb3IiOnsiJHJlZiI6IjY4In0sIkxpbmVXZWlnaHQiOjAuMCwiTGluZVR5cGUiOjAsIlBhcmVudFN0eWxlIjpudWxsfSwiUGFyZW50U3R5bGUiOm51bGx9LCJUaXRsZVN0eWxlIjp7IiRpZCI6IjI1MyIsIkZvbnRTZXR0aW5ncyI6eyIkaWQiOiIyNTQiLCJGb250U2l6ZSI6MTEsIkZvbnROYW1lIjoiQ2FsaWJyaSIsIklzQm9sZCI6dHJ1ZSwiSXNJdGFsaWMiOmZhbHNlLCJJc1VuZGVybGluZWQiOmZhbHNlLCJQYXJlbnRTdHlsZSI6bnVsbH0sIkF1dG9TaXplIjowLCJGb3JlZ3JvdW5kIjp7IiRyZWYiOiI3MiJ9LCJNYXhXaWR0aCI6NzIwLjAsIk1heEhlaWdodCI6IkluZmluaXR5IiwiU21hcnRGb3JlZ3JvdW5kSXNBY3RpdmUiOmZhbHNlLCJIb3Jpem9udGFsQWxpZ25tZW50IjowLCJWZXJ0aWNhbEFsaWdubWVudCI6MCwiU21hcnRGb3JlZ3JvdW5kIjpudWxsLCJCYWNrZ3JvdW5kRmlsbFR5cGUiOjAsIk1hcmdpbiI6eyIkcmVmIjoiNzQifSwiUGFkZGluZyI6eyIkcmVmIjoiNzUifSwiQmFja2dyb3VuZCI6eyIkcmVmIjoiNzYifSwiSXNWaXNpYmxlIjp0cnVlLCJXaWR0aCI6MC4wLCJIZWlnaHQiOjAuMCwiQm9yZGVyU3R5bGUiOnsiJGlkIjoiMjU1IiwiTGluZUNvbG9yIjpudWxsLCJMaW5lV2VpZ2h0IjowLjAsIkxpbmVUeXBlIjowLCJQYXJlbnRTdHlsZSI6bnVsbH0sIlBhcmVudFN0eWxlIjpudWxsfSwiRGF0ZVN0eWxlIjp7IiRpZCI6IjI1NiIsIkZvbnRTZXR0aW5ncyI6eyIkaWQiOiIyNTciLCJGb250U2l6ZSI6MTAsIkZvbnROYW1lIjoiQ2FsaWJyaSIsIklzQm9sZCI6ZmFsc2UsIklzSXRhbGljIjpmYWxzZSwiSXNVbmRlcmxpbmVkIjpmYWxzZSwiUGFyZW50U3R5bGUiOm51bGx9LCJBdXRvU2l6ZSI6MCwiRm9yZWdyb3VuZCI6eyIkcmVmIjoiODEifSwiTWF4V2lkdGgiOjIwMC4wLCJNYXhIZWlnaHQiOiJJbmZpbml0eSIsIlNtYXJ0Rm9yZWdyb3VuZElzQWN0aXZlIjpmYWxzZSwiSG9yaXpvbnRhbEFsaWdubWVudCI6MiwiVmVydGljYWxBbGlnbm1lbnQiOjAsIlNtYXJ0Rm9yZWdyb3VuZCI6bnVsbCwiQmFja2dyb3VuZEZpbGxUeXBlIjowLCJNYXJnaW4iOnsiJHJlZiI6IjgzIn0sIlBhZGRpbmciOnsiJHJlZiI6Ijg0In0sIkJhY2tncm91bmQiOnsiJHJlZiI6Ijg1In0sIklzVmlzaWJsZSI6dHJ1ZSwiV2lkdGgiOjAuMCwiSGVpZ2h0IjowLjAsIkJvcmRlclN0eWxlIjp7IiRpZCI6IjI1OCIsIkxpbmVDb2xvciI6bnVsbCwiTGluZVdlaWdodCI6MC4wLCJMaW5lVHlwZSI6MCwiUGFyZW50U3R5bGUiOm51bGx9LCJQYXJlbnRTdHlsZSI6bnVsbH0sIkRhdGVGb3JtYXQiOnsiJGlkIjoiMjU5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NjAiLCJGb3JtYXQiOjAsIklzVmlzaWJsZSI6ZmFsc2UsIkxhc3RLbm93blZpc2liaWxpdHlTdGF0ZSI6ZmFsc2V9LCJJc1Zpc2libGUiOnRydWUsIlBhcmVudFN0eWxlIjpudWxsfSwiSW5kZXgiOjcsIlNtYXJ0RHVyYXRpb25BY3RpdmF0ZWQiOmZhbHNlLCJEYXRlRm9ybWF0Ijp7IiRyZWYiOiIyNTkifSwiV2Vla051bWJlcmluZyI6eyIkaWQiOiIyNjEiLCJGb3JtYXQiOjAsIklzVmlzaWJsZSI6ZmFsc2UsIkxhc3RLbm93blZpc2liaWxpdHlTdGF0ZSI6ZmFsc2V9LCJJZCI6IjE5YjFhYmIwLTdkYjQtNDMzZi05Zjg4LTUwMmUyNWIyZWZiNiIsIkltcG9ydElkIjpudWxsLCJUaXRsZSI6ImZTSVYgLSBMU1MiLCJOb3RlIjpudWxsLCJIeXBlcmxpbmsiOnsiJGlkIjoiMjYyIiwiQWRkcmVzcyI6bnVsbCwiU3ViQWRkcmVzcyI6bnVsbH0sIklzQ2hhbmdlZCI6ZmFsc2UsIklzTmV3IjpmYWxzZX19XSwiX21pbGVzdG9uZXMiOltdLCJJZCI6IjAwMDAwMDAwLTAwMDAtMDAwMC0wMDAwLTAwMDAwMDAwMDAwMCIsIklzU2luZ2xlSXRlbVJvdyI6dHJ1ZX1dLCJJbmRleCI6NCwiSWQiOiJiZDgxMmI1YS1iYTBkLTRlY2UtOTMxYy1iMDE5NDg0NDY2YjgiLCJIZWFkZXJUZXh0IjpudWxsLCJJc0RlZmF1bHQiOnRydWUsIlN0eWxlIjp7IiRpZCI6IjI2MyIsIkhlYWRlclN0eWxlIjp7IiRpZCI6IjI2NCIsIlRleHRTdHlsZSI6eyIkaWQiOiIyNjUiLCJGb250U2V0dGluZ3MiOnsiJGlkIjoiMjY2IiwiRm9udFNpemUiOjExLCJGb250TmFtZSI6IkNhbGlicmkiLCJJc0JvbGQiOmZhbHNlLCJJc0l0YWxpYyI6ZmFsc2UsIklzVW5kZXJsaW5lZCI6ZmFsc2UsIlBhcmVudFN0eWxlIjpudWxsfSwiQXV0b1NpemUiOjIsIkZvcmVncm91bmQiOnsiJGlkIjoiMjY3IiwiQ29sb3IiOnsiJGlkIjoiMjY4IiwiQSI6MjU1LCJSIjowLCJHIjowLCJCIjowfX0sIk1heFdpZHRoIjoiSW5maW5pdHkiLCJNYXhIZWlnaHQiOiJJbmZpbml0eSIsIlNtYXJ0Rm9yZWdyb3VuZElzQWN0aXZlIjpmYWxzZSwiSG9yaXpvbnRhbEFsaWdubWVudCI6MCwiVmVydGljYWxBbGlnbm1lbnQiOjAsIlNtYXJ0Rm9yZWdyb3VuZCI6bnVsbCwiQmFja2dyb3VuZEZpbGxUeXBlIjowLCJNYXJnaW4iOnsiJGlkIjoiMjY5IiwiVG9wIjowLjAsIkxlZnQiOjAuMCwiUmlnaHQiOjAuMCwiQm90dG9tIjowLjB9LCJQYWRkaW5nIjp7IiRpZCI6IjI3MCIsIlRvcCI6MC4wLCJMZWZ0IjowLjAsIlJpZ2h0IjowLjAsIkJvdHRvbSI6MC4wfSwiQmFja2dyb3VuZCI6bnVsbCwiSXNWaXNpYmxlIjp0cnVlLCJXaWR0aCI6MC4wLCJIZWlnaHQiOjAuMCwiQm9yZGVyU3R5bGUiOm51bGwsIlBhcmVudFN0eWxlIjpudWxsfSwiUmVjdGFuZ2xlU3R5bGUiOnsiJGlkIjoiMjcxIiwiTWFyZ2luIjp7IiRpZCI6IjI3MiIsIlRvcCI6MC4wLCJMZWZ0IjowLjAsIlJpZ2h0IjowLjAsIkJvdHRvbSI6MC4wfSwiUGFkZGluZyI6eyIkaWQiOiIyNzMiLCJUb3AiOjAuMCwiTGVmdCI6MC4wLCJSaWdodCI6MC4wLCJCb3R0b20iOjAuMH0sIkJhY2tncm91bmQiOnsiJGlkIjoiMjc0IiwiQ29sb3IiOnsiJGlkIjoiMjc1IiwiQSI6NjMsIlIiOjE5NywiRyI6MTk1LCJCIjoyMzh9fSwiSXNWaXNpYmxlIjp0cnVlLCJXaWR0aCI6MC4wLCJIZWlnaHQiOjAuMCwiQm9yZGVyU3R5bGUiOnsiJGlkIjoiMjc2IiwiTGluZUNvbG9yIjp7IiRpZCI6IjI3NyIsIiR0eXBlIjoiTkxSRS5Db21tb24uRG9tLlNvbGlkQ29sb3JCcnVzaCwgTkxSRS5Db21tb24iLCJDb2xvciI6eyIkaWQiOiIyNzgiLCJBIjoyNTUsIlIiOjI1NSwiRyI6MCwiQiI6MH19LCJMaW5lV2VpZ2h0IjowLjAsIkxpbmVUeXBlIjowLCJQYXJlbnRTdHlsZSI6bnVsbH0sIlBhcmVudFN0eWxlIjpudWxsfSwiTWFyZ2luIjp7IiRpZCI6IjI3OSIsIlRvcCI6MC4wLCJMZWZ0IjowLjAsIlJpZ2h0IjowLjAsIkJvdHRvbSI6MC4wfSwiUGFkZGluZyI6eyIkaWQiOiIyODAiLCJUb3AiOjAuMCwiTGVmdCI6MC4wLCJSaWdodCI6MC4wLCJCb3R0b20iOjAuMH0sIkJhY2tncm91bmQiOm51bGwsIklzVmlzaWJsZSI6dHJ1ZSwiV2lkdGgiOjAuMCwiSGVpZ2h0IjowLjAsIkJvcmRlclN0eWxlIjpudWxsLCJQYXJlbnRTdHlsZSI6bnVsbH0sIkJhY2tncm91bmRTdHlsZSI6eyIkaWQiOiIyODEiLCJNYXJnaW4iOnsiJGlkIjoiMjgyIiwiVG9wIjowLjAsIkxlZnQiOjAuMCwiUmlnaHQiOjAuMCwiQm90dG9tIjowLjB9LCJQYWRkaW5nIjp7IiRpZCI6IjI4MyIsIlRvcCI6MC4wLCJMZWZ0IjowLjAsIlJpZ2h0IjowLjAsIkJvdHRvbSI6MC4wfSwiQmFja2dyb3VuZCI6eyIkaWQiOiIyODQiLCJDb2xvciI6eyIkaWQiOiIyODUiLCJBIjo1MSwiUiI6MTk3LCJHIjoxOTUsIkIiOjIzOH19LCJJc1Zpc2libGUiOnRydWUsIldpZHRoIjowLjAsIkhlaWdodCI6MC4wLCJCb3JkZXJTdHlsZSI6eyIkaWQiOiIyODYiLCJMaW5lQ29sb3IiOnsiJGlkIjoiMjg3IiwiJHR5cGUiOiJOTFJFLkNvbW1vbi5Eb20uU29saWRDb2xvckJydXNoLCBOTFJFLkNvbW1vbiIsIkNvbG9yIjp7IiRpZCI6IjI4OCIsIkEiOjI1NSwiUiI6MjU1LCJHIjowLCJCIjowfX0sIkxpbmVXZWlnaHQiOjAuMCwiTGluZVR5cGUiOjAsIlBhcmVudFN0eWxlIjpudWxsfSwiUGFyZW50U3R5bGUiOm51bGx9LCJNYXJnaW4iOnsiJGlkIjoiMjg5IiwiVG9wIjowLjAsIkxlZnQiOjAuMCwiUmlnaHQiOjAuMCwiQm90dG9tIjowLjB9LCJQYWRkaW5nIjp7IiRpZCI6IjI5MCIsIlRvcCI6MC4wLCJMZWZ0IjowLjAsIlJpZ2h0IjowLjAsIkJvdHRvbSI6MC4wfSwiSXNWaXNpYmxlIjpmYWxzZSwiV2lkdGgiOjAuMCwiSGVpZ2h0IjowLjAsIkJvcmRlclN0eWxlIjpudWxsLCJQYXJlbnRTdHlsZSI6bnVsbH19XSwiSWQiOiJhZTAzOTc3NC1mNWQ5LTQxMzQtODc2Ny1lZmQxOTM4Yzk2OGQiLCJJbmRleCI6NCwiSGVhZGVyVGV4dCI6IkNoaW5hXHIxNDM0LTAwMjdcclBoIElJIiwiU3R5bGUiOnsiJGlkIjoiMjkxIiwiSGVhZGVyU3R5bGUiOnsiJGlkIjoiMjkyIiwiVGV4dElzVmVydGljYWwiOmZhbHNlLCJUZXh0U3R5bGUiOnsiJGlkIjoiMjkzIiwiRm9udFNldHRpbmdzIjp7IiRpZCI6IjI5NCIsIkZvbnRTaXplIjoxMiwiRm9udE5hbWUiOiJDYWxpYnJpIiwiSXNCb2xkIjpmYWxzZSwiSXNJdGFsaWMiOmZhbHNlLCJJc1VuZGVybGluZWQiOmZhbHNlLCJQYXJlbnRTdHlsZSI6bnVsbH0sIkF1dG9TaXplIjoyLCJGb3JlZ3JvdW5kIjp7IiRyZWYiOiIxMzgifSwiTWF4V2lkdGgiOjE0Ny4wLCJNYXhIZWlnaHQiOjAuMCwiU21hcnRGb3JlZ3JvdW5kSXNBY3RpdmUiOmZhbHNlLCJIb3Jpem9udGFsQWxpZ25tZW50IjowLCJWZXJ0aWNhbEFsaWdubWVudCI6MCwiU21hcnRGb3JlZ3JvdW5kIjpudWxsLCJCYWNrZ3JvdW5kRmlsbFR5cGUiOjAsIk1hcmdpbiI6eyIkcmVmIjoiMTQwIn0sIlBhZGRpbmciOnsiJHJlZiI6IjE0MSJ9LCJCYWNrZ3JvdW5kIjpudWxsLCJJc1Zpc2libGUiOnRydWUsIldpZHRoIjowLjAsIkhlaWdodCI6MC4wLCJCb3JkZXJTdHlsZSI6bnVsbCwiUGFyZW50U3R5bGUiOm51bGx9LCJSZWN0YW5nbGVTdHlsZSI6eyIkaWQiOiIyOTUiLCJNYXJnaW4iOnsiJGlkIjoiMjk2IiwiVG9wIjowLjAsIkxlZnQiOjAuMCwiUmlnaHQiOjAuMCwiQm90dG9tIjowLjB9LCJQYWRkaW5nIjp7IiRpZCI6IjI5NyIsIlRvcCI6MC4wLCJMZWZ0IjowLjAsIlJpZ2h0IjowLjAsIkJvdHRvbSI6MC4wfSwiQmFja2dyb3VuZCI6eyIkaWQiOiIyOTgiLCJDb2xvciI6eyIkaWQiOiIyOTkiLCJBIjoyNTUsIlIiOjE5NywiRyI6MTk1LCJCIjoyMzh9fSwiSXNWaXNpYmxlIjp0cnVlLCJXaWR0aCI6MC4wLCJIZWlnaHQiOjAuMCwiQm9yZGVyU3R5bGUiOnsiJGlkIjoiMzAwIiwiTGluZUNvbG9yIjp7IiRpZCI6IjMwMSIsIiR0eXBlIjoiTkxSRS5Db21tb24uRG9tLlNvbGlkQ29sb3JCcnVzaCwgTkxSRS5Db21tb24iLCJDb2xvciI6eyIkaWQiOiIzMDIiLCJBIjoyNTUsIlIiOjI1NSwiRyI6MCwiQiI6MH19LCJMaW5lV2VpZ2h0IjowLjAsIkxpbmVUeXBlIjowLCJQYXJlbnRTdHlsZSI6bnVsbH0sIlBhcmVudFN0eWxlIjpudWxsfSwiTWFyZ2luIjp7IiRpZCI6IjMwMyIsIlRvcCI6MC4wLCJMZWZ0IjowLjAsIlJpZ2h0IjowLjAsIkJvdHRvbSI6MC4wfSwiUGFkZGluZyI6eyIkaWQiOiIzMDQiLCJUb3AiOjAuMCwiTGVmdCI6MC4wLCJSaWdodCI6MC4wLCJCb3R0b20iOjAuMH0sIkJhY2tncm91bmQiOm51bGwsIklzVmlzaWJsZSI6dHJ1ZSwiV2lkdGgiOjAuMCwiSGVpZ2h0IjowLjAsIkJvcmRlclN0eWxlIjpudWxsLCJQYXJlbnRTdHlsZSI6bnVsbH0sIkJhY2tncm91bmRTdHlsZSI6eyIkaWQiOiIzMDUiLCJNYXJnaW4iOnsiJGlkIjoiMzA2IiwiVG9wIjowLjAsIkxlZnQiOjAuMCwiUmlnaHQiOjAuMCwiQm90dG9tIjowLjB9LCJQYWRkaW5nIjp7IiRpZCI6IjMwNyIsIlRvcCI6MC4wLCJMZWZ0IjowLjAsIlJpZ2h0IjowLjAsIkJvdHRvbSI6MC4wfSwiQmFja2dyb3VuZCI6eyIkaWQiOiIzMDgiLCJDb2xvciI6eyIkaWQiOiIzMDkiLCJBIjo1MSwiUiI6MTk3LCJHIjoxOTUsIkIiOjIzOH19LCJJc1Zpc2libGUiOnRydWUsIldpZHRoIjowLjAsIkhlaWdodCI6MC4wLCJCb3JkZXJTdHlsZSI6eyIkaWQiOiIzMTAiLCJMaW5lQ29sb3IiOnsiJGlkIjoiMzExIiwiJHR5cGUiOiJOTFJFLkNvbW1vbi5Eb20uU29saWRDb2xvckJydXNoLCBOTFJFLkNvbW1vbiIsIkNvbG9yIjp7IiRpZCI6IjMxMiIsIkEiOjI1NSwiUiI6MjU1LCJHIjowLCJCIjowfX0sIkxpbmVXZWlnaHQiOjAuMCwiTGluZVR5cGUiOjAsIlBhcmVudFN0eWxlIjpudWxsfSwiUGFyZW50U3R5bGUiOm51bGx9LCJJc0Fib3ZlVGltZWJhbmQiOmZhbHNlLCJNYXJnaW4iOnsiJGlkIjoiMzEzIiwiVG9wIjowLjAsIkxlZnQiOjAuMCwiUmlnaHQiOjAuMCwiQm90dG9tIjowLjB9LCJQYWRkaW5nIjp7IiRpZCI6IjMxNCIsIlRvcCI6MC4wLCJMZWZ0IjowLjAsIlJpZ2h0IjowLjAsIkJvdHRvbSI6MC4wfSwiSXNWaXNpYmxlIjp0cnVlLCJXaWR0aCI6MC4wLCJIZWlnaHQiOjAuMCwiQm9yZGVyU3R5bGUiOnsiJGlkIjoiMzE1IiwiTGluZUNvbG9yIjpudWxsLCJMaW5lV2VpZ2h0IjowLjAsIkxpbmVUeXBlIjowLCJQYXJlbnRTdHlsZSI6bnVsbH0sIlBhcmVudFN0eWxlIjpudWxsfX1dLCJDdWx0dXJlSW5mb05hbWUiOiJlbi1VUyIsIlN0eWxlTmFtZSI6bnVsbCwiVmVyc2lvbiI6eyIkaWQiOiIzMTYiLCJWZXJzaW9uIjoiMy43LjMiLCJPcmlnaW5hbEFzc2VtYmx5VmVyc2lvbiI6IjcuMDAuMTYuMDAiLCJFZGl0aW9uIjpudWxsLCJMYXN0U2F2ZWRFZGl0aW9uIjowLCJJc1BsdXNFZGl0aW9uIjpmYWxzZSwiSXNQcm9FZGl0aW9uIjpmYWxzZX0sIkVmZmVjdCI6MSwiU3R5bGUiOnsiJGlkIjoiMzE3IiwiRGVmYXVsdERlcGVuZGVuY3lTdHlsZSI6eyIkaWQiOiIzMTgiLCJMaW5lU3R5bGUiOnsiJGlkIjoiMzE5IiwiTGluZUNvbG9yIjp7IiRpZCI6IjMyMCIsIiR0eXBlIjoiTkxSRS5Db21tb24uRG9tLlNvbGlkQ29sb3JCcnVzaCwgTkxSRS5Db21tb24iLCJDb2xvciI6eyIkaWQiOiIzMjEiLCJBIjoyNTUsIlIiOjAsIkciOjAsIkIiOjB9fSwiTGluZVdlaWdodCI6MS4wLCJMaW5lVHlwZSI6MCwiUGFyZW50U3R5bGUiOm51bGx9LCJFbmRBcnJvd2hlYWRMaW5lU3R5bGUiOnsiJGlkIjoiMzIyIiwiS2luZCI6MSwiV2lkdGgiOjEsIkxlbmd0aCI6MCwiUGFyZW50U3R5bGUiOm51bGx9LCJCcmluZ1RvRnJvbnQiOnRydWUsIkVsYm93UmFkaXVzIjowLjAsIk1hcmdpbiI6eyIkaWQiOiIzMjMiLCJUb3AiOjAuMCwiTGVmdCI6MC4wLCJSaWdodCI6MC4wLCJCb3R0b20iOjAuMH0sIlBhZGRpbmciOnsiJGlkIjoiMzI0IiwiVG9wIjowLjAsIkxlZnQiOjAuMCwiUmlnaHQiOjAuMCwiQm90dG9tIjowLjB9LCJCYWNrZ3JvdW5kIjpudWxsLCJJc1Zpc2libGUiOnRydWUsIldpZHRoIjowLjAsIkhlaWdodCI6MC4wLCJCb3JkZXJTdHlsZSI6bnVsbCwiUGFyZW50U3R5bGUiOm51bGx9LCJDcml0aWNhbFBhdGhTdHlsZSI6eyIkaWQiOiIzMjUiLCJDcml0aWNhbFBhdGhTdHlsZU9wdGlvbnMiOjE1LCJMaW5lU3R5bGUiOnsiJGlkIjoiMzI2IiwiTGluZUNvbG9yIjp7IiRpZCI6IjMyNyIsIiR0eXBlIjoiTkxSRS5Db21tb24uRG9tLlNvbGlkQ29sb3JCcnVzaCwgTkxSRS5Db21tb24iLCJDb2xvciI6eyIkaWQiOiIzMjgiLCJBIjoyNTUsIlIiOjIyMiwiRyI6NTAsIkIiOjUwfX0sIkxpbmVXZWlnaHQiOjEuMCwiTGluZVR5cGUiOjAsIlBhcmVudFN0eWxlIjpudWxsfSwiVGl0bGVGb3JlZ3JvdW5kIjp7IiRpZCI6IjMyOSIsIkNvbG9yIjp7IiRpZCI6IjMzMCIsIkEiOjI1NSwiUiI6MTc2LCJHIjoxOSwiQiI6MjV9fSwiU2hhcGVzQmFja2dyb3VuZCI6eyIkaWQiOiIzMzEiLCJDb2xvciI6eyIkaWQiOiIzMzIiLCJBIjoyNTUsIlIiOjI1MywiRyI6MjAzLCJCIjoyMDh9fSwiU2hhcGVzQm9yZGVyU3R5bGUiOnsiJGlkIjoiMzMzIiwiTGluZUNvbG9yIjp7IiRpZCI6IjMzNCIsIiR0eXBlIjoiTkxSRS5Db21tb24uRG9tLlNvbGlkQ29sb3JCcnVzaCwgTkxSRS5Db21tb24iLCJDb2xvciI6eyIkaWQiOiIzMzUiLCJBIjoyNTUsIlIiOjIyMiwiRyI6NTAsIkIiOjUwfX0sIkxpbmVXZWlnaHQiOjEuNSwiTGluZVR5cGUiOjAsIlBhcmVudFN0eWxlIjpudWxsfSwiTWFyZ2luIjp7IiRpZCI6IjMzNiIsIlRvcCI6MC4wLCJMZWZ0IjowLjAsIlJpZ2h0IjowLjAsIkJvdHRvbSI6MC4wfSwiUGFkZGluZyI6eyIkaWQiOiIzMzciLCJUb3AiOjAuMCwiTGVmdCI6MC4wLCJSaWdodCI6MC4wLCJCb3R0b20iOjAuMH0sIkJhY2tncm91bmQiOm51bGwsIklzVmlzaWJsZSI6ZmFsc2UsIldpZHRoIjowLjAsIkhlaWdodCI6MC4wLCJCb3JkZXJTdHlsZSI6bnVsbCwiUGFyZW50U3R5bGUiOm51bGx9LCJUaW1lYmFuZFN0eWxlIjp7IiRpZCI6IjMzOCIsIlNjYWxlTWFya2luZyI6MSwiU2hhcGUiOjAsIlNoYXBlU3R5bGUiOnsiJGlkIjoiMzM5IiwiTWFyZ2luIjp7IiRpZCI6IjM0MCIsIlRvcCI6MC4wLCJMZWZ0IjoxMC4wLCJSaWdodCI6MTAuMCwiQm90dG9tIjowLjB9LCJQYWRkaW5nIjp7IiRpZCI6IjM0MSIsIlRvcCI6My4wLCJMZWZ0IjowLjAsIlJpZ2h0IjowLjAsIkJvdHRvbSI6My4wfSwiQmFja2dyb3VuZCI6eyIkaWQiOiIzNDIiLCJDb2xvciI6eyIkaWQiOiIzNDMiLCJBIjoyNTUsIlIiOjY4LCJHIjo4NCwiQiI6MTA2fX0sIklzVmlzaWJsZSI6dHJ1ZSwiV2lkdGgiOjg1OC4wLCJIZWlnaHQiOjIwLjAsIkJvcmRlclN0eWxlIjp7IiRpZCI6IjM0NCIsIkxpbmVDb2xvciI6eyIkaWQiOiIzNDUiLCIkdHlwZSI6Ik5MUkUuQ29tbW9uLkRvbS5Tb2xpZENvbG9yQnJ1c2gsIE5MUkUuQ29tbW9uIiwiQ29sb3IiOnsiJGlkIjoiMzQ2IiwiQSI6MjU1LCJSIjoyNTUsIkciOjAsIkIiOjB9fSwiTGluZVdlaWdodCI6MC4wLCJMaW5lVHlwZSI6MCwiUGFyZW50U3R5bGUiOm51bGx9LCJQYXJlbnRTdHlsZSI6bnVsbH0sIk1pZGRsZVRpZXJTaGFwZVN0eWxlIjp7IiRpZCI6IjM0NyIsIk1hcmdpbiI6eyIkaWQiOiIzNDgiLCJUb3AiOjAuMCwiTGVmdCI6MTAuMCwiUmlnaHQiOjEwLjAsIkJvdHRvbSI6MC4wfSwiUGFkZGluZyI6eyIkaWQiOiIzNDkiLCJUb3AiOjMuMCwiTGVmdCI6MC4wLCJSaWdodCI6MC4wLCJCb3R0b20iOjMuMH0sIkJhY2tncm91bmQiOnsiJGlkIjoiMzUwIiwiQ29sb3IiOnsiJGlkIjoiMzUxIiwiQSI6MjU1LCJSIjo2OCwiRyI6ODQsIkIiOjEwNn19LCJJc1Zpc2libGUiOnRydWUsIldpZHRoIjo4NTguMCwiSGVpZ2h0IjoyMC4wLCJCb3JkZXJTdHlsZSI6eyIkaWQiOiIzNTIiLCJMaW5lQ29sb3IiOnsiJGlkIjoiMzUzIiwiJHR5cGUiOiJOTFJFLkNvbW1vbi5Eb20uU29saWRDb2xvckJydXNoLCBOTFJFLkNvbW1vbiIsIkNvbG9yIjp7IiRpZCI6IjM1NCIsIkEiOjI1NSwiUiI6MjU1LCJHIjowLCJCIjowfX0sIkxpbmVXZWlnaHQiOjAuMCwiTGluZVR5cGUiOjAsIlBhcmVudFN0eWxlIjpudWxsfSwiUGFyZW50U3R5bGUiOm51bGx9LCJCb3R0b21UaWVyU2hhcGVTdHlsZSI6eyIkaWQiOiIzNTUiLCJNYXJnaW4iOnsiJGlkIjoiMzU2IiwiVG9wIjowLjAsIkxlZnQiOjEwLjAsIlJpZ2h0IjoxMC4wLCJCb3R0b20iOjAuMH0sIlBhZGRpbmciOnsiJGlkIjoiMzU3IiwiVG9wIjozLjAsIkxlZnQiOjAuMCwiUmlnaHQiOjAuMCwiQm90dG9tIjozLjB9LCJCYWNrZ3JvdW5kIjp7IiRpZCI6IjM1OCIsIkNvbG9yIjp7IiRpZCI6IjM1OSIsIkEiOjI1NSwiUiI6NjgsIkciOjg0LCJCIjoxMDZ9fSwiSXNWaXNpYmxlIjp0cnVlLCJXaWR0aCI6ODU4LjAsIkhlaWdodCI6MjAuMCwiQm9yZGVyU3R5bGUiOnsiJGlkIjoiMzYwIiwiTGluZUNvbG9yIjp7IiRpZCI6IjM2MSIsIiR0eXBlIjoiTkxSRS5Db21tb24uRG9tLlNvbGlkQ29sb3JCcnVzaCwgTkxSRS5Db21tb24iLCJDb2xvciI6eyIkaWQiOiIzNjIiLCJBIjoyNTUsIlIiOjI1NSwiRyI6MCwiQiI6MH19LCJMaW5lV2VpZ2h0IjowLjAsIkxpbmVUeXBlIjowLCJQYXJlbnRTdHlsZSI6bnVsbH0sIlBhcmVudFN0eWxlIjpudWxsfSwiUmlnaHRFbmRDYXBzU3R5bGUiOnsiJGlkIjoiMzYzIiwiRm9udFNldHRpbmdzIjp7IiRpZCI6IjM2NCIsIkZvbnRTaXplIjoxOCwiRm9udE5hbWUiOiJDYWxpYnJpIiwiSXNCb2xkIjp0cnVlLCJJc0l0YWxpYyI6ZmFsc2UsIklzVW5kZXJsaW5lZCI6ZmFsc2UsIlBhcmVudFN0eWxlIjpudWxsfSwiQXV0b1NpemUiOjAsIkZvcmVncm91bmQiOnsiJGlkIjoiMzY1IiwiQ29sb3IiOnsiJGlkIjoiMzY2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NjciLCJUb3AiOjAuMCwiTGVmdCI6MC4wLCJSaWdodCI6MjAuMCwiQm90dG9tIjowLjB9LCJQYWRkaW5nIjp7IiRpZCI6IjM2OCIsIlRvcCI6MC4wLCJMZWZ0IjowLjAsIlJpZ2h0IjowLjAsIkJvdHRvbSI6MC4wfSwiQmFja2dyb3VuZCI6eyIkaWQiOiIzNjkiLCJDb2xvciI6eyIkaWQiOiIzNzAiLCJBIjowLCJSIjowLCJHIjowLCJCIjowfX0sIklzVmlzaWJsZSI6ZmFsc2UsIldpZHRoIjowLjAsIkhlaWdodCI6MC4wLCJCb3JkZXJTdHlsZSI6bnVsbCwiUGFyZW50U3R5bGUiOm51bGx9LCJMZWZ0RW5kQ2Fwc1N0eWxlIjp7IiRpZCI6IjM3MSIsIkZvbnRTZXR0aW5ncyI6eyIkaWQiOiIzNzIiLCJGb250U2l6ZSI6MTgsIkZvbnROYW1lIjoiQ2FsaWJyaSIsIklzQm9sZCI6dHJ1ZSwiSXNJdGFsaWMiOmZhbHNlLCJJc1VuZGVybGluZWQiOmZhbHNlLCJQYXJlbnRTdHlsZSI6bnVsbH0sIkF1dG9TaXplIjowLCJGb3JlZ3JvdW5kIjp7IiRpZCI6IjM3MyIsIkNvbG9yIjp7IiRpZCI6IjM3NCIsIkEiOjI1NSwiUiI6MjM3LCJHIjoxMjUsIkIiOjQ5fX0sIk1heFdpZHRoIjoiSW5maW5pdHkiLCJNYXhIZWlnaHQiOiJJbmZpbml0eSIsIlNtYXJ0Rm9yZWdyb3VuZElzQWN0aXZlIjpmYWxzZSwiSG9yaXpvbnRhbEFsaWdubWVudCI6MCwiVmVydGljYWxBbGlnbm1lbnQiOjAsIlNtYXJ0Rm9yZWdyb3VuZCI6bnVsbCwiQmFja2dyb3VuZEZpbGxUeXBlIjowLCJNYXJnaW4iOnsiJGlkIjoiMzc1IiwiVG9wIjowLjAsIkxlZnQiOjExNS41MDY2NjY2NjY2NjY2NiwiUmlnaHQiOjAuMCwiQm90dG9tIjowLjB9LCJQYWRkaW5nIjp7IiRpZCI6IjM3NiIsIlRvcCI6MC4wLCJMZWZ0IjowLjAsIlJpZ2h0IjowLjAsIkJvdHRvbSI6MC4wfSwiQmFja2dyb3VuZCI6eyIkaWQiOiIzNzciLCJDb2xvciI6eyIkaWQiOiIzNzgiLCJBIjowLCJSIjowLCJHIjowLCJCIjowfX0sIklzVmlzaWJsZSI6ZmFsc2UsIldpZHRoIjowLjAsIkhlaWdodCI6MC4wLCJCb3JkZXJTdHlsZSI6bnVsbCwiUGFyZW50U3R5bGUiOm51bGx9LCJUb2RheVRleHRTdHlsZSI6eyIkaWQiOiIzNzkiLCJGb250U2V0dGluZ3MiOnsiJGlkIjoiMzgwIiwiRm9udFNpemUiOjEyLCJGb250TmFtZSI6IkNhbGlicmkiLCJJc0JvbGQiOmZhbHNlLCJJc0l0YWxpYyI6ZmFsc2UsIklzVW5kZXJsaW5lZCI6ZmFsc2UsIlBhcmVudFN0eWxlIjpudWxsfSwiQXV0b1NpemUiOjAsIkZvcmVncm91bmQiOnsiJGlkIjoiMzgxIiwiQ29sb3IiOnsiJGlkIjoiMzgyIiwiQSI6MjU1LCJSIjowLCJHIjowLCJCIjowfX0sIk1heFdpZHRoIjoyMDAuMCwiTWF4SGVpZ2h0IjoiSW5maW5pdHkiLCJTbWFydEZvcmVncm91bmRJc0FjdGl2ZSI6ZmFsc2UsIkhvcml6b250YWxBbGlnbm1lbnQiOjAsIlZlcnRpY2FsQWxpZ25tZW50IjowLCJTbWFydEZvcmVncm91bmQiOm51bGwsIkJhY2tncm91bmRGaWxsVHlwZSI6MCwiTWFyZ2luIjp7IiRpZCI6IjM4MyIsIlRvcCI6MC4wLCJMZWZ0IjowLjAsIlJpZ2h0IjowLjAsIkJvdHRvbSI6MC4wfSwiUGFkZGluZyI6eyIkaWQiOiIzODQiLCJUb3AiOjAuMCwiTGVmdCI6MC4wLCJSaWdodCI6MC4wLCJCb3R0b20iOjAuMH0sIkJhY2tncm91bmQiOnsiJGlkIjoiMzg1IiwiQ29sb3IiOnsiJGlkIjoiMzg2IiwiQSI6MCwiUiI6MCwiRyI6MCwiQiI6MH19LCJJc1Zpc2libGUiOnRydWUsIldpZHRoIjowLjAsIkhlaWdodCI6MC4wLCJCb3JkZXJTdHlsZSI6bnVsbCwiUGFyZW50U3R5bGUiOm51bGx9LCJUb2RheU1hcmtlclN0eWxlIjp7IiRpZCI6IjM4NyIsIk1hcmdpbiI6eyIkaWQiOiIzODgiLCJUb3AiOjAuMCwiTGVmdCI6MC4wLCJSaWdodCI6MC4wLCJCb3R0b20iOjAuMH0sIlBhZGRpbmciOnsiJGlkIjoiMzg5IiwiVG9wIjowLjAsIkxlZnQiOjAuMCwiUmlnaHQiOjAuMCwiQm90dG9tIjowLjB9LCJCYWNrZ3JvdW5kIjp7IiRpZCI6IjM5MCIsIkNvbG9yIjp7IiRpZCI6IjM5MSIsIkEiOjI1NSwiUiI6MjU1LCJHIjowLCJCIjowfX0sIklzVmlzaWJsZSI6dHJ1ZSwiV2lkdGgiOjAuMCwiSGVpZ2h0IjowLjAsIkJvcmRlclN0eWxlIjpudWxsLCJQYXJlbnRTdHlsZSI6bnVsbH0sIlNjYWxlU3R5bGUiOnsiJGlkIjoiMzkyIiwiU2hhcGUiOjMsIlNob3dTZWdtZW50U2VwYXJhdG9ycyI6dHJ1ZSwiU2VnbWVudFNlcGFyYXRvck9wYWNpdHkiOjMwLCJIYXNCZWVuVmlzaWJsZUJlZm9yZSI6dHJ1ZSwiRm9udFNldHRpbmdzIjp7IiRpZCI6IjM5MyIsIkZvbnRTaXplIjoxMiwiRm9udE5hbWUiOiJDYWxpYnJpIiwiSXNCb2xkIjpmYWxzZSwiSXNJdGFsaWMiOmZhbHNlLCJJc1VuZGVybGluZWQiOmZhbHNlLCJQYXJlbnRTdHlsZSI6bnVsbH0sIkF1dG9TaXplIjowLCJGb3JlZ3JvdW5kIjp7IiRpZCI6IjM5NCIsIkNvbG9yIjp7IiRpZCI6IjM5NSIsIkEiOjI1NSwiUiI6MjU1LCJHIjoyNTUsIkIiOjI1NX19LCJNYXhXaWR0aCI6MjAwLjAsIk1heEhlaWdodCI6IkluZmluaXR5IiwiU21hcnRGb3JlZ3JvdW5kSXNBY3RpdmUiOmZhbHNlLCJIb3Jpem9udGFsQWxpZ25tZW50IjowLCJWZXJ0aWNhbEFsaWdubWVudCI6MSwiU21hcnRGb3JlZ3JvdW5kIjpudWxsLCJCYWNrZ3JvdW5kRmlsbFR5cGUiOjAsIk1hcmdpbiI6eyIkaWQiOiIzOTYiLCJUb3AiOjAuMCwiTGVmdCI6NS4wLCJSaWdodCI6MC4wLCJCb3R0b20iOjAuMH0sIlBhZGRpbmciOnsiJGlkIjoiMzk3IiwiVG9wIjowLjAsIkxlZnQiOjAuMCwiUmlnaHQiOjAuMCwiQm90dG9tIjowLjB9LCJCYWNrZ3JvdW5kIjp7IiRpZCI6IjM5OCIsIkNvbG9yIjp7IiRpZCI6IjM5OSIsIkEiOjAsIlIiOjAsIkciOjAsIkIiOjB9fSwiSXNWaXNpYmxlIjp0cnVlLCJXaWR0aCI6MC4wLCJIZWlnaHQiOjAuMCwiQm9yZGVyU3R5bGUiOm51bGwsIlBhcmVudFN0eWxlIjpudWxsfSwiU2luZ2xlU2NhbGVTaGFwZVN0eWxlIjp7IiRpZCI6IjQwMCIsIlNoYXBlIjowLCJIZWlnaHQiOjAuMH0sIk1pZGRsZVRpZXJTY2FsZVN0eWxlIjp7IiRpZCI6IjQwMSIsIlNoYXBlIjozLCJTaG93U2VnbWVudFNlcGFyYXRvcnMiOnRydWUsIlNlZ21lbnRTZXBhcmF0b3JPcGFjaXR5IjozMCwiSGFzQmVlblZpc2libGVCZWZvcmUiOmZhbHNlLCJGb250U2V0dGluZ3MiOnsiJGlkIjoiNDAyIiwiRm9udFNpemUiOjEyLCJGb250TmFtZSI6IkNhbGlicmkiLCJJc0JvbGQiOmZhbHNlLCJJc0l0YWxpYyI6ZmFsc2UsIklzVW5kZXJsaW5lZCI6ZmFsc2UsIlBhcmVudFN0eWxlIjpudWxsfSwiQXV0b1NpemUiOjAsIkZvcmVncm91bmQiOnsiJGlkIjoiNDAzIiwiQ29sb3IiOnsiJGlkIjoiNDA0IiwiQSI6MjU1LCJSIjoyNTUsIkciOjI1NSwiQiI6MjU1fX0sIk1heFdpZHRoIjoyMDAuMCwiTWF4SGVpZ2h0IjoiSW5maW5pdHkiLCJTbWFydEZvcmVncm91bmRJc0FjdGl2ZSI6ZmFsc2UsIkhvcml6b250YWxBbGlnbm1lbnQiOjAsIlZlcnRpY2FsQWxpZ25tZW50IjoxLCJTbWFydEZvcmVncm91bmQiOm51bGwsIkJhY2tncm91bmRGaWxsVHlwZSI6MCwiTWFyZ2luIjp7IiRpZCI6IjQwNSIsIlRvcCI6MC4wLCJMZWZ0Ijo1LjAsIlJpZ2h0IjowLjAsIkJvdHRvbSI6MC4wfSwiUGFkZGluZyI6eyIkaWQiOiI0MDYiLCJUb3AiOjAuMCwiTGVmdCI6MC4wLCJSaWdodCI6MC4wLCJCb3R0b20iOjAuMH0sIkJhY2tncm91bmQiOnsiJGlkIjoiNDA3IiwiQ29sb3IiOnsiJGlkIjoiNDA4IiwiQSI6MCwiUiI6MCwiRyI6MCwiQiI6MH19LCJJc1Zpc2libGUiOmZhbHNlLCJXaWR0aCI6MC4wLCJIZWlnaHQiOjAuMCwiQm9yZGVyU3R5bGUiOm51bGwsIlBhcmVudFN0eWxlIjpudWxsfSwiQm90dG9tVGllclNjYWxlU3R5bGUiOnsiJGlkIjoiNDA5IiwiU2hhcGUiOjMsIlNob3dTZWdtZW50U2VwYXJhdG9ycyI6dHJ1ZSwiU2VnbWVudFNlcGFyYXRvck9wYWNpdHkiOjMwLCJIYXNCZWVuVmlzaWJsZUJlZm9yZSI6ZmFsc2UsIkZvbnRTZXR0aW5ncyI6eyIkaWQiOiI0MTAiLCJGb250U2l6ZSI6MTIsIkZvbnROYW1lIjoiQ2FsaWJyaSIsIklzQm9sZCI6ZmFsc2UsIklzSXRhbGljIjpmYWxzZSwiSXNVbmRlcmxpbmVkIjpmYWxzZSwiUGFyZW50U3R5bGUiOm51bGx9LCJBdXRvU2l6ZSI6MCwiRm9yZWdyb3VuZCI6eyIkaWQiOiI0MTEiLCJDb2xvciI6eyIkaWQiOiI0MTIiLCJBIjoyNTUsIlIiOjI1NSwiRyI6MjU1LCJCIjoyNTV9fSwiTWF4V2lkdGgiOjIwMC4wLCJNYXhIZWlnaHQiOiJJbmZpbml0eSIsIlNtYXJ0Rm9yZWdyb3VuZElzQWN0aXZlIjpmYWxzZSwiSG9yaXpvbnRhbEFsaWdubWVudCI6MCwiVmVydGljYWxBbGlnbm1lbnQiOjEsIlNtYXJ0Rm9yZWdyb3VuZCI6bnVsbCwiQmFja2dyb3VuZEZpbGxUeXBlIjowLCJNYXJnaW4iOnsiJGlkIjoiNDEzIiwiVG9wIjowLjAsIkxlZnQiOjUuMCwiUmlnaHQiOjAuMCwiQm90dG9tIjowLjB9LCJQYWRkaW5nIjp7IiRpZCI6IjQxNCIsIlRvcCI6MC4wLCJMZWZ0IjowLjAsIlJpZ2h0IjowLjAsIkJvdHRvbSI6MC4wfSwiQmFja2dyb3VuZCI6eyIkaWQiOiI0MTUiLCJDb2xvciI6eyIkaWQiOiI0MTYiLCJBIjowLCJSIjowLCJHIjowLCJCIjowfX0sIklzVmlzaWJsZSI6ZmFsc2UsIldpZHRoIjowLjAsIkhlaWdodCI6MC4wLCJCb3JkZXJTdHlsZSI6bnVsbCwiUGFyZW50U3R5bGUiOm51bGx9LCJFbGFwc2VkVGltZUJhY2tncm91bmQiOnsiJGlkIjoiNDE3IiwiQ29sb3IiOnsiJGlkIjoiNDE4IiwiQSI6MTkxLCJSIjoyNTUsIkciOjAsIkIiOjB9fSwiQXBwZW5kWWVhck9uWWVhckNoYW5nZSI6ZmFsc2UsIkVsYXBzZWRUaW1lRm9ybWF0IjoyLCJUb2RheU1hcmtlclBvc2l0aW9uIjoyLCJRdWlja1Bvc2l0aW9uIjozLCJBYnNvbHV0ZVBvc2l0aW9uIjoxMTkuNzI3MDA1LCJNYXJnaW4iOnsiJGlkIjoiNDE5IiwiVG9wIjowLjAsIkxlZnQiOjEwLjAsIlJpZ2h0IjoxMC4wLCJCb3R0b20iOjAuMH0sIlBhZGRpbmciOnsiJGlkIjoiNDIwIiwiVG9wIjowLjAsIkxlZnQiOjAuMCwiUmlnaHQiOjAuMCwiQm90dG9tIjowLjB9LCJCYWNrZ3JvdW5kIjp7IiRpZCI6IjQyMSIsIkNvbG9yIjp7IiRpZCI6IjQyMiIsIkEiOjI1NSwiUiI6NDcsIkciOjU0LCJCIjoxNTN9fSwiSXNWaXNpYmxlIjp0cnVlLCJXaWR0aCI6MC4wLCJIZWlnaHQiOjAuMCwiQm9yZGVyU3R5bGUiOm51bGwsIlBhcmVudFN0eWxlIjpudWxsfSwiRGVmYXVsdE1pbGVzdG9uZVN0eWxlIjp7IiRpZCI6IjQyMyIsIlNoYXBlIjoyLCJDb25uZWN0b3JNYXJnaW4iOnsiJGlkIjoiNDI0IiwiVG9wIjowLjAsIkxlZnQiOjIuMCwiUmlnaHQiOjIuMCwiQm90dG9tIjowLjB9LCJDb25uZWN0b3JTdHlsZSI6eyIkaWQiOiI0MjUiLCJMaW5lQ29sb3IiOnsiJGlkIjoiNDI2IiwiJHR5cGUiOiJOTFJFLkNvbW1vbi5Eb20uU29saWRDb2xvckJydXNoLCBOTFJFLkNvbW1vbiIsIkNvbG9yIjp7IiRpZCI6IjQyNyIsIkEiOjEyNywiUiI6NzksIkciOjEyOSwiQiI6MTg5fX0sIkxpbmVXZWlnaHQiOjEuMCwiTGluZVR5cGUiOjAsIlBhcmVudFN0eWxlIjpudWxsfSwiSXNCZWxvd1RpbWViYW5kIjpmYWxzZSwiUG9zaXRpb25PblRhc2siOjAsIkhpZGVEYXRlIjpmYWxzZSwiU2hhcGVTaXplIjoxLCJTcGFjaW5nIjoyLjAsIlBhZGRpbmciOnsiJGlkIjoiNDI4IiwiVG9wIjo3LjAsIkxlZnQiOjMuMCwiUmlnaHQiOjAuMCwiQm90dG9tIjoyLjB9LCJTaGFwZVN0eWxlIjp7IiRpZCI6IjQyOSIsIk1hcmdpbiI6eyIkcmVmIjoiOCJ9LCJQYWRkaW5nIjp7IiRyZWYiOiI5In0sIkJhY2tncm91bmQiOnsiJGlkIjoiNDMwIiwiQ29sb3IiOnsiJGlkIjoiNDMxIiwiQSI6MjU1LCJSIjowLCJHIjoxMTQsIkIiOjE4OH19LCJJc1Zpc2libGUiOnRydWUsIldpZHRoIjoxMy4wLCJIZWlnaHQiOjEzLjAsIkJvcmRlclN0eWxlIjp7IiRpZCI6IjQzMiIsIkxpbmVDb2xvciI6eyIkcmVmIjoiMTMifSwiTGluZVdlaWdodCI6MC4wLCJMaW5lVHlwZSI6MCwiUGFyZW50U3R5bGUiOm51bGx9LCJQYXJlbnRTdHlsZSI6bnVsbH0sIlRpdGxlU3R5bGUiOnsiJGlkIjoiNDMzIiwiRm9udFNldHRpbmdzIjp7IiRpZCI6IjQzNCIsIkZvbnRTaXplIjoxMSwiRm9udE5hbWUiOiJDYWxpYnJpIiwiSXNCb2xkIjp0cnVlLCJJc0l0YWxpYyI6ZmFsc2UsIklzVW5kZXJsaW5lZCI6ZmFsc2UsIlBhcmVudFN0eWxlIjpudWxsfSwiQXV0b1NpemUiOjAsIkZvcmVncm91bmQiOnsiJHJlZiI6IjE3In0sIk1heFdpZHRoIjoyMDAuMCwiTWF4SGVpZ2h0IjoiSW5maW5pdHkiLCJTbWFydEZvcmVncm91bmRJc0FjdGl2ZSI6ZmFsc2UsIkhvcml6b250YWxBbGlnbm1lbnQiOjAsIlZlcnRpY2FsQWxpZ25tZW50IjowLCJTbWFydEZvcmVncm91bmQiOm51bGwsIkJhY2tncm91bmRGaWxsVHlwZSI6MCwiTWFyZ2luIjp7IiRyZWYiOiIxOSJ9LCJQYWRkaW5nIjp7IiRyZWYiOiIyMCJ9LCJCYWNrZ3JvdW5kIjp7IiRyZWYiOiIyMSJ9LCJJc1Zpc2libGUiOnRydWUsIldpZHRoIjowLjAsIkhlaWdodCI6MC4wLCJCb3JkZXJTdHlsZSI6bnVsbCwiUGFyZW50U3R5bGUiOm51bGx9LCJEYXRlU3R5bGUiOnsiJGlkIjoiNDM1IiwiRm9udFNldHRpbmdzIjp7IiRpZCI6IjQzNiIsIkZvbnRTaXplIjoxMCwiRm9udE5hbWUiOiJDYWxpYnJpIiwiSXNCb2xkIjpmYWxzZSwiSXNJdGFsaWMiOmZhbHNlLCJJc1VuZGVybGluZWQiOmZhbHNlLCJQYXJlbnRTdHlsZSI6bnVsbH0sIkF1dG9TaXplIjowLCJGb3JlZ3JvdW5kIjp7IiRyZWYiOiIyNSJ9LCJNYXhXaWR0aCI6MjAwLjAsIk1heEhlaWdodCI6IkluZmluaXR5IiwiU21hcnRGb3JlZ3JvdW5kSXNBY3RpdmUiOmZhbHNlLCJIb3Jpem9udGFsQWxpZ25tZW50IjowLCJWZXJ0aWNhbEFsaWdubWVudCI6MCwiU21hcnRGb3JlZ3JvdW5kIjpudWxsLCJCYWNrZ3JvdW5kRmlsbFR5cGUiOjAsIk1hcmdpbiI6eyIkcmVmIjoiMjcifSwiUGFkZGluZyI6eyIkcmVmIjoiMjgifSwiQmFja2dyb3VuZCI6eyIkcmVmIjoiMjkifSwiSXNWaXNpYmxlIjp0cnVlLCJXaWR0aCI6MC4wLCJIZWlnaHQiOjAuMCwiQm9yZGVyU3R5bGUiOm51bGwsIlBhcmVudFN0eWxlIjpudWxsfSwiRGF0ZUZvcm1hdCI6eyIkaWQiOiI0MzciLCJGb3JtYXRTdHJpbmciOiJNL2QveXkiLCJTZXBhcmF0b3IiOiIvIiwiVXNlSW50ZXJuYXRpb25hbERhdGVGb3JtYXQiOmZhbHNlLCJEYXRlSXNWaXNpYmxlIjp0cnVlLCJUaW1lSXNWaXNpYmxlIjpmYWxzZSwiSG91ckRpZ2l0cyI6MSwiQW1QbURlc2lnbmF0b3IiOjIsIlRyaW0wME1pbnV0ZXMiOmZhbHNlLCJMYXN0S25vd25WaXNpYmlsaXR5U3RhdGUiOnsiJGlkIjoiNDM4IiwiRGF0ZVBhcnRJc1Zpc2libGUiOnRydWUsIlRpbWVQYXJ0SXNWaXNpYmxlIjpmYWxzZX19LCJXZWVrTnVtYmVyaW5nIjp7IiRpZCI6IjQzOSIsIkZvcm1hdCI6MCwiSXNWaXNpYmxlIjpmYWxzZSwiTGFzdEtub3duVmlzaWJpbGl0eVN0YXRlIjpmYWxzZX0sIklzVmlzaWJsZSI6dHJ1ZSwiUGFyZW50U3R5bGUiOm51bGx9LCJEZWZhdWx0VGFza1N0eWxlIjp7IiRpZCI6IjQ0MCIsIlNoYXBlIjoxLCJTaGFwZVRoaWNrbmVzcyI6MCwiRHVyYXRpb25Gb3JtYXQiOjAsIkluY2x1ZGVOb25Xb3JraW5nRGF5c0luRHVyYXRpb24iOmZhbHNlLCJQZXJjZW50YWdlQ29tcGxldGVTdHlsZSI6eyIkaWQiOiI0NDEiLCJGb250U2V0dGluZ3MiOnsiJGlkIjoiNDQyIiwiRm9udFNpemUiOjEwLCJGb250TmFtZSI6IkNhbGlicmkiLCJJc0JvbGQiOmZhbHNlLCJJc0l0YWxpYyI6ZmFsc2UsIklzVW5kZXJsaW5lZCI6ZmFsc2UsIlBhcmVudFN0eWxlIjpudWxsfSwiQXV0b1NpemUiOjAsIkZvcmVncm91bmQiOnsiJHJlZiI6IjQwIn0sIk1heFdpZHRoIjoyMDAuMCwiTWF4SGVpZ2h0IjoiSW5maW5pdHkiLCJTbWFydEZvcmVncm91bmRJc0FjdGl2ZSI6ZmFsc2UsIkhvcml6b250YWxBbGlnbm1lbnQiOjAsIlZlcnRpY2FsQWxpZ25tZW50IjowLCJTbWFydEZvcmVncm91bmQiOm51bGwsIkJhY2tncm91bmRGaWxsVHlwZSI6MCwiTWFyZ2luIjp7IiRyZWYiOiI0MiJ9LCJQYWRkaW5nIjp7IiRyZWYiOiI0MyJ9LCJCYWNrZ3JvdW5kIjp7IiRyZWYiOiI0NCJ9LCJJc1Zpc2libGUiOnRydWUsIldpZHRoIjowLjAsIkhlaWdodCI6MC4wLCJCb3JkZXJTdHlsZSI6bnVsbCwiUGFyZW50U3R5bGUiOm51bGx9LCJEdXJhdGlvblN0eWxlIjp7IiRpZCI6IjQ0MyIsIkZvbnRTZXR0aW5ncyI6eyIkaWQiOiI0NDQiLCJGb250U2l6ZSI6MTAsIkZvbnROYW1lIjoiQ2FsaWJyaSIsIklzQm9sZCI6ZmFsc2UsIklzSXRhbGljIjpmYWxzZSwiSXNVbmRlcmxpbmVkIjpmYWxzZSwiUGFyZW50U3R5bGUiOm51bGx9LCJBdXRvU2l6ZSI6MCwiRm9yZWdyb3VuZCI6eyIkcmVmIjoiNDkifSwiTWF4V2lkdGgiOjIwMC4wLCJNYXhIZWlnaHQiOiJJbmZpbml0eSIsIlNtYXJ0Rm9yZWdyb3VuZElzQWN0aXZlIjpmYWxzZSwiSG9yaXpvbnRhbEFsaWdubWVudCI6MCwiVmVydGljYWxBbGlnbm1lbnQiOjAsIlNtYXJ0Rm9yZWdyb3VuZCI6bnVsbCwiQmFja2dyb3VuZEZpbGxUeXBlIjowLCJNYXJnaW4iOnsiJHJlZiI6IjUxIn0sIlBhZGRpbmciOnsiJHJlZiI6IjUyIn0sIkJhY2tncm91bmQiOnsiJHJlZiI6IjUzIn0sIklzVmlzaWJsZSI6dHJ1ZSwiV2lkdGgiOjAuMCwiSGVpZ2h0IjowLjAsIkJvcmRlclN0eWxlIjpudWxsLCJQYXJlbnRTdHlsZSI6bnVsbH0sIkhvcml6b250YWxDb25uZWN0b3JTdHlsZSI6eyIkaWQiOiI0NDUiLCJMaW5lQ29sb3IiOnsiJHJlZiI6IjU3In0sIkxpbmVXZWlnaHQiOjEuMCwiTGluZVR5cGUiOjAsIlBhcmVudFN0eWxlIjpudWxsfSwiVmVydGljYWxDb25uZWN0b3JTdHlsZSI6eyIkaWQiOiI0NDYiLCJMaW5lQ29sb3IiOnsiJHJlZiI6IjYw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NDQ3IiwiTWFyZ2luIjp7IiRyZWYiOiI2MyJ9LCJQYWRkaW5nIjp7IiRyZWYiOiI2NCJ9LCJCYWNrZ3JvdW5kIjp7IiRpZCI6IjQ0OCIsIkNvbG9yIjp7IiRpZCI6IjQ0OSIsIkEiOjI1NSwiUiI6MCwiRyI6MTE0LCJCIjoxODh9fSwiSXNWaXNpYmxlIjp0cnVlLCJXaWR0aCI6MC4wLCJIZWlnaHQiOjEwLjAsIkJvcmRlclN0eWxlIjp7IiRpZCI6IjQ1MCIsIkxpbmVDb2xvciI6eyIkcmVmIjoiNjgifSwiTGluZVdlaWdodCI6MC4wLCJMaW5lVHlwZSI6MCwiUGFyZW50U3R5bGUiOm51bGx9LCJQYXJlbnRTdHlsZSI6bnVsbH0sIlRpdGxlU3R5bGUiOnsiJGlkIjoiNDUxIiwiRm9udFNldHRpbmdzIjp7IiRpZCI6IjQ1MiIsIkZvbnRTaXplIjoxMSwiRm9udE5hbWUiOiJDYWxpYnJpIiwiSXNCb2xkIjp0cnVlLCJJc0l0YWxpYyI6ZmFsc2UsIklzVW5kZXJsaW5lZCI6ZmFsc2UsIlBhcmVudFN0eWxlIjpudWxsfSwiQXV0b1NpemUiOjAsIkZvcmVncm91bmQiOnsiJHJlZiI6IjcyIn0sIk1heFdpZHRoIjo5NjAuMCwiTWF4SGVpZ2h0IjoiSW5maW5pdHkiLCJTbWFydEZvcmVncm91bmRJc0FjdGl2ZSI6ZmFsc2UsIkhvcml6b250YWxBbGlnbm1lbnQiOjAsIlZlcnRpY2FsQWxpZ25tZW50IjowLCJTbWFydEZvcmVncm91bmQiOm51bGwsIkJhY2tncm91bmRGaWxsVHlwZSI6MCwiTWFyZ2luIjp7IiRyZWYiOiI3NCJ9LCJQYWRkaW5nIjp7IiRyZWYiOiI3NSJ9LCJCYWNrZ3JvdW5kIjp7IiRyZWYiOiI3NiJ9LCJJc1Zpc2libGUiOnRydWUsIldpZHRoIjowLjAsIkhlaWdodCI6MC4wLCJCb3JkZXJTdHlsZSI6bnVsbCwiUGFyZW50U3R5bGUiOm51bGx9LCJEYXRlU3R5bGUiOnsiJGlkIjoiNDUzIiwiRm9udFNldHRpbmdzIjp7IiRpZCI6IjQ1NCIsIkZvbnRTaXplIjoxMCwiRm9udE5hbWUiOiJDYWxpYnJpIiwiSXNCb2xkIjpmYWxzZSwiSXNJdGFsaWMiOmZhbHNlLCJJc1VuZGVybGluZWQiOmZhbHNlLCJQYXJlbnRTdHlsZSI6bnVsbH0sIkF1dG9TaXplIjowLCJGb3JlZ3JvdW5kIjp7IiRyZWYiOiI4MSJ9LCJNYXhXaWR0aCI6MjAwLjAsIk1heEhlaWdodCI6IkluZmluaXR5IiwiU21hcnRGb3JlZ3JvdW5kSXNBY3RpdmUiOmZhbHNlLCJIb3Jpem9udGFsQWxpZ25tZW50IjoyLCJWZXJ0aWNhbEFsaWdubWVudCI6MCwiU21hcnRGb3JlZ3JvdW5kIjpudWxsLCJCYWNrZ3JvdW5kRmlsbFR5cGUiOjAsIk1hcmdpbiI6eyIkcmVmIjoiODMifSwiUGFkZGluZyI6eyIkcmVmIjoiODQifSwiQmFja2dyb3VuZCI6eyIkcmVmIjoiODUifSwiSXNWaXNpYmxlIjp0cnVlLCJXaWR0aCI6MC4wLCJIZWlnaHQiOjAuMCwiQm9yZGVyU3R5bGUiOm51bGwsIlBhcmVudFN0eWxlIjpudWxsfSwiRGF0ZUZvcm1hdCI6eyIkaWQiOiI0NTU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Q1NiIsIkZvcm1hdCI6MCwiSXNWaXNpYmxlIjpmYWxzZSwiTGFzdEtub3duVmlzaWJpbGl0eVN0YXRlIjpmYWxzZX0sIklzVmlzaWJsZSI6dHJ1ZSwiUGFyZW50U3R5bGUiOm51bGwsIl9leHBsaWNpdGx5U2V0Ijp7IiRpZCI6IjQ1NyIsIlNoYXBlU3R5bGUiOmZhbHNlLCJUaXRsZVN0eWxlIjpmYWxzZSwiRGF0ZVN0eWxlIjpmYWxzZSwiSG9yaXpvbnRhbENvbm5lY3RvclN0eWxlIjpmYWxzZSwiVmVydGljYWxDb25uZWN0b3JTdHlsZSI6ZmFsc2UsIlBlcmNlbnRhZ2VDb21wbGV0ZVNoYXBlT3BhY2l0eSI6ZmFsc2UsIlNoYXBlIjpmYWxzZSwiU2hhcGVUaGlja25lc3MiOmZhbHNlLCJEdXJhdGlvbkZvcm1hdCI6ZmFsc2UsIkluY2x1ZGVOb25Xb3JraW5nRGF5c0luRHVyYXRpb24iOmZhbHNlLCJNYXJnaW4iOmZhbHNlLCJTdGFydERhdGVQb3NpdGlvbiI6ZmFsc2UsIkVuZERhdGVQb3NpdGlvbiI6ZmFsc2UsIlRpdGxlUG9zaXRpb24iOmZhbHNlLCJEdXJhdGlvblBvc2l0aW9uIjpmYWxzZSwiUGVyY2VudGFnZUNvbXBsZXRlZFBvc2l0aW9uIjpmYWxzZSwiU3BhY2luZyI6ZmFsc2UsIklzQmVsb3dUaW1lYmFuZCI6ZmFsc2UsIkRhdGVGb3JtYXQiOmZhbHNlLCJXZWVrTnVtYmVyaW5nIjpmYWxzZSwiSXNWaXNpYmxlIjpmYWxzZX19LCJHcmlkbGluZVBhbmVsU3R5bGUiOnsiJGlkIjoiNDU4IiwiR3JpZGxpbmVTdHlsZSI6eyIkaWQiOiI0NTkiLCJMaW5lQ29sb3IiOnsiJGlkIjoiNDYwIiwiJHR5cGUiOiJOTFJFLkNvbW1vbi5Eb20uU29saWRDb2xvckJydXNoLCBOTFJFLkNvbW1vbiIsIkNvbG9yIjp7IiRpZCI6IjQ2MSIsIkEiOjM4LCJSIjoyNDUsIkciOjEzOCwiQiI6MTA0fX0sIkxpbmVXZWlnaHQiOjEuMCwiTGluZVR5cGUiOjAsIlBhcmVudFN0eWxlIjpudWxsfSwiTWFyZ2luIjp7IiRpZCI6IjQ2MiIsIlRvcCI6MC4wLCJMZWZ0IjowLjAsIlJpZ2h0IjowLjAsIkJvdHRvbSI6MC4wfSwiUGFkZGluZyI6eyIkaWQiOiI0NjMiLCJUb3AiOjAuMCwiTGVmdCI6MC4wLCJSaWdodCI6MC4wLCJCb3R0b20iOjAuMH0sIkJhY2tncm91bmQiOm51bGwsIklzVmlzaWJsZSI6dHJ1ZSwiV2lkdGgiOjAuMCwiSGVpZ2h0IjowLjAsIkJvcmRlclN0eWxlIjp7IiRpZCI6IjQ2NCIsIkxpbmVDb2xvciI6bnVsbCwiTGluZVdlaWdodCI6MC4wLCJMaW5lVHlwZSI6MCwiUGFyZW50U3R5bGUiOm51bGx9LCJQYXJlbnRTdHlsZSI6bnVsbH0sIkFjdGl2aXR5TGluZVBhbmVsU3R5bGUiOnsiJGlkIjoiNDY1IiwiQWN0aXZpdHlMaW5lU3R5bGUiOnsiJGlkIjoiNDY2IiwiTGluZUNvbG9yIjp7IiRpZCI6IjQ2NyIsIiR0eXBlIjoiTkxSRS5Db21tb24uRG9tLlNvbGlkQ29sb3JCcnVzaCwgTkxSRS5Db21tb24iLCJDb2xvciI6eyIkaWQiOiI0NjgiLCJBIjozOCwiUiI6NjgsIkciOjExNCwiQiI6MTk2fX0sIkxpbmVXZWlnaHQiOjEuMCwiTGluZVR5cGUiOjAsIlBhcmVudFN0eWxlIjpudWxsfSwiTWFyZ2luIjp7IiRpZCI6IjQ2OSIsIlRvcCI6MC4wLCJMZWZ0IjowLjAsIlJpZ2h0IjowLjAsIkJvdHRvbSI6MC4wfSwiUGFkZGluZyI6eyIkaWQiOiI0NzAiLCJUb3AiOjAuMCwiTGVmdCI6MC4wLCJSaWdodCI6MC4wLCJCb3R0b20iOjAuMH0sIkJhY2tncm91bmQiOm51bGwsIklzVmlzaWJsZSI6dHJ1ZSwiV2lkdGgiOjAuMCwiSGVpZ2h0IjowLjAsIkJvcmRlclN0eWxlIjp7IiRpZCI6IjQ3MSIsIkxpbmVDb2xvciI6bnVsbCwiTGluZVdlaWdodCI6MC4wLCJMaW5lVHlwZSI6MCwiUGFyZW50U3R5bGUiOm51bGx9LCJQYXJlbnRTdHlsZSI6bnVsbH0sIlNob3dFbGFwc2VkVGltZUdyYWRpZW50U3R5bGUiOmZhbHNlLCJUaW1lYmFuZFJlc2VydmVkTGVmdEFyZWFTdHlsZSI6eyIkaWQiOiI0NzIiLCJBY3Rpdml0eUhlYWRlcldpZHRoIjo3Ni4wLCJJc1NldCI6ZmFsc2V9LCJEZWZhdWx0U3dpbWxhbmVTdHlsZSI6bnVsbH0sIlNjYWxlIjpudWxsLCJTY2FsZVYyIjp7IiRpZCI6IjQ3MyIsIlN0YXJ0RGF0ZSI6IjAwMDEtMDEtMDFUMDA6MDA6MDAiLCJFbmREYXRlIjoiMjAzMy0wOS0zMFQyMzo1OTowMCIsIkF1dG9EYXRlUmFuZ2UiOnRydWUsIldvcmtpbmdEYXlzIjozMSwiRmlzY2FsWWVhciI6eyIkaWQiOiI0NzQiLCJTdGFydE1vbnRoIjoxLCJVc2VTdGFydGluZ1llYXJGb3JOdW1iZXJpbmciOnRydWUsIlNob3dGaXNjYWxZZWFyTGFiZWwiOnRydWV9LCJUb2RheU1hcmtlclRleHQiOiJUb2RheSIsIkF1dG9TY2FsZVR5cGUiOmZhbHNlLCJUaW1lYmFuZFNjYWxlcyI6eyIkaWQiOiI0NzUiLCJUb3BTY2FsZUxheWVyIjp7IiRpZCI6IjQ3NiIsIkZvcm1hdCI6Ik1NTSIsIlR5cGUiOjR9LCJNaWRkbGVTY2FsZUxheWVyIjp7IiRpZCI6IjQ3NyIsIkZvcm1hdCI6bnVsbCwiVHlwZSI6MH0sIkJvdHRvbVNjYWxlTGF5ZXIiOnsiJGlkIjoiNDc4IiwiRm9ybWF0IjpudWxsLCJUeXBlIjowfX19LCJNaWxlc3RvbmVzIjpbXSwiVGFza3MiOltdLCJTd2ltbGFuZXMiOltdLCJNc1Byb2plY3RJdGVtc1RyZWUiOnsiJGlkIjoiNDc5IiwiUm9vdCI6eyJJbXBvcnRJZCI6bnVsbCwiSXNJbXBvcnRlZCI6ZmFsc2UsIkNoaWxkcmVuIjpbXX19LCJNZXRhZGF0YSI6eyIkaWQiOiI0ODAiLCJSZWNlbnRDb2xvcnNDb2xsZWN0aW9uIjoiW10iLCJTb3VyY2VUZW1wbGF0ZSI6IntcIiRpZFwiOlwiMVwiLFwiSWRcIjpcImNjMjZmODYzLTI3Y2UtNDgwZS1hNTg5LWIzZjEyZjJkNmViMFwiLFwiQ3VsdHVyZUluZm9OYW1lXCI6XCJlbi1VU1wiLFwiVmVyc2lvblwiOntcIiRpZFwiOlwiMlwiLFwiVGVtcGxhdGVEb21WZXJzaW9uXCI6XCIxLjMuMVwifSxcIkVmZmVjdFwiOjEsXCJTdHlsZVwiOntcIiRpZFwiOlwiM1wiLFwiVGltZWJhbmRTdHlsZVwiOntcIiRpZFwiOlwiNFwiLFwiU2NhbGVNYXJraW5nXCI6MSxcIlNoYXBlXCI6MTAsXCJTaGFwZVN0eWxlXCI6e1wiJGlkXCI6XCI1XCIsXCJNYXJnaW5cIjp7XCIkaWRcIjpcIjZcIixcIlRvcFwiOjAuMCxcIkxlZnRcIjoxMC4wLFwiUmlnaHRcIjoxMC4wLFwiQm90dG9tXCI6MC4wfSxcIlBhZGRpbmdcIjp7XCIkaWRcIjpcIjdcIixcIlRvcFwiOjMuMCxcIkxlZnRcIjowLjAsXCJSaWdodFwiOjAuMCxcIkJvdHRvbVwiOjMuMH0sXCJCYWNrZ3JvdW5kXCI6e1wiJGlkXCI6XCI4XCIsXCJDb2xvclwiOntcIiRpZFwiOlwiOVwiLFwiQVwiOjI1NSxcIlJcIjo2OCxcIkdcIjo4NCxcIkJcIjoxMDZ9fSxcIklzVmlzaWJsZVwiOnRydWUsXCJXaWR0aFwiOjg1OC4wLFwiSGVpZ2h0XCI6MjAuMCxcIkJvcmRlclN0eWxlXCI6e1wiJGlkXCI6XCIxMFwiLFwiTGluZUNvbG9yXCI6e1wiJGlkXCI6XCIxMVwiLFwiJHR5cGVcIjpcIk5MUkUuQ29tbW9uLkRvbS5Tb2xpZENvbG9yQnJ1c2gsIE5MUkUuQ29tbW9uXCIsXCJDb2xvclwiOntcIiRpZFwiOlwiMTJcIixcIkFcIjoyNTUsXCJSXCI6MjU1LFwiR1wiOjAsXCJCXCI6MH19LFwiTGluZVdlaWdodFwiOjAuMCxcIkxpbmVUeXBlXCI6MH19LFwiTWlkZGxlVGllclNoYXBlU3R5bGVcIjp7XCIkaWRcIjpcIjEzXCIsXCJNYXJnaW5cIjp7XCIkaWRcIjpcIjE0XCIsXCJUb3BcIjowLjAsXCJMZWZ0XCI6MTAuMCxcIlJpZ2h0XCI6MTAuMCxcIkJvdHRvbVwiOjAuMH0sXCJQYWRkaW5nXCI6e1wiJGlkXCI6XCIxNVwiLFwiVG9wXCI6My4wLFwiTGVmdFwiOjAuMCxcIlJpZ2h0XCI6MC4wLFwiQm90dG9tXCI6My4wfSxcIkJhY2tncm91bmRcIjp7XCIkaWRcIjpcIjE2XCIsXCJDb2xvclwiOntcIiRpZFwiOlwiMTdcIixcIkFcIjoyNTUsXCJSXCI6NjgsXCJHXCI6ODQsXCJCXCI6MTA2fX0sXCJJc1Zpc2libGVcIjp0cnVlLFwiV2lkdGhcIjo4NTguMCxcIkhlaWdodFwiOjIwLjAsXCJCb3JkZXJTdHlsZVwiOntcIiRpZFwiOlwiMThcIixcIkxpbmVDb2xvclwiOntcIiRpZFwiOlwiMTlcIixcIiR0eXBlXCI6XCJOTFJFLkNvbW1vbi5Eb20uU29saWRDb2xvckJydXNoLCBOTFJFLkNvbW1vblwiLFwiQ29sb3JcIjp7XCIkaWRcIjpcIjIwXCIsXCJBXCI6MjU1LFwiUlwiOjI1NSxcIkdcIjowLFwiQlwiOjB9fSxcIkxpbmVXZWlnaHRcIjowLjAsXCJMaW5lVHlwZVwiOjB9fSxcIkJvdHRvbVRpZXJTaGFwZVN0eWxlXCI6e1wiJGlkXCI6XCIyMVwiLFwiTWFyZ2luXCI6e1wiJGlkXCI6XCIyMlwiLFwiVG9wXCI6MC4wLFwiTGVmdFwiOjEwLjAsXCJSaWdodFwiOjEwLjAsXCJCb3R0b21cIjowLjB9LFwiUGFkZGluZ1wiOntcIiRpZFwiOlwiMjNcIixcIlRvcFwiOjMuMCxcIkxlZnRcIjowLjAsXCJSaWdodFwiOjAuMCxcIkJvdHRvbVwiOjMuMH0sXCJCYWNrZ3JvdW5kXCI6e1wiJGlkXCI6XCIyNFwiLFwiQ29sb3JcIjp7XCIkaWRcIjpcIjI1XCIsXCJBXCI6MjU1LFwiUlwiOjY4LFwiR1wiOjg0LFwiQlwiOjEwNn19LFwiSXNWaXNpYmxlXCI6dHJ1ZSxcIldpZHRoXCI6ODU4LjAsXCJIZWlnaHRcIjoyMC4wLFwiQm9yZGVyU3R5bGVcIjp7XCIkaWRcIjpcIjI2XCIsXCJMaW5lQ29sb3JcIjp7XCIkaWRcIjpcIjI3XCIsXCIkdHlwZVwiOlwiTkxSRS5Db21tb24uRG9tLlNvbGlkQ29sb3JCcnVzaCwgTkxSRS5Db21tb25cIixcIkNvbG9yXCI6e1wiJGlkXCI6XCIyOFwiLFwiQVwiOjI1NSxcIlJcIjoyNTUsXCJHXCI6MCxcIkJcIjowfX0sXCJMaW5lV2VpZ2h0XCI6MC4wLFwiTGluZVR5cGVcIjowfX0sXCJSaWdodEVuZENhcHNTdHlsZVwiOntcIiRpZFwiOlwiMjlcIixcIkZvbnRTZXR0aW5nc1wiOntcIiRpZFwiOlwiMzBcIixcIkZvbnRTaXplXCI6MTgsXCJGb250TmFtZVwiOlwiQ2FsaWJyaVwiLFwiSXNCb2xkXCI6dHJ1ZSxcIklzSXRhbGljXCI6ZmFsc2UsXCJJc1VuZGVybGluZWRcIjpmYWxzZX0sXCJBdXRvU2l6ZVwiOjAsXCJGb3JlZ3JvdW5kXCI6e1wiJGlkXCI6XCIzMVwiLFwiQ29sb3JcIjp7XCIkaWRcIjpcIjMyXCIsXCJBXCI6MjU1LFwiUlwiOjIzNyxcIkdcIjoxMjUsXCJCXCI6NDl9fSxcIkJhY2tncm91bmRGaWxsVHlwZVwiOjAsXCJNYXhXaWR0aFwiOlwiSW5maW5pdHlcIixcIk1heEhlaWdodFwiOlwiSW5maW5pdHlcIixcIlNtYXJ0Rm9yZWdyb3VuZElzQWN0aXZlXCI6ZmFsc2UsXCJIb3Jpem9udGFsQWxpZ25tZW50XCI6MCxcIlZlcnRpY2FsQWxpZ25tZW50XCI6MCxcIlNtYXJ0Rm9yZWdyb3VuZFwiOm51bGwsXCJNYXJnaW5cIjp7XCIkaWRcIjpcIjMzXCIsXCJUb3BcIjowLjAsXCJMZWZ0XCI6MC4wLFwiUmlnaHRcIjoyMC4wLFwiQm90dG9tXCI6MC4wfSxcIlBhZGRpbmdcIjp7XCIkaWRcIjpcIjM0XCIsXCJUb3BcIjowLjAsXCJMZWZ0XCI6MC4wLFwiUmlnaHRcIjowLjAsXCJCb3R0b21cIjowLjB9LFwiQmFja2dyb3VuZFwiOntcIiRpZFwiOlwiMzVcIixcIkNvbG9yXCI6e1wiJGlkXCI6XCIzNlwiLFwiQVwiOjAsXCJSXCI6MCxcIkdcIjowLFwiQlwiOjB9fSxcIklzVmlzaWJsZVwiOnRydWUsXCJXaWR0aFwiOjAuMCxcIkhlaWdodFwiOjAuMCxcIkJvcmRlclN0eWxlXCI6bnVsbH0sXCJMZWZ0RW5kQ2Fwc1N0eWxlXCI6e1wiJGlkXCI6XCIzN1wiLFwiRm9udFNldHRpbmdzXCI6e1wiJGlkXCI6XCIzOFwiLFwiRm9udFNpemVcIjoxOCxcIkZvbnROYW1lXCI6XCJDYWxpYnJpXCIsXCJJc0JvbGRcIjp0cnVlLFwiSXNJdGFsaWNcIjpmYWxzZSxcIklzVW5kZXJsaW5lZFwiOmZhbHNlfSxcIkF1dG9TaXplXCI6MCxcIkZvcmVncm91bmRcIjp7XCIkaWRcIjpcIjM5XCIsXCJDb2xvclwiOntcIiRpZFwiOlwiNDBcIixcIkFcIjoyNTUsXCJSXCI6MjM3LFwiR1wiOjEyNSxcIkJcIjo0OX19LFwiQmFja2dyb3VuZEZpbGxUeXBlXCI6MCxcIk1heFdpZHRoXCI6XCJJbmZpbml0eVwiLFwiTWF4SGVpZ2h0XCI6XCJJbmZpbml0eVwiLFwiU21hcnRGb3JlZ3JvdW5kSXNBY3RpdmVcIjpmYWxzZSxcIkhvcml6b250YWxBbGlnbm1lbnRcIjowLFwiVmVydGljYWxBbGlnbm1lbnRcIjowLFwiU21hcnRGb3JlZ3JvdW5kXCI6bnVsbCxcIk1hcmdpblwiOntcIiRpZFwiOlwiNDFcIixcIlRvcFwiOjAuMCxcIkxlZnRcIjoyMC4wLFwiUmlnaHRcIjowLjAsXCJCb3R0b21cIjowLjB9LFwiUGFkZGluZ1wiOntcIiRpZFwiOlwiNDJcIixcIlRvcFwiOjAuMCxcIkxlZnRcIjowLjAsXCJSaWdodFwiOjAuMCxcIkJvdHRvbVwiOjAuMH0sXCJCYWNrZ3JvdW5kXCI6e1wiJGlkXCI6XCI0M1wiLFwiQ29sb3JcIjp7XCIkcmVmXCI6XCIzNlwifX0sXCJJc1Zpc2libGVcIjpmYWxzZSxcIldpZHRoXCI6MC4wLFwiSGVpZ2h0XCI6MC4wLFwiQm9yZGVyU3R5bGVcIjpudWxsfSxcIlRvZGF5VGV4dFN0eWxlXCI6e1wiJGlkXCI6XCI0NFwiLFwiRm9udFNldHRpbmdzXCI6e1wiJGlkXCI6XCI0NVwiLFwiRm9udFNpemVcIjoxMixcIkZvbnROYW1lXCI6XCJDYWxpYnJpXCIsXCJJc0JvbGRcIjpmYWxzZSxcIklzSXRhbGljXCI6ZmFsc2UsXCJJc1VuZGVybGluZWRcIjpmYWxzZX0sXCJBdXRvU2l6ZVwiOjAsXCJGb3JlZ3JvdW5kXCI6e1wiJGlkXCI6XCI0NlwiLFwiQ29sb3JcIjp7XCIkaWRcIjpcIjQ3XCIsXCJBXCI6MjU1LFwiUlwiOjAsXCJHXCI6MCxcIkJcIjowfX0sXCJCYWNrZ3JvdW5kRmlsbFR5cGVcIjowLFwiTWF4V2lkdGhcIjoyMDAuMCxcIk1heEhlaWdodFwiOlwiSW5maW5pdHlcIixcIlNtYXJ0Rm9yZWdyb3VuZElzQWN0aXZlXCI6ZmFsc2UsXCJIb3Jpem9udGFsQWxpZ25tZW50XCI6MCxcIlZlcnRpY2FsQWxpZ25tZW50XCI6MCxcIlNtYXJ0Rm9yZWdyb3VuZFwiOm51bGwsXCJNYXJnaW5cIjp7XCIkaWRcIjpcIjQ4XCIsXCJUb3BcIjowLjAsXCJMZWZ0XCI6MC4wLFwiUmlnaHRcIjowLjAsXCJCb3R0b21cIjowLjB9LFwiUGFkZGluZ1wiOntcIiRpZFwiOlwiNDlcIixcIlRvcFwiOjAuMCxcIkxlZnRcIjowLjAsXCJSaWdodFwiOjAuMCxcIkJvdHRvbVwiOjAuMH0sXCJCYWNrZ3JvdW5kXCI6e1wiJGlkXCI6XCI1MFwiLFwiQ29sb3JcIjp7XCIkcmVmXCI6XCIzNlwifX0sXCJJc1Zpc2libGVcIjp0cnVlLFwiV2lkdGhcIjowLjAsXCJIZWlnaHRcIjowLjAsXCJCb3JkZXJTdHlsZVwiOm51bGx9LFwiVG9kYXlNYXJrZXJTdHlsZVwiOntcIiRpZFwiOlwiNTFcIixcIk1hcmdpblwiOntcIiRpZFwiOlwiNTJcIixcIlRvcFwiOjAuMCxcIkxlZnRcIjowLjAsXCJSaWdodFwiOjAuMCxcIkJvdHRvbVwiOjAuMH0sXCJQYWRkaW5nXCI6e1wiJGlkXCI6XCI1M1wiLFwiVG9wXCI6MC4wLFwiTGVmdFwiOjAuMCxcIlJpZ2h0XCI6MC4wLFwiQm90dG9tXCI6MC4wfSxcIkJhY2tncm91bmRcIjp7XCIkaWRcIjpcIjU0XCIsXCJDb2xvclwiOntcIiRpZFwiOlwiNTVcIixcIkFcIjoyNTUsXCJSXCI6MjU1LFwiR1wiOjAsXCJCXCI6MH19LFwiSXNWaXNpYmxlXCI6dHJ1ZSxcIldpZHRoXCI6MC4wLFwiSGVpZ2h0XCI6MC4wLFwiQm9yZGVyU3R5bGVcIjpudWxsfSxcIlNjYWxlU3R5bGVcIjp7XCIkaWRcIjpcIjU2XCIsXCJTaG93U2VnbWVudFNlcGFyYXRvcnNcIjp0cnVlLFwiU2VnbWVudFNlcGFyYXRvck9wYWNpdHlcIjozMCxcIlNoYXBlXCI6MyxcIkhhc0JlZW5WaXNpYmxlQmVmb3JlXCI6dHJ1ZSxcIkZvbnRTZXR0aW5nc1wiOntcIiRpZFwiOlwiNTdcIixcIkZvbnRTaXplXCI6MTIsXCJGb250TmFtZVwiOlwiQ2FsaWJyaVwiLFwiSXNCb2xkXCI6ZmFsc2UsXCJJc0l0YWxpY1wiOmZhbHNlLFwiSXNVbmRlcmxpbmVkXCI6ZmFsc2V9LFwiQXV0b1NpemVcIjowLFwiRm9yZWdyb3VuZFwiOntcIiRpZFwiOlwiNThcIixcIkNvbG9yXCI6e1wiJGlkXCI6XCI1OV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2MFwiLFwiVG9wXCI6MC4wLFwiTGVmdFwiOjUuMCxcIlJpZ2h0XCI6MC4wLFwiQm90dG9tXCI6MC4wfSxcIlBhZGRpbmdcIjp7XCIkaWRcIjpcIjYxXCIsXCJUb3BcIjowLjAsXCJMZWZ0XCI6MC4wLFwiUmlnaHRcIjowLjAsXCJCb3R0b21cIjowLjB9LFwiQmFja2dyb3VuZFwiOntcIiRpZFwiOlwiNjJcIixcIkNvbG9yXCI6e1wiJHJlZlwiOlwiMzZcIn19LFwiSXNWaXNpYmxlXCI6dHJ1ZSxcIldpZHRoXCI6MC4wLFwiSGVpZ2h0XCI6MC4wLFwiQm9yZGVyU3R5bGVcIjpudWxsfSxcIk1pZGRsZVRpZXJTY2FsZVN0eWxlXCI6e1wiJGlkXCI6XCI2M1wiLFwiU2hvd1NlZ21lbnRTZXBhcmF0b3JzXCI6dHJ1ZSxcIlNlZ21lbnRTZXBhcmF0b3JPcGFjaXR5XCI6MzAsXCJTaGFwZVwiOjMsXCJIYXNCZWVuVmlzaWJsZUJlZm9yZVwiOmZhbHNlLFwiRm9udFNldHRpbmdzXCI6e1wiJGlkXCI6XCI2NFwiLFwiRm9udFNpemVcIjoxMixcIkZvbnROYW1lXCI6XCJDYWxpYnJpXCIsXCJJc0JvbGRcIjpmYWxzZSxcIklzSXRhbGljXCI6ZmFsc2UsXCJJc1VuZGVybGluZWRcIjpmYWxzZX0sXCJBdXRvU2l6ZVwiOjAsXCJGb3JlZ3JvdW5kXCI6e1wiJGlkXCI6XCI2NVwiLFwiQ29sb3JcIjp7XCIkaWRcIjpcIjY2XCIsXCJBXCI6MjU1LFwiUlwiOjI1NSxcIkdcIjoyNTUsXCJCXCI6MjU1fX0sXCJCYWNrZ3JvdW5kRmlsbFR5cGVcIjowLFwiTWF4V2lkdGhcIjoyMDAuMCxcIk1heEhlaWdodFwiOlwiSW5maW5pdHlcIixcIlNtYXJ0Rm9yZWdyb3VuZElzQWN0aXZlXCI6ZmFsc2UsXCJIb3Jpem9udGFsQWxpZ25tZW50XCI6MCxcIlZlcnRpY2FsQWxpZ25tZW50XCI6MSxcIlNtYXJ0Rm9yZWdyb3VuZFwiOm51bGwsXCJNYXJnaW5cIjp7XCIkaWRcIjpcIjY3XCIsXCJUb3BcIjowLjAsXCJMZWZ0XCI6NS4wLFwiUmlnaHRcIjowLjAsXCJCb3R0b21cIjowLjB9LFwiUGFkZGluZ1wiOntcIiRpZFwiOlwiNjhcIixcIlRvcFwiOjAuMCxcIkxlZnRcIjowLjAsXCJSaWdodFwiOjAuMCxcIkJvdHRvbVwiOjAuMH0sXCJCYWNrZ3JvdW5kXCI6e1wiJGlkXCI6XCI2OVwiLFwiQ29sb3JcIjp7XCIkaWRcIjpcIjcwXCIsXCJBXCI6MCxcIlJcIjowLFwiR1wiOjAsXCJCXCI6MH19LFwiSXNWaXNpYmxlXCI6ZmFsc2UsXCJXaWR0aFwiOjAuMCxcIkhlaWdodFwiOjAuMCxcIkJvcmRlclN0eWxlXCI6bnVsbH0sXCJCb3R0b21UaWVyU2NhbGVTdHlsZVwiOntcIiRpZFwiOlwiNzFcIixcIlNob3dTZWdtZW50U2VwYXJhdG9yc1wiOnRydWUsXCJTZWdtZW50U2VwYXJhdG9yT3BhY2l0eVwiOjMwLFwiU2hhcGVcIjozLFwiSGFzQmVlblZpc2libGVCZWZvcmVcIjpmYWxzZSxcIkZvbnRTZXR0aW5nc1wiOntcIiRpZFwiOlwiNzJcIixcIkZvbnRTaXplXCI6MTIsXCJGb250TmFtZVwiOlwiQ2FsaWJyaVwiLFwiSXNCb2xkXCI6ZmFsc2UsXCJJc0l0YWxpY1wiOmZhbHNlLFwiSXNVbmRlcmxpbmVkXCI6ZmFsc2V9LFwiQXV0b1NpemVcIjowLFwiRm9yZWdyb3VuZFwiOntcIiRpZFwiOlwiNzNcIixcIkNvbG9yXCI6e1wiJGlkXCI6XCI3NF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3NVwiLFwiVG9wXCI6MC4wLFwiTGVmdFwiOjUuMCxcIlJpZ2h0XCI6MC4wLFwiQm90dG9tXCI6MC4wfSxcIlBhZGRpbmdcIjp7XCIkaWRcIjpcIjc2XCIsXCJUb3BcIjowLjAsXCJMZWZ0XCI6MC4wLFwiUmlnaHRcIjowLjAsXCJCb3R0b21cIjowLjB9LFwiQmFja2dyb3VuZFwiOntcIiRpZFwiOlwiNzdcIixcIkNvbG9yXCI6e1wiJGlkXCI6XCI3OFwiLFwiQVwiOjAsXCJSXCI6MCxcIkdcIjowLFwiQlwiOjB9fSxcIklzVmlzaWJsZVwiOmZhbHNlLFwiV2lkdGhcIjowLjAsXCJIZWlnaHRcIjowLjAsXCJCb3JkZXJTdHlsZVwiOm51bGx9LFwiU2luZ2xlU2NhbGVTaGFwZVN0eWxlXCI6bnVsbCxcIkVsYXBzZWRUaW1lQmFja2dyb3VuZFwiOntcIiRpZFwiOlwiNzlcIixcIkNvbG9yXCI6e1wiJGlkXCI6XCI4MFwiLFwiQVwiOjE5MSxcIlJcIjoyNTUsXCJHXCI6MCxcIkJcIjowfX0sXCJBcHBlbmRZZWFyT25ZZWFyQ2hhbmdlXCI6ZmFsc2UsXCJFbGFwc2VkVGltZUZvcm1hdFwiOjIsXCJUb2RheU1hcmtlclBvc2l0aW9uXCI6MyxcIlF1aWNrUG9zaXRpb25cIjoyLFwiQWJzb2x1dGVQb3NpdGlvblwiOjQwNS4wLFwiTWFyZ2luXCI6e1wiJGlkXCI6XCI4MVwiLFwiVG9wXCI6MC4wLFwiTGVmdFwiOjEwLjAsXCJSaWdodFwiOjEwLjAsXCJCb3R0b21cIjowLjB9LFwiUGFkZGluZ1wiOntcIiRpZFwiOlwiODJcIixcIlRvcFwiOjAuMCxcIkxlZnRcIjowLjAsXCJSaWdodFwiOjAuMCxcIkJvdHRvbVwiOjAuMH0sXCJCYWNrZ3JvdW5kXCI6e1wiJGlkXCI6XCI4M1wiLFwiQ29sb3JcIjp7XCIkaWRcIjpcIjg0XCIsXCJBXCI6MjU1LFwiUlwiOjQ3LFwiR1wiOjU0LFwiQlwiOjE1M319LFwiSXNWaXNpYmxlXCI6dHJ1ZSxcIldpZHRoXCI6MC4wLFwiSGVpZ2h0XCI6MC4wLFwiQm9yZGVyU3R5bGVcIjpudWxsfSxcIkRlZmF1bHRNaWxlc3RvbmVTdHlsZVwiOntcIiRpZFwiOlwiODVcIixcIlNoYXBlXCI6MixcIkNvbm5lY3Rvck1hcmdpblwiOntcIiRpZFwiOlwiODZcIixcIlRvcFwiOjAuMCxcIkxlZnRcIjoyLjAsXCJSaWdodFwiOjIuMCxcIkJvdHRvbVwiOjAuMH0sXCJDb25uZWN0b3JTdHlsZVwiOntcIiRpZFwiOlwiODdcIixcIkxpbmVDb2xvclwiOntcIiRpZFwiOlwiODhcIixcIiR0eXBlXCI6XCJOTFJFLkNvbW1vbi5Eb20uU29saWRDb2xvckJydXNoLCBOTFJFLkNvbW1vblwiLFwiQ29sb3JcIjp7XCIkaWRcIjpcIjg5XCIsXCJBXCI6MTI3LFwiUlwiOjc5LFwiR1wiOjEyOSxcIkJcIjoxODl9fSxcIkxpbmVXZWlnaHRcIjoxLjAsXCJMaW5lVHlwZVwiOjB9LFwiSXNCZWxvd1RpbWViYW5kXCI6ZmFsc2UsXCJIaWRlRGF0ZVwiOmZhbHNlLFwiU2hhcGVTaXplXCI6MSxcIlNwYWNpbmdcIjoyLjAsXCJQYWRkaW5nXCI6e1wiJGlkXCI6XCI5MFwiLFwiVG9wXCI6Ny4wLFwiTGVmdFwiOjMuMCxcIlJpZ2h0XCI6MC4wLFwiQm90dG9tXCI6Mi4wfSxcIlBvc2l0aW9uXCI6bnVsbCxcIlBvc2l0aW9uT25UYXNrXCI6MCxcIlNoYXBlU3R5bGVcIjp7XCIkaWRcIjpcIjkxXCIsXCJNYXJnaW5cIjp7XCIkaWRcIjpcIjkyXCIsXCJUb3BcIjowLjAsXCJMZWZ0XCI6MC4wLFwiUmlnaHRcIjowLjAsXCJCb3R0b21cIjowLjB9LFwiUGFkZGluZ1wiOntcIiRpZFwiOlwiOTNcIixcIlRvcFwiOjAuMCxcIkxlZnRcIjowLjAsXCJSaWdodFwiOjAuMCxcIkJvdHRvbVwiOjAuMH0sXCJCYWNrZ3JvdW5kXCI6e1wiJGlkXCI6XCI5NFwiLFwiQ29sb3JcIjp7XCIkaWRcIjpcIjk1XCIsXCJBXCI6MjU1LFwiUlwiOjAsXCJHXCI6MTE0LFwiQlwiOjE4OH19LFwiSXNWaXNpYmxlXCI6dHJ1ZSxcIldpZHRoXCI6MTMuMCxcIkhlaWdodFwiOjEzLjAsXCJCb3JkZXJTdHlsZVwiOntcIiRpZFwiOlwiOTZcIixcIkxpbmVDb2xvclwiOntcIiRpZFwiOlwiOTdcIixcIiR0eXBlXCI6XCJOTFJFLkNvbW1vbi5Eb20uU29saWRDb2xvckJydXNoLCBOTFJFLkNvbW1vblwiLFwiQ29sb3JcIjp7XCIkaWRcIjpcIjk4XCIsXCJBXCI6MjU1LFwiUlwiOjI1NSxcIkdcIjowLFwiQlwiOjB9fSxcIkxpbmVXZWlnaHRcIjowLjAsXCJMaW5lVHlwZVwiOjB9fSxcIlRpdGxlU3R5bGVcIjp7XCIkaWRcIjpcIjk5XCIsXCJGb250U2V0dGluZ3NcIjp7XCIkaWRcIjpcIjEwMFwiLFwiRm9udFNpemVcIjoxMSxcIkZvbnROYW1lXCI6XCJDYWxpYnJpXCIsXCJJc0JvbGRcIjp0cnVlLFwiSXNJdGFsaWNcIjpmYWxzZSxcIklzVW5kZXJsaW5lZFwiOmZhbHNlfSxcIkF1dG9TaXplXCI6MCxcIkZvcmVncm91bmRcIjp7XCIkaWRcIjpcIjEwMVwiLFwiQ29sb3JcIjp7XCIkaWRcIjpcIjEwMlwiLFwiQVwiOjI1NSxcIlJcIjowLFwiR1wiOjAsXCJCXCI6MH19LFwiQmFja2dyb3VuZEZpbGxUeXBlXCI6MCxcIk1heFdpZHRoXCI6MjAwLjAsXCJNYXhIZWlnaHRcIjpcIkluZmluaXR5XCIsXCJTbWFydEZvcmVncm91bmRJc0FjdGl2ZVwiOmZhbHNlLFwiSG9yaXpvbnRhbEFsaWdubWVudFwiOjAsXCJWZXJ0aWNhbEFsaWdubWVudFwiOjAsXCJTbWFydEZvcmVncm91bmRcIjpudWxsLFwiTWFyZ2luXCI6e1wiJGlkXCI6XCIxMDNcIixcIlRvcFwiOjAuMCxcIkxlZnRcIjowLjAsXCJSaWdodFwiOjAuMCxcIkJvdHRvbVwiOjAuMH0sXCJQYWRkaW5nXCI6e1wiJGlkXCI6XCIxMDRcIixcIlRvcFwiOjAuMCxcIkxlZnRcIjowLjAsXCJSaWdodFwiOjAuMCxcIkJvdHRvbVwiOjAuMH0sXCJCYWNrZ3JvdW5kXCI6e1wiJGlkXCI6XCIxMDVcIixcIkNvbG9yXCI6e1wiJHJlZlwiOlwiMzZcIn19LFwiSXNWaXNpYmxlXCI6dHJ1ZSxcIldpZHRoXCI6MC4wLFwiSGVpZ2h0XCI6MC4wLFwiQm9yZGVyU3R5bGVcIjpudWxsfSxcIkRhdGVTdHlsZVwiOntcIiRpZFwiOlwiMTA2XCIsXCJGb250U2V0dGluZ3NcIjp7XCIkaWRcIjpcIjEwN1wiLFwiRm9udFNpemVcIjoxMCxcIkZvbnROYW1lXCI6XCJDYWxpYnJpXCIsXCJJc0JvbGRcIjpmYWxzZSxcIklzSXRhbGljXCI6ZmFsc2UsXCJJc1VuZGVybGluZWRcIjpmYWxzZX0sXCJBdXRvU2l6ZVwiOjAsXCJGb3JlZ3JvdW5kXCI6e1wiJGlkXCI6XCIxMDhcIixcIkNvbG9yXCI6e1wiJGlkXCI6XCIxMDlcIixcIkFcIjoyNTUsXCJSXCI6NjgsXCJHXCI6ODQsXCJCXCI6MTA2fX0sXCJCYWNrZ3JvdW5kRmlsbFR5cGVcIjowLFwiTWF4V2lkdGhcIjoyMDAuMCxcIk1heEhlaWdodFwiOlwiSW5maW5pdHlcIixcIlNtYXJ0Rm9yZWdyb3VuZElzQWN0aXZlXCI6ZmFsc2UsXCJIb3Jpem9udGFsQWxpZ25tZW50XCI6MCxcIlZlcnRpY2FsQWxpZ25tZW50XCI6MCxcIlNtYXJ0Rm9yZWdyb3VuZFwiOm51bGwsXCJNYXJnaW5cIjp7XCIkaWRcIjpcIjExMFwiLFwiVG9wXCI6MC4wLFwiTGVmdFwiOjAuMCxcIlJpZ2h0XCI6MC4wLFwiQm90dG9tXCI6MC4wfSxcIlBhZGRpbmdcIjp7XCIkaWRcIjpcIjExMVwiLFwiVG9wXCI6MC4wLFwiTGVmdFwiOjAuMCxcIlJpZ2h0XCI6MC4wLFwiQm90dG9tXCI6MC4wfSxcIkJhY2tncm91bmRcIjp7XCIkaWRcIjpcIjExMlwiLFwiQ29sb3JcIjp7XCIkcmVmXCI6XCIzNlwifX0sXCJJc1Zpc2libGVcIjp0cnVlLFwiV2lkdGhcIjowLjAsXCJIZWlnaHRcIjowLjAsXCJCb3JkZXJTdHlsZVwiOm51bGx9LFwiRGF0ZUZvcm1hdFwiOntcIiRpZFwiOlwiMTEzXCIsXCJGb3JtYXRTdHJpbmdcIjpcIk1NTSBkXCIsXCJTZXBhcmF0b3JcIjpcIi9cIixcIlVzZUludGVybmF0aW9uYWxEYXRlRm9ybWF0XCI6ZmFsc2UsXCJEYXRlSXNWaXNpYmxlXCI6dHJ1ZSxcIlRpbWVJc1Zpc2libGVcIjpmYWxzZSxcIkhvdXJEaWdpdHNcIjoxLFwiQW1QbURlc2lnbmF0b3JcIjoyLFwiVHJpbTAwTWludXRlc1wiOmZhbHNlLFwiTGFzdEtub3duVmlzaWJpbGl0eVN0YXRlXCI6bnVsbH0sXCJJc1Zpc2libGVcIjp0cnVlfSxcIkRlZmF1bHRUYXNrU3R5bGVcIjp7XCIkaWRcIjpcIjExNFwiLFwiU2hhcGVcIjoxLFwiU2hhcGVUaGlja25lc3NcIjowLFwiRHVyYXRpb25Gb3JtYXRcIjowLFwiUGVyY2VudGFnZUNvbXBsZXRlU3R5bGVcIjp7XCIkaWRcIjpcIjExNVwiLFwiRm9udFNldHRpbmdzXCI6e1wiJGlkXCI6XCIxMTZcIixcIkZvbnRTaXplXCI6MTAsXCJGb250TmFtZVwiOlwiQ2FsaWJyaVwiLFwiSXNCb2xkXCI6ZmFsc2UsXCJJc0l0YWxpY1wiOmZhbHNlLFwiSXNVbmRlcmxpbmVkXCI6ZmFsc2V9LFwiQXV0b1NpemVcIjowLFwiRm9yZWdyb3VuZFwiOntcIiRpZFwiOlwiMTE3XCIsXCJDb2xvclwiOntcIiRpZFwiOlwiMTE4XCIsXCJBXCI6MjU1LFwiUlwiOjIzNyxcIkdcIjoxMjUsXCJCXCI6NDl9fSxcIkJhY2tncm91bmRGaWxsVHlwZVwiOjAsXCJNYXhXaWR0aFwiOjIwMC4wLFwiTWF4SGVpZ2h0XCI6XCJJbmZpbml0eVwiLFwiU21hcnRGb3JlZ3JvdW5kSXNBY3RpdmVcIjpmYWxzZSxcIkhvcml6b250YWxBbGlnbm1lbnRcIjowLFwiVmVydGljYWxBbGlnbm1lbnRcIjowLFwiU21hcnRGb3JlZ3JvdW5kXCI6bnVsbCxcIk1hcmdpblwiOntcIiRpZFwiOlwiMTE5XCIsXCJUb3BcIjowLjAsXCJMZWZ0XCI6MC4wLFwiUmlnaHRcIjowLjAsXCJCb3R0b21cIjowLjB9LFwiUGFkZGluZ1wiOntcIiRpZFwiOlwiMTIwXCIsXCJUb3BcIjowLjAsXCJMZWZ0XCI6MC4wLFwiUmlnaHRcIjowLjAsXCJCb3R0b21cIjowLjB9LFwiQmFja2dyb3VuZFwiOntcIiRpZFwiOlwiMTIxXCIsXCJDb2xvclwiOntcIiRyZWZcIjpcIjM2XCJ9fSxcIklzVmlzaWJsZVwiOnRydWUsXCJXaWR0aFwiOjAuMCxcIkhlaWdodFwiOjAuMCxcIkJvcmRlclN0eWxlXCI6bnVsbH0sXCJEdXJhdGlvblN0eWxlXCI6e1wiJGlkXCI6XCIxMjJcIixcIkZvbnRTZXR0aW5nc1wiOntcIiRpZFwiOlwiMTIzXCIsXCJGb250U2l6ZVwiOjEwLFwiRm9udE5hbWVcIjpcIkNhbGlicmlcIixcIklzQm9sZFwiOmZhbHNlLFwiSXNJdGFsaWNcIjpmYWxzZSxcIklzVW5kZXJsaW5lZFwiOmZhbHNlfSxcIkF1dG9TaXplXCI6MCxcIkZvcmVncm91bmRcIjp7XCIkaWRcIjpcIjEyNFwiLFwiQ29sb3JcIjp7XCIkaWRcIjpcIjEyNVwiLFwiQVwiOjI1NSxcIlJcIjoyMzcsXCJHXCI6MTI1LFwiQlwiOjQ5fX0sXCJCYWNrZ3JvdW5kRmlsbFR5cGVcIjowLFwiTWF4V2lkdGhcIjoyMDAuMCxcIk1heEhlaWdodFwiOlwiSW5maW5pdHlcIixcIlNtYXJ0Rm9yZWdyb3VuZElzQWN0aXZlXCI6ZmFsc2UsXCJIb3Jpem9udGFsQWxpZ25tZW50XCI6MCxcIlZlcnRpY2FsQWxpZ25tZW50XCI6MCxcIlNtYXJ0Rm9yZWdyb3VuZFwiOm51bGwsXCJNYXJnaW5cIjp7XCIkaWRcIjpcIjEyNlwiLFwiVG9wXCI6MC4wLFwiTGVmdFwiOjAuMCxcIlJpZ2h0XCI6MC4wLFwiQm90dG9tXCI6MC4wfSxcIlBhZGRpbmdcIjp7XCIkaWRcIjpcIjEyN1wiLFwiVG9wXCI6MC4wLFwiTGVmdFwiOjAuMCxcIlJpZ2h0XCI6MC4wLFwiQm90dG9tXCI6MC4wfSxcIkJhY2tncm91bmRcIjp7XCIkaWRcIjpcIjEyOFwiLFwiQ29sb3JcIjp7XCIkcmVmXCI6XCIzNlwifX0sXCJJc1Zpc2libGVcIjp0cnVlLFwiV2lkdGhcIjowLjAsXCJIZWlnaHRcIjowLjAsXCJCb3JkZXJTdHlsZVwiOm51bGx9LFwiSG9yaXpvbnRhbENvbm5lY3RvclN0eWxlXCI6e1wiJGlkXCI6XCIxMjlcIixcIkxpbmVDb2xvclwiOntcIiRpZFwiOlwiMTMwXCIsXCIkdHlwZVwiOlwiTkxSRS5Db21tb24uRG9tLlNvbGlkQ29sb3JCcnVzaCwgTkxSRS5Db21tb25cIixcIkNvbG9yXCI6e1wiJGlkXCI6XCIxMzFcIixcIkFcIjoyNTUsXCJSXCI6MjA0LFwiR1wiOjIwNCxcIkJcIjoyMDR9fSxcIkxpbmVXZWlnaHRcIjoxLjAsXCJMaW5lVHlwZVwiOjB9LFwiVmVydGljYWxDb25uZWN0b3JTdHlsZVwiOntcIiRpZFwiOlwiMTMyXCIsXCJMaW5lQ29sb3JcIjp7XCIkaWRcIjpcIjEzM1wiLFwiJHR5cGVcIjpcIk5MUkUuQ29tbW9uLkRvbS5Tb2xpZENvbG9yQnJ1c2gsIE5MUkUuQ29tbW9uXCIsXCJDb2xvclwiOntcIiRpZFwiOlwiMTM0XCIsXCJBXCI6MjU1LFwiUlwiOjIwNCxcIkdcIjoyMDQsXCJCXCI6MjA0fX0sXCJMaW5lV2VpZ2h0XCI6MC4wLFwiTGluZVR5cGVcIjowfSxcIk1hcmdpblwiOm51bGwsXCJTdGFydERhdGVQb3NpdGlvblwiOjMsXCJFbmREYXRlUG9zaXRpb25cIjozLFwiVGl0bGVQb3NpdGlvblwiOjQsXCJEdXJhdGlvblBvc2l0aW9uXCI6NixcIlBlcmNlbnRhZ2VDb21wbGV0ZWRQb3NpdGlvblwiOjYsXCJTcGFjaW5nXCI6NSxcIklzQmVsb3dUaW1lYmFuZFwiOmZhbHNlLFwiUGVyY2VudGFnZUNvbXBsZXRlU2hhcGVPcGFjaXR5XCI6MzUsXCJHcm91cE5hbWVcIjpudWxsLFwiQXR0YWNoZWRNaWxlc3RvbmVzU3R5bGVzXCI6bnVsbCxcIlNoYXBlU3R5bGVcIjp7XCIkaWRcIjpcIjEzNVwiLFwiTWFyZ2luXCI6e1wiJGlkXCI6XCIxMzZcIixcIlRvcFwiOjAuMCxcIkxlZnRcIjo0LjAsXCJSaWdodFwiOjQuMCxcIkJvdHRvbVwiOjAuMH0sXCJQYWRkaW5nXCI6e1wiJGlkXCI6XCIxMzdcIixcIlRvcFwiOjAuMCxcIkxlZnRcIjowLjAsXCJSaWdodFwiOjAuMCxcIkJvdHRvbVwiOjAuMH0sXCJCYWNrZ3JvdW5kXCI6e1wiJGlkXCI6XCIxMzhcIixcIkNvbG9yXCI6e1wiJGlkXCI6XCIxMzlcIixcIkFcIjoyNTUsXCJSXCI6MCxcIkdcIjoxMTQsXCJCXCI6MTg4fX0sXCJJc1Zpc2libGVcIjp0cnVlLFwiV2lkdGhcIjowLjAsXCJIZWlnaHRcIjoxMC4wLFwiQm9yZGVyU3R5bGVcIjp7XCIkaWRcIjpcIjE0MFwiLFwiTGluZUNvbG9yXCI6e1wiJGlkXCI6XCIxNDFcIixcIiR0eXBlXCI6XCJOTFJFLkNvbW1vbi5Eb20uU29saWRDb2xvckJydXNoLCBOTFJFLkNvbW1vblwiLFwiQ29sb3JcIjp7XCIkaWRcIjpcIjE0MlwiLFwiQVwiOjI1NSxcIlJcIjoyNTUsXCJHXCI6MCxcIkJcIjowfX0sXCJMaW5lV2VpZ2h0XCI6MC4wLFwiTGluZVR5cGVcIjowfX0sXCJUaXRsZVN0eWxlXCI6e1wiJGlkXCI6XCIxNDNcIixcIkZvbnRTZXR0aW5nc1wiOntcIiRpZFwiOlwiMTQ0XCIsXCJGb250U2l6ZVwiOjExLFwiRm9udE5hbWVcIjpcIkNhbGlicmlcIixcIklzQm9sZFwiOnRydWUsXCJJc0l0YWxpY1wiOmZhbHNlLFwiSXNVbmRlcmxpbmVkXCI6ZmFsc2V9LFwiQXV0b1NpemVcIjowLFwiRm9yZWdyb3VuZFwiOntcIiRpZFwiOlwiMTQ1XCIsXCJDb2xvclwiOntcIiRpZFwiOlwiMTQ2XCIsXCJBXCI6MjU1LFwiUlwiOjAsXCJHXCI6MCxcIkJcIjowfX0sXCJCYWNrZ3JvdW5kRmlsbFR5cGVcIjowLFwiTWF4V2lkdGhcIjo5NjAuMCxcIk1heEhlaWdodFwiOlwiSW5maW5pdHlcIixcIlNtYXJ0Rm9yZWdyb3VuZElzQWN0aXZlXCI6ZmFsc2UsXCJIb3Jpem9udGFsQWxpZ25tZW50XCI6MCxcIlZlcnRpY2FsQWxpZ25tZW50XCI6MCxcIlNtYXJ0Rm9yZWdyb3VuZFwiOm51bGwsXCJNYXJnaW5cIjp7XCIkaWRcIjpcIjE0N1wiLFwiVG9wXCI6MC4wLFwiTGVmdFwiOjAuMCxcIlJpZ2h0XCI6MC4wLFwiQm90dG9tXCI6MC4wfSxcIlBhZGRpbmdcIjp7XCIkaWRcIjpcIjE0OFwiLFwiVG9wXCI6MC4wLFwiTGVmdFwiOjAuMCxcIlJpZ2h0XCI6MC4wLFwiQm90dG9tXCI6MC4wfSxcIkJhY2tncm91bmRcIjp7XCIkaWRcIjpcIjE0OVwiLFwiQ29sb3JcIjp7XCIkcmVmXCI6XCIzNlwifX0sXCJJc1Zpc2libGVcIjp0cnVlLFwiV2lkdGhcIjowLjAsXCJIZWlnaHRcIjowLjAsXCJCb3JkZXJTdHlsZVwiOm51bGx9LFwiRGF0ZVN0eWxlXCI6e1wiJGlkXCI6XCIxNTBcIixcIkZvbnRTZXR0aW5nc1wiOntcIiRpZFwiOlwiMTUxXCIsXCJGb250U2l6ZVwiOjEwLFwiRm9udE5hbWVcIjpcIkNhbGlicmlcIixcIklzQm9sZFwiOmZhbHNlLFwiSXNJdGFsaWNcIjpmYWxzZSxcIklzVW5kZXJsaW5lZFwiOmZhbHNlfSxcIkF1dG9TaXplXCI6MCxcIkZvcmVncm91bmRcIjp7XCIkaWRcIjpcIjE1MlwiLFwiQ29sb3JcIjp7XCIkaWRcIjpcIjE1M1wiLFwiQVwiOjI1NSxcIlJcIjo2OCxcIkdcIjo4NCxcIkJcIjoxMDZ9fSxcIkJhY2tncm91bmRGaWxsVHlwZVwiOjAsXCJNYXhXaWR0aFwiOjIwMC4wLFwiTWF4SGVpZ2h0XCI6XCJJbmZpbml0eVwiLFwiU21hcnRGb3JlZ3JvdW5kSXNBY3RpdmVcIjpmYWxzZSxcIkhvcml6b250YWxBbGlnbm1lbnRcIjoyLFwiVmVydGljYWxBbGlnbm1lbnRcIjowLFwiU21hcnRGb3JlZ3JvdW5kXCI6bnVsbCxcIk1hcmdpblwiOntcIiRpZFwiOlwiMTU0XCIsXCJUb3BcIjowLjAsXCJMZWZ0XCI6MC4wLFwiUmlnaHRcIjowLjAsXCJCb3R0b21cIjowLjB9LFwiUGFkZGluZ1wiOntcIiRpZFwiOlwiMTU1XCIsXCJUb3BcIjowLjAsXCJMZWZ0XCI6MC4wLFwiUmlnaHRcIjowLjAsXCJCb3R0b21cIjowLjB9LFwiQmFja2dyb3VuZFwiOntcIiRpZFwiOlwiMTU2XCIsXCJDb2xvclwiOntcIiRyZWZcIjpcIjM2XCJ9fSxcIklzVmlzaWJsZVwiOnRydWUsXCJXaWR0aFwiOjAuMCxcIkhlaWdodFwiOjAuMCxcIkJvcmRlclN0eWxlXCI6bnVsbH0sXCJEYXRlRm9ybWF0XCI6e1wiJGlkXCI6XCIxNTdcIixcIkZvcm1hdFN0cmluZ1wiOlwiTU1NIGRcIixcIlNlcGFyYXRvclwiOlwiL1wiLFwiVXNlSW50ZXJuYXRpb25hbERhdGVGb3JtYXRcIjpmYWxzZSxcIkRhdGVJc1Zpc2libGVcIjp0cnVlLFwiVGltZUlzVmlzaWJsZVwiOmZhbHNlLFwiSG91ckRpZ2l0c1wiOjEsXCJBbVBtRGVzaWduYXRvclwiOjIsXCJUcmltMDBNaW51dGVzXCI6ZmFsc2UsXCJMYXN0S25vd25WaXNpYmlsaXR5U3RhdGVcIjpudWxsfSxcIklzVmlzaWJsZVwiOnRydWV9LFwiU2hvd0VsYXBzZWRUaW1lR3JhZGllbnRTdHlsZVwiOmZhbHNlLFwiVGltZWJhbmRSZXNlcnZlZExlZnRBcmVhU3R5bGVcIjpudWxsLFwiRGVmYXVsdFN3aW1sYW5lU3R5bGVcIjp7XCIkaWRcIjpcIjE1OFwiLFwiSGVhZGVyU3R5bGVcIjp7XCIkaWRcIjpcIjE1OVwiLFwiVGV4dFN0eWxlXCI6e1wiJGlkXCI6XCIxNjBcIixcIkZvbnRTZXR0aW5nc1wiOntcIiRpZFwiOlwiMTYxXCIsXCJGb250U2l6ZVwiOjEyLFwiRm9udE5hbWVcIjpcIkNhbGlicmlcIixcIklzQm9sZFwiOmZhbHNlLFwiSXNJdGFsaWNcIjpmYWxzZSxcIklzVW5kZXJsaW5lZFwiOmZhbHNlfSxcIkF1dG9TaXplXCI6MCxcIkZvcmVncm91bmRcIjp7XCIkaWRcIjpcIjE2MlwiLFwiQ29sb3JcIjp7XCIkaWRcIjpcIjE2M1wiLFwiQVwiOjI1NSxcIlJcIjozMixcIkdcIjo1NixcIkJcIjoxMDB9fSxcIkJhY2tncm91bmRGaWxsVHlwZVwiOjAsXCJNYXhXaWR0aFwiOjAuMCxcIk1heEhlaWdodFwiOjAuMCxcIlNtYXJ0Rm9yZWdyb3VuZElzQWN0aXZlXCI6ZmFsc2UsXCJIb3Jpem9udGFsQWxpZ25tZW50XCI6MCxcIlZlcnRpY2FsQWxpZ25tZW50XCI6MCxcIlNtYXJ0Rm9yZWdyb3VuZFwiOm51bGwsXCJNYXJnaW5cIjp7XCIkaWRcIjpcIjE2NFwiLFwiVG9wXCI6MC4wLFwiTGVmdFwiOjAuMCxcIlJpZ2h0XCI6MC4wLFwiQm90dG9tXCI6MC4wfSxcIlBhZGRpbmdcIjp7XCIkaWRcIjpcIjE2NVwiLFwiVG9wXCI6MC4wLFwiTGVmdFwiOjAuMCxcIlJpZ2h0XCI6MC4wLFwiQm90dG9tXCI6MC4wfSxcIkJhY2tncm91bmRcIjpudWxsLFwiSXNWaXNpYmxlXCI6ZmFsc2UsXCJXaWR0aFwiOjAuMCxcIkhlaWdodFwiOjAuMCxcIkJvcmRlclN0eWxlXCI6bnVsbH0sXCJSZWN0YW5nbGVTdHlsZVwiOntcIiRpZFwiOlwiMTY2XCIsXCJNYXJnaW5cIjp7XCIkaWRcIjpcIjE2N1wiLFwiVG9wXCI6MC4wLFwiTGVmdFwiOjAuMCxcIlJpZ2h0XCI6MC4wLFwiQm90dG9tXCI6MC4wfSxcIlBhZGRpbmdcIjp7XCIkaWRcIjpcIjE2OFwiLFwiVG9wXCI6MC4wLFwiTGVmdFwiOjAuMCxcIlJpZ2h0XCI6MC4wLFwiQm90dG9tXCI6MC4wfSxcIkJhY2tncm91bmRcIjp7XCIkaWRcIjpcIjE2OVwiLFwiQ29sb3JcIjp7XCIkaWRcIjpcIjE3MFwiLFwiQVwiOjEyNyxcIlJcIjo5MSxcIkdcIjoxNTUsXCJCXCI6MjEzfX0sXCJJc1Zpc2libGVcIjpmYWxzZSxcIldpZHRoXCI6MC4wLFwiSGVpZ2h0XCI6MC4wLFwiQm9yZGVyU3R5bGVcIjp7XCIkaWRcIjpcIjE3MVwiLFwiTGluZUNvbG9yXCI6e1wiJGlkXCI6XCIxNzJcIixcIiR0eXBlXCI6XCJOTFJFLkNvbW1vbi5Eb20uU29saWRDb2xvckJydXNoLCBOTFJFLkNvbW1vblwiLFwiQ29sb3JcIjp7XCIkaWRcIjpcIjE3M1wiLFwiQVwiOjI1NSxcIlJcIjoyNTUsXCJHXCI6MCxcIkJcIjowfX0sXCJMaW5lV2VpZ2h0XCI6MC4wLFwiTGluZVR5cGVcIjowfX0sXCJUZXh0SXNWZXJ0aWNhbFwiOmZhbHNlfSxcIkJhY2tncm91bmRTdHlsZVwiOntcIiRpZFwiOlwiMTc0XCIsXCJNYXJnaW5cIjp7XCIkaWRcIjpcIjE3NVwiLFwiVG9wXCI6MC4wLFwiTGVmdFwiOjAuMCxcIlJpZ2h0XCI6MC4wLFwiQm90dG9tXCI6MC4wfSxcIlBhZGRpbmdcIjp7XCIkaWRcIjpcIjE3NlwiLFwiVG9wXCI6MC4wLFwiTGVmdFwiOjAuMCxcIlJpZ2h0XCI6MC4wLFwiQm90dG9tXCI6MC4wfSxcIkJhY2tncm91bmRcIjp7XCIkaWRcIjpcIjE3N1wiLFwiQ29sb3JcIjp7XCIkaWRcIjpcIjE3OFwiLFwiQVwiOjM4LFwiUlwiOjkxLFwiR1wiOjE1NSxcIkJcIjoyMTN9fSxcIklzVmlzaWJsZVwiOnRydWUsXCJXaWR0aFwiOjAuMCxcIkhlaWdodFwiOjAuMCxcIkJvcmRlclN0eWxlXCI6e1wiJGlkXCI6XCIxNzlcIixcIkxpbmVDb2xvclwiOntcIiRpZFwiOlwiMTgwXCIsXCIkdHlwZVwiOlwiTkxSRS5Db21tb24uRG9tLlNvbGlkQ29sb3JCcnVzaCwgTkxSRS5Db21tb25cIixcIkNvbG9yXCI6e1wiJGlkXCI6XCIxODFcIixcIkFcIjoyNTUsXCJSXCI6MjU1LFwiR1wiOjAsXCJCXCI6MH19LFwiTGluZVdlaWdodFwiOjAuMCxcIkxpbmVUeXBlXCI6MH19LFwiSXNBYm92ZVRpbWViYW5kXCI6ZmFsc2V9LFwiQ3VzdG9tTWlsZXN0b25lU3R5bGVMaXN0XCI6W10sXCJDdXN0b21UYXNrU3R5bGVMaXN0XCI6W10sXCJDdXN0b21Td2ltbGFuZURlZmluaXRpb25TdHlsZUxpc3RcIjpbXSxcIkN1c3RvbVN3aW1sYW5lVjJTdHlsZUxpc3RcIjpbXSxcIkdyaWRsaW5lUGFuZWxTdHlsZVwiOntcIiRpZFwiOlwiMTgyXCIsXCJHcmlkbGluZVN0eWxlXCI6e1wiJGlkXCI6XCIxODNcIixcIkxpbmVDb2xvclwiOntcIiRpZFwiOlwiMTg0XCIsXCIkdHlwZVwiOlwiTkxSRS5Db21tb24uRG9tLlNvbGlkQ29sb3JCcnVzaCwgTkxSRS5Db21tb25cIixcIkNvbG9yXCI6e1wiJGlkXCI6XCIxODVcIixcIkFcIjozOCxcIlJcIjo5MSxcIkdcIjoxNTUsXCJCXCI6MjEzfX0sXCJMaW5lV2VpZ2h0XCI6MS4wLFwiTGluZVR5cGVcIjowfSxcIklzVmlzaWJsZVwiOnRydWV9LFwiQWN0aXZpdHlMaW5lUGFuZWxTdHlsZVwiOntcIiRpZFwiOlwiMTg2XCIsXCJBY3Rpdml0eUxpbmVTdHlsZVwiOntcIiRpZFwiOlwiMTg3XCIsXCJMaW5lQ29sb3JcIjp7XCIkaWRcIjpcIjE4OFwiLFwiJHR5cGVcIjpcIk5MUkUuQ29tbW9uLkRvbS5Tb2xpZENvbG9yQnJ1c2gsIE5MUkUuQ29tbW9uXCIsXCJDb2xvclwiOntcIiRpZFwiOlwiMTg5XCIsXCJBXCI6MzgsXCJSXCI6NjgsXCJHXCI6MTE0LFwiQlwiOjE5Nn19LFwiTGluZVdlaWdodFwiOjEuMCxcIkxpbmVUeXBlXCI6MH0sXCJJc1Zpc2libGVcIjp0cnVlfSxcIkRlZmF1bHREZXBlbmRlbmN5U3R5bGVcIjp7XCIkaWRcIjpcIjE5MFwiLFwiTGluZVN0eWxlXCI6e1wiJGlkXCI6XCIxOTFcIixcIkxpbmVDb2xvclwiOntcIiRpZFwiOlwiMTkyXCIsXCIkdHlwZVwiOlwiTkxSRS5Db21tb24uRG9tLlNvbGlkQ29sb3JCcnVzaCwgTkxSRS5Db21tb25cIixcIkNvbG9yXCI6e1wiJGlkXCI6XCIxOTNcIixcIkFcIjoyNTUsXCJSXCI6MCxcIkdcIjowLFwiQlwiOjB9fSxcIkxpbmVXZWlnaHRcIjoxLjAsXCJMaW5lVHlwZVwiOjB9LFwiRW5kQXJyb3doZWFkTGluZVN0eWxlXCI6e1wiJGlkXCI6XCIxOTRcIixcIktpbmRcIjoxLFwiV2lkdGhcIjoxLFwiTGVuZ3RoXCI6MCxcIlBhcmVudFN0eWxlXCI6bnVsbH0sXCJCcmluZ1RvRnJvbnRcIjp0cnVlLFwiSXNWaXNpYmxlXCI6dHJ1ZSxcIlJhZGl1c1wiOjAuMH0sXCJDcml0aWNhbFBhdGhTdHlsZVwiOntcIiRpZFwiOlwiMTk1XCIsXCJDcml0aWNhbFBhdGhTdHlsZU9wdGlvbnNcIjoxNSxcIkxpbmVTdHlsZVwiOntcIiRpZFwiOlwiMTk2XCIsXCJMaW5lQ29sb3JcIjp7XCIkaWRcIjpcIjE5N1wiLFwiJHR5cGVcIjpcIk5MUkUuQ29tbW9uLkRvbS5Tb2xpZENvbG9yQnJ1c2gsIE5MUkUuQ29tbW9uXCIsXCJDb2xvclwiOntcIiRpZFwiOlwiMTk4XCIsXCJBXCI6MjU1LFwiUlwiOjIyMixcIkdcIjo1MCxcIkJcIjo1MH19LFwiTGluZVdlaWdodFwiOjEuMCxcIkxpbmVUeXBlXCI6MH0sXCJUaXRsZUZvcmVncm91bmRcIjp7XCIkaWRcIjpcIjE5OVwiLFwiQ29sb3JcIjp7XCIkaWRcIjpcIjIwMFwiLFwiQVwiOjI1NSxcIlJcIjoxNzYsXCJHXCI6MTksXCJCXCI6MjV9fSxcIlNoYXBlc0JhY2tncm91bmRcIjp7XCIkaWRcIjpcIjIwMVwiLFwiQ29sb3JcIjp7XCIkaWRcIjpcIjIwMlwiLFwiQVwiOjI1NSxcIlJcIjoyNTMsXCJHXCI6MjAzLFwiQlwiOjIwOH19LFwiU2hhcGVzQm9yZGVyU3R5bGVcIjp7XCIkaWRcIjpcIjIwM1wiLFwiTGluZUNvbG9yXCI6e1wiJGlkXCI6XCIyMDRcIixcIiR0eXBlXCI6XCJOTFJFLkNvbW1vbi5Eb20uU29saWRDb2xvckJydXNoLCBOTFJFLkNvbW1vblwiLFwiQ29sb3JcIjp7XCIkaWRcIjpcIjIwNVwiLFwiQVwiOjI1NSxcIlJcIjoyMjIsXCJHXCI6NTAsXCJCXCI6NTB9fSxcIkxpbmVXZWlnaHRcIjoxLjUsXCJMaW5lVHlwZVwiOjB9LFwiSXNWaXNpYmxlXCI6ZmFsc2V9fSxcIlNjYWxlXCI6e1wiJGlkXCI6XCIyMDZcIixcIlN0YXJ0RGF0ZVwiOlwiMDAwMS0wMS0wMVQwMDowMDowMFwiLFwiRW5kRGF0ZVwiOlwiMDAwMS0wMS0wMVQwMDowMDowMFwiLFwiRm9ybWF0XCI6XCJ3XCIsXCJUeXBlXCI6MSxcIkF1dG9EYXRlUmFuZ2VcIjp0cnVlLFwiV29ya2luZ0RheXNcIjozMSxcIlRvZGF5TWFya2VyVGV4dFwiOlwiVG9kYXlcIixcIkF1dG9TY2FsZVR5cGVcIjp0cnVlfSxcIlNjYWxlVjJcIjp7XCIkaWRcIjpcIjIwN1wiLFwiU3RhcnREYXRlXCI6XCIwMDAxLTAxLTAxVDAwOjAwOjAwXCIsXCJFbmREYXRlXCI6XCIwMDAxLTAxLTAxVDAwOjAwOjAwXCIsXCJBdXRvRGF0ZVJhbmdlXCI6dHJ1ZSxcIldvcmtpbmdEYXlzXCI6MzEsXCJUb2RheU1hcmtlclRleHRcIjpcIlRvZGF5XCIsXCJBdXRvU2NhbGVUeXBlXCI6dHJ1ZSxcIlRpbWViYW5kU2NhbGVzXCI6e1wiJGlkXCI6XCIyMDhcIixcIlRvcFNjYWxlTGF5ZXJcIjp7XCIkaWRcIjpcIjIwOVwiLFwiRm9ybWF0XCI6XCJ3XCIsXCJUeXBlXCI6MX0sXCJNaWRkbGVTY2FsZUxheWVyXCI6e1wiJGlkXCI6XCIyMTBcIixcIkZvcm1hdFwiOm51bGwsXCJUeXBlXCI6MH0sXCJCb3R0b21TY2FsZUxheWVyXCI6e1wiJGlkXCI6XCIyMTFcIixcIkZvcm1hdFwiOm51bGwsXCJUeXBlXCI6MH19fSxcIk1pbGVzdG9uZXNcIjpbXSxcIlRhc2tzXCI6W10sXCJTd2ltbGFuZXNcIjpbXSxcIlN3aW1sYW5lc1YyXCI6W10sXCJEZXBlbmRlbmNpZXNcIjpbXSxcIkRlcGVuZGVuY3lTZXR0aW5nc1wiOntcIiRpZFwiOlwiMjEyXCIsXCJEZXBlbmRlbmN5TW9kdWxlRW5hYmxlZFwiOmZhbHNlLFwiU2NoZWR1bGluZ1NldHRpbmdzXCI6e1wiJGlkXCI6XCIyMTNcIixcIkRlcGVuZGVuY2llc1NjaGVkdWxpbmdNb2RlU2V0dGluZ1wiOjEsXCJEZXBlbmRlbmNpZXNQcmV2aW91c1NjaGVkdWxpbmdNb2RlXCI6MSxcIk9uQnJlYWtpbmdGbGV4aWJsZVNjaGVkdWxpbmdNb2RlU2V0dGluZ1wiOjAsXCJPbkJyZWFraW5nU3RyaWN0U2NoZWR1bGluZ01vZGVTZXR0aW5nXCI6MH19LFwiU2V0dGluZ3NcIjp7XCIkaWRcIjpcIjIxNFwiLFwiSW1wYU9wdGlvbnNcIjp7XCIkaWRcIjpcIjIxNVwiLFwiTGVmdFRvUmlnaHRcIjpmYWxzZSxcIlBheWxvYWRPcHRpb25zXCI6Mn19LFwiVGltZUNvbmZpZ3VyYXRpb25cIjp7XCIkaWRcIjpcIjIxNlwiLFwiVXNlVGltZVwiOmZhbHNlLFwiV29ya0RheVN0YXJ0XCI6XCIwMDowMDowMFwiLFwiV29ya0RheUVuZFwiOlwiMjM6NTk6MDBcIn19In0sIlNldHRpbmdzIjp7IiRpZCI6IjQ4MSIsIkltcGFPcHRpb25zIjp7IiRpZCI6IjQ4MiIsIkxlZnRUb1JpZ2h0IjpmYWxzZSwiUGF5bG9hZE9wdGlvbnMiOjJ9LCJVc2VDb21wcmVzc2lvbiI6ZmFsc2UsIkNvbXByZXNpb25QZXJjZW50YWdlIjo1MC4wLCJJbmFjdGl2ZUludGVydmFsV2lkdGhUaHJlc2hvbGQiOjMwLjAsIkluYWN0aXZlSW50ZXJ2YWxXaWR0aCI6MS4wLCJTcGxpdFRhc2tzIjpmYWxzZSwiVXNlQ2x1c3RlciI6ZmFsc2UsIkVwc2lsb24iOjUuMCwiTWluUG9pbnRzVG9Gb3JtQUNsdXN0ZXIiOjIsIkdlbmVyYXRlSW52aXNpYmxlU2hhcGVzIjpmYWxzZSwiU21hcnRUaW1lbGluZVRhc2tQZXJjZW50YWdlRml0IjpmYWxzZX0sIklzTmV3IjpmYWxzZSwiSW1wb3J0VHlwZSI6MCwiRmlsZVBhdGgiOm51bGwsIlRpbWVDb25maWd1cmF0aW9uIjp7IiRpZCI6IjQ4MyIsIlVzZVRpbWUiOmZhbHNlLCJXb3JrRGF5U3RhcnQiOiIwMDowMDowMCIsIldvcmtEYXlFbmQiOiIyMzo1OTowMCJ9LCJMYXN0VXNlZFRlbXBsYXRlSWQiOiJjYzI2Zjg2My0yN2NlLTQ4MGUtYTU4OS1iM2YxMmYyZDZlYjAiLCJGaXJzdFdlZWtPZlllYXIiOjAsIlBsYWNlTWlsZXN0b25lQXRUaGVCZWdpbm5pbmdPZlRoZURheSI6ZmFsc2UsIkRlcGVuZGVuY3lTY2hlZHVsaW5nU2V0dGluZ3MiOnsiJGlkIjoiNDg0IiwiRGVwZW5kZW5jaWVzU2NoZWR1bGluZ01vZGVTZXR0aW5nIjoiRmxleGlibGUiLCJEZXBlbmRlbmNpZXNQcmV2aW91c1NjaGVkdWxpbmdNb2RlIjoiRmxleGlibGUiLCJPbkJyZWFraW5nRmxleGlibGVTY2hlZHVsaW5nTW9kZVNldHRpbmciOiJBc2tFdmVyeXRpbWUiLCJPbkJyZWFraW5nU3RyaWN0U2NoZWR1bGluZ01vZGVTZXR0aW5nIjoiQXNrRXZlcnl0aW1lIn0sIkRlcGVuZGVuY3lNb2R1bGVFbmFibGVkIjpmYWxzZSwiRGVwZW5kZW5jaWVzIjp7Il9kZXBlbmRlbmNpZXMiOltdfX0="/>
  <p:tag name="__MASTER" val="__part_0"/>
</p:tagLst>
</file>

<file path=ppt/tags/tag211.xml><?xml version="1.0" encoding="utf-8"?>
<p:tagLst xmlns:a="http://schemas.openxmlformats.org/drawingml/2006/main" xmlns:r="http://schemas.openxmlformats.org/officeDocument/2006/relationships" xmlns:p="http://schemas.openxmlformats.org/presentationml/2006/main">
  <p:tag name="OTLMARKERSHAPE" val="OTL"/>
</p:tagLst>
</file>

<file path=ppt/tags/tag212.xml><?xml version="1.0" encoding="utf-8"?>
<p:tagLst xmlns:a="http://schemas.openxmlformats.org/drawingml/2006/main" xmlns:r="http://schemas.openxmlformats.org/officeDocument/2006/relationships" xmlns:p="http://schemas.openxmlformats.org/presentationml/2006/main">
  <p:tag name="OTLMARKERSHAPE" val="OTL"/>
</p:tagLst>
</file>

<file path=ppt/tags/tag213.xml><?xml version="1.0" encoding="utf-8"?>
<p:tagLst xmlns:a="http://schemas.openxmlformats.org/drawingml/2006/main" xmlns:r="http://schemas.openxmlformats.org/officeDocument/2006/relationships" xmlns:p="http://schemas.openxmlformats.org/presentationml/2006/main">
  <p:tag name="OTLMARKERSHAPE" val="OTL"/>
</p:tagLst>
</file>

<file path=ppt/tags/tag214.xml><?xml version="1.0" encoding="utf-8"?>
<p:tagLst xmlns:a="http://schemas.openxmlformats.org/drawingml/2006/main" xmlns:r="http://schemas.openxmlformats.org/officeDocument/2006/relationships" xmlns:p="http://schemas.openxmlformats.org/presentationml/2006/main">
  <p:tag name="OTLMARKERSHAPE" val="OTL"/>
</p:tagLst>
</file>

<file path=ppt/tags/tag215.xml><?xml version="1.0" encoding="utf-8"?>
<p:tagLst xmlns:a="http://schemas.openxmlformats.org/drawingml/2006/main" xmlns:r="http://schemas.openxmlformats.org/officeDocument/2006/relationships" xmlns:p="http://schemas.openxmlformats.org/presentationml/2006/main">
  <p:tag name="OTLMARKERSHAPE" val="OTL"/>
</p:tagLst>
</file>

<file path=ppt/tags/tag216.xml><?xml version="1.0" encoding="utf-8"?>
<p:tagLst xmlns:a="http://schemas.openxmlformats.org/drawingml/2006/main" xmlns:r="http://schemas.openxmlformats.org/officeDocument/2006/relationships" xmlns:p="http://schemas.openxmlformats.org/presentationml/2006/main">
  <p:tag name="OTLMARKERSHAPE" val="OTL"/>
</p:tagLst>
</file>

<file path=ppt/tags/tag217.xml><?xml version="1.0" encoding="utf-8"?>
<p:tagLst xmlns:a="http://schemas.openxmlformats.org/drawingml/2006/main" xmlns:r="http://schemas.openxmlformats.org/officeDocument/2006/relationships" xmlns:p="http://schemas.openxmlformats.org/presentationml/2006/main">
  <p:tag name="OTLMARKERSHAPE" val="OTL"/>
</p:tagLst>
</file>

<file path=ppt/tags/tag218.xml><?xml version="1.0" encoding="utf-8"?>
<p:tagLst xmlns:a="http://schemas.openxmlformats.org/drawingml/2006/main" xmlns:r="http://schemas.openxmlformats.org/officeDocument/2006/relationships" xmlns:p="http://schemas.openxmlformats.org/presentationml/2006/main">
  <p:tag name="OTLMARKERSHAPE" val="OTL"/>
</p:tagLst>
</file>

<file path=ppt/tags/tag219.xml><?xml version="1.0" encoding="utf-8"?>
<p:tagLst xmlns:a="http://schemas.openxmlformats.org/drawingml/2006/main" xmlns:r="http://schemas.openxmlformats.org/officeDocument/2006/relationships" xmlns:p="http://schemas.openxmlformats.org/presentationml/2006/main">
  <p:tag name="OTLMARKERSHAPE" val="OTL"/>
</p:tagLst>
</file>

<file path=ppt/tags/tag220.xml><?xml version="1.0" encoding="utf-8"?>
<p:tagLst xmlns:a="http://schemas.openxmlformats.org/drawingml/2006/main" xmlns:r="http://schemas.openxmlformats.org/officeDocument/2006/relationships" xmlns:p="http://schemas.openxmlformats.org/presentationml/2006/main">
  <p:tag name="OTLMARKERSHAPE" val="OTL"/>
</p:tagLst>
</file>

<file path=ppt/tags/tag221.xml><?xml version="1.0" encoding="utf-8"?>
<p:tagLst xmlns:a="http://schemas.openxmlformats.org/drawingml/2006/main" xmlns:r="http://schemas.openxmlformats.org/officeDocument/2006/relationships" xmlns:p="http://schemas.openxmlformats.org/presentationml/2006/main">
  <p:tag name="OTLMARKERSHAPE" val="OTL"/>
</p:tagLst>
</file>

<file path=ppt/tags/tag222.xml><?xml version="1.0" encoding="utf-8"?>
<p:tagLst xmlns:a="http://schemas.openxmlformats.org/drawingml/2006/main" xmlns:r="http://schemas.openxmlformats.org/officeDocument/2006/relationships" xmlns:p="http://schemas.openxmlformats.org/presentationml/2006/main">
  <p:tag name="OTLMARKERSHAPE" val="OTL"/>
</p:tagLst>
</file>

<file path=ppt/tags/tag223.xml><?xml version="1.0" encoding="utf-8"?>
<p:tagLst xmlns:a="http://schemas.openxmlformats.org/drawingml/2006/main" xmlns:r="http://schemas.openxmlformats.org/officeDocument/2006/relationships" xmlns:p="http://schemas.openxmlformats.org/presentationml/2006/main">
  <p:tag name="OTLMARKERSHAPE" val="OTL"/>
</p:tagLst>
</file>

<file path=ppt/tags/tag224.xml><?xml version="1.0" encoding="utf-8"?>
<p:tagLst xmlns:a="http://schemas.openxmlformats.org/drawingml/2006/main" xmlns:r="http://schemas.openxmlformats.org/officeDocument/2006/relationships" xmlns:p="http://schemas.openxmlformats.org/presentationml/2006/main">
  <p:tag name="OTLMARKERSHAPE" val="OTL"/>
</p:tagLst>
</file>

<file path=ppt/tags/tag225.xml><?xml version="1.0" encoding="utf-8"?>
<p:tagLst xmlns:a="http://schemas.openxmlformats.org/drawingml/2006/main" xmlns:r="http://schemas.openxmlformats.org/officeDocument/2006/relationships" xmlns:p="http://schemas.openxmlformats.org/presentationml/2006/main">
  <p:tag name="OTLMARKERSHAPE" val="OTL"/>
</p:tagLst>
</file>

<file path=ppt/tags/tag226.xml><?xml version="1.0" encoding="utf-8"?>
<p:tagLst xmlns:a="http://schemas.openxmlformats.org/drawingml/2006/main" xmlns:r="http://schemas.openxmlformats.org/officeDocument/2006/relationships" xmlns:p="http://schemas.openxmlformats.org/presentationml/2006/main">
  <p:tag name="OTLMARKERSHAPE" val="OTL"/>
</p:tagLst>
</file>

<file path=ppt/tags/tag227.xml><?xml version="1.0" encoding="utf-8"?>
<p:tagLst xmlns:a="http://schemas.openxmlformats.org/drawingml/2006/main" xmlns:r="http://schemas.openxmlformats.org/officeDocument/2006/relationships" xmlns:p="http://schemas.openxmlformats.org/presentationml/2006/main">
  <p:tag name="OTLMARKERSHAPE" val="OTL"/>
</p:tagLst>
</file>

<file path=ppt/tags/tag228.xml><?xml version="1.0" encoding="utf-8"?>
<p:tagLst xmlns:a="http://schemas.openxmlformats.org/drawingml/2006/main" xmlns:r="http://schemas.openxmlformats.org/officeDocument/2006/relationships" xmlns:p="http://schemas.openxmlformats.org/presentationml/2006/main">
  <p:tag name="OTLMARKERSHAPE" val="OTL"/>
</p:tagLst>
</file>

<file path=ppt/tags/tag229.xml><?xml version="1.0" encoding="utf-8"?>
<p:tagLst xmlns:a="http://schemas.openxmlformats.org/drawingml/2006/main" xmlns:r="http://schemas.openxmlformats.org/officeDocument/2006/relationships" xmlns:p="http://schemas.openxmlformats.org/presentationml/2006/main">
  <p:tag name="OTLMARKERSHAPE" val="OTL"/>
</p:tagLst>
</file>

<file path=ppt/tags/tag230.xml><?xml version="1.0" encoding="utf-8"?>
<p:tagLst xmlns:a="http://schemas.openxmlformats.org/drawingml/2006/main" xmlns:r="http://schemas.openxmlformats.org/officeDocument/2006/relationships" xmlns:p="http://schemas.openxmlformats.org/presentationml/2006/main">
  <p:tag name="OTLMARKERSHAPE" val="OTL"/>
</p:tagLst>
</file>

<file path=ppt/tags/tag231.xml><?xml version="1.0" encoding="utf-8"?>
<p:tagLst xmlns:a="http://schemas.openxmlformats.org/drawingml/2006/main" xmlns:r="http://schemas.openxmlformats.org/officeDocument/2006/relationships" xmlns:p="http://schemas.openxmlformats.org/presentationml/2006/main">
  <p:tag name="OTLMARKERSHAPE" val="OTL"/>
</p:tagLst>
</file>

<file path=ppt/tags/tag232.xml><?xml version="1.0" encoding="utf-8"?>
<p:tagLst xmlns:a="http://schemas.openxmlformats.org/drawingml/2006/main" xmlns:r="http://schemas.openxmlformats.org/officeDocument/2006/relationships" xmlns:p="http://schemas.openxmlformats.org/presentationml/2006/main">
  <p:tag name="OTLMARKERSHAPE" val="OTL"/>
</p:tagLst>
</file>

<file path=ppt/tags/tag233.xml><?xml version="1.0" encoding="utf-8"?>
<p:tagLst xmlns:a="http://schemas.openxmlformats.org/drawingml/2006/main" xmlns:r="http://schemas.openxmlformats.org/officeDocument/2006/relationships" xmlns:p="http://schemas.openxmlformats.org/presentationml/2006/main">
  <p:tag name="OTLMARKERSHAPE" val="OTL"/>
</p:tagLst>
</file>

<file path=ppt/tags/tag234.xml><?xml version="1.0" encoding="utf-8"?>
<p:tagLst xmlns:a="http://schemas.openxmlformats.org/drawingml/2006/main" xmlns:r="http://schemas.openxmlformats.org/officeDocument/2006/relationships" xmlns:p="http://schemas.openxmlformats.org/presentationml/2006/main">
  <p:tag name="OTLMARKERSHAPE" val="OTL"/>
</p:tagLst>
</file>

<file path=ppt/tags/tag235.xml><?xml version="1.0" encoding="utf-8"?>
<p:tagLst xmlns:a="http://schemas.openxmlformats.org/drawingml/2006/main" xmlns:r="http://schemas.openxmlformats.org/officeDocument/2006/relationships" xmlns:p="http://schemas.openxmlformats.org/presentationml/2006/main">
  <p:tag name="OTLMARKERSHAPE" val="OTL"/>
</p:tagLst>
</file>

<file path=ppt/tags/tag236.xml><?xml version="1.0" encoding="utf-8"?>
<p:tagLst xmlns:a="http://schemas.openxmlformats.org/drawingml/2006/main" xmlns:r="http://schemas.openxmlformats.org/officeDocument/2006/relationships" xmlns:p="http://schemas.openxmlformats.org/presentationml/2006/main">
  <p:tag name="OTLMARKERSHAPE" val="OTL"/>
</p:tagLst>
</file>

<file path=ppt/tags/tag237.xml><?xml version="1.0" encoding="utf-8"?>
<p:tagLst xmlns:a="http://schemas.openxmlformats.org/drawingml/2006/main" xmlns:r="http://schemas.openxmlformats.org/officeDocument/2006/relationships" xmlns:p="http://schemas.openxmlformats.org/presentationml/2006/main">
  <p:tag name="OTLMARKERSHAPE" val="OTL"/>
</p:tagLst>
</file>

<file path=ppt/tags/tag238.xml><?xml version="1.0" encoding="utf-8"?>
<p:tagLst xmlns:a="http://schemas.openxmlformats.org/drawingml/2006/main" xmlns:r="http://schemas.openxmlformats.org/officeDocument/2006/relationships" xmlns:p="http://schemas.openxmlformats.org/presentationml/2006/main">
  <p:tag name="OTLMARKERSHAPE" val="OTL"/>
</p:tagLst>
</file>

<file path=ppt/tags/tag239.xml><?xml version="1.0" encoding="utf-8"?>
<p:tagLst xmlns:a="http://schemas.openxmlformats.org/drawingml/2006/main" xmlns:r="http://schemas.openxmlformats.org/officeDocument/2006/relationships" xmlns:p="http://schemas.openxmlformats.org/presentationml/2006/main">
  <p:tag name="OTLMARKERSHAPE" val="OTL"/>
</p:tagLst>
</file>

<file path=ppt/tags/tag240.xml><?xml version="1.0" encoding="utf-8"?>
<p:tagLst xmlns:a="http://schemas.openxmlformats.org/drawingml/2006/main" xmlns:r="http://schemas.openxmlformats.org/officeDocument/2006/relationships" xmlns:p="http://schemas.openxmlformats.org/presentationml/2006/main">
  <p:tag name="OTLMARKERSHAPE" val="OTL"/>
</p:tagLst>
</file>

<file path=ppt/tags/tag241.xml><?xml version="1.0" encoding="utf-8"?>
<p:tagLst xmlns:a="http://schemas.openxmlformats.org/drawingml/2006/main" xmlns:r="http://schemas.openxmlformats.org/officeDocument/2006/relationships" xmlns:p="http://schemas.openxmlformats.org/presentationml/2006/main">
  <p:tag name="OTLMARKERSHAPE" val="OTL"/>
  <p:tag name="OTLTIMEBANDSCALEFORMAT" val="MMM"/>
  <p:tag name="OTLTIMEBANDSHAPETYPE" val="RoundedCornerRectangleTimeband"/>
  <p:tag name="OTLTIMEBANDSHAPEHEIGHT" val="20"/>
  <p:tag name="OTLTIMEBANDSHAPEPADDINGLEFT" val="0"/>
  <p:tag name="OTLTIMEBANDCULTUREINFO" val="en-US"/>
  <p:tag name="OTLTIMEBANDTHREEDEFFECTS" val="Gel"/>
  <p:tag name="OTLTIMEBANDAUTODATERANGE" val="True"/>
  <p:tag name="OTLTIMEBANDSTARTDATE" val="0001-01-01T00:00:00.0000000"/>
  <p:tag name="OTLTIMEBANDWORKINGDAYS" val="Standard"/>
  <p:tag name="OTLTIMEBANDELAPSEDTIMEEXTENSION" val="False"/>
  <p:tag name="OTLTIMEBANDUSETIME" val="False"/>
  <p:tag name="OTLTIMEBANDTIMECONFIGWORKDAYSTART" val="00:00:00"/>
  <p:tag name="OTLTIMEBANDTIMECONFIGWORKDAYEND" val="23:59:00"/>
  <p:tag name="OTLTIMEBANDAPPENDYEARONYEARCHANGE" val="False"/>
  <p:tag name="OTLTIMEBANDSCALEMARKING" val="Years"/>
  <p:tag name="OTLRIGHTENDCAPSMARGINRIGHT" val="20"/>
  <p:tag name="OTLTIMEBANDFYSTARTMONTH" val="January"/>
  <p:tag name="OTLTIMEBANDSHOWFYLABEL" val="True"/>
  <p:tag name="OTLTIMEBANDUSESTARTINGOFTHEYEARFORFYNUMBERING" val="True"/>
  <p:tag name="OTLTIMEBANDDEPENABLED" val="False"/>
  <p:tag name="OTLTIMEBANDDEPSCHEDULINGMODE" val="Flexible"/>
  <p:tag name="OTLTIMEBANDDEPPREVIOUSSCHEDULINGMODE" val="Flexible"/>
  <p:tag name="OTLTIMEBANDDEPONBREAKINGSTRICTSCHEDULINGMODE" val="AskEverytime"/>
  <p:tag name="OTLTIMEBANDDEPONBREAKINGFLEXIBLESCHEDULINGMODE" val="AskEverytime"/>
  <p:tag name="OTLLEFTENDCAPSMARGINLEFT" val="115.506666666667"/>
  <p:tag name="OTLTIMEBANDRESERVEDLEFTAREAWIDTH" val="76"/>
  <p:tag name="OTLTIMEBANDRESERVEDLEFTAREAISSET" val="False"/>
  <p:tag name="OTLTIMEBANDQUICKPOSITION" val="Custom"/>
  <p:tag name="OTLTIMEBANDSCALETYPE" val="Years"/>
  <p:tag name="OTLTIMEBANDENDDATE" val="2033-09-30T23:59:00.0000000"/>
</p:tagLst>
</file>

<file path=ppt/tags/tag242.xml><?xml version="1.0" encoding="utf-8"?>
<p:tagLst xmlns:a="http://schemas.openxmlformats.org/drawingml/2006/main" xmlns:r="http://schemas.openxmlformats.org/officeDocument/2006/relationships" xmlns:p="http://schemas.openxmlformats.org/presentationml/2006/main">
  <p:tag name="OTLMARKERSHAPE" val="OTL"/>
</p:tagLst>
</file>

<file path=ppt/tags/tag243.xml><?xml version="1.0" encoding="utf-8"?>
<p:tagLst xmlns:a="http://schemas.openxmlformats.org/drawingml/2006/main" xmlns:r="http://schemas.openxmlformats.org/officeDocument/2006/relationships" xmlns:p="http://schemas.openxmlformats.org/presentationml/2006/main">
  <p:tag name="OTLMARKERSHAPE" val="OTL"/>
</p:tagLst>
</file>

<file path=ppt/tags/tag244.xml><?xml version="1.0" encoding="utf-8"?>
<p:tagLst xmlns:a="http://schemas.openxmlformats.org/drawingml/2006/main" xmlns:r="http://schemas.openxmlformats.org/officeDocument/2006/relationships" xmlns:p="http://schemas.openxmlformats.org/presentationml/2006/main">
  <p:tag name="OTLMARKERSHAPE" val="OTL"/>
</p:tagLst>
</file>

<file path=ppt/tags/tag245.xml><?xml version="1.0" encoding="utf-8"?>
<p:tagLst xmlns:a="http://schemas.openxmlformats.org/drawingml/2006/main" xmlns:r="http://schemas.openxmlformats.org/officeDocument/2006/relationships" xmlns:p="http://schemas.openxmlformats.org/presentationml/2006/main">
  <p:tag name="OTLMARKERSHAPE" val="OTL"/>
</p:tagLst>
</file>

<file path=ppt/tags/tag246.xml><?xml version="1.0" encoding="utf-8"?>
<p:tagLst xmlns:a="http://schemas.openxmlformats.org/drawingml/2006/main" xmlns:r="http://schemas.openxmlformats.org/officeDocument/2006/relationships" xmlns:p="http://schemas.openxmlformats.org/presentationml/2006/main">
  <p:tag name="OTLMARKERSHAPE" val="OTL"/>
</p:tagLst>
</file>

<file path=ppt/tags/tag247.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3-19T23:59:00.0000000Z"/>
  <p:tag name="OTLMARKERSHAPE" val="OTL"/>
  <p:tag name="OTLSHAPETHICKNESSTYPE" val="Thin"/>
  <p:tag name="OTLSPACING" val="5"/>
  <p:tag name="OTLSTARTDATE" val="2025-12-12T23:59:00.0000000Z"/>
  <p:tag name="OTLWEEKNUMBERINGFORMAT" val="WNFormat1"/>
  <p:tag name="OTLWEEKNUMBERINGISVISIBLE" val="False"/>
</p:tagLst>
</file>

<file path=ppt/tags/tag248.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5-10-09T23:59:00.0000000Z"/>
  <p:tag name="OTLMARKERSHAPE" val="OTL"/>
  <p:tag name="OTLSHAPETHICKNESSTYPE" val="Thin"/>
  <p:tag name="OTLSPACING" val="5"/>
  <p:tag name="OTLSTARTDATE" val="2025-07-11T23:59:00.0000000Z"/>
  <p:tag name="OTLWEEKNUMBERINGFORMAT" val="WNFormat1"/>
  <p:tag name="OTLWEEKNUMBERINGISVISIBLE" val="False"/>
</p:tagLst>
</file>

<file path=ppt/tags/tag24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07-22T23:59:00.0000000Z"/>
  <p:tag name="OTLMARKERSHAPE" val="OTL"/>
  <p:tag name="OTLSHAPETHICKNESSTYPE" val="Thin"/>
  <p:tag name="OTLSPACING" val="5"/>
  <p:tag name="OTLSTARTDATE" val="2026-02-04T23:59:00.0000000Z"/>
  <p:tag name="OTLWEEKNUMBERINGFORMAT" val="WNFormat1"/>
  <p:tag name="OTLWEEKNUMBERINGISVISIBLE" val="False"/>
</p:tagLst>
</file>

<file path=ppt/tags/tag25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07-22T23:59:00.0000000Z"/>
  <p:tag name="OTLMARKERSHAPE" val="OTL"/>
  <p:tag name="OTLSHAPETHICKNESSTYPE" val="Thin"/>
  <p:tag name="OTLSPACING" val="5"/>
  <p:tag name="OTLSTARTDATE" val="2026-06-12T23:59:00.0000000Z"/>
  <p:tag name="OTLWEEKNUMBERINGFORMAT" val="WNFormat1"/>
  <p:tag name="OTLWEEKNUMBERINGISVISIBLE" val="False"/>
</p:tagLst>
</file>

<file path=ppt/tags/tag251.xml><?xml version="1.0" encoding="utf-8"?>
<p:tagLst xmlns:a="http://schemas.openxmlformats.org/drawingml/2006/main" xmlns:r="http://schemas.openxmlformats.org/officeDocument/2006/relationships" xmlns:p="http://schemas.openxmlformats.org/presentationml/2006/main">
  <p:tag name="OTLDATE" val="2025-11-28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252.xml><?xml version="1.0" encoding="utf-8"?>
<p:tagLst xmlns:a="http://schemas.openxmlformats.org/drawingml/2006/main" xmlns:r="http://schemas.openxmlformats.org/officeDocument/2006/relationships" xmlns:p="http://schemas.openxmlformats.org/presentationml/2006/main">
  <p:tag name="OTLDATE" val="2028-04-16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key results"/>
  <p:tag name="OTLPOSITIONONTASK" val="None"/>
  <p:tag name="OTLRELATEDTASKID" val="00000000-0000-0000-0000-000000000000"/>
  <p:tag name="OTLWEEKNUMBERINGFORMAT" val="WNFormat1"/>
  <p:tag name="OTLWEEKNUMBERINGISVISIBLE" val="False"/>
</p:tagLst>
</file>

<file path=ppt/tags/tag253.xml><?xml version="1.0" encoding="utf-8"?>
<p:tagLst xmlns:a="http://schemas.openxmlformats.org/drawingml/2006/main" xmlns:r="http://schemas.openxmlformats.org/officeDocument/2006/relationships" xmlns:p="http://schemas.openxmlformats.org/presentationml/2006/main">
  <p:tag name="OTLMARKERSHAPE" val="OTL"/>
</p:tagLst>
</file>

<file path=ppt/tags/tag254.xml><?xml version="1.0" encoding="utf-8"?>
<p:tagLst xmlns:a="http://schemas.openxmlformats.org/drawingml/2006/main" xmlns:r="http://schemas.openxmlformats.org/officeDocument/2006/relationships" xmlns:p="http://schemas.openxmlformats.org/presentationml/2006/main">
  <p:tag name="OTLMARKERSHAPE" val="OTL"/>
</p:tagLst>
</file>

<file path=ppt/tags/tag255.xml><?xml version="1.0" encoding="utf-8"?>
<p:tagLst xmlns:a="http://schemas.openxmlformats.org/drawingml/2006/main" xmlns:r="http://schemas.openxmlformats.org/officeDocument/2006/relationships" xmlns:p="http://schemas.openxmlformats.org/presentationml/2006/main">
  <p:tag name="OTLMARKERSHAPE" val="OTL"/>
</p:tagLst>
</file>

<file path=ppt/tags/tag256.xml><?xml version="1.0" encoding="utf-8"?>
<p:tagLst xmlns:a="http://schemas.openxmlformats.org/drawingml/2006/main" xmlns:r="http://schemas.openxmlformats.org/officeDocument/2006/relationships" xmlns:p="http://schemas.openxmlformats.org/presentationml/2006/main">
  <p:tag name="OTLMARKERSHAPE" val="OTL"/>
</p:tagLst>
</file>

<file path=ppt/tags/tag257.xml><?xml version="1.0" encoding="utf-8"?>
<p:tagLst xmlns:a="http://schemas.openxmlformats.org/drawingml/2006/main" xmlns:r="http://schemas.openxmlformats.org/officeDocument/2006/relationships" xmlns:p="http://schemas.openxmlformats.org/presentationml/2006/main">
  <p:tag name="OTLMARKERSHAPE" val="OTL"/>
</p:tagLst>
</file>

<file path=ppt/tags/tag258.xml><?xml version="1.0" encoding="utf-8"?>
<p:tagLst xmlns:a="http://schemas.openxmlformats.org/drawingml/2006/main" xmlns:r="http://schemas.openxmlformats.org/officeDocument/2006/relationships" xmlns:p="http://schemas.openxmlformats.org/presentationml/2006/main">
  <p:tag name="OTLMARKERSHAPE" val="OTL"/>
</p:tagLst>
</file>

<file path=ppt/tags/tag259.xml><?xml version="1.0" encoding="utf-8"?>
<p:tagLst xmlns:a="http://schemas.openxmlformats.org/drawingml/2006/main" xmlns:r="http://schemas.openxmlformats.org/officeDocument/2006/relationships" xmlns:p="http://schemas.openxmlformats.org/presentationml/2006/main">
  <p:tag name="OTLMARKERSHAPE" val="OTL"/>
</p:tagLst>
</file>

<file path=ppt/tags/tag260.xml><?xml version="1.0" encoding="utf-8"?>
<p:tagLst xmlns:a="http://schemas.openxmlformats.org/drawingml/2006/main" xmlns:r="http://schemas.openxmlformats.org/officeDocument/2006/relationships" xmlns:p="http://schemas.openxmlformats.org/presentationml/2006/main">
  <p:tag name="OTLMARKERSHAPE" val="OTL"/>
</p:tagLst>
</file>

<file path=ppt/tags/tag261.xml><?xml version="1.0" encoding="utf-8"?>
<p:tagLst xmlns:a="http://schemas.openxmlformats.org/drawingml/2006/main" xmlns:r="http://schemas.openxmlformats.org/officeDocument/2006/relationships" xmlns:p="http://schemas.openxmlformats.org/presentationml/2006/main">
  <p:tag name="OTLMARKERSHAPE" val="OTL"/>
</p:tagLst>
</file>

<file path=ppt/tags/tag262.xml><?xml version="1.0" encoding="utf-8"?>
<p:tagLst xmlns:a="http://schemas.openxmlformats.org/drawingml/2006/main" xmlns:r="http://schemas.openxmlformats.org/officeDocument/2006/relationships" xmlns:p="http://schemas.openxmlformats.org/presentationml/2006/main">
  <p:tag name="OTLMARKERSHAPE" val="OTL"/>
</p:tagLst>
</file>

<file path=ppt/tags/tag263.xml><?xml version="1.0" encoding="utf-8"?>
<p:tagLst xmlns:a="http://schemas.openxmlformats.org/drawingml/2006/main" xmlns:r="http://schemas.openxmlformats.org/officeDocument/2006/relationships" xmlns:p="http://schemas.openxmlformats.org/presentationml/2006/main">
  <p:tag name="OTLMARKERSHAPE" val="OTL"/>
</p:tagLst>
</file>

<file path=ppt/tags/tag264.xml><?xml version="1.0" encoding="utf-8"?>
<p:tagLst xmlns:a="http://schemas.openxmlformats.org/drawingml/2006/main" xmlns:r="http://schemas.openxmlformats.org/officeDocument/2006/relationships" xmlns:p="http://schemas.openxmlformats.org/presentationml/2006/main">
  <p:tag name="OTLMARKERSHAPE" val="OTL"/>
</p:tagLst>
</file>

<file path=ppt/tags/tag265.xml><?xml version="1.0" encoding="utf-8"?>
<p:tagLst xmlns:a="http://schemas.openxmlformats.org/drawingml/2006/main" xmlns:r="http://schemas.openxmlformats.org/officeDocument/2006/relationships" xmlns:p="http://schemas.openxmlformats.org/presentationml/2006/main">
  <p:tag name="OTLMARKERSHAPE" val="OTL"/>
</p:tagLst>
</file>

<file path=ppt/tags/tag266.xml><?xml version="1.0" encoding="utf-8"?>
<p:tagLst xmlns:a="http://schemas.openxmlformats.org/drawingml/2006/main" xmlns:r="http://schemas.openxmlformats.org/officeDocument/2006/relationships" xmlns:p="http://schemas.openxmlformats.org/presentationml/2006/main">
  <p:tag name="OTLMARKERSHAPE" val="OTL"/>
</p:tagLst>
</file>

<file path=ppt/tags/tag267.xml><?xml version="1.0" encoding="utf-8"?>
<p:tagLst xmlns:a="http://schemas.openxmlformats.org/drawingml/2006/main" xmlns:r="http://schemas.openxmlformats.org/officeDocument/2006/relationships" xmlns:p="http://schemas.openxmlformats.org/presentationml/2006/main">
  <p:tag name="OTLMARKERSHAPE" val="OTL"/>
</p:tagLst>
</file>

<file path=ppt/tags/tag268.xml><?xml version="1.0" encoding="utf-8"?>
<p:tagLst xmlns:a="http://schemas.openxmlformats.org/drawingml/2006/main" xmlns:r="http://schemas.openxmlformats.org/officeDocument/2006/relationships" xmlns:p="http://schemas.openxmlformats.org/presentationml/2006/main">
  <p:tag name="OTLMARKERSHAPE" val="OTL"/>
</p:tagLst>
</file>

<file path=ppt/tags/tag269.xml><?xml version="1.0" encoding="utf-8"?>
<p:tagLst xmlns:a="http://schemas.openxmlformats.org/drawingml/2006/main" xmlns:r="http://schemas.openxmlformats.org/officeDocument/2006/relationships" xmlns:p="http://schemas.openxmlformats.org/presentationml/2006/main">
  <p:tag name="OTLMARKERSHAPE" val="OTL"/>
</p:tagLst>
</file>

<file path=ppt/tags/tag270.xml><?xml version="1.0" encoding="utf-8"?>
<p:tagLst xmlns:a="http://schemas.openxmlformats.org/drawingml/2006/main" xmlns:r="http://schemas.openxmlformats.org/officeDocument/2006/relationships" xmlns:p="http://schemas.openxmlformats.org/presentationml/2006/main">
  <p:tag name="OTLMARKERSHAPE" val="OTL"/>
</p:tagLst>
</file>

<file path=ppt/tags/tag271.xml><?xml version="1.0" encoding="utf-8"?>
<p:tagLst xmlns:a="http://schemas.openxmlformats.org/drawingml/2006/main" xmlns:r="http://schemas.openxmlformats.org/officeDocument/2006/relationships" xmlns:p="http://schemas.openxmlformats.org/presentationml/2006/main">
  <p:tag name="OTLMARKERSHAPE" val="OTL"/>
</p:tagLst>
</file>

<file path=ppt/tags/tag272.xml><?xml version="1.0" encoding="utf-8"?>
<p:tagLst xmlns:a="http://schemas.openxmlformats.org/drawingml/2006/main" xmlns:r="http://schemas.openxmlformats.org/officeDocument/2006/relationships" xmlns:p="http://schemas.openxmlformats.org/presentationml/2006/main">
  <p:tag name="OTLMARKERSHAPE" val="OTL"/>
</p:tagLst>
</file>

<file path=ppt/tags/tag273.xml><?xml version="1.0" encoding="utf-8"?>
<p:tagLst xmlns:a="http://schemas.openxmlformats.org/drawingml/2006/main" xmlns:r="http://schemas.openxmlformats.org/officeDocument/2006/relationships" xmlns:p="http://schemas.openxmlformats.org/presentationml/2006/main">
  <p:tag name="OTLMARKERSHAPE" val="OTL"/>
</p:tagLst>
</file>

<file path=ppt/tags/tag274.xml><?xml version="1.0" encoding="utf-8"?>
<p:tagLst xmlns:a="http://schemas.openxmlformats.org/drawingml/2006/main" xmlns:r="http://schemas.openxmlformats.org/officeDocument/2006/relationships" xmlns:p="http://schemas.openxmlformats.org/presentationml/2006/main">
  <p:tag name="OTLMARKERSHAPE" val="OTL"/>
</p:tagLst>
</file>

<file path=ppt/tags/tag275.xml><?xml version="1.0" encoding="utf-8"?>
<p:tagLst xmlns:a="http://schemas.openxmlformats.org/drawingml/2006/main" xmlns:r="http://schemas.openxmlformats.org/officeDocument/2006/relationships" xmlns:p="http://schemas.openxmlformats.org/presentationml/2006/main">
  <p:tag name="__PART_0" val="eyIkaWQiOiIxIiwiX3N3aW1sYW5lc1YyIjpbeyIkaWQiOiIyIiwiX2FjdGl2aXRpZXMiOlt7IiRpZCI6IjMiLCJfcm93cyI6W3siJGlkIjoiNCIsIl90YXNrcyI6W10sIl9taWxlc3RvbmVzIjpbeyIkaWQiOiI1IiwiSWQiOiJmZTFmYjg3Mi1hMzZjLTQ4ODUtOGZmYy01ODdhMGZkYzA4NzQiLCJJbmRleCI6MCwiR3JvdXBJZCI6bnVsbCwiVGl0bGUiOiJwcmUtSU5EIHN1YiIsIkRhdGVUaW1lIjoiMjAyNS0xMS0yNlQyMzo1OTowMCIsIlBlcmNlbnRhZ2VDb21wbGV0ZSI6bnVsbCwiTm90ZSI6bnVsbCwiU3R5bGUiOnsiJGlkIjoiNiIsIlRpdGxlUG9zaXRpb24iOiJMZWZ0IiwiRGF0ZVBvc2l0aW9uIjoiTGVmdCIsIlNoYXBlVHlwZSI6MiwiU2hhcGVTaXplIjoxLCJTaGFwZVN0eWxlIjp7IiRpZCI6IjciLCJNYXJnaW4iOnsiJGlkIjoiOCIsIlRvcCI6MC4wLCJMZWZ0IjowLjAsIlJpZ2h0IjowLjAsIkJvdHRvbSI6MC4wfSwiUGFkZGluZyI6eyIkaWQiOiI5IiwiVG9wIjowLjAsIkxlZnQiOjAuMCwiUmlnaHQiOjAuMCwiQm90dG9tIjowLjB9LCJCYWNrZ3JvdW5kIjp7IiRpZCI6IjEwIiwiQ29sb3IiOnsiJGlkIjoiMTEiLCJBIjoyNTUsIlIiOjgsIkciOjQ5LCJCIjo0Mn19LCJJc1Zpc2libGUiOnRydWUsIldpZHRoIjoxMy4wLCJIZWlnaHQiOjEzLjAsIkJvcmRlclN0eWxlIjp7IiRpZCI6IjEyIiwiTGluZUNvbG9yIjp7IiRpZCI6IjEzIiwiJHR5cGUiOiJOTFJFLkNvbW1vbi5Eb20uU29saWRDb2xvckJydXNoLCBOTFJFLkNvbW1vbiIsIkNvbG9yIjp7IiRpZCI6IjE0IiwiQSI6MjU1LCJSIjoyNTUsIkciOjAsIkIiOjB9fSwiTGluZVdlaWdodCI6MC4wLCJMaW5lVHlwZSI6MCwiUGFyZW50U3R5bGUiOm51bGx9LCJQYXJlbnRTdHlsZSI6bnVsbH0sIlRpdGxlU3R5bGUiOnsiJGlkIjoiMTUiLCJGb250U2V0dGluZ3MiOnsiJGlkIjoiMTYiLCJGb250U2l6ZSI6MTEsIkZvbnROYW1lIjoiQ2FsaWJyaSIsIklzQm9sZCI6dHJ1ZSwiSXNJdGFsaWMiOmZhbHNlLCJJc1VuZGVybGluZWQiOmZhbHNlLCJQYXJlbnRTdHlsZSI6bnVsbH0sIkF1dG9TaXplIjowLCJGb3JlZ3JvdW5kIjp7IiRpZCI6IjE3IiwiQ29sb3IiOnsiJGlkIjoiMTgiLCJBIjoyNTUsIlIiOjAsIkciOjAsIkIiOjB9fSwiTWF4V2lkdGgiOjIwMC4wLCJNYXhIZWlnaHQiOiJJbmZpbml0eSIsIlNtYXJ0Rm9yZWdyb3VuZElzQWN0aXZlIjpmYWxzZSwiSG9yaXpvbnRhbEFsaWdubWVudCI6MiwiVmVydGljYWxBbGlnbm1lbnQiOjAsIlNtYXJ0Rm9yZWdyb3VuZCI6bnVsbCwiQmFja2dyb3VuZEZpbGxUeXBlIjowLCJNYXJnaW4iOnsiJGlkIjoiMTkiLCJUb3AiOjAuMCwiTGVmdCI6MC4wLCJSaWdodCI6MC4wLCJCb3R0b20iOjAuMH0sIlBhZGRpbmciOnsiJGlkIjoiMjAiLCJUb3AiOjAuMCwiTGVmdCI6MC4wLCJSaWdodCI6MC4wLCJCb3R0b20iOjAuMH0sIkJhY2tncm91bmQiOnsiJGlkIjoiMjEiLCJDb2xvciI6eyIkaWQiOiIyMiIsIkEiOjAsIlIiOjAsIkciOjAsIkIiOjB9fSwiSXNWaXNpYmxlIjp0cnVlLCJXaWR0aCI6MC4wLCJIZWlnaHQiOjAuMCwiQm9yZGVyU3R5bGUiOm51bGwsIlBhcmVudFN0eWxlIjpudWxsfSwiRGF0ZVN0eWxlIjp7IiRpZCI6IjIzIiwiRm9udFNldHRpbmdzIjp7IiRpZCI6IjI0IiwiRm9udFNpemUiOjEwLCJGb250TmFtZSI6IkNhbGlicmkiLCJJc0JvbGQiOmZhbHNlLCJJc0l0YWxpYyI6ZmFsc2UsIklzVW5kZXJsaW5lZCI6ZmFsc2UsIlBhcmVudFN0eWxlIjpudWxsfSwiQXV0b1NpemUiOjAsIkZvcmVncm91bmQiOnsiJGlkIjoiMjUiLCJDb2xvciI6eyIkaWQiOiIyNi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jciLCJUb3AiOjAuMCwiTGVmdCI6MC4wLCJSaWdodCI6MC4wLCJCb3R0b20iOjAuMH0sIlBhZGRpbmciOnsiJGlkIjoiMjgiLCJUb3AiOjAuMCwiTGVmdCI6MC4wLCJSaWdodCI6MC4wLCJCb3R0b20iOjAuMH0sIkJhY2tncm91bmQiOnsiJGlkIjoiMjkiLCJDb2xvciI6eyIkaWQiOiIzMCIsIkEiOjAsIlIiOjAsIkciOjAsIkIiOjB9fSwiSXNWaXNpYmxlIjp0cnVlLCJXaWR0aCI6MC4wLCJIZWlnaHQiOjAuMCwiQm9yZGVyU3R5bGUiOm51bGwsIlBhcmVudFN0eWxlIjpudWxsfSwiRGF0ZUZvcm1hdCI6eyIkaWQiOiIz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zMiIsIkRhdGVQYXJ0SXNWaXNpYmxlIjp0cnVlLCJUaW1lUGFydElzVmlzaWJsZSI6ZmFsc2V9fSwiV2Vla051bWJlcmluZyI6eyIkaWQiOiIzMy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zNCIsIl90YXNrcyI6W10sIl9taWxlc3RvbmVzIjpbeyIkaWQiOiIzNSIsIklkIjoiZjNlOGM2YzktZmJjOC00YjIwLTk5ZjgtMjhmZTA5ZGEzY2Q2IiwiSW5kZXgiOjEsIkdyb3VwSWQiOm51bGwsIlRpdGxlIjoiRmluYWwgQ1RBIHBhY2thZ2UiLCJEYXRlVGltZSI6IjIwMjYtMDQtMTdUMjM6NTk6MDAiLCJQZXJjZW50YWdlQ29tcGxldGUiOm51bGwsIk5vdGUiOm51bGwsIlN0eWxlIjp7IiRpZCI6IjM2IiwiVGl0bGVQb3NpdGlvbiI6IkxlZnQiLCJEYXRlUG9zaXRpb24iOiJMZWZ0IiwiU2hhcGVUeXBlIjoyLCJTaGFwZVNpemUiOjEsIlNoYXBlU3R5bGUiOnsiJGlkIjoiMzciLCJNYXJnaW4iOnsiJHJlZiI6IjgifSwiUGFkZGluZyI6eyIkcmVmIjoiOSJ9LCJCYWNrZ3JvdW5kIjp7IiRpZCI6IjM4IiwiQ29sb3IiOnsiJGlkIjoiMzkiLCJBIjoyNTUsIlIiOjgsIkciOjQ5LCJCIjo0Mn19LCJJc1Zpc2libGUiOnRydWUsIldpZHRoIjoxMy4wLCJIZWlnaHQiOjEzLjAsIkJvcmRlclN0eWxlIjp7IiRpZCI6IjQwIiwiTGluZUNvbG9yIjp7IiRyZWYiOiIxMyJ9LCJMaW5lV2VpZ2h0IjowLjAsIkxpbmVUeXBlIjowLCJQYXJlbnRTdHlsZSI6bnVsbH0sIlBhcmVudFN0eWxlIjpudWxsfSwiVGl0bGVTdHlsZSI6eyIkaWQiOiI0MSIsIkZvbnRTZXR0aW5ncyI6eyIkaWQiOiI0MiIsIkZvbnRTaXplIjoxMSwiRm9udE5hbWUiOiJDYWxpYnJpIiwiSXNCb2xkIjp0cnVlLCJJc0l0YWxpYyI6ZmFsc2UsIklzVW5kZXJsaW5lZCI6ZmFsc2UsIlBhcmVudFN0eWxlIjpudWxsfSwiQXV0b1NpemUiOjAsIkZvcmVncm91bmQiOnsiJHJlZiI6IjE3In0sIk1heFdpZHRoIjoyMDAuMCwiTWF4SGVpZ2h0IjoiSW5maW5pdHkiLCJTbWFydEZvcmVncm91bmRJc0FjdGl2ZSI6ZmFsc2UsIkhvcml6b250YWxBbGlnbm1lbnQiOjIsIlZlcnRpY2FsQWxpZ25tZW50IjowLCJTbWFydEZvcmVncm91bmQiOm51bGwsIkJhY2tncm91bmRGaWxsVHlwZSI6MCwiTWFyZ2luIjp7IiRyZWYiOiIxOSJ9LCJQYWRkaW5nIjp7IiRyZWYiOiIyMCJ9LCJCYWNrZ3JvdW5kIjp7IiRyZWYiOiIyMSJ9LCJJc1Zpc2libGUiOnRydWUsIldpZHRoIjowLjAsIkhlaWdodCI6MC4wLCJCb3JkZXJTdHlsZSI6bnVsbCwiUGFyZW50U3R5bGUiOm51bGx9LCJEYXRlU3R5bGUiOnsiJGlkIjoiNDMiLCJGb250U2V0dGluZ3MiOnsiJGlkIjoiNDQiLCJGb250U2l6ZSI6MTAsIkZvbnROYW1lIjoiQ2FsaWJyaSIsIklzQm9sZCI6ZmFsc2UsIklzSXRhbGljIjpmYWxzZSwiSXNVbmRlcmxpbmVkIjpmYWxzZSwiUGFyZW50U3R5bGUiOm51bGx9LCJBdXRvU2l6ZSI6MCwiRm9yZWdyb3VuZCI6eyIkcmVmIjoiMjUifSwiTWF4V2lkdGgiOjIwMC4wLCJNYXhIZWlnaHQiOiJJbmZpbml0eSIsIlNtYXJ0Rm9yZWdyb3VuZElzQWN0aXZlIjpmYWxzZSwiSG9yaXpvbnRhbEFsaWdubWVudCI6MiwiVmVydGljYWxBbGlnbm1lbnQiOjAsIlNtYXJ0Rm9yZWdyb3VuZCI6bnVsbCwiQmFja2dyb3VuZEZpbGxUeXBlIjowLCJNYXJnaW4iOnsiJHJlZiI6IjI3In0sIlBhZGRpbmciOnsiJHJlZiI6IjI4In0sIkJhY2tncm91bmQiOnsiJHJlZiI6IjI5In0sIklzVmlzaWJsZSI6dHJ1ZSwiV2lkdGgiOjAuMCwiSGVpZ2h0IjowLjAsIkJvcmRlclN0eWxlIjpudWxsLCJQYXJlbnRTdHlsZSI6bnVsbH0sIkRhdGVGb3JtYXQiOnsiJGlkIjoiNDUiLCJGb3JtYXRTdHJpbmciOiJNL2QveXkiLCJTZXBhcmF0b3IiOiIvIiwiVXNlSW50ZXJuYXRpb25hbERhdGVGb3JtYXQiOmZhbHNlLCJEYXRlSXNWaXNpYmxlIjp0cnVlLCJUaW1lSXNWaXNpYmxlIjpmYWxzZSwiSG91ckRpZ2l0cyI6MSwiQW1QbURlc2lnbmF0b3IiOjIsIlRyaW0wME1pbnV0ZXMiOmZhbHNlLCJMYXN0S25vd25WaXNpYmlsaXR5U3RhdGUiOnsiJGlkIjoiNDYiLCJEYXRlUGFydElzVmlzaWJsZSI6dHJ1ZSwiVGltZVBhcnRJc1Zpc2libGUiOmZhbHNlfX0sIldlZWtOdW1iZXJpbmciOnsiJGlkIjoiNDciLCJGb3JtYXQiOjAsIklzVmlzaWJsZSI6ZmFsc2UsIkxhc3RLbm93blZpc2liaWxpdHlTdGF0ZSI6ZmFsc2V9LCJJc1Zpc2libGUiOnRydWUsIlBhcmVudFN0eWxlIjpudWxsfSwiSHlwZXJsaW5rIjpudWxsLCJJbXBvcnRJZCI6IiJ9XSwiSWQiOiIwMDAwMDAwMC0wMDAwLTAwMDAtMDAwMC0wMDAwMDAwMDAwMDAiLCJJc1NpbmdsZUl0ZW1Sb3ciOnRydWV9LHsiJGlkIjoiNDgiLCJfdGFza3MiOlt7IiRpZCI6IjQ5IiwiX2F0dGFjaGVkTWlsZXN0b25lcyI6W10sIlRhc2tEZWZpbml0aW9uIjp7IiRpZCI6IjUwIiwiR3JvdXBOYW1lIjpudWxsLCJTdGFydERhdGUiOiIyMDI2LTA2LTE2VDIzOjU5OjAwWiIsIkVuZERhdGUiOiIyMDI3LTA3LTI2VDIzOjU5OjAwWiIsIlBlcmNlbnRhZ2VDb21wbGV0ZSI6bnVsbCwiU3R5bGUiOnsiJGlkIjoiNTEiLCJTaGFwZSI6MSwiU2hhcGVUaGlja25lc3MiOjAsIkR1cmF0aW9uRm9ybWF0IjowLCJJbmNsdWRlTm9uV29ya2luZ0RheXNJbkR1cmF0aW9uIjpmYWxzZSwiUGVyY2VudGFnZUNvbXBsZXRlU3R5bGUiOnsiJGlkIjoiNTIiLCJGb250U2V0dGluZ3MiOnsiJGlkIjoiNTMiLCJGb250U2l6ZSI6MTAsIkZvbnROYW1lIjoiQ2FsaWJyaSIsIklzQm9sZCI6ZmFsc2UsIklzSXRhbGljIjpmYWxzZSwiSXNVbmRlcmxpbmVkIjpmYWxzZSwiUGFyZW50U3R5bGUiOm51bGx9LCJBdXRvU2l6ZSI6MCwiRm9yZWdyb3VuZCI6eyIkaWQiOiI1NCIsIkNvbG9yIjp7IiRpZCI6IjU1IiwiQSI6MjU1LCJSIjoyMzcsIkciOjEyNSwiQiI6NDl9fSwiTWF4V2lkdGgiOjIwMC4wLCJNYXhIZWlnaHQiOiJJbmZpbml0eSIsIlNtYXJ0Rm9yZWdyb3VuZElzQWN0aXZlIjpmYWxzZSwiSG9yaXpvbnRhbEFsaWdubWVudCI6MCwiVmVydGljYWxBbGlnbm1lbnQiOjAsIlNtYXJ0Rm9yZWdyb3VuZCI6bnVsbCwiQmFja2dyb3VuZEZpbGxUeXBlIjowLCJNYXJnaW4iOnsiJGlkIjoiNTYiLCJUb3AiOjAuMCwiTGVmdCI6MC4wLCJSaWdodCI6MC4wLCJCb3R0b20iOjAuMH0sIlBhZGRpbmciOnsiJGlkIjoiNTciLCJUb3AiOjAuMCwiTGVmdCI6MC4wLCJSaWdodCI6MC4wLCJCb3R0b20iOjAuMH0sIkJhY2tncm91bmQiOnsiJGlkIjoiNTgiLCJDb2xvciI6eyIkaWQiOiI1OSIsIkEiOjg5LCJSIjowLCJHIjowLCJCIjowfX0sIklzVmlzaWJsZSI6dHJ1ZSwiV2lkdGgiOjAuMCwiSGVpZ2h0IjowLjAsIkJvcmRlclN0eWxlIjp7IiRpZCI6IjYwIiwiTGluZUNvbG9yIjpudWxsLCJMaW5lV2VpZ2h0IjowLjAsIkxpbmVUeXBlIjowLCJQYXJlbnRTdHlsZSI6bnVsbH0sIlBhcmVudFN0eWxlIjpudWxsfSwiRHVyYXRpb25TdHlsZSI6eyIkaWQiOiI2MSIsIkZvbnRTZXR0aW5ncyI6eyIkaWQiOiI2MiIsIkZvbnRTaXplIjoxMCwiRm9udE5hbWUiOiJDYWxpYnJpIiwiSXNCb2xkIjpmYWxzZSwiSXNJdGFsaWMiOmZhbHNlLCJJc1VuZGVybGluZWQiOmZhbHNlLCJQYXJlbnRTdHlsZSI6bnVsbH0sIkF1dG9TaXplIjowLCJGb3JlZ3JvdW5kIjp7IiRpZCI6IjYzIiwiQ29sb3IiOnsiJGlkIjoiNjQiLCJBIjoyNTUsIlIiOjIzNywiRyI6MTI1LCJCIjo0OX19LCJNYXhXaWR0aCI6MjAwLjAsIk1heEhlaWdodCI6IkluZmluaXR5IiwiU21hcnRGb3JlZ3JvdW5kSXNBY3RpdmUiOmZhbHNlLCJIb3Jpem9udGFsQWxpZ25tZW50IjowLCJWZXJ0aWNhbEFsaWdubWVudCI6MCwiU21hcnRGb3JlZ3JvdW5kIjpudWxsLCJCYWNrZ3JvdW5kRmlsbFR5cGUiOjAsIk1hcmdpbiI6eyIkaWQiOiI2NSIsIlRvcCI6MC4wLCJMZWZ0IjowLjAsIlJpZ2h0IjowLjAsIkJvdHRvbSI6MC4wfSwiUGFkZGluZyI6eyIkaWQiOiI2NiIsIlRvcCI6MC4wLCJMZWZ0IjowLjAsIlJpZ2h0IjowLjAsIkJvdHRvbSI6MC4wfSwiQmFja2dyb3VuZCI6eyIkaWQiOiI2NyIsIkNvbG9yIjp7IiRpZCI6IjY4IiwiQSI6MCwiUiI6MCwiRyI6MCwiQiI6MH19LCJJc1Zpc2libGUiOnRydWUsIldpZHRoIjowLjAsIkhlaWdodCI6MC4wLCJCb3JkZXJTdHlsZSI6eyIkaWQiOiI2OSIsIkxpbmVDb2xvciI6bnVsbCwiTGluZVdlaWdodCI6MC4wLCJMaW5lVHlwZSI6MCwiUGFyZW50U3R5bGUiOm51bGx9LCJQYXJlbnRTdHlsZSI6bnVsbH0sIkhvcml6b250YWxDb25uZWN0b3JTdHlsZSI6eyIkaWQiOiI3MCIsIkxpbmVDb2xvciI6eyIkaWQiOiI3MSIsIiR0eXBlIjoiTkxSRS5Db21tb24uRG9tLlNvbGlkQ29sb3JCcnVzaCwgTkxSRS5Db21tb24iLCJDb2xvciI6eyIkaWQiOiI3MiIsIkEiOjI1NSwiUiI6MjA0LCJHIjoyMDQsIkIiOjIwNH19LCJMaW5lV2VpZ2h0IjoxLjAsIkxpbmVUeXBlIjowLCJQYXJlbnRTdHlsZSI6bnVsbH0sIlZlcnRpY2FsQ29ubmVjdG9yU3R5bGUiOnsiJGlkIjoiNzMiLCJMaW5lQ29sb3IiOnsiJGlkIjoiNzQiLCIkdHlwZSI6Ik5MUkUuQ29tbW9uLkRvbS5Tb2xpZENvbG9yQnJ1c2gsIE5MUkUuQ29tbW9uIiwiQ29sb3IiOnsiJGlkIjoiNzUiLCJBIjoyNTUsIlIiOjIwNCwiRyI6MjA0LCJCIjoyMDR9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3NiIsIk1hcmdpbiI6eyIkaWQiOiI3NyIsIlRvcCI6MC4wLCJMZWZ0Ijo0LjAsIlJpZ2h0Ijo0LjAsIkJvdHRvbSI6MC4wfSwiUGFkZGluZyI6eyIkaWQiOiI3OCIsIlRvcCI6MC4wLCJMZWZ0IjowLjAsIlJpZ2h0IjowLjAsIkJvdHRvbSI6MC4wfSwiQmFja2dyb3VuZCI6eyIkaWQiOiI3OSIsIkNvbG9yIjp7IiRpZCI6IjgwIiwiQSI6MjU1LCJSIjo4LCJHIjo0OSwiQiI6NDJ9fSwiSXNWaXNpYmxlIjp0cnVlLCJXaWR0aCI6MC4wLCJIZWlnaHQiOjEwLjAsIkJvcmRlclN0eWxlIjp7IiRpZCI6IjgxIiwiTGluZUNvbG9yIjp7IiRpZCI6IjgyIiwiJHR5cGUiOiJOTFJFLkNvbW1vbi5Eb20uU29saWRDb2xvckJydXNoLCBOTFJFLkNvbW1vbiIsIkNvbG9yIjp7IiRpZCI6IjgzIiwiQSI6MjU1LCJSIjoyNTUsIkciOjAsIkIiOjB9fSwiTGluZVdlaWdodCI6MC4wLCJMaW5lVHlwZSI6MCwiUGFyZW50U3R5bGUiOm51bGx9LCJQYXJlbnRTdHlsZSI6bnVsbH0sIlRpdGxlU3R5bGUiOnsiJGlkIjoiODQiLCJGb250U2V0dGluZ3MiOnsiJGlkIjoiODUiLCJGb250U2l6ZSI6MTEsIkZvbnROYW1lIjoiQ2FsaWJyaSIsIklzQm9sZCI6dHJ1ZSwiSXNJdGFsaWMiOmZhbHNlLCJJc1VuZGVybGluZWQiOmZhbHNlLCJQYXJlbnRTdHlsZSI6bnVsbH0sIkF1dG9TaXplIjowLCJGb3JlZ3JvdW5kIjp7IiRpZCI6Ijg2IiwiQ29sb3IiOnsiJGlkIjoiODciLCJBIjoyNTUsIlIiOjAsIkciOjAsIkIiOjB9fSwiTWF4V2lkdGgiOjcyMC4wLCJNYXhIZWlnaHQiOiJJbmZpbml0eSIsIlNtYXJ0Rm9yZWdyb3VuZElzQWN0aXZlIjpmYWxzZSwiSG9yaXpvbnRhbEFsaWdubWVudCI6MCwiVmVydGljYWxBbGlnbm1lbnQiOjAsIlNtYXJ0Rm9yZWdyb3VuZCI6bnVsbCwiQmFja2dyb3VuZEZpbGxUeXBlIjowLCJNYXJnaW4iOnsiJGlkIjoiODgiLCJUb3AiOjAuMCwiTGVmdCI6MC4wLCJSaWdodCI6MC4wLCJCb3R0b20iOjAuMH0sIlBhZGRpbmciOnsiJGlkIjoiODkiLCJUb3AiOjAuMCwiTGVmdCI6MC4wLCJSaWdodCI6MC4wLCJCb3R0b20iOjAuMH0sIkJhY2tncm91bmQiOnsiJGlkIjoiOTAiLCJDb2xvciI6eyIkaWQiOiI5MSIsIkEiOjAsIlIiOjAsIkciOjAsIkIiOjB9fSwiSXNWaXNpYmxlIjp0cnVlLCJXaWR0aCI6MC4wLCJIZWlnaHQiOjAuMCwiQm9yZGVyU3R5bGUiOnsiJGlkIjoiOTIiLCJMaW5lQ29sb3IiOm51bGwsIkxpbmVXZWlnaHQiOjAuMCwiTGluZVR5cGUiOjAsIlBhcmVudFN0eWxlIjpudWxsfSwiUGFyZW50U3R5bGUiOm51bGx9LCJEYXRlU3R5bGUiOnsiJGlkIjoiOTMiLCJGb250U2V0dGluZ3MiOnsiJGlkIjoiOTQiLCJGb250U2l6ZSI6MTAsIkZvbnROYW1lIjoiQ2FsaWJyaSIsIklzQm9sZCI6ZmFsc2UsIklzSXRhbGljIjpmYWxzZSwiSXNVbmRlcmxpbmVkIjpmYWxzZSwiUGFyZW50U3R5bGUiOm51bGx9LCJBdXRvU2l6ZSI6MCwiRm9yZWdyb3VuZCI6eyIkaWQiOiI5NSIsIkNvbG9yIjp7IiRpZCI6Ijk2IiwiQSI6MjU1LCJSIjo2OCwiRyI6ODQsIkIiOjEwNn19LCJNYXhXaWR0aCI6MjAwLjAsIk1heEhlaWdodCI6IkluZmluaXR5IiwiU21hcnRGb3JlZ3JvdW5kSXNBY3RpdmUiOmZhbHNlLCJIb3Jpem9udGFsQWxpZ25tZW50IjoyLCJWZXJ0aWNhbEFsaWdubWVudCI6MCwiU21hcnRGb3JlZ3JvdW5kIjpudWxsLCJCYWNrZ3JvdW5kRmlsbFR5cGUiOjAsIk1hcmdpbiI6eyIkaWQiOiI5NyIsIlRvcCI6MC4wLCJMZWZ0IjowLjAsIlJpZ2h0IjowLjAsIkJvdHRvbSI6MC4wfSwiUGFkZGluZyI6eyIkaWQiOiI5OCIsIlRvcCI6MC4wLCJMZWZ0IjowLjAsIlJpZ2h0IjowLjAsIkJvdHRvbSI6MC4wfSwiQmFja2dyb3VuZCI6eyIkaWQiOiI5OSIsIkNvbG9yIjp7IiRpZCI6IjEwMCIsIkEiOjAsIlIiOjAsIkciOjAsIkIiOjB9fSwiSXNWaXNpYmxlIjp0cnVlLCJXaWR0aCI6MC4wLCJIZWlnaHQiOjAuMCwiQm9yZGVyU3R5bGUiOnsiJGlkIjoiMTAxIiwiTGluZUNvbG9yIjpudWxsLCJMaW5lV2VpZ2h0IjowLjAsIkxpbmVUeXBlIjowLCJQYXJlbnRTdHlsZSI6bnVsbH0sIlBhcmVudFN0eWxlIjpudWxsfSwiRGF0ZUZvcm1hdCI6eyIkaWQiOiIxMDI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EwMyIsIkZvcm1hdCI6MCwiSXNWaXNpYmxlIjpmYWxzZSwiTGFzdEtub3duVmlzaWJpbGl0eVN0YXRlIjpmYWxzZX0sIklzVmlzaWJsZSI6dHJ1ZSwiUGFyZW50U3R5bGUiOm51bGx9LCJJbmRleCI6MiwiU21hcnREdXJhdGlvbkFjdGl2YXRlZCI6ZmFsc2UsIkRhdGVGb3JtYXQiOnsiJHJlZiI6IjEwMiJ9LCJXZWVrTnVtYmVyaW5nIjp7IiRpZCI6IjEwNCIsIkZvcm1hdCI6MCwiSXNWaXNpYmxlIjpmYWxzZSwiTGFzdEtub3duVmlzaWJpbGl0eVN0YXRlIjpmYWxzZX0sIklkIjoiMWRiYWUyYWItZDc5MS00MjFlLTgyODctMjJhNTE5M2U4ZDQ4IiwiSW1wb3J0SWQiOm51bGwsIlRpdGxlIjoiRlNTLSBMU1MiLCJOb3RlIjpudWxsLCJIeXBlcmxpbmsiOnsiJGlkIjoiMTA1IiwiQWRkcmVzcyI6bnVsbCwiU3ViQWRkcmVzcyI6bnVsbH0sIklzQ2hhbmdlZCI6ZmFsc2UsIklzTmV3IjpmYWxzZX19XSwiX21pbGVzdG9uZXMiOltdLCJJZCI6IjAwMDAwMDAwLTAwMDAtMDAwMC0wMDAwLTAwMDAwMDAwMDAwMCIsIklzU2luZ2xlSXRlbVJvdyI6dHJ1ZX0seyIkaWQiOiIxMDYiLCJfdGFza3MiOltdLCJfbWlsZXN0b25lcyI6W3siJGlkIjoiMTA3IiwiSWQiOiI3ZDRiNWQ5YS1kZDViLTQxMmQtYmUxZi05ZDgxYzNhMTIyMGMiLCJJbmRleCI6MywiR3JvdXBJZCI6bnVsbCwiVGl0bGUiOiJrZXkgcmVzdWx0cyIsIkRhdGVUaW1lIjoiMjAyOC0wNS0wNFQyMzo1OTowMCIsIlBlcmNlbnRhZ2VDb21wbGV0ZSI6bnVsbCwiTm90ZSI6bnVsbCwiU3R5bGUiOnsiJGlkIjoiMTA4IiwiVGl0bGVQb3NpdGlvbiI6IkxlZnQiLCJEYXRlUG9zaXRpb24iOiJMZWZ0IiwiU2hhcGVUeXBlIjoyLCJTaGFwZVNpemUiOjEsIlNoYXBlU3R5bGUiOnsiJGlkIjoiMTA5IiwiTWFyZ2luIjp7IiRyZWYiOiI4In0sIlBhZGRpbmciOnsiJHJlZiI6IjkifSwiQmFja2dyb3VuZCI6eyIkaWQiOiIxMTAiLCJDb2xvciI6eyIkaWQiOiIxMTEiLCJBIjoyNTUsIlIiOjgsIkciOjQ5LCJCIjo0Mn19LCJJc1Zpc2libGUiOnRydWUsIldpZHRoIjoxMy4wLCJIZWlnaHQiOjEzLjAsIkJvcmRlclN0eWxlIjp7IiRpZCI6IjExMiIsIkxpbmVDb2xvciI6eyIkcmVmIjoiMTMifSwiTGluZVdlaWdodCI6MC4wLCJMaW5lVHlwZSI6MCwiUGFyZW50U3R5bGUiOm51bGx9LCJQYXJlbnRTdHlsZSI6bnVsbH0sIlRpdGxlU3R5bGUiOnsiJGlkIjoiMTEzIiwiRm9udFNldHRpbmdzIjp7IiRpZCI6IjExNCIsIkZvbnRTaXplIjoxMSwiRm9udE5hbWUiOiJDYWxpYnJpIiwiSXNCb2xkIjp0cnVlLCJJc0l0YWxpYyI6ZmFsc2UsIklzVW5kZXJsaW5lZCI6ZmFsc2UsIlBhcmVudFN0eWxlIjpudWxsfSwiQXV0b1NpemUiOjAsIkZvcmVncm91bmQiOnsiJHJlZiI6IjE3In0sIk1heFdpZHRoIjoyMDAuMCwiTWF4SGVpZ2h0IjoiSW5maW5pdHkiLCJTbWFydEZvcmVncm91bmRJc0FjdGl2ZSI6ZmFsc2UsIkhvcml6b250YWxBbGlnbm1lbnQiOjIsIlZlcnRpY2FsQWxpZ25tZW50IjowLCJTbWFydEZvcmVncm91bmQiOm51bGwsIkJhY2tncm91bmRGaWxsVHlwZSI6MCwiTWFyZ2luIjp7IiRyZWYiOiIxOSJ9LCJQYWRkaW5nIjp7IiRyZWYiOiIyMCJ9LCJCYWNrZ3JvdW5kIjp7IiRyZWYiOiIyMSJ9LCJJc1Zpc2libGUiOnRydWUsIldpZHRoIjowLjAsIkhlaWdodCI6MC4wLCJCb3JkZXJTdHlsZSI6bnVsbCwiUGFyZW50U3R5bGUiOm51bGx9LCJEYXRlU3R5bGUiOnsiJGlkIjoiMTE1IiwiRm9udFNldHRpbmdzIjp7IiRpZCI6IjExNiIsIkZvbnRTaXplIjoxMCwiRm9udE5hbWUiOiJDYWxpYnJpIiwiSXNCb2xkIjpmYWxzZSwiSXNJdGFsaWMiOmZhbHNlLCJJc1VuZGVybGluZWQiOmZhbHNlLCJQYXJlbnRTdHlsZSI6bnVsbH0sIkF1dG9TaXplIjowLCJGb3JlZ3JvdW5kIjp7IiRyZWYiOiIyNSJ9LCJNYXhXaWR0aCI6MjAwLjAsIk1heEhlaWdodCI6IkluZmluaXR5IiwiU21hcnRGb3JlZ3JvdW5kSXNBY3RpdmUiOmZhbHNlLCJIb3Jpem9udGFsQWxpZ25tZW50IjoyLCJWZXJ0aWNhbEFsaWdubWVudCI6MCwiU21hcnRGb3JlZ3JvdW5kIjpudWxsLCJCYWNrZ3JvdW5kRmlsbFR5cGUiOjAsIk1hcmdpbiI6eyIkcmVmIjoiMjcifSwiUGFkZGluZyI6eyIkcmVmIjoiMjgifSwiQmFja2dyb3VuZCI6eyIkcmVmIjoiMjkifSwiSXNWaXNpYmxlIjp0cnVlLCJXaWR0aCI6MC4wLCJIZWlnaHQiOjAuMCwiQm9yZGVyU3R5bGUiOm51bGwsIlBhcmVudFN0eWxlIjpudWxsfSwiRGF0ZUZvcm1hdCI6eyIkaWQiOiIxMTciLCJGb3JtYXRTdHJpbmciOiJNL2QveXkiLCJTZXBhcmF0b3IiOiIvIiwiVXNlSW50ZXJuYXRpb25hbERhdGVGb3JtYXQiOmZhbHNlLCJEYXRlSXNWaXNpYmxlIjp0cnVlLCJUaW1lSXNWaXNpYmxlIjpmYWxzZSwiSG91ckRpZ2l0cyI6MSwiQW1QbURlc2lnbmF0b3IiOjIsIlRyaW0wME1pbnV0ZXMiOmZhbHNlLCJMYXN0S25vd25WaXNpYmlsaXR5U3RhdGUiOnsiJGlkIjoiMTE4IiwiRGF0ZVBhcnRJc1Zpc2libGUiOnRydWUsIlRpbWVQYXJ0SXNWaXNpYmxlIjpmYWxzZX19LCJXZWVrTnVtYmVyaW5nIjp7IiRpZCI6IjExOSIsIkZvcm1hdCI6MCwiSXNWaXNpYmxlIjpmYWxzZSwiTGFzdEtub3duVmlzaWJpbGl0eVN0YXRlIjpmYWxzZX0sIklzVmlzaWJsZSI6dHJ1ZSwiUGFyZW50U3R5bGUiOm51bGx9LCJIeXBlcmxpbmsiOm51bGwsIkltcG9ydElkIjoiIn1dLCJJZCI6IjAwMDAwMDAwLTAwMDAtMDAwMC0wMDAwLTAwMDAwMDAwMDAwMCIsIklzU2luZ2xlSXRlbVJvdyI6dHJ1ZX1dLCJJbmRleCI6MCwiSWQiOiJjZDIzMDhkMC0yZDY5LTQ0ZDEtODJiMS1hMzE2OWY0NjA0YzUiLCJIZWFkZXJUZXh0IjpudWxsLCJJc0RlZmF1bHQiOnRydWUsIlN0eWxlIjp7IiRpZCI6IjEyMCIsIkhlYWRlclN0eWxlIjp7IiRpZCI6IjEyMSIsIlRleHRTdHlsZSI6eyIkaWQiOiIxMjIiLCJGb250U2V0dGluZ3MiOnsiJGlkIjoiMTIzIiwiRm9udFNpemUiOjExLCJGb250TmFtZSI6IkNhbGlicmkiLCJJc0JvbGQiOmZhbHNlLCJJc0l0YWxpYyI6ZmFsc2UsIklzVW5kZXJsaW5lZCI6ZmFsc2UsIlBhcmVudFN0eWxlIjpudWxsfSwiQXV0b1NpemUiOjIsIkZvcmVncm91bmQiOnsiJGlkIjoiMTI0IiwiQ29sb3IiOnsiJGlkIjoiMTI1IiwiQSI6MjU1LCJSIjowLCJHIjowLCJCIjowfX0sIk1heFdpZHRoIjowLjAsIk1heEhlaWdodCI6IkluZmluaXR5IiwiU21hcnRGb3JlZ3JvdW5kSXNBY3RpdmUiOmZhbHNlLCJIb3Jpem9udGFsQWxpZ25tZW50IjowLCJWZXJ0aWNhbEFsaWdubWVudCI6MCwiU21hcnRGb3JlZ3JvdW5kIjpudWxsLCJCYWNrZ3JvdW5kRmlsbFR5cGUiOjAsIk1hcmdpbiI6eyIkaWQiOiIxMjYiLCJUb3AiOjAuMCwiTGVmdCI6MC4wLCJSaWdodCI6MC4wLCJCb3R0b20iOjAuMH0sIlBhZGRpbmciOnsiJGlkIjoiMTI3IiwiVG9wIjowLjAsIkxlZnQiOjAuMCwiUmlnaHQiOjAuMCwiQm90dG9tIjowLjB9LCJCYWNrZ3JvdW5kIjpudWxsLCJJc1Zpc2libGUiOnRydWUsIldpZHRoIjowLjAsIkhlaWdodCI6MC4wLCJCb3JkZXJTdHlsZSI6bnVsbCwiUGFyZW50U3R5bGUiOm51bGx9LCJSZWN0YW5nbGVTdHlsZSI6eyIkaWQiOiIxMjgiLCJNYXJnaW4iOnsiJGlkIjoiMTI5IiwiVG9wIjowLjAsIkxlZnQiOjAuMCwiUmlnaHQiOjAuMCwiQm90dG9tIjowLjB9LCJQYWRkaW5nIjp7IiRpZCI6IjEzMCIsIlRvcCI6MC4wLCJMZWZ0IjowLjAsIlJpZ2h0IjowLjAsIkJvdHRvbSI6MC4wfSwiQmFja2dyb3VuZCI6eyIkaWQiOiIxMzEiLCJDb2xvciI6eyIkaWQiOiIxMzIiLCJBIjo2MywiUiI6OCwiRyI6NDksIkIiOjQyfX0sIklzVmlzaWJsZSI6dHJ1ZSwiV2lkdGgiOjAuMCwiSGVpZ2h0IjowLjAsIkJvcmRlclN0eWxlIjp7IiRpZCI6IjEzMyIsIkxpbmVDb2xvciI6eyIkaWQiOiIxMzQiLCIkdHlwZSI6Ik5MUkUuQ29tbW9uLkRvbS5Tb2xpZENvbG9yQnJ1c2gsIE5MUkUuQ29tbW9uIiwiQ29sb3IiOnsiJGlkIjoiMTM1IiwiQSI6MjU1LCJSIjoxLCJHIjoxNSwiQiI6MTF9fSwiTGluZVdlaWdodCI6MC4wLCJMaW5lVHlwZSI6MCwiUGFyZW50U3R5bGUiOm51bGx9LCJQYXJlbnRTdHlsZSI6bnVsbH0sIk1hcmdpbiI6eyIkaWQiOiIxMzYiLCJUb3AiOjAuMCwiTGVmdCI6MC4wLCJSaWdodCI6MC4wLCJCb3R0b20iOjAuMH0sIlBhZGRpbmciOnsiJGlkIjoiMTM3IiwiVG9wIjowLjAsIkxlZnQiOjAuMCwiUmlnaHQiOjAuMCwiQm90dG9tIjowLjB9LCJCYWNrZ3JvdW5kIjpudWxsLCJJc1Zpc2libGUiOnRydWUsIldpZHRoIjowLjAsIkhlaWdodCI6MC4wLCJCb3JkZXJTdHlsZSI6bnVsbCwiUGFyZW50U3R5bGUiOm51bGx9LCJCYWNrZ3JvdW5kU3R5bGUiOnsiJGlkIjoiMTM4IiwiTWFyZ2luIjp7IiRpZCI6IjEzOSIsIlRvcCI6MC4wLCJMZWZ0IjowLjAsIlJpZ2h0IjowLjAsIkJvdHRvbSI6MC4wfSwiUGFkZGluZyI6eyIkaWQiOiIxNDAiLCJUb3AiOjAuMCwiTGVmdCI6MC4wLCJSaWdodCI6MC4wLCJCb3R0b20iOjAuMH0sIkJhY2tncm91bmQiOnsiJGlkIjoiMTQxIiwiQ29sb3IiOnsiJGlkIjoiMTQyIiwiQSI6NTEsIlIiOjE5NywiRyI6MTk1LCJCIjoyMzh9fSwiSXNWaXNpYmxlIjp0cnVlLCJXaWR0aCI6MC4wLCJIZWlnaHQiOjAuMCwiQm9yZGVyU3R5bGUiOnsiJGlkIjoiMTQzIiwiTGluZUNvbG9yIjp7IiRpZCI6IjE0NCIsIiR0eXBlIjoiTkxSRS5Db21tb24uRG9tLlNvbGlkQ29sb3JCcnVzaCwgTkxSRS5Db21tb24iLCJDb2xvciI6eyIkaWQiOiIxNDUiLCJBIjoyNTUsIlIiOjEsIkciOjE1LCJCIjoxMX19LCJMaW5lV2VpZ2h0IjowLjAsIkxpbmVUeXBlIjowLCJQYXJlbnRTdHlsZSI6bnVsbH0sIlBhcmVudFN0eWxlIjpudWxsfSwiTWFyZ2luIjp7IiRpZCI6IjE0NiIsIlRvcCI6MC4wLCJMZWZ0IjowLjAsIlJpZ2h0IjowLjAsIkJvdHRvbSI6MC4wfSwiUGFkZGluZyI6eyIkaWQiOiIxNDciLCJUb3AiOjAuMCwiTGVmdCI6MC4wLCJSaWdodCI6MC4wLCJCb3R0b20iOjAuMH0sIklzVmlzaWJsZSI6ZmFsc2UsIldpZHRoIjowLjAsIkhlaWdodCI6MC4wLCJCb3JkZXJTdHlsZSI6bnVsbCwiUGFyZW50U3R5bGUiOm51bGx9fV0sIklkIjoiMDA4YjM1N2EtOTU5Zi00ZDkxLTgzZTctYzNkZjQ0MTk3YzI3IiwiSW5kZXgiOjAsIkhlYWRlclRleHQiOiJHbG9iYWxccjE0MzQtMDAxOVxyUGggSUkiLCJTdHlsZSI6eyIkaWQiOiIxNDgiLCJIZWFkZXJTdHlsZSI6eyIkaWQiOiIxNDkiLCJUZXh0SXNWZXJ0aWNhbCI6ZmFsc2UsIlRleHRTdHlsZSI6eyIkaWQiOiIxNTAiLCJGb250U2V0dGluZ3MiOnsiJGlkIjoiMTUxIiwiRm9udFNpemUiOjEyLCJGb250TmFtZSI6IkNhbGlicmkiLCJJc0JvbGQiOmZhbHNlLCJJc0l0YWxpYyI6ZmFsc2UsIklzVW5kZXJsaW5lZCI6ZmFsc2UsIlBhcmVudFN0eWxlIjpudWxsfSwiQXV0b1NpemUiOjIsIkZvcmVncm91bmQiOnsiJGlkIjoiMTUyIiwiQ29sb3IiOnsiJGlkIjoiMTUzIiwiQSI6MjU1LCJSIjoyNTUsIkciOjI1NSwiQiI6MjU1fX0sIk1heFdpZHRoIjoxNDcuMCwiTWF4SGVpZ2h0IjowLjAsIlNtYXJ0Rm9yZWdyb3VuZElzQWN0aXZlIjpmYWxzZSwiSG9yaXpvbnRhbEFsaWdubWVudCI6MCwiVmVydGljYWxBbGlnbm1lbnQiOjAsIlNtYXJ0Rm9yZWdyb3VuZCI6bnVsbCwiQmFja2dyb3VuZEZpbGxUeXBlIjowLCJNYXJnaW4iOnsiJGlkIjoiMTU0IiwiVG9wIjowLjAsIkxlZnQiOjAuMCwiUmlnaHQiOjAuMCwiQm90dG9tIjowLjB9LCJQYWRkaW5nIjp7IiRpZCI6IjE1NSIsIlRvcCI6MC4wLCJMZWZ0IjowLjAsIlJpZ2h0IjowLjAsIkJvdHRvbSI6MC4wfSwiQmFja2dyb3VuZCI6bnVsbCwiSXNWaXNpYmxlIjp0cnVlLCJXaWR0aCI6MC4wLCJIZWlnaHQiOjAuMCwiQm9yZGVyU3R5bGUiOm51bGwsIlBhcmVudFN0eWxlIjpudWxsfSwiUmVjdGFuZ2xlU3R5bGUiOnsiJGlkIjoiMTU2IiwiTWFyZ2luIjp7IiRpZCI6IjE1NyIsIlRvcCI6MC4wLCJMZWZ0IjowLjAsIlJpZ2h0IjowLjAsIkJvdHRvbSI6MC4wfSwiUGFkZGluZyI6eyIkaWQiOiIxNTgiLCJUb3AiOjAuMCwiTGVmdCI6MC4wLCJSaWdodCI6MC4wLCJCb3R0b20iOjAuMH0sIkJhY2tncm91bmQiOnsiJGlkIjoiMTU5IiwiQ29sb3IiOnsiJGlkIjoiMTYwIiwiQSI6MjU1LCJSIjowLCJHIjoyMjgsIkIiOjEyNH19LCJJc1Zpc2libGUiOnRydWUsIldpZHRoIjowLjAsIkhlaWdodCI6MC4wLCJCb3JkZXJTdHlsZSI6eyIkaWQiOiIxNjEiLCJMaW5lQ29sb3IiOnsiJGlkIjoiMTYyIiwiJHR5cGUiOiJOTFJFLkNvbW1vbi5Eb20uU29saWRDb2xvckJydXNoLCBOTFJFLkNvbW1vbiIsIkNvbG9yIjp7IiRpZCI6IjE2MyIsIkEiOjI1NSwiUiI6MjU1LCJHIjoyNTUsIkIiOjI1NX19LCJMaW5lV2VpZ2h0IjowLjAsIkxpbmVUeXBlIjowLCJQYXJlbnRTdHlsZSI6bnVsbH0sIlBhcmVudFN0eWxlIjpudWxsfSwiTWFyZ2luIjp7IiRpZCI6IjE2NCIsIlRvcCI6MC4wLCJMZWZ0IjowLjAsIlJpZ2h0IjowLjAsIkJvdHRvbSI6MC4wfSwiUGFkZGluZyI6eyIkaWQiOiIxNjUiLCJUb3AiOjAuMCwiTGVmdCI6MC4wLCJSaWdodCI6MC4wLCJCb3R0b20iOjAuMH0sIkJhY2tncm91bmQiOm51bGwsIklzVmlzaWJsZSI6dHJ1ZSwiV2lkdGgiOjAuMCwiSGVpZ2h0IjowLjAsIkJvcmRlclN0eWxlIjpudWxsLCJQYXJlbnRTdHlsZSI6bnVsbH0sIkJhY2tncm91bmRTdHlsZSI6eyIkaWQiOiIxNjYiLCJNYXJnaW4iOnsiJGlkIjoiMTY3IiwiVG9wIjowLjAsIkxlZnQiOjAuMCwiUmlnaHQiOjAuMCwiQm90dG9tIjowLjB9LCJQYWRkaW5nIjp7IiRpZCI6IjE2OCIsIlRvcCI6MC4wLCJMZWZ0IjowLjAsIlJpZ2h0IjowLjAsIkJvdHRvbSI6MC4wfSwiQmFja2dyb3VuZCI6eyIkaWQiOiIxNjkiLCJDb2xvciI6eyIkaWQiOiIxNzAiLCJBIjo1MSwiUiI6MTk3LCJHIjoxOTUsIkIiOjIzOH19LCJJc1Zpc2libGUiOnRydWUsIldpZHRoIjowLjAsIkhlaWdodCI6MC4wLCJCb3JkZXJTdHlsZSI6eyIkaWQiOiIxNzEiLCJMaW5lQ29sb3IiOnsiJGlkIjoiMTcyIiwiJHR5cGUiOiJOTFJFLkNvbW1vbi5Eb20uU29saWRDb2xvckJydXNoLCBOTFJFLkNvbW1vbiIsIkNvbG9yIjp7IiRpZCI6IjE3MyIsIkEiOjI1NSwiUiI6MSwiRyI6MTUsIkIiOjExfX0sIkxpbmVXZWlnaHQiOjAuMCwiTGluZVR5cGUiOjAsIlBhcmVudFN0eWxlIjpudWxsfSwiUGFyZW50U3R5bGUiOm51bGx9LCJJc0Fib3ZlVGltZWJhbmQiOmZhbHNlLCJNYXJnaW4iOnsiJGlkIjoiMTc0IiwiVG9wIjowLjAsIkxlZnQiOjAuMCwiUmlnaHQiOjAuMCwiQm90dG9tIjowLjB9LCJQYWRkaW5nIjp7IiRpZCI6IjE3NSIsIlRvcCI6MC4wLCJMZWZ0IjowLjAsIlJpZ2h0IjowLjAsIkJvdHRvbSI6MC4wfSwiSXNWaXNpYmxlIjp0cnVlLCJXaWR0aCI6MC4wLCJIZWlnaHQiOjAuMCwiQm9yZGVyU3R5bGUiOnsiJGlkIjoiMTc2IiwiTGluZUNvbG9yIjpudWxsLCJMaW5lV2VpZ2h0IjowLjAsIkxpbmVUeXBlIjowLCJQYXJlbnRTdHlsZSI6bnVsbH0sIlBhcmVudFN0eWxlIjpudWxsfX0seyIkaWQiOiIxNzciLCJfYWN0aXZpdGllcyI6W3siJGlkIjoiMTc4IiwiX3Jvd3MiOlt7IiRpZCI6IjE3OSIsIl90YXNrcyI6W3siJGlkIjoiMTgwIiwiX2F0dGFjaGVkTWlsZXN0b25lcyI6W10sIlRhc2tEZWZpbml0aW9uIjp7IiRpZCI6IjE4MSIsIkdyb3VwTmFtZSI6bnVsbCwiU3RhcnREYXRlIjoiMjAyNS0xMi0xOVQyMzo1OTowMFoiLCJFbmREYXRlIjoiMjAyNi0wMS0zMFQyMzo1OTowMFoiLCJQZXJjZW50YWdlQ29tcGxldGUiOm51bGwsIlN0eWxlIjp7IiRpZCI6IjE4MiIsIlNoYXBlIjoxLCJTaGFwZVRoaWNrbmVzcyI6MCwiRHVyYXRpb25Gb3JtYXQiOjAsIkluY2x1ZGVOb25Xb3JraW5nRGF5c0luRHVyYXRpb24iOmZhbHNlLCJQZXJjZW50YWdlQ29tcGxldGVTdHlsZSI6eyIkaWQiOiIxODMiLCJGb250U2V0dGluZ3MiOnsiJGlkIjoiMTg0IiwiRm9udFNpemUiOjEwLCJGb250TmFtZSI6IkNhbGlicmkiLCJJc0JvbGQiOmZhbHNlLCJJc0l0YWxpYyI6ZmFsc2UsIklzVW5kZXJsaW5lZCI6ZmFsc2UsIlBhcmVudFN0eWxlIjpudWxsfSwiQXV0b1NpemUiOjAsIkZvcmVncm91bmQiOnsiJHJlZiI6IjU0In0sIk1heFdpZHRoIjoyMDAuMCwiTWF4SGVpZ2h0IjoiSW5maW5pdHkiLCJTbWFydEZvcmVncm91bmRJc0FjdGl2ZSI6ZmFsc2UsIkhvcml6b250YWxBbGlnbm1lbnQiOjAsIlZlcnRpY2FsQWxpZ25tZW50IjowLCJTbWFydEZvcmVncm91bmQiOm51bGwsIkJhY2tncm91bmRGaWxsVHlwZSI6MCwiTWFyZ2luIjp7IiRyZWYiOiI1NiJ9LCJQYWRkaW5nIjp7IiRyZWYiOiI1NyJ9LCJCYWNrZ3JvdW5kIjp7IiRyZWYiOiI1OCJ9LCJJc1Zpc2libGUiOnRydWUsIldpZHRoIjowLjAsIkhlaWdodCI6MC4wLCJCb3JkZXJTdHlsZSI6eyIkaWQiOiIxODUiLCJMaW5lQ29sb3IiOm51bGwsIkxpbmVXZWlnaHQiOjAuMCwiTGluZVR5cGUiOjAsIlBhcmVudFN0eWxlIjpudWxsfSwiUGFyZW50U3R5bGUiOm51bGx9LCJEdXJhdGlvblN0eWxlIjp7IiRpZCI6IjE4NiIsIkZvbnRTZXR0aW5ncyI6eyIkaWQiOiIxODciLCJGb250U2l6ZSI6MTAsIkZvbnROYW1lIjoiQ2FsaWJyaSIsIklzQm9sZCI6ZmFsc2UsIklzSXRhbGljIjpmYWxzZSwiSXNVbmRlcmxpbmVkIjpmYWxzZSwiUGFyZW50U3R5bGUiOm51bGx9LCJBdXRvU2l6ZSI6MCwiRm9yZWdyb3VuZCI6eyIkcmVmIjoiNjMifSwiTWF4V2lkdGgiOjIwMC4wLCJNYXhIZWlnaHQiOiJJbmZpbml0eSIsIlNtYXJ0Rm9yZWdyb3VuZElzQWN0aXZlIjpmYWxzZSwiSG9yaXpvbnRhbEFsaWdubWVudCI6MCwiVmVydGljYWxBbGlnbm1lbnQiOjAsIlNtYXJ0Rm9yZWdyb3VuZCI6bnVsbCwiQmFja2dyb3VuZEZpbGxUeXBlIjowLCJNYXJnaW4iOnsiJHJlZiI6IjY1In0sIlBhZGRpbmciOnsiJHJlZiI6IjY2In0sIkJhY2tncm91bmQiOnsiJHJlZiI6IjY3In0sIklzVmlzaWJsZSI6dHJ1ZSwiV2lkdGgiOjAuMCwiSGVpZ2h0IjowLjAsIkJvcmRlclN0eWxlIjp7IiRpZCI6IjE4OCIsIkxpbmVDb2xvciI6bnVsbCwiTGluZVdlaWdodCI6MC4wLCJMaW5lVHlwZSI6MCwiUGFyZW50U3R5bGUiOm51bGx9LCJQYXJlbnRTdHlsZSI6bnVsbH0sIkhvcml6b250YWxDb25uZWN0b3JTdHlsZSI6eyIkaWQiOiIxODkiLCJMaW5lQ29sb3IiOnsiJHJlZiI6IjcxIn0sIkxpbmVXZWlnaHQiOjEuMCwiTGluZVR5cGUiOjAsIlBhcmVudFN0eWxlIjpudWxsfSwiVmVydGljYWxDb25uZWN0b3JTdHlsZSI6eyIkaWQiOiIxOTAiLCJMaW5lQ29sb3IiOnsiJHJlZiI6Ijc0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dHJ1ZSwiUGVyY2VudGFnZUNvbXBsZXRlU2hhcGVPcGFjaXR5IjozNSwiU2hhcGVTdHlsZSI6eyIkaWQiOiIxOTEiLCJNYXJnaW4iOnsiJHJlZiI6Ijc3In0sIlBhZGRpbmciOnsiJHJlZiI6Ijc4In0sIkJhY2tncm91bmQiOnsiJGlkIjoiMTkyIiwiQ29sb3IiOnsiJGlkIjoiMTkzIiwiQSI6MjU1LCJSIjo4LCJHIjo0OSwiQiI6NDJ9fSwiSXNWaXNpYmxlIjp0cnVlLCJXaWR0aCI6MC4wLCJIZWlnaHQiOjEwLjAsIkJvcmRlclN0eWxlIjp7IiRpZCI6IjE5NCIsIkxpbmVDb2xvciI6eyIkaWQiOiIxOTUiLCIkdHlwZSI6Ik5MUkUuQ29tbW9uLkRvbS5Tb2xpZENvbG9yQnJ1c2gsIE5MUkUuQ29tbW9uIiwiQ29sb3IiOnsiJGlkIjoiMTk2IiwiQSI6MjU1LCJSIjoxLCJHIjoxNSwiQiI6MTF9fSwiTGluZVdlaWdodCI6MC4wLCJMaW5lVHlwZSI6MCwiUGFyZW50U3R5bGUiOm51bGx9LCJQYXJlbnRTdHlsZSI6bnVsbH0sIlRpdGxlU3R5bGUiOnsiJGlkIjoiMTk3IiwiRm9udFNldHRpbmdzIjp7IiRpZCI6IjE5OCIsIkZvbnRTaXplIjoxMSwiRm9udE5hbWUiOiJDYWxpYnJpIiwiSXNCb2xkIjp0cnVlLCJJc0l0YWxpYyI6ZmFsc2UsIklzVW5kZXJsaW5lZCI6ZmFsc2UsIlBhcmVudFN0eWxlIjpudWxsfSwiQXV0b1NpemUiOjAsIkZvcmVncm91bmQiOnsiJGlkIjoiMTk5IiwiQ29sb3IiOnsiJGlkIjoiMjAwIiwiQSI6MjU1LCJSIjowLCJHIjowLCJCIjowfX0sIk1heFdpZHRoIjo3MjAuMCwiTWF4SGVpZ2h0IjoiSW5maW5pdHkiLCJTbWFydEZvcmVncm91bmRJc0FjdGl2ZSI6ZmFsc2UsIkhvcml6b250YWxBbGlnbm1lbnQiOjAsIlZlcnRpY2FsQWxpZ25tZW50IjowLCJTbWFydEZvcmVncm91bmQiOm51bGwsIkJhY2tncm91bmRGaWxsVHlwZSI6MCwiTWFyZ2luIjp7IiRyZWYiOiI4OCJ9LCJQYWRkaW5nIjp7IiRyZWYiOiI4OSJ9LCJCYWNrZ3JvdW5kIjp7IiRpZCI6IjIwMSIsIkNvbG9yIjp7IiRpZCI6IjIwMiIsIkEiOjAsIlIiOjI1NSwiRyI6MjU1LCJCIjoyNTV9fSwiSXNWaXNpYmxlIjp0cnVlLCJXaWR0aCI6MC4wLCJIZWlnaHQiOjAuMCwiQm9yZGVyU3R5bGUiOnsiJGlkIjoiMjAzIiwiTGluZUNvbG9yIjpudWxsLCJMaW5lV2VpZ2h0IjowLjAsIkxpbmVUeXBlIjowLCJQYXJlbnRTdHlsZSI6bnVsbH0sIlBhcmVudFN0eWxlIjpudWxsfSwiRGF0ZVN0eWxlIjp7IiRpZCI6IjIwNCIsIkZvbnRTZXR0aW5ncyI6eyIkaWQiOiIyMDUiLCJGb250U2l6ZSI6MTAsIkZvbnROYW1lIjoiQ2FsaWJyaSIsIklzQm9sZCI6ZmFsc2UsIklzSXRhbGljIjpmYWxzZSwiSXNVbmRlcmxpbmVkIjpmYWxzZSwiUGFyZW50U3R5bGUiOm51bGx9LCJBdXRvU2l6ZSI6MCwiRm9yZWdyb3VuZCI6eyIkaWQiOiIyMDYiLCJDb2xvciI6eyIkaWQiOiIyMDciLCJBIjoyNTUsIlIiOjgsIkciOjQ5LCJCIjo0Mn19LCJNYXhXaWR0aCI6MjAwLjAsIk1heEhlaWdodCI6IkluZmluaXR5IiwiU21hcnRGb3JlZ3JvdW5kSXNBY3RpdmUiOmZhbHNlLCJIb3Jpem9udGFsQWxpZ25tZW50IjoyLCJWZXJ0aWNhbEFsaWdubWVudCI6MCwiU21hcnRGb3JlZ3JvdW5kIjpudWxsLCJCYWNrZ3JvdW5kRmlsbFR5cGUiOjAsIk1hcmdpbiI6eyIkcmVmIjoiOTcifSwiUGFkZGluZyI6eyIkcmVmIjoiOTgifSwiQmFja2dyb3VuZCI6eyIkaWQiOiIyMDgiLCJDb2xvciI6eyIkaWQiOiIyMDkiLCJBIjowLCJSIjoyNTUsIkciOjI1NSwiQiI6MjU1fX0sIklzVmlzaWJsZSI6dHJ1ZSwiV2lkdGgiOjAuMCwiSGVpZ2h0IjowLjAsIkJvcmRlclN0eWxlIjp7IiRpZCI6IjIxMCIsIkxpbmVDb2xvciI6bnVsbCwiTGluZVdlaWdodCI6MC4wLCJMaW5lVHlwZSI6MCwiUGFyZW50U3R5bGUiOm51bGx9LCJQYXJlbnRTdHlsZSI6bnVsbH0sIkRhdGVGb3JtYXQiOnsiJGlkIjoiMjEx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MTIiLCJGb3JtYXQiOjAsIklzVmlzaWJsZSI6ZmFsc2UsIkxhc3RLbm93blZpc2liaWxpdHlTdGF0ZSI6ZmFsc2V9LCJJc1Zpc2libGUiOnRydWUsIlBhcmVudFN0eWxlIjpudWxsfSwiSW5kZXgiOjAsIlNtYXJ0RHVyYXRpb25BY3RpdmF0ZWQiOmZhbHNlLCJEYXRlRm9ybWF0Ijp7IiRyZWYiOiIyMTEifSwiV2Vla051bWJlcmluZyI6eyIkaWQiOiIyMTMiLCJGb3JtYXQiOjAsIklzVmlzaWJsZSI6ZmFsc2UsIkxhc3RLbm93blZpc2liaWxpdHlTdGF0ZSI6ZmFsc2V9LCJJZCI6IjIwNGFjOWQ5LTI5MWYtNDliOS04ZjAyLWRjZTBlZmM3NzdlMyIsIkltcG9ydElkIjpudWxsLCJUaXRsZSI6InByZS1JTkQgc3ViIC0gZmVlZGJhY2siLCJOb3RlIjpudWxsLCJIeXBlcmxpbmsiOnsiJGlkIjoiMjE0IiwiQWRkcmVzcyI6bnVsbCwiU3ViQWRkcmVzcyI6bnVsbH0sIklzQ2hhbmdlZCI6ZmFsc2UsIklzTmV3IjpmYWxzZX19XSwiX21pbGVzdG9uZXMiOltdLCJJZCI6IjAwMDAwMDAwLTAwMDAtMDAwMC0wMDAwLTAwMDAwMDAwMDAwMCIsIklzU2luZ2xlSXRlbVJvdyI6dHJ1ZX0seyIkaWQiOiIyMTUiLCJfdGFza3MiOlt7IiRpZCI6IjIxNiIsIl9hdHRhY2hlZE1pbGVzdG9uZXMiOltdLCJUYXNrRGVmaW5pdGlvbiI6eyIkaWQiOiIyMTciLCJHcm91cE5hbWUiOm51bGwsIlN0YXJ0RGF0ZSI6IjIwMjYtMDUtMTdUMjM6NTk6MDBaIiwiRW5kRGF0ZSI6IjIwMjYtMDgtMTRUMjM6NTk6MDBaIiwiUGVyY2VudGFnZUNvbXBsZXRlIjpudWxsLCJTdHlsZSI6eyIkaWQiOiIyMTgiLCJTaGFwZSI6MSwiU2hhcGVUaGlja25lc3MiOjAsIkR1cmF0aW9uRm9ybWF0IjowLCJJbmNsdWRlTm9uV29ya2luZ0RheXNJbkR1cmF0aW9uIjpmYWxzZSwiUGVyY2VudGFnZUNvbXBsZXRlU3R5bGUiOnsiJGlkIjoiMjE5IiwiRm9udFNldHRpbmdzIjp7IiRpZCI6IjIyMCIsIkZvbnRTaXplIjoxMCwiRm9udE5hbWUiOiJDYWxpYnJpIiwiSXNCb2xkIjpmYWxzZSwiSXNJdGFsaWMiOmZhbHNlLCJJc1VuZGVybGluZWQiOmZhbHNlLCJQYXJlbnRTdHlsZSI6bnVsbH0sIkF1dG9TaXplIjowLCJGb3JlZ3JvdW5kIjp7IiRyZWYiOiI1NCJ9LCJNYXhXaWR0aCI6MjAwLjAsIk1heEhlaWdodCI6IkluZmluaXR5IiwiU21hcnRGb3JlZ3JvdW5kSXNBY3RpdmUiOmZhbHNlLCJIb3Jpem9udGFsQWxpZ25tZW50IjowLCJWZXJ0aWNhbEFsaWdubWVudCI6MCwiU21hcnRGb3JlZ3JvdW5kIjpudWxsLCJCYWNrZ3JvdW5kRmlsbFR5cGUiOjAsIk1hcmdpbiI6eyIkcmVmIjoiNTYifSwiUGFkZGluZyI6eyIkcmVmIjoiNTcifSwiQmFja2dyb3VuZCI6eyIkcmVmIjoiNTgifSwiSXNWaXNpYmxlIjp0cnVlLCJXaWR0aCI6MC4wLCJIZWlnaHQiOjAuMCwiQm9yZGVyU3R5bGUiOnsiJGlkIjoiMjIxIiwiTGluZUNvbG9yIjpudWxsLCJMaW5lV2VpZ2h0IjowLjAsIkxpbmVUeXBlIjowLCJQYXJlbnRTdHlsZSI6bnVsbH0sIlBhcmVudFN0eWxlIjpudWxsfSwiRHVyYXRpb25TdHlsZSI6eyIkaWQiOiIyMjIiLCJGb250U2V0dGluZ3MiOnsiJGlkIjoiMjIzIiwiRm9udFNpemUiOjEwLCJGb250TmFtZSI6IkNhbGlicmkiLCJJc0JvbGQiOmZhbHNlLCJJc0l0YWxpYyI6ZmFsc2UsIklzVW5kZXJsaW5lZCI6ZmFsc2UsIlBhcmVudFN0eWxlIjpudWxsfSwiQXV0b1NpemUiOjAsIkZvcmVncm91bmQiOnsiJHJlZiI6IjYzIn0sIk1heFdpZHRoIjoyMDAuMCwiTWF4SGVpZ2h0IjoiSW5maW5pdHkiLCJTbWFydEZvcmVncm91bmRJc0FjdGl2ZSI6ZmFsc2UsIkhvcml6b250YWxBbGlnbm1lbnQiOjAsIlZlcnRpY2FsQWxpZ25tZW50IjowLCJTbWFydEZvcmVncm91bmQiOm51bGwsIkJhY2tncm91bmRGaWxsVHlwZSI6MCwiTWFyZ2luIjp7IiRyZWYiOiI2NSJ9LCJQYWRkaW5nIjp7IiRyZWYiOiI2NiJ9LCJCYWNrZ3JvdW5kIjp7IiRyZWYiOiI2NyJ9LCJJc1Zpc2libGUiOnRydWUsIldpZHRoIjowLjAsIkhlaWdodCI6MC4wLCJCb3JkZXJTdHlsZSI6eyIkaWQiOiIyMjQiLCJMaW5lQ29sb3IiOm51bGwsIkxpbmVXZWlnaHQiOjAuMCwiTGluZVR5cGUiOjAsIlBhcmVudFN0eWxlIjpudWxsfSwiUGFyZW50U3R5bGUiOm51bGx9LCJIb3Jpem9udGFsQ29ubmVjdG9yU3R5bGUiOnsiJGlkIjoiMjI1IiwiTGluZUNvbG9yIjp7IiRyZWYiOiI3MSJ9LCJMaW5lV2VpZ2h0IjoxLjAsIkxpbmVUeXBlIjowLCJQYXJlbnRTdHlsZSI6bnVsbH0sIlZlcnRpY2FsQ29ubmVjdG9yU3R5bGUiOnsiJGlkIjoiMjI2IiwiTGluZUNvbG9yIjp7IiRyZWYiOiI3NC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nRydWUsIlBlcmNlbnRhZ2VDb21wbGV0ZVNoYXBlT3BhY2l0eSI6MzUsIlNoYXBlU3R5bGUiOnsiJGlkIjoiMjI3IiwiTWFyZ2luIjp7IiRyZWYiOiI3NyJ9LCJQYWRkaW5nIjp7IiRyZWYiOiI3OCJ9LCJCYWNrZ3JvdW5kIjp7IiRpZCI6IjIyOCIsIkNvbG9yIjp7IiRpZCI6IjIyOSIsIkEiOjI1NSwiUiI6OCwiRyI6NDksIkIiOjQyfX0sIklzVmlzaWJsZSI6dHJ1ZSwiV2lkdGgiOjAuMCwiSGVpZ2h0IjoxMC4wLCJCb3JkZXJTdHlsZSI6eyIkaWQiOiIyMzAiLCJMaW5lQ29sb3IiOnsiJGlkIjoiMjMxIiwiJHR5cGUiOiJOTFJFLkNvbW1vbi5Eb20uU29saWRDb2xvckJydXNoLCBOTFJFLkNvbW1vbiIsIkNvbG9yIjp7IiRpZCI6IjIzMiIsIkEiOjI1NSwiUiI6MSwiRyI6MTUsIkIiOjExfX0sIkxpbmVXZWlnaHQiOjAuMCwiTGluZVR5cGUiOjAsIlBhcmVudFN0eWxlIjpudWxsfSwiUGFyZW50U3R5bGUiOm51bGx9LCJUaXRsZVN0eWxlIjp7IiRpZCI6IjIzMyIsIkZvbnRTZXR0aW5ncyI6eyIkaWQiOiIyMzQiLCJGb250U2l6ZSI6MTEsIkZvbnROYW1lIjoiQ2FsaWJyaSIsIklzQm9sZCI6dHJ1ZSwiSXNJdGFsaWMiOmZhbHNlLCJJc1VuZGVybGluZWQiOmZhbHNlLCJQYXJlbnRTdHlsZSI6bnVsbH0sIkF1dG9TaXplIjowLCJGb3JlZ3JvdW5kIjp7IiRpZCI6IjIzNSIsIkNvbG9yIjp7IiRpZCI6IjIzNiIsIkEiOjI1NSwiUiI6MCwiRyI6MCwiQiI6MH19LCJNYXhXaWR0aCI6NzIwLjAsIk1heEhlaWdodCI6IkluZmluaXR5IiwiU21hcnRGb3JlZ3JvdW5kSXNBY3RpdmUiOmZhbHNlLCJIb3Jpem9udGFsQWxpZ25tZW50IjowLCJWZXJ0aWNhbEFsaWdubWVudCI6MCwiU21hcnRGb3JlZ3JvdW5kIjpudWxsLCJCYWNrZ3JvdW5kRmlsbFR5cGUiOjAsIk1hcmdpbiI6eyIkcmVmIjoiODgifSwiUGFkZGluZyI6eyIkcmVmIjoiODkifSwiQmFja2dyb3VuZCI6eyIkaWQiOiIyMzciLCJDb2xvciI6eyIkaWQiOiIyMzgiLCJBIjowLCJSIjoyNTUsIkciOjI1NSwiQiI6MjU1fX0sIklzVmlzaWJsZSI6dHJ1ZSwiV2lkdGgiOjAuMCwiSGVpZ2h0IjowLjAsIkJvcmRlclN0eWxlIjp7IiRpZCI6IjIzOSIsIkxpbmVDb2xvciI6bnVsbCwiTGluZVdlaWdodCI6MC4wLCJMaW5lVHlwZSI6MCwiUGFyZW50U3R5bGUiOm51bGx9LCJQYXJlbnRTdHlsZSI6bnVsbH0sIkRhdGVTdHlsZSI6eyIkaWQiOiIyNDAiLCJGb250U2V0dGluZ3MiOnsiJGlkIjoiMjQxIiwiRm9udFNpemUiOjEwLCJGb250TmFtZSI6IkNhbGlicmkiLCJJc0JvbGQiOmZhbHNlLCJJc0l0YWxpYyI6ZmFsc2UsIklzVW5kZXJsaW5lZCI6ZmFsc2UsIlBhcmVudFN0eWxlIjpudWxsfSwiQXV0b1NpemUiOjAsIkZvcmVncm91bmQiOnsiJGlkIjoiMjQyIiwiQ29sb3IiOnsiJGlkIjoiMjQzIiwiQSI6MjU1LCJSIjo4LCJHIjo0OSwiQiI6NDJ9fSwiTWF4V2lkdGgiOjIwMC4wLCJNYXhIZWlnaHQiOiJJbmZpbml0eSIsIlNtYXJ0Rm9yZWdyb3VuZElzQWN0aXZlIjpmYWxzZSwiSG9yaXpvbnRhbEFsaWdubWVudCI6MiwiVmVydGljYWxBbGlnbm1lbnQiOjAsIlNtYXJ0Rm9yZWdyb3VuZCI6bnVsbCwiQmFja2dyb3VuZEZpbGxUeXBlIjowLCJNYXJnaW4iOnsiJHJlZiI6Ijk3In0sIlBhZGRpbmciOnsiJHJlZiI6Ijk4In0sIkJhY2tncm91bmQiOnsiJGlkIjoiMjQ0IiwiQ29sb3IiOnsiJGlkIjoiMjQ1IiwiQSI6MCwiUiI6MjU1LCJHIjoyNTUsIkIiOjI1NX19LCJJc1Zpc2libGUiOnRydWUsIldpZHRoIjowLjAsIkhlaWdodCI6MC4wLCJCb3JkZXJTdHlsZSI6eyIkaWQiOiIyNDYiLCJMaW5lQ29sb3IiOm51bGwsIkxpbmVXZWlnaHQiOjAuMCwiTGluZVR5cGUiOjAsIlBhcmVudFN0eWxlIjpudWxsfSwiUGFyZW50U3R5bGUiOm51bGx9LCJEYXRlRm9ybWF0Ijp7IiRpZCI6IjI0Ny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jQ4IiwiRm9ybWF0IjowLCJJc1Zpc2libGUiOmZhbHNlLCJMYXN0S25vd25WaXNpYmlsaXR5U3RhdGUiOmZhbHNlfSwiSXNWaXNpYmxlIjp0cnVlLCJQYXJlbnRTdHlsZSI6bnVsbH0sIkluZGV4IjoxLCJTbWFydER1cmF0aW9uQWN0aXZhdGVkIjpmYWxzZSwiRGF0ZUZvcm1hdCI6eyIkcmVmIjoiMjQ3In0sIldlZWtOdW1iZXJpbmciOnsiJGlkIjoiMjQ5IiwiRm9ybWF0IjowLCJJc1Zpc2libGUiOmZhbHNlLCJMYXN0S25vd25WaXNpYmlsaXR5U3RhdGUiOmZhbHNlfSwiSWQiOiI1ZTg5ZWY2Mi1kNmIyLTQzMDktODQxOC0yODdhOWY1MzEyYjQiLCJJbXBvcnRJZCI6bnVsbCwiVGl0bGUiOiJDVEEgc3ViLWFwcCIsIk5vdGUiOm51bGwsIkh5cGVybGluayI6eyIkaWQiOiIyNTAiLCJBZGRyZXNzIjpudWxsLCJTdWJBZGRyZXNzIjpudWxsfSwiSXNDaGFuZ2VkIjpmYWxzZSwiSXNOZXciOmZhbHNlfX1dLCJfbWlsZXN0b25lcyI6W10sIklkIjoiMDAwMDAwMDAtMDAwMC0wMDAwLTAwMDAtMDAwMDAwMDAwMDAwIiwiSXNTaW5nbGVJdGVtUm93Ijp0cnVlfSx7IiRpZCI6IjI1MSIsIl90YXNrcyI6W3siJGlkIjoiMjUyIiwiX2F0dGFjaGVkTWlsZXN0b25lcyI6W10sIlRhc2tEZWZpbml0aW9uIjp7IiRpZCI6IjI1MyIsIkdyb3VwTmFtZSI6bnVsbCwiU3RhcnREYXRlIjoiMjAyNi0xMS0xN1QyMzo1OTowMFoiLCJFbmREYXRlIjoiMjAyNy0wNy0yNlQyMzo1OTowMFoiLCJQZXJjZW50YWdlQ29tcGxldGUiOm51bGwsIlN0eWxlIjp7IiRpZCI6IjI1NCIsIlNoYXBlIjoxLCJTaGFwZVRoaWNrbmVzcyI6MCwiRHVyYXRpb25Gb3JtYXQiOjAsIkluY2x1ZGVOb25Xb3JraW5nRGF5c0luRHVyYXRpb24iOmZhbHNlLCJQZXJjZW50YWdlQ29tcGxldGVTdHlsZSI6eyIkaWQiOiIyNTUiLCJGb250U2V0dGluZ3MiOnsiJGlkIjoiMjU2IiwiRm9udFNpemUiOjEwLCJGb250TmFtZSI6IkNhbGlicmkiLCJJc0JvbGQiOmZhbHNlLCJJc0l0YWxpYyI6ZmFsc2UsIklzVW5kZXJsaW5lZCI6ZmFsc2UsIlBhcmVudFN0eWxlIjpudWxsfSwiQXV0b1NpemUiOjAsIkZvcmVncm91bmQiOnsiJHJlZiI6IjU0In0sIk1heFdpZHRoIjoyMDAuMCwiTWF4SGVpZ2h0IjoiSW5maW5pdHkiLCJTbWFydEZvcmVncm91bmRJc0FjdGl2ZSI6ZmFsc2UsIkhvcml6b250YWxBbGlnbm1lbnQiOjAsIlZlcnRpY2FsQWxpZ25tZW50IjowLCJTbWFydEZvcmVncm91bmQiOm51bGwsIkJhY2tncm91bmRGaWxsVHlwZSI6MCwiTWFyZ2luIjp7IiRyZWYiOiI1NiJ9LCJQYWRkaW5nIjp7IiRyZWYiOiI1NyJ9LCJCYWNrZ3JvdW5kIjp7IiRyZWYiOiI1OCJ9LCJJc1Zpc2libGUiOnRydWUsIldpZHRoIjowLjAsIkhlaWdodCI6MC4wLCJCb3JkZXJTdHlsZSI6eyIkaWQiOiIyNTciLCJMaW5lQ29sb3IiOm51bGwsIkxpbmVXZWlnaHQiOjAuMCwiTGluZVR5cGUiOjAsIlBhcmVudFN0eWxlIjpudWxsfSwiUGFyZW50U3R5bGUiOm51bGx9LCJEdXJhdGlvblN0eWxlIjp7IiRpZCI6IjI1OCIsIkZvbnRTZXR0aW5ncyI6eyIkaWQiOiIyNTkiLCJGb250U2l6ZSI6MTAsIkZvbnROYW1lIjoiQ2FsaWJyaSIsIklzQm9sZCI6ZmFsc2UsIklzSXRhbGljIjpmYWxzZSwiSXNVbmRlcmxpbmVkIjpmYWxzZSwiUGFyZW50U3R5bGUiOm51bGx9LCJBdXRvU2l6ZSI6MCwiRm9yZWdyb3VuZCI6eyIkcmVmIjoiNjMifSwiTWF4V2lkdGgiOjIwMC4wLCJNYXhIZWlnaHQiOiJJbmZpbml0eSIsIlNtYXJ0Rm9yZWdyb3VuZElzQWN0aXZlIjpmYWxzZSwiSG9yaXpvbnRhbEFsaWdubWVudCI6MCwiVmVydGljYWxBbGlnbm1lbnQiOjAsIlNtYXJ0Rm9yZWdyb3VuZCI6bnVsbCwiQmFja2dyb3VuZEZpbGxUeXBlIjowLCJNYXJnaW4iOnsiJHJlZiI6IjY1In0sIlBhZGRpbmciOnsiJHJlZiI6IjY2In0sIkJhY2tncm91bmQiOnsiJHJlZiI6IjY3In0sIklzVmlzaWJsZSI6dHJ1ZSwiV2lkdGgiOjAuMCwiSGVpZ2h0IjowLjAsIkJvcmRlclN0eWxlIjp7IiRpZCI6IjI2MCIsIkxpbmVDb2xvciI6bnVsbCwiTGluZVdlaWdodCI6MC4wLCJMaW5lVHlwZSI6MCwiUGFyZW50U3R5bGUiOm51bGx9LCJQYXJlbnRTdHlsZSI6bnVsbH0sIkhvcml6b250YWxDb25uZWN0b3JTdHlsZSI6eyIkaWQiOiIyNjEiLCJMaW5lQ29sb3IiOnsiJHJlZiI6IjcxIn0sIkxpbmVXZWlnaHQiOjEuMCwiTGluZVR5cGUiOjAsIlBhcmVudFN0eWxlIjpudWxsfSwiVmVydGljYWxDb25uZWN0b3JTdHlsZSI6eyIkaWQiOiIyNjIiLCJMaW5lQ29sb3IiOnsiJHJlZiI6Ijc0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MjYzIiwiTWFyZ2luIjp7IiRyZWYiOiI3NyJ9LCJQYWRkaW5nIjp7IiRyZWYiOiI3OCJ9LCJCYWNrZ3JvdW5kIjp7IiRpZCI6IjI2NCIsIkNvbG9yIjp7IiRpZCI6IjI2NSIsIkEiOjI1NSwiUiI6OCwiRyI6NDksIkIiOjQyfX0sIklzVmlzaWJsZSI6dHJ1ZSwiV2lkdGgiOjAuMCwiSGVpZ2h0IjoxMC4wLCJCb3JkZXJTdHlsZSI6eyIkaWQiOiIyNjYiLCJMaW5lQ29sb3IiOnsiJHJlZiI6IjgyIn0sIkxpbmVXZWlnaHQiOjAuMCwiTGluZVR5cGUiOjAsIlBhcmVudFN0eWxlIjpudWxsfSwiUGFyZW50U3R5bGUiOm51bGx9LCJUaXRsZVN0eWxlIjp7IiRpZCI6IjI2NyIsIkZvbnRTZXR0aW5ncyI6eyIkaWQiOiIyNjgiLCJGb250U2l6ZSI6MTEsIkZvbnROYW1lIjoiQ2FsaWJyaSIsIklzQm9sZCI6dHJ1ZSwiSXNJdGFsaWMiOmZhbHNlLCJJc1VuZGVybGluZWQiOmZhbHNlLCJQYXJlbnRTdHlsZSI6bnVsbH0sIkF1dG9TaXplIjowLCJGb3JlZ3JvdW5kIjp7IiRyZWYiOiI4NiJ9LCJNYXhXaWR0aCI6NzIwLjAsIk1heEhlaWdodCI6IkluZmluaXR5IiwiU21hcnRGb3JlZ3JvdW5kSXNBY3RpdmUiOmZhbHNlLCJIb3Jpem9udGFsQWxpZ25tZW50IjowLCJWZXJ0aWNhbEFsaWdubWVudCI6MCwiU21hcnRGb3JlZ3JvdW5kIjpudWxsLCJCYWNrZ3JvdW5kRmlsbFR5cGUiOjAsIk1hcmdpbiI6eyIkcmVmIjoiODgifSwiUGFkZGluZyI6eyIkcmVmIjoiODkifSwiQmFja2dyb3VuZCI6eyIkcmVmIjoiOTAifSwiSXNWaXNpYmxlIjp0cnVlLCJXaWR0aCI6MC4wLCJIZWlnaHQiOjAuMCwiQm9yZGVyU3R5bGUiOnsiJGlkIjoiMjY5IiwiTGluZUNvbG9yIjpudWxsLCJMaW5lV2VpZ2h0IjowLjAsIkxpbmVUeXBlIjowLCJQYXJlbnRTdHlsZSI6bnVsbH0sIlBhcmVudFN0eWxlIjpudWxsfSwiRGF0ZVN0eWxlIjp7IiRpZCI6IjI3MCIsIkZvbnRTZXR0aW5ncyI6eyIkaWQiOiIyNzEiLCJGb250U2l6ZSI6MTAsIkZvbnROYW1lIjoiQ2FsaWJyaSIsIklzQm9sZCI6ZmFsc2UsIklzSXRhbGljIjpmYWxzZSwiSXNVbmRlcmxpbmVkIjpmYWxzZSwiUGFyZW50U3R5bGUiOm51bGx9LCJBdXRvU2l6ZSI6MCwiRm9yZWdyb3VuZCI6eyIkcmVmIjoiOTUifSwiTWF4V2lkdGgiOjIwMC4wLCJNYXhIZWlnaHQiOiJJbmZpbml0eSIsIlNtYXJ0Rm9yZWdyb3VuZElzQWN0aXZlIjpmYWxzZSwiSG9yaXpvbnRhbEFsaWdubWVudCI6MiwiVmVydGljYWxBbGlnbm1lbnQiOjAsIlNtYXJ0Rm9yZWdyb3VuZCI6bnVsbCwiQmFja2dyb3VuZEZpbGxUeXBlIjowLCJNYXJnaW4iOnsiJHJlZiI6Ijk3In0sIlBhZGRpbmciOnsiJHJlZiI6Ijk4In0sIkJhY2tncm91bmQiOnsiJHJlZiI6Ijk5In0sIklzVmlzaWJsZSI6dHJ1ZSwiV2lkdGgiOjAuMCwiSGVpZ2h0IjowLjAsIkJvcmRlclN0eWxlIjp7IiRpZCI6IjI3MiIsIkxpbmVDb2xvciI6bnVsbCwiTGluZVdlaWdodCI6MC4wLCJMaW5lVHlwZSI6MCwiUGFyZW50U3R5bGUiOm51bGx9LCJQYXJlbnRTdHlsZSI6bnVsbH0sIkRhdGVGb3JtYXQiOnsiJGlkIjoiMjcz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NzQiLCJGb3JtYXQiOjAsIklzVmlzaWJsZSI6ZmFsc2UsIkxhc3RLbm93blZpc2liaWxpdHlTdGF0ZSI6ZmFsc2V9LCJJc1Zpc2libGUiOnRydWUsIlBhcmVudFN0eWxlIjpudWxsfSwiSW5kZXgiOjIsIlNtYXJ0RHVyYXRpb25BY3RpdmF0ZWQiOmZhbHNlLCJEYXRlRm9ybWF0Ijp7IiRyZWYiOiIyNzMifSwiV2Vla051bWJlcmluZyI6eyIkaWQiOiIyNzUiLCJGb3JtYXQiOjAsIklzVmlzaWJsZSI6ZmFsc2UsIkxhc3RLbm93blZpc2liaWxpdHlTdGF0ZSI6ZmFsc2V9LCJJZCI6IjE5YjFhYmIwLTdkYjQtNDMzZi05Zjg4LTUwMmUyNWIyZWZiNiIsIkltcG9ydElkIjpudWxsLCJUaXRsZSI6ImZTSVYtIExTUyIsIk5vdGUiOm51bGwsIkh5cGVybGluayI6eyIkaWQiOiIyNzYiLCJBZGRyZXNzIjpudWxsLCJTdWJBZGRyZXNzIjpudWxsfSwiSXNDaGFuZ2VkIjpmYWxzZSwiSXNOZXciOmZhbHNlfX1dLCJfbWlsZXN0b25lcyI6W10sIklkIjoiMDAwMDAwMDAtMDAwMC0wMDAwLTAwMDAtMDAwMDAwMDAwMDAwIiwiSXNTaW5nbGVJdGVtUm93Ijp0cnVlfV0sIkluZGV4Ijo1LCJJZCI6ImJkODEyYjVhLWJhMGQtNGVjZS05MzFjLWIwMTk0ODQ0NjZiOCIsIkhlYWRlclRleHQiOm51bGwsIklzRGVmYXVsdCI6dHJ1ZSwiU3R5bGUiOnsiJGlkIjoiMjc3IiwiSGVhZGVyU3R5bGUiOnsiJGlkIjoiMjc4IiwiVGV4dFN0eWxlIjp7IiRpZCI6IjI3OSIsIkZvbnRTZXR0aW5ncyI6eyIkaWQiOiIyODAiLCJGb250U2l6ZSI6MTEsIkZvbnROYW1lIjoiQ2FsaWJyaSIsIklzQm9sZCI6ZmFsc2UsIklzSXRhbGljIjpmYWxzZSwiSXNVbmRlcmxpbmVkIjpmYWxzZSwiUGFyZW50U3R5bGUiOm51bGx9LCJBdXRvU2l6ZSI6MiwiRm9yZWdyb3VuZCI6eyIkaWQiOiIyODEiLCJDb2xvciI6eyIkaWQiOiIyODIiLCJBIjoyNTUsIlIiOjAsIkciOjAsIkIiOjB9fSwiTWF4V2lkdGgiOiJJbmZpbml0eSIsIk1heEhlaWdodCI6IkluZmluaXR5IiwiU21hcnRGb3JlZ3JvdW5kSXNBY3RpdmUiOmZhbHNlLCJIb3Jpem9udGFsQWxpZ25tZW50IjowLCJWZXJ0aWNhbEFsaWdubWVudCI6MCwiU21hcnRGb3JlZ3JvdW5kIjpudWxsLCJCYWNrZ3JvdW5kRmlsbFR5cGUiOjAsIk1hcmdpbiI6eyIkaWQiOiIyODMiLCJUb3AiOjAuMCwiTGVmdCI6MC4wLCJSaWdodCI6MC4wLCJCb3R0b20iOjAuMH0sIlBhZGRpbmciOnsiJGlkIjoiMjg0IiwiVG9wIjowLjAsIkxlZnQiOjAuMCwiUmlnaHQiOjAuMCwiQm90dG9tIjowLjB9LCJCYWNrZ3JvdW5kIjpudWxsLCJJc1Zpc2libGUiOnRydWUsIldpZHRoIjowLjAsIkhlaWdodCI6MC4wLCJCb3JkZXJTdHlsZSI6bnVsbCwiUGFyZW50U3R5bGUiOm51bGx9LCJSZWN0YW5nbGVTdHlsZSI6eyIkaWQiOiIyODUiLCJNYXJnaW4iOnsiJGlkIjoiMjg2IiwiVG9wIjowLjAsIkxlZnQiOjAuMCwiUmlnaHQiOjAuMCwiQm90dG9tIjowLjB9LCJQYWRkaW5nIjp7IiRpZCI6IjI4NyIsIlRvcCI6MC4wLCJMZWZ0IjowLjAsIlJpZ2h0IjowLjAsIkJvdHRvbSI6MC4wfSwiQmFja2dyb3VuZCI6eyIkaWQiOiIyODgiLCJDb2xvciI6eyIkaWQiOiIyODkiLCJBIjo2MywiUiI6MTk3LCJHIjoxOTUsIkIiOjIzOH19LCJJc1Zpc2libGUiOnRydWUsIldpZHRoIjowLjAsIkhlaWdodCI6MC4wLCJCb3JkZXJTdHlsZSI6eyIkaWQiOiIyOTAiLCJMaW5lQ29sb3IiOnsiJGlkIjoiMjkxIiwiJHR5cGUiOiJOTFJFLkNvbW1vbi5Eb20uU29saWRDb2xvckJydXNoLCBOTFJFLkNvbW1vbiIsIkNvbG9yIjp7IiRpZCI6IjI5MiIsIkEiOjI1NSwiUiI6MjU1LCJHIjowLCJCIjowfX0sIkxpbmVXZWlnaHQiOjAuMCwiTGluZVR5cGUiOjAsIlBhcmVudFN0eWxlIjpudWxsfSwiUGFyZW50U3R5bGUiOm51bGx9LCJNYXJnaW4iOnsiJGlkIjoiMjkzIiwiVG9wIjowLjAsIkxlZnQiOjAuMCwiUmlnaHQiOjAuMCwiQm90dG9tIjowLjB9LCJQYWRkaW5nIjp7IiRpZCI6IjI5NCIsIlRvcCI6MC4wLCJMZWZ0IjowLjAsIlJpZ2h0IjowLjAsIkJvdHRvbSI6MC4wfSwiQmFja2dyb3VuZCI6bnVsbCwiSXNWaXNpYmxlIjp0cnVlLCJXaWR0aCI6MC4wLCJIZWlnaHQiOjAuMCwiQm9yZGVyU3R5bGUiOm51bGwsIlBhcmVudFN0eWxlIjpudWxsfSwiQmFja2dyb3VuZFN0eWxlIjp7IiRpZCI6IjI5NSIsIk1hcmdpbiI6eyIkaWQiOiIyOTYiLCJUb3AiOjAuMCwiTGVmdCI6MC4wLCJSaWdodCI6MC4wLCJCb3R0b20iOjAuMH0sIlBhZGRpbmciOnsiJGlkIjoiMjk3IiwiVG9wIjowLjAsIkxlZnQiOjAuMCwiUmlnaHQiOjAuMCwiQm90dG9tIjowLjB9LCJCYWNrZ3JvdW5kIjp7IiRpZCI6IjI5OCIsIkNvbG9yIjp7IiRpZCI6IjI5OSIsIkEiOjUxLCJSIjoxOTcsIkciOjE5NSwiQiI6MjM4fX0sIklzVmlzaWJsZSI6dHJ1ZSwiV2lkdGgiOjAuMCwiSGVpZ2h0IjowLjAsIkJvcmRlclN0eWxlIjp7IiRpZCI6IjMwMCIsIkxpbmVDb2xvciI6eyIkaWQiOiIzMDEiLCIkdHlwZSI6Ik5MUkUuQ29tbW9uLkRvbS5Tb2xpZENvbG9yQnJ1c2gsIE5MUkUuQ29tbW9uIiwiQ29sb3IiOnsiJGlkIjoiMzAyIiwiQSI6MjU1LCJSIjoyNTUsIkciOjAsIkIiOjB9fSwiTGluZVdlaWdodCI6MC4wLCJMaW5lVHlwZSI6MCwiUGFyZW50U3R5bGUiOm51bGx9LCJQYXJlbnRTdHlsZSI6bnVsbH0sIk1hcmdpbiI6eyIkaWQiOiIzMDMiLCJUb3AiOjAuMCwiTGVmdCI6MC4wLCJSaWdodCI6MC4wLCJCb3R0b20iOjAuMH0sIlBhZGRpbmciOnsiJGlkIjoiMzA0IiwiVG9wIjowLjAsIkxlZnQiOjAuMCwiUmlnaHQiOjAuMCwiQm90dG9tIjowLjB9LCJJc1Zpc2libGUiOmZhbHNlLCJXaWR0aCI6MC4wLCJIZWlnaHQiOjAuMCwiQm9yZGVyU3R5bGUiOm51bGwsIlBhcmVudFN0eWxlIjpudWxsfX1dLCJJZCI6ImFlMDM5Nzc0LWY1ZDktNDEzNC04NzY3LWVmZDE5MzhjOTY4ZCIsIkluZGV4IjoxLCJIZWFkZXJUZXh0IjoiQ2hpbmFccjE0MzQtMDAxOVxyUGggSUkiLCJTdHlsZSI6eyIkaWQiOiIzMDUiLCJIZWFkZXJTdHlsZSI6eyIkaWQiOiIzMDYiLCJUZXh0SXNWZXJ0aWNhbCI6ZmFsc2UsIlRleHRTdHlsZSI6eyIkaWQiOiIzMDciLCJGb250U2V0dGluZ3MiOnsiJGlkIjoiMzA4IiwiRm9udFNpemUiOjEyLCJGb250TmFtZSI6IkNhbGlicmkiLCJJc0JvbGQiOmZhbHNlLCJJc0l0YWxpYyI6ZmFsc2UsIklzVW5kZXJsaW5lZCI6ZmFsc2UsIlBhcmVudFN0eWxlIjpudWxsfSwiQXV0b1NpemUiOjIsIkZvcmVncm91bmQiOnsiJHJlZiI6IjE1MiJ9LCJNYXhXaWR0aCI6MTQ3LjAsIk1heEhlaWdodCI6MC4wLCJTbWFydEZvcmVncm91bmRJc0FjdGl2ZSI6ZmFsc2UsIkhvcml6b250YWxBbGlnbm1lbnQiOjAsIlZlcnRpY2FsQWxpZ25tZW50IjowLCJTbWFydEZvcmVncm91bmQiOm51bGwsIkJhY2tncm91bmRGaWxsVHlwZSI6MCwiTWFyZ2luIjp7IiRyZWYiOiIxNTQifSwiUGFkZGluZyI6eyIkcmVmIjoiMTU1In0sIkJhY2tncm91bmQiOm51bGwsIklzVmlzaWJsZSI6dHJ1ZSwiV2lkdGgiOjAuMCwiSGVpZ2h0IjowLjAsIkJvcmRlclN0eWxlIjpudWxsLCJQYXJlbnRTdHlsZSI6bnVsbH0sIlJlY3RhbmdsZVN0eWxlIjp7IiRpZCI6IjMwOSIsIk1hcmdpbiI6eyIkaWQiOiIzMTAiLCJUb3AiOjAuMCwiTGVmdCI6MC4wLCJSaWdodCI6MC4wLCJCb3R0b20iOjAuMH0sIlBhZGRpbmciOnsiJGlkIjoiMzExIiwiVG9wIjowLjAsIkxlZnQiOjAuMCwiUmlnaHQiOjAuMCwiQm90dG9tIjowLjB9LCJCYWNrZ3JvdW5kIjp7IiRpZCI6IjMxMiIsIkNvbG9yIjp7IiRpZCI6IjMxMyIsIkEiOjI1NSwiUiI6MTk3LCJHIjoxOTUsIkIiOjIzOH19LCJJc1Zpc2libGUiOnRydWUsIldpZHRoIjowLjAsIkhlaWdodCI6MC4wLCJCb3JkZXJTdHlsZSI6eyIkaWQiOiIzMTQiLCJMaW5lQ29sb3IiOnsiJGlkIjoiMzE1IiwiJHR5cGUiOiJOTFJFLkNvbW1vbi5Eb20uU29saWRDb2xvckJydXNoLCBOTFJFLkNvbW1vbiIsIkNvbG9yIjp7IiRpZCI6IjMxNiIsIkEiOjI1NSwiUiI6MjU1LCJHIjowLCJCIjowfX0sIkxpbmVXZWlnaHQiOjAuMCwiTGluZVR5cGUiOjAsIlBhcmVudFN0eWxlIjpudWxsfSwiUGFyZW50U3R5bGUiOm51bGx9LCJNYXJnaW4iOnsiJGlkIjoiMzE3IiwiVG9wIjowLjAsIkxlZnQiOjAuMCwiUmlnaHQiOjAuMCwiQm90dG9tIjowLjB9LCJQYWRkaW5nIjp7IiRpZCI6IjMxOCIsIlRvcCI6MC4wLCJMZWZ0IjowLjAsIlJpZ2h0IjowLjAsIkJvdHRvbSI6MC4wfSwiQmFja2dyb3VuZCI6bnVsbCwiSXNWaXNpYmxlIjp0cnVlLCJXaWR0aCI6MC4wLCJIZWlnaHQiOjAuMCwiQm9yZGVyU3R5bGUiOm51bGwsIlBhcmVudFN0eWxlIjpudWxsfSwiQmFja2dyb3VuZFN0eWxlIjp7IiRpZCI6IjMxOSIsIk1hcmdpbiI6eyIkaWQiOiIzMjAiLCJUb3AiOjAuMCwiTGVmdCI6MC4wLCJSaWdodCI6MC4wLCJCb3R0b20iOjAuMH0sIlBhZGRpbmciOnsiJGlkIjoiMzIxIiwiVG9wIjowLjAsIkxlZnQiOjAuMCwiUmlnaHQiOjAuMCwiQm90dG9tIjowLjB9LCJCYWNrZ3JvdW5kIjp7IiRpZCI6IjMyMiIsIkNvbG9yIjp7IiRpZCI6IjMyMyIsIkEiOjUxLCJSIjoxOTcsIkciOjE5NSwiQiI6MjM4fX0sIklzVmlzaWJsZSI6dHJ1ZSwiV2lkdGgiOjAuMCwiSGVpZ2h0IjowLjAsIkJvcmRlclN0eWxlIjp7IiRpZCI6IjMyNCIsIkxpbmVDb2xvciI6eyIkaWQiOiIzMjUiLCIkdHlwZSI6Ik5MUkUuQ29tbW9uLkRvbS5Tb2xpZENvbG9yQnJ1c2gsIE5MUkUuQ29tbW9uIiwiQ29sb3IiOnsiJGlkIjoiMzI2IiwiQSI6MjU1LCJSIjoyNTUsIkciOjAsIkIiOjB9fSwiTGluZVdlaWdodCI6MC4wLCJMaW5lVHlwZSI6MCwiUGFyZW50U3R5bGUiOm51bGx9LCJQYXJlbnRTdHlsZSI6bnVsbH0sIklzQWJvdmVUaW1lYmFuZCI6ZmFsc2UsIk1hcmdpbiI6eyIkaWQiOiIzMjciLCJUb3AiOjAuMCwiTGVmdCI6MC4wLCJSaWdodCI6MC4wLCJCb3R0b20iOjAuMH0sIlBhZGRpbmciOnsiJGlkIjoiMzI4IiwiVG9wIjowLjAsIkxlZnQiOjAuMCwiUmlnaHQiOjAuMCwiQm90dG9tIjowLjB9LCJJc1Zpc2libGUiOnRydWUsIldpZHRoIjowLjAsIkhlaWdodCI6MC4wLCJCb3JkZXJTdHlsZSI6eyIkaWQiOiIzMjkiLCJMaW5lQ29sb3IiOm51bGwsIkxpbmVXZWlnaHQiOjAuMCwiTGluZVR5cGUiOjAsIlBhcmVudFN0eWxlIjpudWxsfSwiUGFyZW50U3R5bGUiOm51bGx9fV0sIkN1bHR1cmVJbmZvTmFtZSI6ImVuLVVTIiwiU3R5bGVOYW1lIjpudWxsLCJWZXJzaW9uIjp7IiRpZCI6IjMzMCIsIlZlcnNpb24iOiIzLjcuMyIsIk9yaWdpbmFsQXNzZW1ibHlWZXJzaW9uIjoiNy4wMC4xNi4wMCIsIkVkaXRpb24iOm51bGwsIkxhc3RTYXZlZEVkaXRpb24iOjAsIklzUGx1c0VkaXRpb24iOmZhbHNlLCJJc1Byb0VkaXRpb24iOmZhbHNlfSwiRWZmZWN0IjoxLCJTdHlsZSI6eyIkaWQiOiIzMzEiLCJEZWZhdWx0RGVwZW5kZW5jeVN0eWxlIjp7IiRpZCI6IjMzMiIsIkxpbmVTdHlsZSI6eyIkaWQiOiIzMzMiLCJMaW5lQ29sb3IiOnsiJGlkIjoiMzM0IiwiJHR5cGUiOiJOTFJFLkNvbW1vbi5Eb20uU29saWRDb2xvckJydXNoLCBOTFJFLkNvbW1vbiIsIkNvbG9yIjp7IiRpZCI6IjMzNSIsIkEiOjI1NSwiUiI6MCwiRyI6MCwiQiI6MH19LCJMaW5lV2VpZ2h0IjoxLjAsIkxpbmVUeXBlIjowLCJQYXJlbnRTdHlsZSI6bnVsbH0sIkVuZEFycm93aGVhZExpbmVTdHlsZSI6eyIkaWQiOiIzMzYiLCJLaW5kIjoxLCJXaWR0aCI6MSwiTGVuZ3RoIjowLCJQYXJlbnRTdHlsZSI6bnVsbH0sIkJyaW5nVG9Gcm9udCI6dHJ1ZSwiRWxib3dSYWRpdXMiOjAuMCwiTWFyZ2luIjp7IiRpZCI6IjMzNyIsIlRvcCI6MC4wLCJMZWZ0IjowLjAsIlJpZ2h0IjowLjAsIkJvdHRvbSI6MC4wfSwiUGFkZGluZyI6eyIkaWQiOiIzMzgiLCJUb3AiOjAuMCwiTGVmdCI6MC4wLCJSaWdodCI6MC4wLCJCb3R0b20iOjAuMH0sIkJhY2tncm91bmQiOm51bGwsIklzVmlzaWJsZSI6dHJ1ZSwiV2lkdGgiOjAuMCwiSGVpZ2h0IjowLjAsIkJvcmRlclN0eWxlIjpudWxsLCJQYXJlbnRTdHlsZSI6bnVsbH0sIkNyaXRpY2FsUGF0aFN0eWxlIjp7IiRpZCI6IjMzOSIsIkNyaXRpY2FsUGF0aFN0eWxlT3B0aW9ucyI6MTUsIkxpbmVTdHlsZSI6eyIkaWQiOiIzNDAiLCJMaW5lQ29sb3IiOnsiJGlkIjoiMzQxIiwiJHR5cGUiOiJOTFJFLkNvbW1vbi5Eb20uU29saWRDb2xvckJydXNoLCBOTFJFLkNvbW1vbiIsIkNvbG9yIjp7IiRpZCI6IjM0MiIsIkEiOjI1NSwiUiI6MjIyLCJHIjo1MCwiQiI6NTB9fSwiTGluZVdlaWdodCI6MS4wLCJMaW5lVHlwZSI6MCwiUGFyZW50U3R5bGUiOm51bGx9LCJUaXRsZUZvcmVncm91bmQiOnsiJGlkIjoiMzQzIiwiQ29sb3IiOnsiJGlkIjoiMzQ0IiwiQSI6MjU1LCJSIjoxNzYsIkciOjE5LCJCIjoyNX19LCJTaGFwZXNCYWNrZ3JvdW5kIjp7IiRpZCI6IjM0NSIsIkNvbG9yIjp7IiRpZCI6IjM0NiIsIkEiOjI1NSwiUiI6MjUzLCJHIjoyMDMsIkIiOjIwOH19LCJTaGFwZXNCb3JkZXJTdHlsZSI6eyIkaWQiOiIzNDciLCJMaW5lQ29sb3IiOnsiJGlkIjoiMzQ4IiwiJHR5cGUiOiJOTFJFLkNvbW1vbi5Eb20uU29saWRDb2xvckJydXNoLCBOTFJFLkNvbW1vbiIsIkNvbG9yIjp7IiRpZCI6IjM0OSIsIkEiOjI1NSwiUiI6MjIyLCJHIjo1MCwiQiI6NTB9fSwiTGluZVdlaWdodCI6MS41LCJMaW5lVHlwZSI6MCwiUGFyZW50U3R5bGUiOm51bGx9LCJNYXJnaW4iOnsiJGlkIjoiMzUwIiwiVG9wIjowLjAsIkxlZnQiOjAuMCwiUmlnaHQiOjAuMCwiQm90dG9tIjowLjB9LCJQYWRkaW5nIjp7IiRpZCI6IjM1MSIsIlRvcCI6MC4wLCJMZWZ0IjowLjAsIlJpZ2h0IjowLjAsIkJvdHRvbSI6MC4wfSwiQmFja2dyb3VuZCI6bnVsbCwiSXNWaXNpYmxlIjpmYWxzZSwiV2lkdGgiOjAuMCwiSGVpZ2h0IjowLjAsIkJvcmRlclN0eWxlIjpudWxsLCJQYXJlbnRTdHlsZSI6bnVsbH0sIlRpbWViYW5kU3R5bGUiOnsiJGlkIjoiMzUyIiwiU2NhbGVNYXJraW5nIjoxLCJTaGFwZSI6MCwiU2hhcGVTdHlsZSI6eyIkaWQiOiIzNTMiLCJNYXJnaW4iOnsiJGlkIjoiMzU0IiwiVG9wIjowLjAsIkxlZnQiOjEwLjAsIlJpZ2h0IjoxMC4wLCJCb3R0b20iOjAuMH0sIlBhZGRpbmciOnsiJGlkIjoiMzU1IiwiVG9wIjozLjAsIkxlZnQiOjAuMCwiUmlnaHQiOjAuMCwiQm90dG9tIjozLjB9LCJCYWNrZ3JvdW5kIjp7IiRpZCI6IjM1NiIsIkNvbG9yIjp7IiRpZCI6IjM1NyIsIkEiOjI1NSwiUiI6NjgsIkciOjg0LCJCIjoxMDZ9fSwiSXNWaXNpYmxlIjp0cnVlLCJXaWR0aCI6ODU4LjAsIkhlaWdodCI6MjAuMCwiQm9yZGVyU3R5bGUiOnsiJGlkIjoiMzU4IiwiTGluZUNvbG9yIjp7IiRpZCI6IjM1OSIsIiR0eXBlIjoiTkxSRS5Db21tb24uRG9tLlNvbGlkQ29sb3JCcnVzaCwgTkxSRS5Db21tb24iLCJDb2xvciI6eyIkaWQiOiIzNjAiLCJBIjoyNTUsIlIiOjI1NSwiRyI6MCwiQiI6MH19LCJMaW5lV2VpZ2h0IjowLjAsIkxpbmVUeXBlIjowLCJQYXJlbnRTdHlsZSI6bnVsbH0sIlBhcmVudFN0eWxlIjpudWxsfSwiTWlkZGxlVGllclNoYXBlU3R5bGUiOnsiJGlkIjoiMzYxIiwiTWFyZ2luIjp7IiRpZCI6IjM2MiIsIlRvcCI6MC4wLCJMZWZ0IjoxMC4wLCJSaWdodCI6MTAuMCwiQm90dG9tIjowLjB9LCJQYWRkaW5nIjp7IiRpZCI6IjM2MyIsIlRvcCI6My4wLCJMZWZ0IjowLjAsIlJpZ2h0IjowLjAsIkJvdHRvbSI6My4wfSwiQmFja2dyb3VuZCI6eyIkaWQiOiIzNjQiLCJDb2xvciI6eyIkaWQiOiIzNjUiLCJBIjoyNTUsIlIiOjY4LCJHIjo4NCwiQiI6MTA2fX0sIklzVmlzaWJsZSI6dHJ1ZSwiV2lkdGgiOjg1OC4wLCJIZWlnaHQiOjIwLjAsIkJvcmRlclN0eWxlIjp7IiRpZCI6IjM2NiIsIkxpbmVDb2xvciI6eyIkaWQiOiIzNjciLCIkdHlwZSI6Ik5MUkUuQ29tbW9uLkRvbS5Tb2xpZENvbG9yQnJ1c2gsIE5MUkUuQ29tbW9uIiwiQ29sb3IiOnsiJGlkIjoiMzY4IiwiQSI6MjU1LCJSIjoyNTUsIkciOjAsIkIiOjB9fSwiTGluZVdlaWdodCI6MC4wLCJMaW5lVHlwZSI6MCwiUGFyZW50U3R5bGUiOm51bGx9LCJQYXJlbnRTdHlsZSI6bnVsbH0sIkJvdHRvbVRpZXJTaGFwZVN0eWxlIjp7IiRpZCI6IjM2OSIsIk1hcmdpbiI6eyIkaWQiOiIzNzAiLCJUb3AiOjAuMCwiTGVmdCI6MTAuMCwiUmlnaHQiOjEwLjAsIkJvdHRvbSI6MC4wfSwiUGFkZGluZyI6eyIkaWQiOiIzNzEiLCJUb3AiOjMuMCwiTGVmdCI6MC4wLCJSaWdodCI6MC4wLCJCb3R0b20iOjMuMH0sIkJhY2tncm91bmQiOnsiJGlkIjoiMzcyIiwiQ29sb3IiOnsiJGlkIjoiMzczIiwiQSI6MjU1LCJSIjo2OCwiRyI6ODQsIkIiOjEwNn19LCJJc1Zpc2libGUiOnRydWUsIldpZHRoIjo4NTguMCwiSGVpZ2h0IjoyMC4wLCJCb3JkZXJTdHlsZSI6eyIkaWQiOiIzNzQiLCJMaW5lQ29sb3IiOnsiJGlkIjoiMzc1IiwiJHR5cGUiOiJOTFJFLkNvbW1vbi5Eb20uU29saWRDb2xvckJydXNoLCBOTFJFLkNvbW1vbiIsIkNvbG9yIjp7IiRpZCI6IjM3NiIsIkEiOjI1NSwiUiI6MjU1LCJHIjowLCJCIjowfX0sIkxpbmVXZWlnaHQiOjAuMCwiTGluZVR5cGUiOjAsIlBhcmVudFN0eWxlIjpudWxsfSwiUGFyZW50U3R5bGUiOm51bGx9LCJSaWdodEVuZENhcHNTdHlsZSI6eyIkaWQiOiIzNzciLCJGb250U2V0dGluZ3MiOnsiJGlkIjoiMzc4IiwiRm9udFNpemUiOjE4LCJGb250TmFtZSI6IkNhbGlicmkiLCJJc0JvbGQiOnRydWUsIklzSXRhbGljIjpmYWxzZSwiSXNVbmRlcmxpbmVkIjpmYWxzZSwiUGFyZW50U3R5bGUiOm51bGx9LCJBdXRvU2l6ZSI6MCwiRm9yZWdyb3VuZCI6eyIkaWQiOiIzNzkiLCJDb2xvciI6eyIkaWQiOiIzODAiLCJBIjoyNTUsIlIiOjIzNywiRyI6MTI1LCJCIjo0OX19LCJNYXhXaWR0aCI6IkluZmluaXR5IiwiTWF4SGVpZ2h0IjoiSW5maW5pdHkiLCJTbWFydEZvcmVncm91bmRJc0FjdGl2ZSI6ZmFsc2UsIkhvcml6b250YWxBbGlnbm1lbnQiOjAsIlZlcnRpY2FsQWxpZ25tZW50IjowLCJTbWFydEZvcmVncm91bmQiOm51bGwsIkJhY2tncm91bmRGaWxsVHlwZSI6MCwiTWFyZ2luIjp7IiRpZCI6IjM4MSIsIlRvcCI6MC4wLCJMZWZ0IjowLjAsIlJpZ2h0IjoyMC4wLCJCb3R0b20iOjAuMH0sIlBhZGRpbmciOnsiJGlkIjoiMzgyIiwiVG9wIjowLjAsIkxlZnQiOjAuMCwiUmlnaHQiOjAuMCwiQm90dG9tIjowLjB9LCJCYWNrZ3JvdW5kIjp7IiRpZCI6IjM4MyIsIkNvbG9yIjp7IiRpZCI6IjM4NCIsIkEiOjAsIlIiOjAsIkciOjAsIkIiOjB9fSwiSXNWaXNpYmxlIjpmYWxzZSwiV2lkdGgiOjAuMCwiSGVpZ2h0IjowLjAsIkJvcmRlclN0eWxlIjpudWxsLCJQYXJlbnRTdHlsZSI6bnVsbH0sIkxlZnRFbmRDYXBzU3R5bGUiOnsiJGlkIjoiMzg1IiwiRm9udFNldHRpbmdzIjp7IiRpZCI6IjM4NiIsIkZvbnRTaXplIjoxOCwiRm9udE5hbWUiOiJDYWxpYnJpIiwiSXNCb2xkIjp0cnVlLCJJc0l0YWxpYyI6ZmFsc2UsIklzVW5kZXJsaW5lZCI6ZmFsc2UsIlBhcmVudFN0eWxlIjpudWxsfSwiQXV0b1NpemUiOjAsIkZvcmVncm91bmQiOnsiJGlkIjoiMzg3IiwiQ29sb3IiOnsiJGlkIjoiMzg4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ODkiLCJUb3AiOjAuMCwiTGVmdCI6MTE1LjUwNjY2NjY2NjY2NjY2LCJSaWdodCI6MC4wLCJCb3R0b20iOjAuMH0sIlBhZGRpbmciOnsiJGlkIjoiMzkwIiwiVG9wIjowLjAsIkxlZnQiOjAuMCwiUmlnaHQiOjAuMCwiQm90dG9tIjowLjB9LCJCYWNrZ3JvdW5kIjp7IiRpZCI6IjM5MSIsIkNvbG9yIjp7IiRpZCI6IjM5MiIsIkEiOjAsIlIiOjAsIkciOjAsIkIiOjB9fSwiSXNWaXNpYmxlIjpmYWxzZSwiV2lkdGgiOjAuMCwiSGVpZ2h0IjowLjAsIkJvcmRlclN0eWxlIjpudWxsLCJQYXJlbnRTdHlsZSI6bnVsbH0sIlRvZGF5VGV4dFN0eWxlIjp7IiRpZCI6IjM5MyIsIkZvbnRTZXR0aW5ncyI6eyIkaWQiOiIzOTQiLCJGb250U2l6ZSI6MTIsIkZvbnROYW1lIjoiQ2FsaWJyaSIsIklzQm9sZCI6ZmFsc2UsIklzSXRhbGljIjpmYWxzZSwiSXNVbmRlcmxpbmVkIjpmYWxzZSwiUGFyZW50U3R5bGUiOm51bGx9LCJBdXRvU2l6ZSI6MCwiRm9yZWdyb3VuZCI6eyIkaWQiOiIzOTUiLCJDb2xvciI6eyIkaWQiOiIzOTYiLCJBIjoyNTUsIlIiOjAsIkciOjAsIkIiOjB9fSwiTWF4V2lkdGgiOjIwMC4wLCJNYXhIZWlnaHQiOiJJbmZpbml0eSIsIlNtYXJ0Rm9yZWdyb3VuZElzQWN0aXZlIjpmYWxzZSwiSG9yaXpvbnRhbEFsaWdubWVudCI6MCwiVmVydGljYWxBbGlnbm1lbnQiOjAsIlNtYXJ0Rm9yZWdyb3VuZCI6bnVsbCwiQmFja2dyb3VuZEZpbGxUeXBlIjowLCJNYXJnaW4iOnsiJGlkIjoiMzk3IiwiVG9wIjowLjAsIkxlZnQiOjAuMCwiUmlnaHQiOjAuMCwiQm90dG9tIjowLjB9LCJQYWRkaW5nIjp7IiRpZCI6IjM5OCIsIlRvcCI6MC4wLCJMZWZ0IjowLjAsIlJpZ2h0IjowLjAsIkJvdHRvbSI6MC4wfSwiQmFja2dyb3VuZCI6eyIkaWQiOiIzOTkiLCJDb2xvciI6eyIkaWQiOiI0MDAiLCJBIjowLCJSIjowLCJHIjowLCJCIjowfX0sIklzVmlzaWJsZSI6dHJ1ZSwiV2lkdGgiOjAuMCwiSGVpZ2h0IjowLjAsIkJvcmRlclN0eWxlIjpudWxsLCJQYXJlbnRTdHlsZSI6bnVsbH0sIlRvZGF5TWFya2VyU3R5bGUiOnsiJGlkIjoiNDAxIiwiTWFyZ2luIjp7IiRpZCI6IjQwMiIsIlRvcCI6MC4wLCJMZWZ0IjowLjAsIlJpZ2h0IjowLjAsIkJvdHRvbSI6MC4wfSwiUGFkZGluZyI6eyIkaWQiOiI0MDMiLCJUb3AiOjAuMCwiTGVmdCI6MC4wLCJSaWdodCI6MC4wLCJCb3R0b20iOjAuMH0sIkJhY2tncm91bmQiOnsiJGlkIjoiNDA0IiwiQ29sb3IiOnsiJGlkIjoiNDA1IiwiQSI6MjU1LCJSIjoyNTUsIkciOjAsIkIiOjB9fSwiSXNWaXNpYmxlIjp0cnVlLCJXaWR0aCI6MC4wLCJIZWlnaHQiOjAuMCwiQm9yZGVyU3R5bGUiOm51bGwsIlBhcmVudFN0eWxlIjpudWxsfSwiU2NhbGVTdHlsZSI6eyIkaWQiOiI0MDYiLCJTaGFwZSI6MywiU2hvd1NlZ21lbnRTZXBhcmF0b3JzIjp0cnVlLCJTZWdtZW50U2VwYXJhdG9yT3BhY2l0eSI6MzAsIkhhc0JlZW5WaXNpYmxlQmVmb3JlIjp0cnVlLCJGb250U2V0dGluZ3MiOnsiJGlkIjoiNDA3IiwiRm9udFNpemUiOjEyLCJGb250TmFtZSI6IkNhbGlicmkiLCJJc0JvbGQiOmZhbHNlLCJJc0l0YWxpYyI6ZmFsc2UsIklzVW5kZXJsaW5lZCI6ZmFsc2UsIlBhcmVudFN0eWxlIjpudWxsfSwiQXV0b1NpemUiOjAsIkZvcmVncm91bmQiOnsiJGlkIjoiNDA4IiwiQ29sb3IiOnsiJGlkIjoiNDA5IiwiQSI6MjU1LCJSIjoyNTUsIkciOjI1NSwiQiI6MjU1fX0sIk1heFdpZHRoIjoyMDAuMCwiTWF4SGVpZ2h0IjoiSW5maW5pdHkiLCJTbWFydEZvcmVncm91bmRJc0FjdGl2ZSI6ZmFsc2UsIkhvcml6b250YWxBbGlnbm1lbnQiOjAsIlZlcnRpY2FsQWxpZ25tZW50IjoxLCJTbWFydEZvcmVncm91bmQiOm51bGwsIkJhY2tncm91bmRGaWxsVHlwZSI6MCwiTWFyZ2luIjp7IiRpZCI6IjQxMCIsIlRvcCI6MC4wLCJMZWZ0Ijo1LjAsIlJpZ2h0IjowLjAsIkJvdHRvbSI6MC4wfSwiUGFkZGluZyI6eyIkaWQiOiI0MTEiLCJUb3AiOjAuMCwiTGVmdCI6MC4wLCJSaWdodCI6MC4wLCJCb3R0b20iOjAuMH0sIkJhY2tncm91bmQiOnsiJGlkIjoiNDEyIiwiQ29sb3IiOnsiJGlkIjoiNDEzIiwiQSI6MCwiUiI6MCwiRyI6MCwiQiI6MH19LCJJc1Zpc2libGUiOnRydWUsIldpZHRoIjowLjAsIkhlaWdodCI6MC4wLCJCb3JkZXJTdHlsZSI6bnVsbCwiUGFyZW50U3R5bGUiOm51bGx9LCJTaW5nbGVTY2FsZVNoYXBlU3R5bGUiOnsiJGlkIjoiNDE0IiwiU2hhcGUiOjAsIkhlaWdodCI6MC4wfSwiTWlkZGxlVGllclNjYWxlU3R5bGUiOnsiJGlkIjoiNDE1IiwiU2hhcGUiOjMsIlNob3dTZWdtZW50U2VwYXJhdG9ycyI6dHJ1ZSwiU2VnbWVudFNlcGFyYXRvck9wYWNpdHkiOjMwLCJIYXNCZWVuVmlzaWJsZUJlZm9yZSI6ZmFsc2UsIkZvbnRTZXR0aW5ncyI6eyIkaWQiOiI0MTYiLCJGb250U2l6ZSI6MTIsIkZvbnROYW1lIjoiQ2FsaWJyaSIsIklzQm9sZCI6ZmFsc2UsIklzSXRhbGljIjpmYWxzZSwiSXNVbmRlcmxpbmVkIjpmYWxzZSwiUGFyZW50U3R5bGUiOm51bGx9LCJBdXRvU2l6ZSI6MCwiRm9yZWdyb3VuZCI6eyIkaWQiOiI0MTciLCJDb2xvciI6eyIkaWQiOiI0MTgiLCJBIjoyNTUsIlIiOjI1NSwiRyI6MjU1LCJCIjoyNTV9fSwiTWF4V2lkdGgiOjIwMC4wLCJNYXhIZWlnaHQiOiJJbmZpbml0eSIsIlNtYXJ0Rm9yZWdyb3VuZElzQWN0aXZlIjpmYWxzZSwiSG9yaXpvbnRhbEFsaWdubWVudCI6MCwiVmVydGljYWxBbGlnbm1lbnQiOjEsIlNtYXJ0Rm9yZWdyb3VuZCI6bnVsbCwiQmFja2dyb3VuZEZpbGxUeXBlIjowLCJNYXJnaW4iOnsiJGlkIjoiNDE5IiwiVG9wIjowLjAsIkxlZnQiOjUuMCwiUmlnaHQiOjAuMCwiQm90dG9tIjowLjB9LCJQYWRkaW5nIjp7IiRpZCI6IjQyMCIsIlRvcCI6MC4wLCJMZWZ0IjowLjAsIlJpZ2h0IjowLjAsIkJvdHRvbSI6MC4wfSwiQmFja2dyb3VuZCI6eyIkaWQiOiI0MjEiLCJDb2xvciI6eyIkaWQiOiI0MjIiLCJBIjowLCJSIjowLCJHIjowLCJCIjowfX0sIklzVmlzaWJsZSI6ZmFsc2UsIldpZHRoIjowLjAsIkhlaWdodCI6MC4wLCJCb3JkZXJTdHlsZSI6bnVsbCwiUGFyZW50U3R5bGUiOm51bGx9LCJCb3R0b21UaWVyU2NhbGVTdHlsZSI6eyIkaWQiOiI0MjMiLCJTaGFwZSI6MywiU2hvd1NlZ21lbnRTZXBhcmF0b3JzIjp0cnVlLCJTZWdtZW50U2VwYXJhdG9yT3BhY2l0eSI6MzAsIkhhc0JlZW5WaXNpYmxlQmVmb3JlIjpmYWxzZSwiRm9udFNldHRpbmdzIjp7IiRpZCI6IjQyNCIsIkZvbnRTaXplIjoxMiwiRm9udE5hbWUiOiJDYWxpYnJpIiwiSXNCb2xkIjpmYWxzZSwiSXNJdGFsaWMiOmZhbHNlLCJJc1VuZGVybGluZWQiOmZhbHNlLCJQYXJlbnRTdHlsZSI6bnVsbH0sIkF1dG9TaXplIjowLCJGb3JlZ3JvdW5kIjp7IiRpZCI6IjQyNSIsIkNvbG9yIjp7IiRpZCI6IjQyNiIsIkEiOjI1NSwiUiI6MjU1LCJHIjoyNTUsIkIiOjI1NX19LCJNYXhXaWR0aCI6MjAwLjAsIk1heEhlaWdodCI6IkluZmluaXR5IiwiU21hcnRGb3JlZ3JvdW5kSXNBY3RpdmUiOmZhbHNlLCJIb3Jpem9udGFsQWxpZ25tZW50IjowLCJWZXJ0aWNhbEFsaWdubWVudCI6MSwiU21hcnRGb3JlZ3JvdW5kIjpudWxsLCJCYWNrZ3JvdW5kRmlsbFR5cGUiOjAsIk1hcmdpbiI6eyIkaWQiOiI0MjciLCJUb3AiOjAuMCwiTGVmdCI6NS4wLCJSaWdodCI6MC4wLCJCb3R0b20iOjAuMH0sIlBhZGRpbmciOnsiJGlkIjoiNDI4IiwiVG9wIjowLjAsIkxlZnQiOjAuMCwiUmlnaHQiOjAuMCwiQm90dG9tIjowLjB9LCJCYWNrZ3JvdW5kIjp7IiRpZCI6IjQyOSIsIkNvbG9yIjp7IiRpZCI6IjQzMCIsIkEiOjAsIlIiOjAsIkciOjAsIkIiOjB9fSwiSXNWaXNpYmxlIjpmYWxzZSwiV2lkdGgiOjAuMCwiSGVpZ2h0IjowLjAsIkJvcmRlclN0eWxlIjpudWxsLCJQYXJlbnRTdHlsZSI6bnVsbH0sIkVsYXBzZWRUaW1lQmFja2dyb3VuZCI6eyIkaWQiOiI0MzEiLCJDb2xvciI6eyIkaWQiOiI0MzIiLCJBIjoxOTEsIlIiOjI1NSwiRyI6MCwiQiI6MH19LCJBcHBlbmRZZWFyT25ZZWFyQ2hhbmdlIjpmYWxzZSwiRWxhcHNlZFRpbWVGb3JtYXQiOjIsIlRvZGF5TWFya2VyUG9zaXRpb24iOjIsIlF1aWNrUG9zaXRpb24iOjMsIkFic29sdXRlUG9zaXRpb24iOjEwNS4xODE4MDgsIk1hcmdpbiI6eyIkaWQiOiI0MzMiLCJUb3AiOjAuMCwiTGVmdCI6MTAuMCwiUmlnaHQiOjEwLjAsIkJvdHRvbSI6MC4wfSwiUGFkZGluZyI6eyIkaWQiOiI0MzQiLCJUb3AiOjAuMCwiTGVmdCI6MC4wLCJSaWdodCI6MC4wLCJCb3R0b20iOjAuMH0sIkJhY2tncm91bmQiOnsiJGlkIjoiNDM1IiwiQ29sb3IiOnsiJGlkIjoiNDM2IiwiQSI6MjU1LCJSIjo0NywiRyI6NTQsIkIiOjE1M319LCJJc1Zpc2libGUiOnRydWUsIldpZHRoIjowLjAsIkhlaWdodCI6MC4wLCJCb3JkZXJTdHlsZSI6bnVsbCwiUGFyZW50U3R5bGUiOm51bGx9LCJEZWZhdWx0TWlsZXN0b25lU3R5bGUiOnsiJGlkIjoiNDM3IiwiU2hhcGUiOjIsIkNvbm5lY3Rvck1hcmdpbiI6eyIkaWQiOiI0MzgiLCJUb3AiOjAuMCwiTGVmdCI6Mi4wLCJSaWdodCI6Mi4wLCJCb3R0b20iOjAuMH0sIkNvbm5lY3RvclN0eWxlIjp7IiRpZCI6IjQzOSIsIkxpbmVDb2xvciI6eyIkaWQiOiI0NDAiLCIkdHlwZSI6Ik5MUkUuQ29tbW9uLkRvbS5Tb2xpZENvbG9yQnJ1c2gsIE5MUkUuQ29tbW9uIiwiQ29sb3IiOnsiJGlkIjoiNDQxIiwiQSI6MTI3LCJSIjo3OSwiRyI6MTI5LCJCIjoxODl9fSwiTGluZVdlaWdodCI6MS4wLCJMaW5lVHlwZSI6MCwiUGFyZW50U3R5bGUiOm51bGx9LCJJc0JlbG93VGltZWJhbmQiOmZhbHNlLCJQb3NpdGlvbk9uVGFzayI6MCwiSGlkZURhdGUiOmZhbHNlLCJTaGFwZVNpemUiOjEsIlNwYWNpbmciOjIuMCwiUGFkZGluZyI6eyIkaWQiOiI0NDIiLCJUb3AiOjcuMCwiTGVmdCI6My4wLCJSaWdodCI6MC4wLCJCb3R0b20iOjIuMH0sIlNoYXBlU3R5bGUiOnsiJGlkIjoiNDQzIiwiTWFyZ2luIjp7IiRyZWYiOiI4In0sIlBhZGRpbmciOnsiJHJlZiI6IjkifSwiQmFja2dyb3VuZCI6eyIkaWQiOiI0NDQiLCJDb2xvciI6eyIkaWQiOiI0NDUiLCJBIjoyNTUsIlIiOjAsIkciOjExNCwiQiI6MTg4fX0sIklzVmlzaWJsZSI6dHJ1ZSwiV2lkdGgiOjEzLjAsIkhlaWdodCI6MTMuMCwiQm9yZGVyU3R5bGUiOnsiJGlkIjoiNDQ2IiwiTGluZUNvbG9yIjp7IiRyZWYiOiIxMyJ9LCJMaW5lV2VpZ2h0IjowLjAsIkxpbmVUeXBlIjowLCJQYXJlbnRTdHlsZSI6bnVsbH0sIlBhcmVudFN0eWxlIjpudWxsfSwiVGl0bGVTdHlsZSI6eyIkaWQiOiI0NDciLCJGb250U2V0dGluZ3MiOnsiJGlkIjoiNDQ4IiwiRm9udFNpemUiOjExLCJGb250TmFtZSI6IkNhbGlicmkiLCJJc0JvbGQiOnRydWUsIklzSXRhbGljIjpmYWxzZSwiSXNVbmRlcmxpbmVkIjpmYWxzZSwiUGFyZW50U3R5bGUiOm51bGx9LCJBdXRvU2l6ZSI6MCwiRm9yZWdyb3VuZCI6eyIkcmVmIjoiMTcifSwiTWF4V2lkdGgiOjIwMC4wLCJNYXhIZWlnaHQiOiJJbmZpbml0eSIsIlNtYXJ0Rm9yZWdyb3VuZElzQWN0aXZlIjpmYWxzZSwiSG9yaXpvbnRhbEFsaWdubWVudCI6MCwiVmVydGljYWxBbGlnbm1lbnQiOjAsIlNtYXJ0Rm9yZWdyb3VuZCI6bnVsbCwiQmFja2dyb3VuZEZpbGxUeXBlIjowLCJNYXJnaW4iOnsiJHJlZiI6IjE5In0sIlBhZGRpbmciOnsiJHJlZiI6IjIwIn0sIkJhY2tncm91bmQiOnsiJHJlZiI6IjIxIn0sIklzVmlzaWJsZSI6dHJ1ZSwiV2lkdGgiOjAuMCwiSGVpZ2h0IjowLjAsIkJvcmRlclN0eWxlIjpudWxsLCJQYXJlbnRTdHlsZSI6bnVsbH0sIkRhdGVTdHlsZSI6eyIkaWQiOiI0NDkiLCJGb250U2V0dGluZ3MiOnsiJGlkIjoiNDUwIiwiRm9udFNpemUiOjEwLCJGb250TmFtZSI6IkNhbGlicmkiLCJJc0JvbGQiOmZhbHNlLCJJc0l0YWxpYyI6ZmFsc2UsIklzVW5kZXJsaW5lZCI6ZmFsc2UsIlBhcmVudFN0eWxlIjpudWxsfSwiQXV0b1NpemUiOjAsIkZvcmVncm91bmQiOnsiJHJlZiI6IjI1In0sIk1heFdpZHRoIjoyMDAuMCwiTWF4SGVpZ2h0IjoiSW5maW5pdHkiLCJTbWFydEZvcmVncm91bmRJc0FjdGl2ZSI6ZmFsc2UsIkhvcml6b250YWxBbGlnbm1lbnQiOjAsIlZlcnRpY2FsQWxpZ25tZW50IjowLCJTbWFydEZvcmVncm91bmQiOm51bGwsIkJhY2tncm91bmRGaWxsVHlwZSI6MCwiTWFyZ2luIjp7IiRyZWYiOiIyNyJ9LCJQYWRkaW5nIjp7IiRyZWYiOiIyOCJ9LCJCYWNrZ3JvdW5kIjp7IiRyZWYiOiIyOSJ9LCJJc1Zpc2libGUiOnRydWUsIldpZHRoIjowLjAsIkhlaWdodCI6MC4wLCJCb3JkZXJTdHlsZSI6bnVsbCwiUGFyZW50U3R5bGUiOm51bGx9LCJEYXRlRm9ybWF0Ijp7IiRpZCI6IjQ1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0NTIiLCJEYXRlUGFydElzVmlzaWJsZSI6dHJ1ZSwiVGltZVBhcnRJc1Zpc2libGUiOmZhbHNlfX0sIldlZWtOdW1iZXJpbmciOnsiJGlkIjoiNDUzIiwiRm9ybWF0IjowLCJJc1Zpc2libGUiOmZhbHNlLCJMYXN0S25vd25WaXNpYmlsaXR5U3RhdGUiOmZhbHNlfSwiSXNWaXNpYmxlIjp0cnVlLCJQYXJlbnRTdHlsZSI6bnVsbH0sIkRlZmF1bHRUYXNrU3R5bGUiOnsiJGlkIjoiNDU0IiwiU2hhcGUiOjEsIlNoYXBlVGhpY2tuZXNzIjowLCJEdXJhdGlvbkZvcm1hdCI6MCwiSW5jbHVkZU5vbldvcmtpbmdEYXlzSW5EdXJhdGlvbiI6ZmFsc2UsIlBlcmNlbnRhZ2VDb21wbGV0ZVN0eWxlIjp7IiRpZCI6IjQ1NSIsIkZvbnRTZXR0aW5ncyI6eyIkaWQiOiI0NTYiLCJGb250U2l6ZSI6MTAsIkZvbnROYW1lIjoiQ2FsaWJyaSIsIklzQm9sZCI6ZmFsc2UsIklzSXRhbGljIjpmYWxzZSwiSXNVbmRlcmxpbmVkIjpmYWxzZSwiUGFyZW50U3R5bGUiOm51bGx9LCJBdXRvU2l6ZSI6MCwiRm9yZWdyb3VuZCI6eyIkcmVmIjoiNTQifSwiTWF4V2lkdGgiOjIwMC4wLCJNYXhIZWlnaHQiOiJJbmZpbml0eSIsIlNtYXJ0Rm9yZWdyb3VuZElzQWN0aXZlIjpmYWxzZSwiSG9yaXpvbnRhbEFsaWdubWVudCI6MCwiVmVydGljYWxBbGlnbm1lbnQiOjAsIlNtYXJ0Rm9yZWdyb3VuZCI6bnVsbCwiQmFja2dyb3VuZEZpbGxUeXBlIjowLCJNYXJnaW4iOnsiJHJlZiI6IjU2In0sIlBhZGRpbmciOnsiJHJlZiI6IjU3In0sIkJhY2tncm91bmQiOnsiJHJlZiI6IjU4In0sIklzVmlzaWJsZSI6dHJ1ZSwiV2lkdGgiOjAuMCwiSGVpZ2h0IjowLjAsIkJvcmRlclN0eWxlIjpudWxsLCJQYXJlbnRTdHlsZSI6bnVsbH0sIkR1cmF0aW9uU3R5bGUiOnsiJGlkIjoiNDU3IiwiRm9udFNldHRpbmdzIjp7IiRpZCI6IjQ1OCIsIkZvbnRTaXplIjoxMCwiRm9udE5hbWUiOiJDYWxpYnJpIiwiSXNCb2xkIjpmYWxzZSwiSXNJdGFsaWMiOmZhbHNlLCJJc1VuZGVybGluZWQiOmZhbHNlLCJQYXJlbnRTdHlsZSI6bnVsbH0sIkF1dG9TaXplIjowLCJGb3JlZ3JvdW5kIjp7IiRyZWYiOiI2MyJ9LCJNYXhXaWR0aCI6MjAwLjAsIk1heEhlaWdodCI6IkluZmluaXR5IiwiU21hcnRGb3JlZ3JvdW5kSXNBY3RpdmUiOmZhbHNlLCJIb3Jpem9udGFsQWxpZ25tZW50IjowLCJWZXJ0aWNhbEFsaWdubWVudCI6MCwiU21hcnRGb3JlZ3JvdW5kIjpudWxsLCJCYWNrZ3JvdW5kRmlsbFR5cGUiOjAsIk1hcmdpbiI6eyIkcmVmIjoiNjUifSwiUGFkZGluZyI6eyIkcmVmIjoiNjYifSwiQmFja2dyb3VuZCI6eyIkcmVmIjoiNjcifSwiSXNWaXNpYmxlIjp0cnVlLCJXaWR0aCI6MC4wLCJIZWlnaHQiOjAuMCwiQm9yZGVyU3R5bGUiOm51bGwsIlBhcmVudFN0eWxlIjpudWxsfSwiSG9yaXpvbnRhbENvbm5lY3RvclN0eWxlIjp7IiRpZCI6IjQ1OSIsIkxpbmVDb2xvciI6eyIkcmVmIjoiNzEifSwiTGluZVdlaWdodCI6MS4wLCJMaW5lVHlwZSI6MCwiUGFyZW50U3R5bGUiOm51bGx9LCJWZXJ0aWNhbENvbm5lY3RvclN0eWxlIjp7IiRpZCI6IjQ2MCIsIkxpbmVDb2xvciI6eyIkcmVmIjoiNzQ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0NjEiLCJNYXJnaW4iOnsiJHJlZiI6Ijc3In0sIlBhZGRpbmciOnsiJHJlZiI6Ijc4In0sIkJhY2tncm91bmQiOnsiJGlkIjoiNDYyIiwiQ29sb3IiOnsiJGlkIjoiNDYzIiwiQSI6MjU1LCJSIjowLCJHIjoxMTQsIkIiOjE4OH19LCJJc1Zpc2libGUiOnRydWUsIldpZHRoIjowLjAsIkhlaWdodCI6MTAuMCwiQm9yZGVyU3R5bGUiOnsiJGlkIjoiNDY0IiwiTGluZUNvbG9yIjp7IiRyZWYiOiI4MiJ9LCJMaW5lV2VpZ2h0IjowLjAsIkxpbmVUeXBlIjowLCJQYXJlbnRTdHlsZSI6bnVsbH0sIlBhcmVudFN0eWxlIjpudWxsfSwiVGl0bGVTdHlsZSI6eyIkaWQiOiI0NjUiLCJGb250U2V0dGluZ3MiOnsiJGlkIjoiNDY2IiwiRm9udFNpemUiOjExLCJGb250TmFtZSI6IkNhbGlicmkiLCJJc0JvbGQiOnRydWUsIklzSXRhbGljIjpmYWxzZSwiSXNVbmRlcmxpbmVkIjpmYWxzZSwiUGFyZW50U3R5bGUiOm51bGx9LCJBdXRvU2l6ZSI6MCwiRm9yZWdyb3VuZCI6eyIkcmVmIjoiODYifSwiTWF4V2lkdGgiOjk2MC4wLCJNYXhIZWlnaHQiOiJJbmZpbml0eSIsIlNtYXJ0Rm9yZWdyb3VuZElzQWN0aXZlIjpmYWxzZSwiSG9yaXpvbnRhbEFsaWdubWVudCI6MCwiVmVydGljYWxBbGlnbm1lbnQiOjAsIlNtYXJ0Rm9yZWdyb3VuZCI6bnVsbCwiQmFja2dyb3VuZEZpbGxUeXBlIjowLCJNYXJnaW4iOnsiJHJlZiI6Ijg4In0sIlBhZGRpbmciOnsiJHJlZiI6Ijg5In0sIkJhY2tncm91bmQiOnsiJHJlZiI6IjkwIn0sIklzVmlzaWJsZSI6dHJ1ZSwiV2lkdGgiOjAuMCwiSGVpZ2h0IjowLjAsIkJvcmRlclN0eWxlIjpudWxsLCJQYXJlbnRTdHlsZSI6bnVsbH0sIkRhdGVTdHlsZSI6eyIkaWQiOiI0NjciLCJGb250U2V0dGluZ3MiOnsiJGlkIjoiNDY4IiwiRm9udFNpemUiOjEwLCJGb250TmFtZSI6IkNhbGlicmkiLCJJc0JvbGQiOmZhbHNlLCJJc0l0YWxpYyI6ZmFsc2UsIklzVW5kZXJsaW5lZCI6ZmFsc2UsIlBhcmVudFN0eWxlIjpudWxsfSwiQXV0b1NpemUiOjAsIkZvcmVncm91bmQiOnsiJHJlZiI6Ijk1In0sIk1heFdpZHRoIjoyMDAuMCwiTWF4SGVpZ2h0IjoiSW5maW5pdHkiLCJTbWFydEZvcmVncm91bmRJc0FjdGl2ZSI6ZmFsc2UsIkhvcml6b250YWxBbGlnbm1lbnQiOjIsIlZlcnRpY2FsQWxpZ25tZW50IjowLCJTbWFydEZvcmVncm91bmQiOm51bGwsIkJhY2tncm91bmRGaWxsVHlwZSI6MCwiTWFyZ2luIjp7IiRyZWYiOiI5NyJ9LCJQYWRkaW5nIjp7IiRyZWYiOiI5OCJ9LCJCYWNrZ3JvdW5kIjp7IiRyZWYiOiI5OSJ9LCJJc1Zpc2libGUiOnRydWUsIldpZHRoIjowLjAsIkhlaWdodCI6MC4wLCJCb3JkZXJTdHlsZSI6bnVsbCwiUGFyZW50U3R5bGUiOm51bGx9LCJEYXRlRm9ybWF0Ijp7IiRyZWYiOiIyNzMifSwiV2Vla051bWJlcmluZyI6eyIkaWQiOiI0NjkiLCJGb3JtYXQiOjAsIklzVmlzaWJsZSI6ZmFsc2UsIkxhc3RLbm93blZpc2liaWxpdHlTdGF0ZSI6ZmFsc2V9LCJJc1Zpc2libGUiOnRydWUsIlBhcmVudFN0eWxlIjpudWxsLCJfZXhwbGljaXRseVNldCI6eyIkaWQiOiI0NzAiLCJTaGFwZVN0eWxlIjpmYWxzZSwiVGl0bGVTdHlsZSI6ZmFsc2UsIkRhdGVTdHlsZSI6ZmFsc2UsIkhvcml6b250YWxDb25uZWN0b3JTdHlsZSI6ZmFsc2UsIlZlcnRpY2FsQ29ubmVjdG9yU3R5bGUiOmZhbHNlLCJQZXJjZW50YWdlQ29tcGxldGVTaGFwZU9wYWNpdHkiOmZhbHNlLCJTaGFwZSI6ZmFsc2UsIlNoYXBlVGhpY2tuZXNzIjpmYWxzZSwiRHVyYXRpb25Gb3JtYXQiOmZhbHNlLCJJbmNsdWRlTm9uV29ya2luZ0RheXNJbkR1cmF0aW9uIjpmYWxzZSwiTWFyZ2luIjpmYWxzZSwiU3RhcnREYXRlUG9zaXRpb24iOmZhbHNlLCJFbmREYXRlUG9zaXRpb24iOmZhbHNlLCJUaXRsZVBvc2l0aW9uIjpmYWxzZSwiRHVyYXRpb25Qb3NpdGlvbiI6ZmFsc2UsIlBlcmNlbnRhZ2VDb21wbGV0ZWRQb3NpdGlvbiI6ZmFsc2UsIlNwYWNpbmciOmZhbHNlLCJJc0JlbG93VGltZWJhbmQiOmZhbHNlLCJEYXRlRm9ybWF0IjpmYWxzZSwiV2Vla051bWJlcmluZyI6ZmFsc2UsIklzVmlzaWJsZSI6ZmFsc2V9fSwiR3JpZGxpbmVQYW5lbFN0eWxlIjp7IiRpZCI6IjQ3MSIsIkdyaWRsaW5lU3R5bGUiOnsiJGlkIjoiNDcyIiwiTGluZUNvbG9yIjp7IiRpZCI6IjQ3MyIsIiR0eXBlIjoiTkxSRS5Db21tb24uRG9tLlNvbGlkQ29sb3JCcnVzaCwgTkxSRS5Db21tb24iLCJDb2xvciI6eyIkaWQiOiI0NzQiLCJBIjozOCwiUiI6MjQ1LCJHIjoxMzgsIkIiOjEwNH19LCJMaW5lV2VpZ2h0IjoxLjAsIkxpbmVUeXBlIjowLCJQYXJlbnRTdHlsZSI6bnVsbH0sIk1hcmdpbiI6eyIkaWQiOiI0NzUiLCJUb3AiOjAuMCwiTGVmdCI6MC4wLCJSaWdodCI6MC4wLCJCb3R0b20iOjAuMH0sIlBhZGRpbmciOnsiJGlkIjoiNDc2IiwiVG9wIjowLjAsIkxlZnQiOjAuMCwiUmlnaHQiOjAuMCwiQm90dG9tIjowLjB9LCJCYWNrZ3JvdW5kIjpudWxsLCJJc1Zpc2libGUiOnRydWUsIldpZHRoIjowLjAsIkhlaWdodCI6MC4wLCJCb3JkZXJTdHlsZSI6eyIkaWQiOiI0NzciLCJMaW5lQ29sb3IiOm51bGwsIkxpbmVXZWlnaHQiOjAuMCwiTGluZVR5cGUiOjAsIlBhcmVudFN0eWxlIjpudWxsfSwiUGFyZW50U3R5bGUiOm51bGx9LCJBY3Rpdml0eUxpbmVQYW5lbFN0eWxlIjp7IiRpZCI6IjQ3OCIsIkFjdGl2aXR5TGluZVN0eWxlIjp7IiRpZCI6IjQ3OSIsIkxpbmVDb2xvciI6eyIkaWQiOiI0ODAiLCIkdHlwZSI6Ik5MUkUuQ29tbW9uLkRvbS5Tb2xpZENvbG9yQnJ1c2gsIE5MUkUuQ29tbW9uIiwiQ29sb3IiOnsiJGlkIjoiNDgxIiwiQSI6MzgsIlIiOjY4LCJHIjoxMTQsIkIiOjE5Nn19LCJMaW5lV2VpZ2h0IjoxLjAsIkxpbmVUeXBlIjowLCJQYXJlbnRTdHlsZSI6bnVsbH0sIk1hcmdpbiI6eyIkaWQiOiI0ODIiLCJUb3AiOjAuMCwiTGVmdCI6MC4wLCJSaWdodCI6MC4wLCJCb3R0b20iOjAuMH0sIlBhZGRpbmciOnsiJGlkIjoiNDgzIiwiVG9wIjowLjAsIkxlZnQiOjAuMCwiUmlnaHQiOjAuMCwiQm90dG9tIjowLjB9LCJCYWNrZ3JvdW5kIjpudWxsLCJJc1Zpc2libGUiOnRydWUsIldpZHRoIjowLjAsIkhlaWdodCI6MC4wLCJCb3JkZXJTdHlsZSI6eyIkaWQiOiI0ODQiLCJMaW5lQ29sb3IiOm51bGwsIkxpbmVXZWlnaHQiOjAuMCwiTGluZVR5cGUiOjAsIlBhcmVudFN0eWxlIjpudWxsfSwiUGFyZW50U3R5bGUiOm51bGx9LCJTaG93RWxhcHNlZFRpbWVHcmFkaWVudFN0eWxlIjpmYWxzZSwiVGltZWJhbmRSZXNlcnZlZExlZnRBcmVhU3R5bGUiOnsiJGlkIjoiNDg1IiwiQWN0aXZpdHlIZWFkZXJXaWR0aCI6NzYuMCwiSXNTZXQiOmZhbHNlfSwiRGVmYXVsdFN3aW1sYW5lU3R5bGUiOm51bGx9LCJTY2FsZSI6bnVsbCwiU2NhbGVWMiI6eyIkaWQiOiI0ODYiLCJTdGFydERhdGUiOiIwMDAxLTAxLTAxVDAwOjAwOjAwIiwiRW5kRGF0ZSI6IjIwMzAtMTAtMzBUMjM6NTk6MDAiLCJBdXRvRGF0ZVJhbmdlIjp0cnVlLCJXb3JraW5nRGF5cyI6MzEsIkZpc2NhbFllYXIiOnsiJGlkIjoiNDg3IiwiU3RhcnRNb250aCI6MSwiVXNlU3RhcnRpbmdZZWFyRm9yTnVtYmVyaW5nIjp0cnVlLCJTaG93RmlzY2FsWWVhckxhYmVsIjp0cnVlfSwiVG9kYXlNYXJrZXJUZXh0IjoiVG9kYXkiLCJBdXRvU2NhbGVUeXBlIjpmYWxzZSwiVGltZWJhbmRTY2FsZXMiOnsiJGlkIjoiNDg4IiwiVG9wU2NhbGVMYXllciI6eyIkaWQiOiI0ODkiLCJGb3JtYXQiOiJNTU0iLCJUeXBlIjo0fSwiTWlkZGxlU2NhbGVMYXllciI6eyIkaWQiOiI0OTAiLCJGb3JtYXQiOm51bGwsIlR5cGUiOjB9LCJCb3R0b21TY2FsZUxheWVyIjp7IiRpZCI6IjQ5MSIsIkZvcm1hdCI6bnVsbCwiVHlwZSI6MH19fSwiTWlsZXN0b25lcyI6W10sIlRhc2tzIjpbXSwiU3dpbWxhbmVzIjpbXSwiTXNQcm9qZWN0SXRlbXNUcmVlIjp7IiRpZCI6IjQ5MiIsIlJvb3QiOnsiSW1wb3J0SWQiOm51bGwsIklzSW1wb3J0ZWQiOmZhbHNlLCJDaGlsZHJlbiI6W119fSwiTWV0YWRhdGEiOnsiJGlkIjoiNDkzIiwiUmVjZW50Q29sb3JzQ29sbGVjdGlvbiI6IltdIiwiU291cmNlVGVtcGxhdGUiOiJ7XCIkaWRcIjpcIjFcIixcIklkXCI6XCJjYzI2Zjg2My0yN2NlLTQ4MGUtYTU4OS1iM2YxMmYyZDZlYjBcIixcIkN1bHR1cmVJbmZvTmFtZVwiOlwiZW4tVVNcIixcIlZlcnNpb25cIjp7XCIkaWRcIjpcIjJcIixcIlRlbXBsYXRlRG9tVmVyc2lvblwiOlwiMS4zLjFcIn0sXCJFZmZlY3RcIjoxLFwiU3R5bGVcIjp7XCIkaWRcIjpcIjNcIixcIlRpbWViYW5kU3R5bGVcIjp7XCIkaWRcIjpcIjRcIixcIlNjYWxlTWFya2luZ1wiOjEsXCJTaGFwZVwiOjEwLFwiU2hhcGVTdHlsZVwiOntcIiRpZFwiOlwiNVwiLFwiTWFyZ2luXCI6e1wiJGlkXCI6XCI2XCIsXCJUb3BcIjowLjAsXCJMZWZ0XCI6MTAuMCxcIlJpZ2h0XCI6MTAuMCxcIkJvdHRvbVwiOjAuMH0sXCJQYWRkaW5nXCI6e1wiJGlkXCI6XCI3XCIsXCJUb3BcIjozLjAsXCJMZWZ0XCI6MC4wLFwiUmlnaHRcIjowLjAsXCJCb3R0b21cIjozLjB9LFwiQmFja2dyb3VuZFwiOntcIiRpZFwiOlwiOFwiLFwiQ29sb3JcIjp7XCIkaWRcIjpcIjlcIixcIkFcIjoyNTUsXCJSXCI6NjgsXCJHXCI6ODQsXCJCXCI6MTA2fX0sXCJJc1Zpc2libGVcIjp0cnVlLFwiV2lkdGhcIjo4NTguMCxcIkhlaWdodFwiOjIwLjAsXCJCb3JkZXJTdHlsZVwiOntcIiRpZFwiOlwiMTBcIixcIkxpbmVDb2xvclwiOntcIiRpZFwiOlwiMTFcIixcIiR0eXBlXCI6XCJOTFJFLkNvbW1vbi5Eb20uU29saWRDb2xvckJydXNoLCBOTFJFLkNvbW1vblwiLFwiQ29sb3JcIjp7XCIkaWRcIjpcIjEyXCIsXCJBXCI6MjU1LFwiUlwiOjI1NSxcIkdcIjowLFwiQlwiOjB9fSxcIkxpbmVXZWlnaHRcIjowLjAsXCJMaW5lVHlwZVwiOjB9fSxcIk1pZGRsZVRpZXJTaGFwZVN0eWxlXCI6e1wiJGlkXCI6XCIxM1wiLFwiTWFyZ2luXCI6e1wiJGlkXCI6XCIxNFwiLFwiVG9wXCI6MC4wLFwiTGVmdFwiOjEwLjAsXCJSaWdodFwiOjEwLjAsXCJCb3R0b21cIjowLjB9LFwiUGFkZGluZ1wiOntcIiRpZFwiOlwiMTVcIixcIlRvcFwiOjMuMCxcIkxlZnRcIjowLjAsXCJSaWdodFwiOjAuMCxcIkJvdHRvbVwiOjMuMH0sXCJCYWNrZ3JvdW5kXCI6e1wiJGlkXCI6XCIxNlwiLFwiQ29sb3JcIjp7XCIkaWRcIjpcIjE3XCIsXCJBXCI6MjU1LFwiUlwiOjY4LFwiR1wiOjg0LFwiQlwiOjEwNn19LFwiSXNWaXNpYmxlXCI6dHJ1ZSxcIldpZHRoXCI6ODU4LjAsXCJIZWlnaHRcIjoyMC4wLFwiQm9yZGVyU3R5bGVcIjp7XCIkaWRcIjpcIjE4XCIsXCJMaW5lQ29sb3JcIjp7XCIkaWRcIjpcIjE5XCIsXCIkdHlwZVwiOlwiTkxSRS5Db21tb24uRG9tLlNvbGlkQ29sb3JCcnVzaCwgTkxSRS5Db21tb25cIixcIkNvbG9yXCI6e1wiJGlkXCI6XCIyMFwiLFwiQVwiOjI1NSxcIlJcIjoyNTUsXCJHXCI6MCxcIkJcIjowfX0sXCJMaW5lV2VpZ2h0XCI6MC4wLFwiTGluZVR5cGVcIjowfX0sXCJCb3R0b21UaWVyU2hhcGVTdHlsZVwiOntcIiRpZFwiOlwiMjFcIixcIk1hcmdpblwiOntcIiRpZFwiOlwiMjJcIixcIlRvcFwiOjAuMCxcIkxlZnRcIjoxMC4wLFwiUmlnaHRcIjoxMC4wLFwiQm90dG9tXCI6MC4wfSxcIlBhZGRpbmdcIjp7XCIkaWRcIjpcIjIzXCIsXCJUb3BcIjozLjAsXCJMZWZ0XCI6MC4wLFwiUmlnaHRcIjowLjAsXCJCb3R0b21cIjozLjB9LFwiQmFja2dyb3VuZFwiOntcIiRpZFwiOlwiMjRcIixcIkNvbG9yXCI6e1wiJGlkXCI6XCIyNVwiLFwiQVwiOjI1NSxcIlJcIjo2OCxcIkdcIjo4NCxcIkJcIjoxMDZ9fSxcIklzVmlzaWJsZVwiOnRydWUsXCJXaWR0aFwiOjg1OC4wLFwiSGVpZ2h0XCI6MjAuMCxcIkJvcmRlclN0eWxlXCI6e1wiJGlkXCI6XCIyNlwiLFwiTGluZUNvbG9yXCI6e1wiJGlkXCI6XCIyN1wiLFwiJHR5cGVcIjpcIk5MUkUuQ29tbW9uLkRvbS5Tb2xpZENvbG9yQnJ1c2gsIE5MUkUuQ29tbW9uXCIsXCJDb2xvclwiOntcIiRpZFwiOlwiMjhcIixcIkFcIjoyNTUsXCJSXCI6MjU1LFwiR1wiOjAsXCJCXCI6MH19LFwiTGluZVdlaWdodFwiOjAuMCxcIkxpbmVUeXBlXCI6MH19LFwiUmlnaHRFbmRDYXBzU3R5bGVcIjp7XCIkaWRcIjpcIjI5XCIsXCJGb250U2V0dGluZ3NcIjp7XCIkaWRcIjpcIjMwXCIsXCJGb250U2l6ZVwiOjE4LFwiRm9udE5hbWVcIjpcIkNhbGlicmlcIixcIklzQm9sZFwiOnRydWUsXCJJc0l0YWxpY1wiOmZhbHNlLFwiSXNVbmRlcmxpbmVkXCI6ZmFsc2V9LFwiQXV0b1NpemVcIjowLFwiRm9yZWdyb3VuZFwiOntcIiRpZFwiOlwiMzFcIixcIkNvbG9yXCI6e1wiJGlkXCI6XCIzMlwiLFwiQVwiOjI1NSxcIlJcIjoyMzcsXCJHXCI6MTI1LFwiQlwiOjQ5fX0sXCJCYWNrZ3JvdW5kRmlsbFR5cGVcIjowLFwiTWF4V2lkdGhcIjpcIkluZmluaXR5XCIsXCJNYXhIZWlnaHRcIjpcIkluZmluaXR5XCIsXCJTbWFydEZvcmVncm91bmRJc0FjdGl2ZVwiOmZhbHNlLFwiSG9yaXpvbnRhbEFsaWdubWVudFwiOjAsXCJWZXJ0aWNhbEFsaWdubWVudFwiOjAsXCJTbWFydEZvcmVncm91bmRcIjpudWxsLFwiTWFyZ2luXCI6e1wiJGlkXCI6XCIzM1wiLFwiVG9wXCI6MC4wLFwiTGVmdFwiOjAuMCxcIlJpZ2h0XCI6MjAuMCxcIkJvdHRvbVwiOjAuMH0sXCJQYWRkaW5nXCI6e1wiJGlkXCI6XCIzNFwiLFwiVG9wXCI6MC4wLFwiTGVmdFwiOjAuMCxcIlJpZ2h0XCI6MC4wLFwiQm90dG9tXCI6MC4wfSxcIkJhY2tncm91bmRcIjp7XCIkaWRcIjpcIjM1XCIsXCJDb2xvclwiOntcIiRpZFwiOlwiMzZcIixcIkFcIjowLFwiUlwiOjAsXCJHXCI6MCxcIkJcIjowfX0sXCJJc1Zpc2libGVcIjp0cnVlLFwiV2lkdGhcIjowLjAsXCJIZWlnaHRcIjowLjAsXCJCb3JkZXJTdHlsZVwiOm51bGx9LFwiTGVmdEVuZENhcHNTdHlsZVwiOntcIiRpZFwiOlwiMzdcIixcIkZvbnRTZXR0aW5nc1wiOntcIiRpZFwiOlwiMzhcIixcIkZvbnRTaXplXCI6MTgsXCJGb250TmFtZVwiOlwiQ2FsaWJyaVwiLFwiSXNCb2xkXCI6dHJ1ZSxcIklzSXRhbGljXCI6ZmFsc2UsXCJJc1VuZGVybGluZWRcIjpmYWxzZX0sXCJBdXRvU2l6ZVwiOjAsXCJGb3JlZ3JvdW5kXCI6e1wiJGlkXCI6XCIzOVwiLFwiQ29sb3JcIjp7XCIkaWRcIjpcIjQwXCIsXCJBXCI6MjU1LFwiUlwiOjIzNyxcIkdcIjoxMjUsXCJCXCI6NDl9fSxcIkJhY2tncm91bmRGaWxsVHlwZVwiOjAsXCJNYXhXaWR0aFwiOlwiSW5maW5pdHlcIixcIk1heEhlaWdodFwiOlwiSW5maW5pdHlcIixcIlNtYXJ0Rm9yZWdyb3VuZElzQWN0aXZlXCI6ZmFsc2UsXCJIb3Jpem9udGFsQWxpZ25tZW50XCI6MCxcIlZlcnRpY2FsQWxpZ25tZW50XCI6MCxcIlNtYXJ0Rm9yZWdyb3VuZFwiOm51bGwsXCJNYXJnaW5cIjp7XCIkaWRcIjpcIjQxXCIsXCJUb3BcIjowLjAsXCJMZWZ0XCI6MjAuMCxcIlJpZ2h0XCI6MC4wLFwiQm90dG9tXCI6MC4wfSxcIlBhZGRpbmdcIjp7XCIkaWRcIjpcIjQyXCIsXCJUb3BcIjowLjAsXCJMZWZ0XCI6MC4wLFwiUmlnaHRcIjowLjAsXCJCb3R0b21cIjowLjB9LFwiQmFja2dyb3VuZFwiOntcIiRpZFwiOlwiNDNcIixcIkNvbG9yXCI6e1wiJHJlZlwiOlwiMzZcIn19LFwiSXNWaXNpYmxlXCI6ZmFsc2UsXCJXaWR0aFwiOjAuMCxcIkhlaWdodFwiOjAuMCxcIkJvcmRlclN0eWxlXCI6bnVsbH0sXCJUb2RheVRleHRTdHlsZVwiOntcIiRpZFwiOlwiNDRcIixcIkZvbnRTZXR0aW5nc1wiOntcIiRpZFwiOlwiNDVcIixcIkZvbnRTaXplXCI6MTIsXCJGb250TmFtZVwiOlwiQ2FsaWJyaVwiLFwiSXNCb2xkXCI6ZmFsc2UsXCJJc0l0YWxpY1wiOmZhbHNlLFwiSXNVbmRlcmxpbmVkXCI6ZmFsc2V9LFwiQXV0b1NpemVcIjowLFwiRm9yZWdyb3VuZFwiOntcIiRpZFwiOlwiNDZcIixcIkNvbG9yXCI6e1wiJGlkXCI6XCI0N1wiLFwiQVwiOjI1NSxcIlJcIjowLFwiR1wiOjAsXCJCXCI6MH19LFwiQmFja2dyb3VuZEZpbGxUeXBlXCI6MCxcIk1heFdpZHRoXCI6MjAwLjAsXCJNYXhIZWlnaHRcIjpcIkluZmluaXR5XCIsXCJTbWFydEZvcmVncm91bmRJc0FjdGl2ZVwiOmZhbHNlLFwiSG9yaXpvbnRhbEFsaWdubWVudFwiOjAsXCJWZXJ0aWNhbEFsaWdubWVudFwiOjAsXCJTbWFydEZvcmVncm91bmRcIjpudWxsLFwiTWFyZ2luXCI6e1wiJGlkXCI6XCI0OFwiLFwiVG9wXCI6MC4wLFwiTGVmdFwiOjAuMCxcIlJpZ2h0XCI6MC4wLFwiQm90dG9tXCI6MC4wfSxcIlBhZGRpbmdcIjp7XCIkaWRcIjpcIjQ5XCIsXCJUb3BcIjowLjAsXCJMZWZ0XCI6MC4wLFwiUmlnaHRcIjowLjAsXCJCb3R0b21cIjowLjB9LFwiQmFja2dyb3VuZFwiOntcIiRpZFwiOlwiNTBcIixcIkNvbG9yXCI6e1wiJHJlZlwiOlwiMzZcIn19LFwiSXNWaXNpYmxlXCI6dHJ1ZSxcIldpZHRoXCI6MC4wLFwiSGVpZ2h0XCI6MC4wLFwiQm9yZGVyU3R5bGVcIjpudWxsfSxcIlRvZGF5TWFya2VyU3R5bGVcIjp7XCIkaWRcIjpcIjUxXCIsXCJNYXJnaW5cIjp7XCIkaWRcIjpcIjUyXCIsXCJUb3BcIjowLjAsXCJMZWZ0XCI6MC4wLFwiUmlnaHRcIjowLjAsXCJCb3R0b21cIjowLjB9LFwiUGFkZGluZ1wiOntcIiRpZFwiOlwiNTNcIixcIlRvcFwiOjAuMCxcIkxlZnRcIjowLjAsXCJSaWdodFwiOjAuMCxcIkJvdHRvbVwiOjAuMH0sXCJCYWNrZ3JvdW5kXCI6e1wiJGlkXCI6XCI1NFwiLFwiQ29sb3JcIjp7XCIkaWRcIjpcIjU1XCIsXCJBXCI6MjU1LFwiUlwiOjI1NSxcIkdcIjowLFwiQlwiOjB9fSxcIklzVmlzaWJsZVwiOnRydWUsXCJXaWR0aFwiOjAuMCxcIkhlaWdodFwiOjAuMCxcIkJvcmRlclN0eWxlXCI6bnVsbH0sXCJTY2FsZVN0eWxlXCI6e1wiJGlkXCI6XCI1NlwiLFwiU2hvd1NlZ21lbnRTZXBhcmF0b3JzXCI6dHJ1ZSxcIlNlZ21lbnRTZXBhcmF0b3JPcGFjaXR5XCI6MzAsXCJTaGFwZVwiOjMsXCJIYXNCZWVuVmlzaWJsZUJlZm9yZVwiOnRydWUsXCJGb250U2V0dGluZ3NcIjp7XCIkaWRcIjpcIjU3XCIsXCJGb250U2l6ZVwiOjEyLFwiRm9udE5hbWVcIjpcIkNhbGlicmlcIixcIklzQm9sZFwiOmZhbHNlLFwiSXNJdGFsaWNcIjpmYWxzZSxcIklzVW5kZXJsaW5lZFwiOmZhbHNlfSxcIkF1dG9TaXplXCI6MCxcIkZvcmVncm91bmRcIjp7XCIkaWRcIjpcIjU4XCIsXCJDb2xvclwiOntcIiRpZFwiOlwiNTl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jBcIixcIlRvcFwiOjAuMCxcIkxlZnRcIjo1LjAsXCJSaWdodFwiOjAuMCxcIkJvdHRvbVwiOjAuMH0sXCJQYWRkaW5nXCI6e1wiJGlkXCI6XCI2MVwiLFwiVG9wXCI6MC4wLFwiTGVmdFwiOjAuMCxcIlJpZ2h0XCI6MC4wLFwiQm90dG9tXCI6MC4wfSxcIkJhY2tncm91bmRcIjp7XCIkaWRcIjpcIjYyXCIsXCJDb2xvclwiOntcIiRyZWZcIjpcIjM2XCJ9fSxcIklzVmlzaWJsZVwiOnRydWUsXCJXaWR0aFwiOjAuMCxcIkhlaWdodFwiOjAuMCxcIkJvcmRlclN0eWxlXCI6bnVsbH0sXCJNaWRkbGVUaWVyU2NhbGVTdHlsZVwiOntcIiRpZFwiOlwiNjNcIixcIlNob3dTZWdtZW50U2VwYXJhdG9yc1wiOnRydWUsXCJTZWdtZW50U2VwYXJhdG9yT3BhY2l0eVwiOjMwLFwiU2hhcGVcIjozLFwiSGFzQmVlblZpc2libGVCZWZvcmVcIjpmYWxzZSxcIkZvbnRTZXR0aW5nc1wiOntcIiRpZFwiOlwiNjRcIixcIkZvbnRTaXplXCI6MTIsXCJGb250TmFtZVwiOlwiQ2FsaWJyaVwiLFwiSXNCb2xkXCI6ZmFsc2UsXCJJc0l0YWxpY1wiOmZhbHNlLFwiSXNVbmRlcmxpbmVkXCI6ZmFsc2V9LFwiQXV0b1NpemVcIjowLFwiRm9yZWdyb3VuZFwiOntcIiRpZFwiOlwiNjVcIixcIkNvbG9yXCI6e1wiJGlkXCI6XCI2Nl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2N1wiLFwiVG9wXCI6MC4wLFwiTGVmdFwiOjUuMCxcIlJpZ2h0XCI6MC4wLFwiQm90dG9tXCI6MC4wfSxcIlBhZGRpbmdcIjp7XCIkaWRcIjpcIjY4XCIsXCJUb3BcIjowLjAsXCJMZWZ0XCI6MC4wLFwiUmlnaHRcIjowLjAsXCJCb3R0b21cIjowLjB9LFwiQmFja2dyb3VuZFwiOntcIiRpZFwiOlwiNjlcIixcIkNvbG9yXCI6e1wiJGlkXCI6XCI3MFwiLFwiQVwiOjAsXCJSXCI6MCxcIkdcIjowLFwiQlwiOjB9fSxcIklzVmlzaWJsZVwiOmZhbHNlLFwiV2lkdGhcIjowLjAsXCJIZWlnaHRcIjowLjAsXCJCb3JkZXJTdHlsZVwiOm51bGx9LFwiQm90dG9tVGllclNjYWxlU3R5bGVcIjp7XCIkaWRcIjpcIjcxXCIsXCJTaG93U2VnbWVudFNlcGFyYXRvcnNcIjp0cnVlLFwiU2VnbWVudFNlcGFyYXRvck9wYWNpdHlcIjozMCxcIlNoYXBlXCI6MyxcIkhhc0JlZW5WaXNpYmxlQmVmb3JlXCI6ZmFsc2UsXCJGb250U2V0dGluZ3NcIjp7XCIkaWRcIjpcIjcyXCIsXCJGb250U2l6ZVwiOjEyLFwiRm9udE5hbWVcIjpcIkNhbGlicmlcIixcIklzQm9sZFwiOmZhbHNlLFwiSXNJdGFsaWNcIjpmYWxzZSxcIklzVW5kZXJsaW5lZFwiOmZhbHNlfSxcIkF1dG9TaXplXCI6MCxcIkZvcmVncm91bmRcIjp7XCIkaWRcIjpcIjczXCIsXCJDb2xvclwiOntcIiRpZFwiOlwiNzR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zVcIixcIlRvcFwiOjAuMCxcIkxlZnRcIjo1LjAsXCJSaWdodFwiOjAuMCxcIkJvdHRvbVwiOjAuMH0sXCJQYWRkaW5nXCI6e1wiJGlkXCI6XCI3NlwiLFwiVG9wXCI6MC4wLFwiTGVmdFwiOjAuMCxcIlJpZ2h0XCI6MC4wLFwiQm90dG9tXCI6MC4wfSxcIkJhY2tncm91bmRcIjp7XCIkaWRcIjpcIjc3XCIsXCJDb2xvclwiOntcIiRpZFwiOlwiNzhcIixcIkFcIjowLFwiUlwiOjAsXCJHXCI6MCxcIkJcIjowfX0sXCJJc1Zpc2libGVcIjpmYWxzZSxcIldpZHRoXCI6MC4wLFwiSGVpZ2h0XCI6MC4wLFwiQm9yZGVyU3R5bGVcIjpudWxsfSxcIlNpbmdsZVNjYWxlU2hhcGVTdHlsZVwiOm51bGwsXCJFbGFwc2VkVGltZUJhY2tncm91bmRcIjp7XCIkaWRcIjpcIjc5XCIsXCJDb2xvclwiOntcIiRpZFwiOlwiODBcIixcIkFcIjoxOTEsXCJSXCI6MjU1LFwiR1wiOjAsXCJCXCI6MH19LFwiQXBwZW5kWWVhck9uWWVhckNoYW5nZVwiOmZhbHNlLFwiRWxhcHNlZFRpbWVGb3JtYXRcIjoyLFwiVG9kYXlNYXJrZXJQb3NpdGlvblwiOjMsXCJRdWlja1Bvc2l0aW9uXCI6MixcIkFic29sdXRlUG9zaXRpb25cIjo0MDUuMCxcIk1hcmdpblwiOntcIiRpZFwiOlwiODFcIixcIlRvcFwiOjAuMCxcIkxlZnRcIjoxMC4wLFwiUmlnaHRcIjoxMC4wLFwiQm90dG9tXCI6MC4wfSxcIlBhZGRpbmdcIjp7XCIkaWRcIjpcIjgyXCIsXCJUb3BcIjowLjAsXCJMZWZ0XCI6MC4wLFwiUmlnaHRcIjowLjAsXCJCb3R0b21cIjowLjB9LFwiQmFja2dyb3VuZFwiOntcIiRpZFwiOlwiODNcIixcIkNvbG9yXCI6e1wiJGlkXCI6XCI4NFwiLFwiQVwiOjI1NSxcIlJcIjo0NyxcIkdcIjo1NCxcIkJcIjoxNTN9fSxcIklzVmlzaWJsZVwiOnRydWUsXCJXaWR0aFwiOjAuMCxcIkhlaWdodFwiOjAuMCxcIkJvcmRlclN0eWxlXCI6bnVsbH0sXCJEZWZhdWx0TWlsZXN0b25lU3R5bGVcIjp7XCIkaWRcIjpcIjg1XCIsXCJTaGFwZVwiOjIsXCJDb25uZWN0b3JNYXJnaW5cIjp7XCIkaWRcIjpcIjg2XCIsXCJUb3BcIjowLjAsXCJMZWZ0XCI6Mi4wLFwiUmlnaHRcIjoyLjAsXCJCb3R0b21cIjowLjB9LFwiQ29ubmVjdG9yU3R5bGVcIjp7XCIkaWRcIjpcIjg3XCIsXCJMaW5lQ29sb3JcIjp7XCIkaWRcIjpcIjg4XCIsXCIkdHlwZVwiOlwiTkxSRS5Db21tb24uRG9tLlNvbGlkQ29sb3JCcnVzaCwgTkxSRS5Db21tb25cIixcIkNvbG9yXCI6e1wiJGlkXCI6XCI4OVwiLFwiQVwiOjEyNyxcIlJcIjo3OSxcIkdcIjoxMjksXCJCXCI6MTg5fX0sXCJMaW5lV2VpZ2h0XCI6MS4wLFwiTGluZVR5cGVcIjowfSxcIklzQmVsb3dUaW1lYmFuZFwiOmZhbHNlLFwiSGlkZURhdGVcIjpmYWxzZSxcIlNoYXBlU2l6ZVwiOjEsXCJTcGFjaW5nXCI6Mi4wLFwiUGFkZGluZ1wiOntcIiRpZFwiOlwiOTBcIixcIlRvcFwiOjcuMCxcIkxlZnRcIjozLjAsXCJSaWdodFwiOjAuMCxcIkJvdHRvbVwiOjIuMH0sXCJQb3NpdGlvblwiOm51bGwsXCJQb3NpdGlvbk9uVGFza1wiOjAsXCJTaGFwZVN0eWxlXCI6e1wiJGlkXCI6XCI5MVwiLFwiTWFyZ2luXCI6e1wiJGlkXCI6XCI5MlwiLFwiVG9wXCI6MC4wLFwiTGVmdFwiOjAuMCxcIlJpZ2h0XCI6MC4wLFwiQm90dG9tXCI6MC4wfSxcIlBhZGRpbmdcIjp7XCIkaWRcIjpcIjkzXCIsXCJUb3BcIjowLjAsXCJMZWZ0XCI6MC4wLFwiUmlnaHRcIjowLjAsXCJCb3R0b21cIjowLjB9LFwiQmFja2dyb3VuZFwiOntcIiRpZFwiOlwiOTRcIixcIkNvbG9yXCI6e1wiJGlkXCI6XCI5NVwiLFwiQVwiOjI1NSxcIlJcIjowLFwiR1wiOjExNCxcIkJcIjoxODh9fSxcIklzVmlzaWJsZVwiOnRydWUsXCJXaWR0aFwiOjEzLjAsXCJIZWlnaHRcIjoxMy4wLFwiQm9yZGVyU3R5bGVcIjp7XCIkaWRcIjpcIjk2XCIsXCJMaW5lQ29sb3JcIjp7XCIkaWRcIjpcIjk3XCIsXCIkdHlwZVwiOlwiTkxSRS5Db21tb24uRG9tLlNvbGlkQ29sb3JCcnVzaCwgTkxSRS5Db21tb25cIixcIkNvbG9yXCI6e1wiJGlkXCI6XCI5OFwiLFwiQVwiOjI1NSxcIlJcIjoyNTUsXCJHXCI6MCxcIkJcIjowfX0sXCJMaW5lV2VpZ2h0XCI6MC4wLFwiTGluZVR5cGVcIjowfX0sXCJUaXRsZVN0eWxlXCI6e1wiJGlkXCI6XCI5OVwiLFwiRm9udFNldHRpbmdzXCI6e1wiJGlkXCI6XCIxMDBcIixcIkZvbnRTaXplXCI6MTEsXCJGb250TmFtZVwiOlwiQ2FsaWJyaVwiLFwiSXNCb2xkXCI6dHJ1ZSxcIklzSXRhbGljXCI6ZmFsc2UsXCJJc1VuZGVybGluZWRcIjpmYWxzZX0sXCJBdXRvU2l6ZVwiOjAsXCJGb3JlZ3JvdW5kXCI6e1wiJGlkXCI6XCIxMDFcIixcIkNvbG9yXCI6e1wiJGlkXCI6XCIxMDJcIixcIkFcIjoyNTUsXCJSXCI6MCxcIkdcIjowLFwiQlwiOjB9fSxcIkJhY2tncm91bmRGaWxsVHlwZVwiOjAsXCJNYXhXaWR0aFwiOjIwMC4wLFwiTWF4SGVpZ2h0XCI6XCJJbmZpbml0eVwiLFwiU21hcnRGb3JlZ3JvdW5kSXNBY3RpdmVcIjpmYWxzZSxcIkhvcml6b250YWxBbGlnbm1lbnRcIjowLFwiVmVydGljYWxBbGlnbm1lbnRcIjowLFwiU21hcnRGb3JlZ3JvdW5kXCI6bnVsbCxcIk1hcmdpblwiOntcIiRpZFwiOlwiMTAzXCIsXCJUb3BcIjowLjAsXCJMZWZ0XCI6MC4wLFwiUmlnaHRcIjowLjAsXCJCb3R0b21cIjowLjB9LFwiUGFkZGluZ1wiOntcIiRpZFwiOlwiMTA0XCIsXCJUb3BcIjowLjAsXCJMZWZ0XCI6MC4wLFwiUmlnaHRcIjowLjAsXCJCb3R0b21cIjowLjB9LFwiQmFja2dyb3VuZFwiOntcIiRpZFwiOlwiMTA1XCIsXCJDb2xvclwiOntcIiRyZWZcIjpcIjM2XCJ9fSxcIklzVmlzaWJsZVwiOnRydWUsXCJXaWR0aFwiOjAuMCxcIkhlaWdodFwiOjAuMCxcIkJvcmRlclN0eWxlXCI6bnVsbH0sXCJEYXRlU3R5bGVcIjp7XCIkaWRcIjpcIjEwNlwiLFwiRm9udFNldHRpbmdzXCI6e1wiJGlkXCI6XCIxMDdcIixcIkZvbnRTaXplXCI6MTAsXCJGb250TmFtZVwiOlwiQ2FsaWJyaVwiLFwiSXNCb2xkXCI6ZmFsc2UsXCJJc0l0YWxpY1wiOmZhbHNlLFwiSXNVbmRlcmxpbmVkXCI6ZmFsc2V9LFwiQXV0b1NpemVcIjowLFwiRm9yZWdyb3VuZFwiOntcIiRpZFwiOlwiMTA4XCIsXCJDb2xvclwiOntcIiRpZFwiOlwiMTA5XCIsXCJBXCI6MjU1LFwiUlwiOjY4LFwiR1wiOjg0LFwiQlwiOjEwNn19LFwiQmFja2dyb3VuZEZpbGxUeXBlXCI6MCxcIk1heFdpZHRoXCI6MjAwLjAsXCJNYXhIZWlnaHRcIjpcIkluZmluaXR5XCIsXCJTbWFydEZvcmVncm91bmRJc0FjdGl2ZVwiOmZhbHNlLFwiSG9yaXpvbnRhbEFsaWdubWVudFwiOjAsXCJWZXJ0aWNhbEFsaWdubWVudFwiOjAsXCJTbWFydEZvcmVncm91bmRcIjpudWxsLFwiTWFyZ2luXCI6e1wiJGlkXCI6XCIxMTBcIixcIlRvcFwiOjAuMCxcIkxlZnRcIjowLjAsXCJSaWdodFwiOjAuMCxcIkJvdHRvbVwiOjAuMH0sXCJQYWRkaW5nXCI6e1wiJGlkXCI6XCIxMTFcIixcIlRvcFwiOjAuMCxcIkxlZnRcIjowLjAsXCJSaWdodFwiOjAuMCxcIkJvdHRvbVwiOjAuMH0sXCJCYWNrZ3JvdW5kXCI6e1wiJGlkXCI6XCIxMTJcIixcIkNvbG9yXCI6e1wiJHJlZlwiOlwiMzZcIn19LFwiSXNWaXNpYmxlXCI6dHJ1ZSxcIldpZHRoXCI6MC4wLFwiSGVpZ2h0XCI6MC4wLFwiQm9yZGVyU3R5bGVcIjpudWxsfSxcIkRhdGVGb3JtYXRcIjp7XCIkaWRcIjpcIjExM1wiLFwiRm9ybWF0U3RyaW5nXCI6XCJNTU0gZFwiLFwiU2VwYXJhdG9yXCI6XCIvXCIsXCJVc2VJbnRlcm5hdGlvbmFsRGF0ZUZvcm1hdFwiOmZhbHNlLFwiRGF0ZUlzVmlzaWJsZVwiOnRydWUsXCJUaW1lSXNWaXNpYmxlXCI6ZmFsc2UsXCJIb3VyRGlnaXRzXCI6MSxcIkFtUG1EZXNpZ25hdG9yXCI6MixcIlRyaW0wME1pbnV0ZXNcIjpmYWxzZSxcIkxhc3RLbm93blZpc2liaWxpdHlTdGF0ZVwiOm51bGx9LFwiSXNWaXNpYmxlXCI6dHJ1ZX0sXCJEZWZhdWx0VGFza1N0eWxlXCI6e1wiJGlkXCI6XCIxMTRcIixcIlNoYXBlXCI6MSxcIlNoYXBlVGhpY2tuZXNzXCI6MCxcIkR1cmF0aW9uRm9ybWF0XCI6MCxcIlBlcmNlbnRhZ2VDb21wbGV0ZVN0eWxlXCI6e1wiJGlkXCI6XCIxMTVcIixcIkZvbnRTZXR0aW5nc1wiOntcIiRpZFwiOlwiMTE2XCIsXCJGb250U2l6ZVwiOjEwLFwiRm9udE5hbWVcIjpcIkNhbGlicmlcIixcIklzQm9sZFwiOmZhbHNlLFwiSXNJdGFsaWNcIjpmYWxzZSxcIklzVW5kZXJsaW5lZFwiOmZhbHNlfSxcIkF1dG9TaXplXCI6MCxcIkZvcmVncm91bmRcIjp7XCIkaWRcIjpcIjExN1wiLFwiQ29sb3JcIjp7XCIkaWRcIjpcIjExOFwiLFwiQVwiOjI1NSxcIlJcIjoyMzcsXCJHXCI6MTI1LFwiQlwiOjQ5fX0sXCJCYWNrZ3JvdW5kRmlsbFR5cGVcIjowLFwiTWF4V2lkdGhcIjoyMDAuMCxcIk1heEhlaWdodFwiOlwiSW5maW5pdHlcIixcIlNtYXJ0Rm9yZWdyb3VuZElzQWN0aXZlXCI6ZmFsc2UsXCJIb3Jpem9udGFsQWxpZ25tZW50XCI6MCxcIlZlcnRpY2FsQWxpZ25tZW50XCI6MCxcIlNtYXJ0Rm9yZWdyb3VuZFwiOm51bGwsXCJNYXJnaW5cIjp7XCIkaWRcIjpcIjExOVwiLFwiVG9wXCI6MC4wLFwiTGVmdFwiOjAuMCxcIlJpZ2h0XCI6MC4wLFwiQm90dG9tXCI6MC4wfSxcIlBhZGRpbmdcIjp7XCIkaWRcIjpcIjEyMFwiLFwiVG9wXCI6MC4wLFwiTGVmdFwiOjAuMCxcIlJpZ2h0XCI6MC4wLFwiQm90dG9tXCI6MC4wfSxcIkJhY2tncm91bmRcIjp7XCIkaWRcIjpcIjEyMVwiLFwiQ29sb3JcIjp7XCIkcmVmXCI6XCIzNlwifX0sXCJJc1Zpc2libGVcIjp0cnVlLFwiV2lkdGhcIjowLjAsXCJIZWlnaHRcIjowLjAsXCJCb3JkZXJTdHlsZVwiOm51bGx9LFwiRHVyYXRpb25TdHlsZVwiOntcIiRpZFwiOlwiMTIyXCIsXCJGb250U2V0dGluZ3NcIjp7XCIkaWRcIjpcIjEyM1wiLFwiRm9udFNpemVcIjoxMCxcIkZvbnROYW1lXCI6XCJDYWxpYnJpXCIsXCJJc0JvbGRcIjpmYWxzZSxcIklzSXRhbGljXCI6ZmFsc2UsXCJJc1VuZGVybGluZWRcIjpmYWxzZX0sXCJBdXRvU2l6ZVwiOjAsXCJGb3JlZ3JvdW5kXCI6e1wiJGlkXCI6XCIxMjRcIixcIkNvbG9yXCI6e1wiJGlkXCI6XCIxMjVcIixcIkFcIjoyNTUsXCJSXCI6MjM3LFwiR1wiOjEyNSxcIkJcIjo0OX19LFwiQmFja2dyb3VuZEZpbGxUeXBlXCI6MCxcIk1heFdpZHRoXCI6MjAwLjAsXCJNYXhIZWlnaHRcIjpcIkluZmluaXR5XCIsXCJTbWFydEZvcmVncm91bmRJc0FjdGl2ZVwiOmZhbHNlLFwiSG9yaXpvbnRhbEFsaWdubWVudFwiOjAsXCJWZXJ0aWNhbEFsaWdubWVudFwiOjAsXCJTbWFydEZvcmVncm91bmRcIjpudWxsLFwiTWFyZ2luXCI6e1wiJGlkXCI6XCIxMjZcIixcIlRvcFwiOjAuMCxcIkxlZnRcIjowLjAsXCJSaWdodFwiOjAuMCxcIkJvdHRvbVwiOjAuMH0sXCJQYWRkaW5nXCI6e1wiJGlkXCI6XCIxMjdcIixcIlRvcFwiOjAuMCxcIkxlZnRcIjowLjAsXCJSaWdodFwiOjAuMCxcIkJvdHRvbVwiOjAuMH0sXCJCYWNrZ3JvdW5kXCI6e1wiJGlkXCI6XCIxMjhcIixcIkNvbG9yXCI6e1wiJHJlZlwiOlwiMzZcIn19LFwiSXNWaXNpYmxlXCI6dHJ1ZSxcIldpZHRoXCI6MC4wLFwiSGVpZ2h0XCI6MC4wLFwiQm9yZGVyU3R5bGVcIjpudWxsfSxcIkhvcml6b250YWxDb25uZWN0b3JTdHlsZVwiOntcIiRpZFwiOlwiMTI5XCIsXCJMaW5lQ29sb3JcIjp7XCIkaWRcIjpcIjEzMFwiLFwiJHR5cGVcIjpcIk5MUkUuQ29tbW9uLkRvbS5Tb2xpZENvbG9yQnJ1c2gsIE5MUkUuQ29tbW9uXCIsXCJDb2xvclwiOntcIiRpZFwiOlwiMTMxXCIsXCJBXCI6MjU1LFwiUlwiOjIwNCxcIkdcIjoyMDQsXCJCXCI6MjA0fX0sXCJMaW5lV2VpZ2h0XCI6MS4wLFwiTGluZVR5cGVcIjowfSxcIlZlcnRpY2FsQ29ubmVjdG9yU3R5bGVcIjp7XCIkaWRcIjpcIjEzMlwiLFwiTGluZUNvbG9yXCI6e1wiJGlkXCI6XCIxMzNcIixcIiR0eXBlXCI6XCJOTFJFLkNvbW1vbi5Eb20uU29saWRDb2xvckJydXNoLCBOTFJFLkNvbW1vblwiLFwiQ29sb3JcIjp7XCIkaWRcIjpcIjEzNFwiLFwiQVwiOjI1NSxcIlJcIjoyMDQsXCJHXCI6MjA0LFwiQlwiOjIwNH19LFwiTGluZVdlaWdodFwiOjAuMCxcIkxpbmVUeXBlXCI6MH0sXCJNYXJnaW5cIjpudWxsLFwiU3RhcnREYXRlUG9zaXRpb25cIjozLFwiRW5kRGF0ZVBvc2l0aW9uXCI6MyxcIlRpdGxlUG9zaXRpb25cIjo0LFwiRHVyYXRpb25Qb3NpdGlvblwiOjYsXCJQZXJjZW50YWdlQ29tcGxldGVkUG9zaXRpb25cIjo2LFwiU3BhY2luZ1wiOjUsXCJJc0JlbG93VGltZWJhbmRcIjpmYWxzZSxcIlBlcmNlbnRhZ2VDb21wbGV0ZVNoYXBlT3BhY2l0eVwiOjM1LFwiR3JvdXBOYW1lXCI6bnVsbCxcIkF0dGFjaGVkTWlsZXN0b25lc1N0eWxlc1wiOm51bGwsXCJTaGFwZVN0eWxlXCI6e1wiJGlkXCI6XCIxMzVcIixcIk1hcmdpblwiOntcIiRpZFwiOlwiMTM2XCIsXCJUb3BcIjowLjAsXCJMZWZ0XCI6NC4wLFwiUmlnaHRcIjo0LjAsXCJCb3R0b21cIjowLjB9LFwiUGFkZGluZ1wiOntcIiRpZFwiOlwiMTM3XCIsXCJUb3BcIjowLjAsXCJMZWZ0XCI6MC4wLFwiUmlnaHRcIjowLjAsXCJCb3R0b21cIjowLjB9LFwiQmFja2dyb3VuZFwiOntcIiRpZFwiOlwiMTM4XCIsXCJDb2xvclwiOntcIiRpZFwiOlwiMTM5XCIsXCJBXCI6MjU1LFwiUlwiOjAsXCJHXCI6MTE0LFwiQlwiOjE4OH19LFwiSXNWaXNpYmxlXCI6dHJ1ZSxcIldpZHRoXCI6MC4wLFwiSGVpZ2h0XCI6MTAuMCxcIkJvcmRlclN0eWxlXCI6e1wiJGlkXCI6XCIxNDBcIixcIkxpbmVDb2xvclwiOntcIiRpZFwiOlwiMTQxXCIsXCIkdHlwZVwiOlwiTkxSRS5Db21tb24uRG9tLlNvbGlkQ29sb3JCcnVzaCwgTkxSRS5Db21tb25cIixcIkNvbG9yXCI6e1wiJGlkXCI6XCIxNDJcIixcIkFcIjoyNTUsXCJSXCI6MjU1LFwiR1wiOjAsXCJCXCI6MH19LFwiTGluZVdlaWdodFwiOjAuMCxcIkxpbmVUeXBlXCI6MH19LFwiVGl0bGVTdHlsZVwiOntcIiRpZFwiOlwiMTQzXCIsXCJGb250U2V0dGluZ3NcIjp7XCIkaWRcIjpcIjE0NFwiLFwiRm9udFNpemVcIjoxMSxcIkZvbnROYW1lXCI6XCJDYWxpYnJpXCIsXCJJc0JvbGRcIjp0cnVlLFwiSXNJdGFsaWNcIjpmYWxzZSxcIklzVW5kZXJsaW5lZFwiOmZhbHNlfSxcIkF1dG9TaXplXCI6MCxcIkZvcmVncm91bmRcIjp7XCIkaWRcIjpcIjE0NVwiLFwiQ29sb3JcIjp7XCIkaWRcIjpcIjE0NlwiLFwiQVwiOjI1NSxcIlJcIjowLFwiR1wiOjAsXCJCXCI6MH19LFwiQmFja2dyb3VuZEZpbGxUeXBlXCI6MCxcIk1heFdpZHRoXCI6OTYwLjAsXCJNYXhIZWlnaHRcIjpcIkluZmluaXR5XCIsXCJTbWFydEZvcmVncm91bmRJc0FjdGl2ZVwiOmZhbHNlLFwiSG9yaXpvbnRhbEFsaWdubWVudFwiOjAsXCJWZXJ0aWNhbEFsaWdubWVudFwiOjAsXCJTbWFydEZvcmVncm91bmRcIjpudWxsLFwiTWFyZ2luXCI6e1wiJGlkXCI6XCIxNDdcIixcIlRvcFwiOjAuMCxcIkxlZnRcIjowLjAsXCJSaWdodFwiOjAuMCxcIkJvdHRvbVwiOjAuMH0sXCJQYWRkaW5nXCI6e1wiJGlkXCI6XCIxNDhcIixcIlRvcFwiOjAuMCxcIkxlZnRcIjowLjAsXCJSaWdodFwiOjAuMCxcIkJvdHRvbVwiOjAuMH0sXCJCYWNrZ3JvdW5kXCI6e1wiJGlkXCI6XCIxNDlcIixcIkNvbG9yXCI6e1wiJHJlZlwiOlwiMzZcIn19LFwiSXNWaXNpYmxlXCI6dHJ1ZSxcIldpZHRoXCI6MC4wLFwiSGVpZ2h0XCI6MC4wLFwiQm9yZGVyU3R5bGVcIjpudWxsfSxcIkRhdGVTdHlsZVwiOntcIiRpZFwiOlwiMTUwXCIsXCJGb250U2V0dGluZ3NcIjp7XCIkaWRcIjpcIjE1MVwiLFwiRm9udFNpemVcIjoxMCxcIkZvbnROYW1lXCI6XCJDYWxpYnJpXCIsXCJJc0JvbGRcIjpmYWxzZSxcIklzSXRhbGljXCI6ZmFsc2UsXCJJc1VuZGVybGluZWRcIjpmYWxzZX0sXCJBdXRvU2l6ZVwiOjAsXCJGb3JlZ3JvdW5kXCI6e1wiJGlkXCI6XCIxNTJcIixcIkNvbG9yXCI6e1wiJGlkXCI6XCIxNTNcIixcIkFcIjoyNTUsXCJSXCI6NjgsXCJHXCI6ODQsXCJCXCI6MTA2fX0sXCJCYWNrZ3JvdW5kRmlsbFR5cGVcIjowLFwiTWF4V2lkdGhcIjoyMDAuMCxcIk1heEhlaWdodFwiOlwiSW5maW5pdHlcIixcIlNtYXJ0Rm9yZWdyb3VuZElzQWN0aXZlXCI6ZmFsc2UsXCJIb3Jpem9udGFsQWxpZ25tZW50XCI6MixcIlZlcnRpY2FsQWxpZ25tZW50XCI6MCxcIlNtYXJ0Rm9yZWdyb3VuZFwiOm51bGwsXCJNYXJnaW5cIjp7XCIkaWRcIjpcIjE1NFwiLFwiVG9wXCI6MC4wLFwiTGVmdFwiOjAuMCxcIlJpZ2h0XCI6MC4wLFwiQm90dG9tXCI6MC4wfSxcIlBhZGRpbmdcIjp7XCIkaWRcIjpcIjE1NVwiLFwiVG9wXCI6MC4wLFwiTGVmdFwiOjAuMCxcIlJpZ2h0XCI6MC4wLFwiQm90dG9tXCI6MC4wfSxcIkJhY2tncm91bmRcIjp7XCIkaWRcIjpcIjE1NlwiLFwiQ29sb3JcIjp7XCIkcmVmXCI6XCIzNlwifX0sXCJJc1Zpc2libGVcIjp0cnVlLFwiV2lkdGhcIjowLjAsXCJIZWlnaHRcIjowLjAsXCJCb3JkZXJTdHlsZVwiOm51bGx9LFwiRGF0ZUZvcm1hdFwiOntcIiRpZFwiOlwiMTU3XCIsXCJGb3JtYXRTdHJpbmdcIjpcIk1NTSBkXCIsXCJTZXBhcmF0b3JcIjpcIi9cIixcIlVzZUludGVybmF0aW9uYWxEYXRlRm9ybWF0XCI6ZmFsc2UsXCJEYXRlSXNWaXNpYmxlXCI6dHJ1ZSxcIlRpbWVJc1Zpc2libGVcIjpmYWxzZSxcIkhvdXJEaWdpdHNcIjoxLFwiQW1QbURlc2lnbmF0b3JcIjoyLFwiVHJpbTAwTWludXRlc1wiOmZhbHNlLFwiTGFzdEtub3duVmlzaWJpbGl0eVN0YXRlXCI6bnVsbH0sXCJJc1Zpc2libGVcIjp0cnVlfSxcIlNob3dFbGFwc2VkVGltZUdyYWRpZW50U3R5bGVcIjpmYWxzZSxcIlRpbWViYW5kUmVzZXJ2ZWRMZWZ0QXJlYVN0eWxlXCI6bnVsbCxcIkRlZmF1bHRTd2ltbGFuZVN0eWxlXCI6e1wiJGlkXCI6XCIxNThcIixcIkhlYWRlclN0eWxlXCI6e1wiJGlkXCI6XCIxNTlcIixcIlRleHRTdHlsZVwiOntcIiRpZFwiOlwiMTYwXCIsXCJGb250U2V0dGluZ3NcIjp7XCIkaWRcIjpcIjE2MVwiLFwiRm9udFNpemVcIjoxMixcIkZvbnROYW1lXCI6XCJDYWxpYnJpXCIsXCJJc0JvbGRcIjpmYWxzZSxcIklzSXRhbGljXCI6ZmFsc2UsXCJJc1VuZGVybGluZWRcIjpmYWxzZX0sXCJBdXRvU2l6ZVwiOjAsXCJGb3JlZ3JvdW5kXCI6e1wiJGlkXCI6XCIxNjJcIixcIkNvbG9yXCI6e1wiJGlkXCI6XCIxNjNcIixcIkFcIjoyNTUsXCJSXCI6MzIsXCJHXCI6NTYsXCJCXCI6MTAwfX0sXCJCYWNrZ3JvdW5kRmlsbFR5cGVcIjowLFwiTWF4V2lkdGhcIjowLjAsXCJNYXhIZWlnaHRcIjowLjAsXCJTbWFydEZvcmVncm91bmRJc0FjdGl2ZVwiOmZhbHNlLFwiSG9yaXpvbnRhbEFsaWdubWVudFwiOjAsXCJWZXJ0aWNhbEFsaWdubWVudFwiOjAsXCJTbWFydEZvcmVncm91bmRcIjpudWxsLFwiTWFyZ2luXCI6e1wiJGlkXCI6XCIxNjRcIixcIlRvcFwiOjAuMCxcIkxlZnRcIjowLjAsXCJSaWdodFwiOjAuMCxcIkJvdHRvbVwiOjAuMH0sXCJQYWRkaW5nXCI6e1wiJGlkXCI6XCIxNjVcIixcIlRvcFwiOjAuMCxcIkxlZnRcIjowLjAsXCJSaWdodFwiOjAuMCxcIkJvdHRvbVwiOjAuMH0sXCJCYWNrZ3JvdW5kXCI6bnVsbCxcIklzVmlzaWJsZVwiOmZhbHNlLFwiV2lkdGhcIjowLjAsXCJIZWlnaHRcIjowLjAsXCJCb3JkZXJTdHlsZVwiOm51bGx9LFwiUmVjdGFuZ2xlU3R5bGVcIjp7XCIkaWRcIjpcIjE2NlwiLFwiTWFyZ2luXCI6e1wiJGlkXCI6XCIxNjdcIixcIlRvcFwiOjAuMCxcIkxlZnRcIjowLjAsXCJSaWdodFwiOjAuMCxcIkJvdHRvbVwiOjAuMH0sXCJQYWRkaW5nXCI6e1wiJGlkXCI6XCIxNjhcIixcIlRvcFwiOjAuMCxcIkxlZnRcIjowLjAsXCJSaWdodFwiOjAuMCxcIkJvdHRvbVwiOjAuMH0sXCJCYWNrZ3JvdW5kXCI6e1wiJGlkXCI6XCIxNjlcIixcIkNvbG9yXCI6e1wiJGlkXCI6XCIxNzBcIixcIkFcIjoxMjcsXCJSXCI6OTEsXCJHXCI6MTU1LFwiQlwiOjIxM319LFwiSXNWaXNpYmxlXCI6ZmFsc2UsXCJXaWR0aFwiOjAuMCxcIkhlaWdodFwiOjAuMCxcIkJvcmRlclN0eWxlXCI6e1wiJGlkXCI6XCIxNzFcIixcIkxpbmVDb2xvclwiOntcIiRpZFwiOlwiMTcyXCIsXCIkdHlwZVwiOlwiTkxSRS5Db21tb24uRG9tLlNvbGlkQ29sb3JCcnVzaCwgTkxSRS5Db21tb25cIixcIkNvbG9yXCI6e1wiJGlkXCI6XCIxNzNcIixcIkFcIjoyNTUsXCJSXCI6MjU1LFwiR1wiOjAsXCJCXCI6MH19LFwiTGluZVdlaWdodFwiOjAuMCxcIkxpbmVUeXBlXCI6MH19LFwiVGV4dElzVmVydGljYWxcIjpmYWxzZX0sXCJCYWNrZ3JvdW5kU3R5bGVcIjp7XCIkaWRcIjpcIjE3NFwiLFwiTWFyZ2luXCI6e1wiJGlkXCI6XCIxNzVcIixcIlRvcFwiOjAuMCxcIkxlZnRcIjowLjAsXCJSaWdodFwiOjAuMCxcIkJvdHRvbVwiOjAuMH0sXCJQYWRkaW5nXCI6e1wiJGlkXCI6XCIxNzZcIixcIlRvcFwiOjAuMCxcIkxlZnRcIjowLjAsXCJSaWdodFwiOjAuMCxcIkJvdHRvbVwiOjAuMH0sXCJCYWNrZ3JvdW5kXCI6e1wiJGlkXCI6XCIxNzdcIixcIkNvbG9yXCI6e1wiJGlkXCI6XCIxNzhcIixcIkFcIjozOCxcIlJcIjo5MSxcIkdcIjoxNTUsXCJCXCI6MjEzfX0sXCJJc1Zpc2libGVcIjp0cnVlLFwiV2lkdGhcIjowLjAsXCJIZWlnaHRcIjowLjAsXCJCb3JkZXJTdHlsZVwiOntcIiRpZFwiOlwiMTc5XCIsXCJMaW5lQ29sb3JcIjp7XCIkaWRcIjpcIjE4MFwiLFwiJHR5cGVcIjpcIk5MUkUuQ29tbW9uLkRvbS5Tb2xpZENvbG9yQnJ1c2gsIE5MUkUuQ29tbW9uXCIsXCJDb2xvclwiOntcIiRpZFwiOlwiMTgxXCIsXCJBXCI6MjU1LFwiUlwiOjI1NSxcIkdcIjowLFwiQlwiOjB9fSxcIkxpbmVXZWlnaHRcIjowLjAsXCJMaW5lVHlwZVwiOjB9fSxcIklzQWJvdmVUaW1lYmFuZFwiOmZhbHNlfSxcIkN1c3RvbU1pbGVzdG9uZVN0eWxlTGlzdFwiOltdLFwiQ3VzdG9tVGFza1N0eWxlTGlzdFwiOltdLFwiQ3VzdG9tU3dpbWxhbmVEZWZpbml0aW9uU3R5bGVMaXN0XCI6W10sXCJDdXN0b21Td2ltbGFuZVYyU3R5bGVMaXN0XCI6W10sXCJHcmlkbGluZVBhbmVsU3R5bGVcIjp7XCIkaWRcIjpcIjE4MlwiLFwiR3JpZGxpbmVTdHlsZVwiOntcIiRpZFwiOlwiMTgzXCIsXCJMaW5lQ29sb3JcIjp7XCIkaWRcIjpcIjE4NFwiLFwiJHR5cGVcIjpcIk5MUkUuQ29tbW9uLkRvbS5Tb2xpZENvbG9yQnJ1c2gsIE5MUkUuQ29tbW9uXCIsXCJDb2xvclwiOntcIiRpZFwiOlwiMTg1XCIsXCJBXCI6MzgsXCJSXCI6OTEsXCJHXCI6MTU1LFwiQlwiOjIxM319LFwiTGluZVdlaWdodFwiOjEuMCxcIkxpbmVUeXBlXCI6MH0sXCJJc1Zpc2libGVcIjp0cnVlfSxcIkFjdGl2aXR5TGluZVBhbmVsU3R5bGVcIjp7XCIkaWRcIjpcIjE4NlwiLFwiQWN0aXZpdHlMaW5lU3R5bGVcIjp7XCIkaWRcIjpcIjE4N1wiLFwiTGluZUNvbG9yXCI6e1wiJGlkXCI6XCIxODhcIixcIiR0eXBlXCI6XCJOTFJFLkNvbW1vbi5Eb20uU29saWRDb2xvckJydXNoLCBOTFJFLkNvbW1vblwiLFwiQ29sb3JcIjp7XCIkaWRcIjpcIjE4OVwiLFwiQVwiOjM4LFwiUlwiOjY4LFwiR1wiOjExNCxcIkJcIjoxOTZ9fSxcIkxpbmVXZWlnaHRcIjoxLjAsXCJMaW5lVHlwZVwiOjB9LFwiSXNWaXNpYmxlXCI6dHJ1ZX0sXCJEZWZhdWx0RGVwZW5kZW5jeVN0eWxlXCI6e1wiJGlkXCI6XCIxOTBcIixcIkxpbmVTdHlsZVwiOntcIiRpZFwiOlwiMTkxXCIsXCJMaW5lQ29sb3JcIjp7XCIkaWRcIjpcIjE5MlwiLFwiJHR5cGVcIjpcIk5MUkUuQ29tbW9uLkRvbS5Tb2xpZENvbG9yQnJ1c2gsIE5MUkUuQ29tbW9uXCIsXCJDb2xvclwiOntcIiRpZFwiOlwiMTkzXCIsXCJBXCI6MjU1LFwiUlwiOjAsXCJHXCI6MCxcIkJcIjowfX0sXCJMaW5lV2VpZ2h0XCI6MS4wLFwiTGluZVR5cGVcIjowfSxcIkVuZEFycm93aGVhZExpbmVTdHlsZVwiOntcIiRpZFwiOlwiMTk0XCIsXCJLaW5kXCI6MSxcIldpZHRoXCI6MSxcIkxlbmd0aFwiOjAsXCJQYXJlbnRTdHlsZVwiOm51bGx9LFwiQnJpbmdUb0Zyb250XCI6dHJ1ZSxcIklzVmlzaWJsZVwiOnRydWUsXCJSYWRpdXNcIjowLjB9LFwiQ3JpdGljYWxQYXRoU3R5bGVcIjp7XCIkaWRcIjpcIjE5NVwiLFwiQ3JpdGljYWxQYXRoU3R5bGVPcHRpb25zXCI6MTUsXCJMaW5lU3R5bGVcIjp7XCIkaWRcIjpcIjE5NlwiLFwiTGluZUNvbG9yXCI6e1wiJGlkXCI6XCIxOTdcIixcIiR0eXBlXCI6XCJOTFJFLkNvbW1vbi5Eb20uU29saWRDb2xvckJydXNoLCBOTFJFLkNvbW1vblwiLFwiQ29sb3JcIjp7XCIkaWRcIjpcIjE5OFwiLFwiQVwiOjI1NSxcIlJcIjoyMjIsXCJHXCI6NTAsXCJCXCI6NTB9fSxcIkxpbmVXZWlnaHRcIjoxLjAsXCJMaW5lVHlwZVwiOjB9LFwiVGl0bGVGb3JlZ3JvdW5kXCI6e1wiJGlkXCI6XCIxOTlcIixcIkNvbG9yXCI6e1wiJGlkXCI6XCIyMDBcIixcIkFcIjoyNTUsXCJSXCI6MTc2LFwiR1wiOjE5LFwiQlwiOjI1fX0sXCJTaGFwZXNCYWNrZ3JvdW5kXCI6e1wiJGlkXCI6XCIyMDFcIixcIkNvbG9yXCI6e1wiJGlkXCI6XCIyMDJcIixcIkFcIjoyNTUsXCJSXCI6MjUzLFwiR1wiOjIwMyxcIkJcIjoyMDh9fSxcIlNoYXBlc0JvcmRlclN0eWxlXCI6e1wiJGlkXCI6XCIyMDNcIixcIkxpbmVDb2xvclwiOntcIiRpZFwiOlwiMjA0XCIsXCIkdHlwZVwiOlwiTkxSRS5Db21tb24uRG9tLlNvbGlkQ29sb3JCcnVzaCwgTkxSRS5Db21tb25cIixcIkNvbG9yXCI6e1wiJGlkXCI6XCIyMDVcIixcIkFcIjoyNTUsXCJSXCI6MjIyLFwiR1wiOjUwLFwiQlwiOjUwfX0sXCJMaW5lV2VpZ2h0XCI6MS41LFwiTGluZVR5cGVcIjowfSxcIklzVmlzaWJsZVwiOmZhbHNlfX0sXCJTY2FsZVwiOntcIiRpZFwiOlwiMjA2XCIsXCJTdGFydERhdGVcIjpcIjAwMDEtMDEtMDFUMDA6MDA6MDBcIixcIkVuZERhdGVcIjpcIjAwMDEtMDEtMDFUMDA6MDA6MDBcIixcIkZvcm1hdFwiOlwid1wiLFwiVHlwZVwiOjEsXCJBdXRvRGF0ZVJhbmdlXCI6dHJ1ZSxcIldvcmtpbmdEYXlzXCI6MzEsXCJUb2RheU1hcmtlclRleHRcIjpcIlRvZGF5XCIsXCJBdXRvU2NhbGVUeXBlXCI6dHJ1ZX0sXCJTY2FsZVYyXCI6e1wiJGlkXCI6XCIyMDdcIixcIlN0YXJ0RGF0ZVwiOlwiMDAwMS0wMS0wMVQwMDowMDowMFwiLFwiRW5kRGF0ZVwiOlwiMDAwMS0wMS0wMVQwMDowMDowMFwiLFwiQXV0b0RhdGVSYW5nZVwiOnRydWUsXCJXb3JraW5nRGF5c1wiOjMxLFwiVG9kYXlNYXJrZXJUZXh0XCI6XCJUb2RheVwiLFwiQXV0b1NjYWxlVHlwZVwiOnRydWUsXCJUaW1lYmFuZFNjYWxlc1wiOntcIiRpZFwiOlwiMjA4XCIsXCJUb3BTY2FsZUxheWVyXCI6e1wiJGlkXCI6XCIyMDlcIixcIkZvcm1hdFwiOlwid1wiLFwiVHlwZVwiOjF9LFwiTWlkZGxlU2NhbGVMYXllclwiOntcIiRpZFwiOlwiMjEwXCIsXCJGb3JtYXRcIjpudWxsLFwiVHlwZVwiOjB9LFwiQm90dG9tU2NhbGVMYXllclwiOntcIiRpZFwiOlwiMjExXCIsXCJGb3JtYXRcIjpudWxsLFwiVHlwZVwiOjB9fX0sXCJNaWxlc3RvbmVzXCI6W10sXCJUYXNrc1wiOltdLFwiU3dpbWxhbmVzXCI6W10sXCJTd2ltbGFuZXNWMlwiOltdLFwiRGVwZW5kZW5jaWVzXCI6W10sXCJEZXBlbmRlbmN5U2V0dGluZ3NcIjp7XCIkaWRcIjpcIjIxMlwiLFwiRGVwZW5kZW5jeU1vZHVsZUVuYWJsZWRcIjpmYWxzZSxcIlNjaGVkdWxpbmdTZXR0aW5nc1wiOntcIiRpZFwiOlwiMjEzXCIsXCJEZXBlbmRlbmNpZXNTY2hlZHVsaW5nTW9kZVNldHRpbmdcIjoxLFwiRGVwZW5kZW5jaWVzUHJldmlvdXNTY2hlZHVsaW5nTW9kZVwiOjEsXCJPbkJyZWFraW5nRmxleGlibGVTY2hlZHVsaW5nTW9kZVNldHRpbmdcIjowLFwiT25CcmVha2luZ1N0cmljdFNjaGVkdWxpbmdNb2RlU2V0dGluZ1wiOjB9fSxcIlNldHRpbmdzXCI6e1wiJGlkXCI6XCIyMTRcIixcIkltcGFPcHRpb25zXCI6e1wiJGlkXCI6XCIyMTVcIixcIkxlZnRUb1JpZ2h0XCI6ZmFsc2UsXCJQYXlsb2FkT3B0aW9uc1wiOjJ9fSxcIlRpbWVDb25maWd1cmF0aW9uXCI6e1wiJGlkXCI6XCIyMTZcIixcIlVzZVRpbWVcIjpmYWxzZSxcIldvcmtEYXlTdGFydFwiOlwiMDA6MDA6MDBcIixcIldvcmtEYXlFbmRcIjpcIjIzOjU5OjAwXCJ9fSJ9LCJTZXR0aW5ncyI6eyIkaWQiOiI0OTQiLCJJbXBhT3B0aW9ucyI6eyIkaWQiOiI0OTUiLCJMZWZ0VG9SaWdodCI6ZmFsc2UsIlBheWxvYWRPcHRpb25zIjoyfSwiVXNlQ29tcHJlc3Npb24iOmZhbHNlLCJDb21wcmVzaW9uUGVyY2VudGFnZSI6NTAuMCwiSW5hY3RpdmVJbnRlcnZhbFdpZHRoVGhyZXNob2xkIjozMC4wLCJJbmFjdGl2ZUludGVydmFsV2lkdGgiOjEuMCwiU3BsaXRUYXNrcyI6ZmFsc2UsIlVzZUNsdXN0ZXIiOmZhbHNlLCJFcHNpbG9uIjo1LjAsIk1pblBvaW50c1RvRm9ybUFDbHVzdGVyIjoyLCJHZW5lcmF0ZUludmlzaWJsZVNoYXBlcyI6ZmFsc2UsIlNtYXJ0VGltZWxpbmVUYXNrUGVyY2VudGFnZUZpdCI6ZmFsc2V9LCJJc05ldyI6ZmFsc2UsIkltcG9ydFR5cGUiOjAsIkZpbGVQYXRoIjpudWxsLCJUaW1lQ29uZmlndXJhdGlvbiI6eyIkaWQiOiI0OTYiLCJVc2VUaW1lIjpmYWxzZSwiV29ya0RheVN0YXJ0IjoiMDA6MDA6MDAiLCJXb3JrRGF5RW5kIjoiMjM6NTk6MDAifSwiTGFzdFVzZWRUZW1wbGF0ZUlkIjoiY2MyNmY4NjMtMjdjZS00ODBlLWE1ODktYjNmMTJmMmQ2ZWIwIiwiRmlyc3RXZWVrT2ZZZWFyIjowLCJQbGFjZU1pbGVzdG9uZUF0VGhlQmVnaW5uaW5nT2ZUaGVEYXkiOmZhbHNlLCJEZXBlbmRlbmN5U2NoZWR1bGluZ1NldHRpbmdzIjp7IiRpZCI6IjQ5NyIsIkRlcGVuZGVuY2llc1NjaGVkdWxpbmdNb2RlU2V0dGluZyI6IkZsZXhpYmxlIiwiRGVwZW5kZW5jaWVzUHJldmlvdXNTY2hlZHVsaW5nTW9kZSI6IkZsZXhpYmxlIiwiT25CcmVha2luZ0ZsZXhpYmxlU2NoZWR1bGluZ01vZGVTZXR0aW5nIjoiQXNrRXZlcnl0aW1lIiwiT25CcmVha2luZ1N0cmljdFNjaGVkdWxpbmdNb2RlU2V0dGluZyI6IkFza0V2ZXJ5dGltZSJ9LCJEZXBlbmRlbmN5TW9kdWxlRW5hYmxlZCI6ZmFsc2UsIkRlcGVuZGVuY2llcyI6eyJfZGVwZW5kZW5jaWVzIjpbXX19"/>
  <p:tag name="__MASTER" val="__part_0"/>
</p:tagLst>
</file>

<file path=ppt/tags/tag276.xml><?xml version="1.0" encoding="utf-8"?>
<p:tagLst xmlns:a="http://schemas.openxmlformats.org/drawingml/2006/main" xmlns:r="http://schemas.openxmlformats.org/officeDocument/2006/relationships" xmlns:p="http://schemas.openxmlformats.org/presentationml/2006/main">
  <p:tag name="OTLMARKERSHAPE" val="OTL"/>
</p:tagLst>
</file>

<file path=ppt/tags/tag277.xml><?xml version="1.0" encoding="utf-8"?>
<p:tagLst xmlns:a="http://schemas.openxmlformats.org/drawingml/2006/main" xmlns:r="http://schemas.openxmlformats.org/officeDocument/2006/relationships" xmlns:p="http://schemas.openxmlformats.org/presentationml/2006/main">
  <p:tag name="OTLMARKERSHAPE" val="OTL"/>
</p:tagLst>
</file>

<file path=ppt/tags/tag278.xml><?xml version="1.0" encoding="utf-8"?>
<p:tagLst xmlns:a="http://schemas.openxmlformats.org/drawingml/2006/main" xmlns:r="http://schemas.openxmlformats.org/officeDocument/2006/relationships" xmlns:p="http://schemas.openxmlformats.org/presentationml/2006/main">
  <p:tag name="OTLMARKERSHAPE" val="OTL"/>
</p:tagLst>
</file>

<file path=ppt/tags/tag279.xml><?xml version="1.0" encoding="utf-8"?>
<p:tagLst xmlns:a="http://schemas.openxmlformats.org/drawingml/2006/main" xmlns:r="http://schemas.openxmlformats.org/officeDocument/2006/relationships" xmlns:p="http://schemas.openxmlformats.org/presentationml/2006/main">
  <p:tag name="OTLMARKERSHAPE" val="OTL"/>
</p:tagLst>
</file>

<file path=ppt/tags/tag280.xml><?xml version="1.0" encoding="utf-8"?>
<p:tagLst xmlns:a="http://schemas.openxmlformats.org/drawingml/2006/main" xmlns:r="http://schemas.openxmlformats.org/officeDocument/2006/relationships" xmlns:p="http://schemas.openxmlformats.org/presentationml/2006/main">
  <p:tag name="OTLMARKERSHAPE" val="OTL"/>
</p:tagLst>
</file>

<file path=ppt/tags/tag281.xml><?xml version="1.0" encoding="utf-8"?>
<p:tagLst xmlns:a="http://schemas.openxmlformats.org/drawingml/2006/main" xmlns:r="http://schemas.openxmlformats.org/officeDocument/2006/relationships" xmlns:p="http://schemas.openxmlformats.org/presentationml/2006/main">
  <p:tag name="OTLMARKERSHAPE" val="OTL"/>
</p:tagLst>
</file>

<file path=ppt/tags/tag282.xml><?xml version="1.0" encoding="utf-8"?>
<p:tagLst xmlns:a="http://schemas.openxmlformats.org/drawingml/2006/main" xmlns:r="http://schemas.openxmlformats.org/officeDocument/2006/relationships" xmlns:p="http://schemas.openxmlformats.org/presentationml/2006/main">
  <p:tag name="OTLMARKERSHAPE" val="OTL"/>
</p:tagLst>
</file>

<file path=ppt/tags/tag283.xml><?xml version="1.0" encoding="utf-8"?>
<p:tagLst xmlns:a="http://schemas.openxmlformats.org/drawingml/2006/main" xmlns:r="http://schemas.openxmlformats.org/officeDocument/2006/relationships" xmlns:p="http://schemas.openxmlformats.org/presentationml/2006/main">
  <p:tag name="OTLMARKERSHAPE" val="OTL"/>
</p:tagLst>
</file>

<file path=ppt/tags/tag284.xml><?xml version="1.0" encoding="utf-8"?>
<p:tagLst xmlns:a="http://schemas.openxmlformats.org/drawingml/2006/main" xmlns:r="http://schemas.openxmlformats.org/officeDocument/2006/relationships" xmlns:p="http://schemas.openxmlformats.org/presentationml/2006/main">
  <p:tag name="OTLMARKERSHAPE" val="OTL"/>
</p:tagLst>
</file>

<file path=ppt/tags/tag285.xml><?xml version="1.0" encoding="utf-8"?>
<p:tagLst xmlns:a="http://schemas.openxmlformats.org/drawingml/2006/main" xmlns:r="http://schemas.openxmlformats.org/officeDocument/2006/relationships" xmlns:p="http://schemas.openxmlformats.org/presentationml/2006/main">
  <p:tag name="OTLMARKERSHAPE" val="OTL"/>
</p:tagLst>
</file>

<file path=ppt/tags/tag286.xml><?xml version="1.0" encoding="utf-8"?>
<p:tagLst xmlns:a="http://schemas.openxmlformats.org/drawingml/2006/main" xmlns:r="http://schemas.openxmlformats.org/officeDocument/2006/relationships" xmlns:p="http://schemas.openxmlformats.org/presentationml/2006/main">
  <p:tag name="OTLMARKERSHAPE" val="OTL"/>
</p:tagLst>
</file>

<file path=ppt/tags/tag287.xml><?xml version="1.0" encoding="utf-8"?>
<p:tagLst xmlns:a="http://schemas.openxmlformats.org/drawingml/2006/main" xmlns:r="http://schemas.openxmlformats.org/officeDocument/2006/relationships" xmlns:p="http://schemas.openxmlformats.org/presentationml/2006/main">
  <p:tag name="OTLMARKERSHAPE" val="OTL"/>
</p:tagLst>
</file>

<file path=ppt/tags/tag288.xml><?xml version="1.0" encoding="utf-8"?>
<p:tagLst xmlns:a="http://schemas.openxmlformats.org/drawingml/2006/main" xmlns:r="http://schemas.openxmlformats.org/officeDocument/2006/relationships" xmlns:p="http://schemas.openxmlformats.org/presentationml/2006/main">
  <p:tag name="OTLMARKERSHAPE" val="OTL"/>
</p:tagLst>
</file>

<file path=ppt/tags/tag289.xml><?xml version="1.0" encoding="utf-8"?>
<p:tagLst xmlns:a="http://schemas.openxmlformats.org/drawingml/2006/main" xmlns:r="http://schemas.openxmlformats.org/officeDocument/2006/relationships" xmlns:p="http://schemas.openxmlformats.org/presentationml/2006/main">
  <p:tag name="OTLMARKERSHAPE" val="OTL"/>
</p:tagLst>
</file>

<file path=ppt/tags/tag290.xml><?xml version="1.0" encoding="utf-8"?>
<p:tagLst xmlns:a="http://schemas.openxmlformats.org/drawingml/2006/main" xmlns:r="http://schemas.openxmlformats.org/officeDocument/2006/relationships" xmlns:p="http://schemas.openxmlformats.org/presentationml/2006/main">
  <p:tag name="OTLMARKERSHAPE" val="OTL"/>
</p:tagLst>
</file>

<file path=ppt/tags/tag291.xml><?xml version="1.0" encoding="utf-8"?>
<p:tagLst xmlns:a="http://schemas.openxmlformats.org/drawingml/2006/main" xmlns:r="http://schemas.openxmlformats.org/officeDocument/2006/relationships" xmlns:p="http://schemas.openxmlformats.org/presentationml/2006/main">
  <p:tag name="OTLMARKERSHAPE" val="OTL"/>
</p:tagLst>
</file>

<file path=ppt/tags/tag292.xml><?xml version="1.0" encoding="utf-8"?>
<p:tagLst xmlns:a="http://schemas.openxmlformats.org/drawingml/2006/main" xmlns:r="http://schemas.openxmlformats.org/officeDocument/2006/relationships" xmlns:p="http://schemas.openxmlformats.org/presentationml/2006/main">
  <p:tag name="OTLMARKERSHAPE" val="OTL"/>
</p:tagLst>
</file>

<file path=ppt/tags/tag293.xml><?xml version="1.0" encoding="utf-8"?>
<p:tagLst xmlns:a="http://schemas.openxmlformats.org/drawingml/2006/main" xmlns:r="http://schemas.openxmlformats.org/officeDocument/2006/relationships" xmlns:p="http://schemas.openxmlformats.org/presentationml/2006/main">
  <p:tag name="OTLMARKERSHAPE" val="OTL"/>
</p:tagLst>
</file>

<file path=ppt/tags/tag294.xml><?xml version="1.0" encoding="utf-8"?>
<p:tagLst xmlns:a="http://schemas.openxmlformats.org/drawingml/2006/main" xmlns:r="http://schemas.openxmlformats.org/officeDocument/2006/relationships" xmlns:p="http://schemas.openxmlformats.org/presentationml/2006/main">
  <p:tag name="OTLMARKERSHAPE" val="OTL"/>
</p:tagLst>
</file>

<file path=ppt/tags/tag295.xml><?xml version="1.0" encoding="utf-8"?>
<p:tagLst xmlns:a="http://schemas.openxmlformats.org/drawingml/2006/main" xmlns:r="http://schemas.openxmlformats.org/officeDocument/2006/relationships" xmlns:p="http://schemas.openxmlformats.org/presentationml/2006/main">
  <p:tag name="OTLMARKERSHAPE" val="OTL"/>
</p:tagLst>
</file>

<file path=ppt/tags/tag296.xml><?xml version="1.0" encoding="utf-8"?>
<p:tagLst xmlns:a="http://schemas.openxmlformats.org/drawingml/2006/main" xmlns:r="http://schemas.openxmlformats.org/officeDocument/2006/relationships" xmlns:p="http://schemas.openxmlformats.org/presentationml/2006/main">
  <p:tag name="OTLMARKERSHAPE" val="OTL"/>
</p:tagLst>
</file>

<file path=ppt/tags/tag297.xml><?xml version="1.0" encoding="utf-8"?>
<p:tagLst xmlns:a="http://schemas.openxmlformats.org/drawingml/2006/main" xmlns:r="http://schemas.openxmlformats.org/officeDocument/2006/relationships" xmlns:p="http://schemas.openxmlformats.org/presentationml/2006/main">
  <p:tag name="OTLMARKERSHAPE" val="OTL"/>
</p:tagLst>
</file>

<file path=ppt/tags/tag298.xml><?xml version="1.0" encoding="utf-8"?>
<p:tagLst xmlns:a="http://schemas.openxmlformats.org/drawingml/2006/main" xmlns:r="http://schemas.openxmlformats.org/officeDocument/2006/relationships" xmlns:p="http://schemas.openxmlformats.org/presentationml/2006/main">
  <p:tag name="OTLMARKERSHAPE" val="OTL"/>
</p:tagLst>
</file>

<file path=ppt/tags/tag299.xml><?xml version="1.0" encoding="utf-8"?>
<p:tagLst xmlns:a="http://schemas.openxmlformats.org/drawingml/2006/main" xmlns:r="http://schemas.openxmlformats.org/officeDocument/2006/relationships" xmlns:p="http://schemas.openxmlformats.org/presentationml/2006/main">
  <p:tag name="OTLMARKERSHAPE" val="OTL"/>
</p:tagLst>
</file>

<file path=ppt/tags/tag300.xml><?xml version="1.0" encoding="utf-8"?>
<p:tagLst xmlns:a="http://schemas.openxmlformats.org/drawingml/2006/main" xmlns:r="http://schemas.openxmlformats.org/officeDocument/2006/relationships" xmlns:p="http://schemas.openxmlformats.org/presentationml/2006/main">
  <p:tag name="OTLMARKERSHAPE" val="OTL"/>
</p:tagLst>
</file>

<file path=ppt/tags/tag301.xml><?xml version="1.0" encoding="utf-8"?>
<p:tagLst xmlns:a="http://schemas.openxmlformats.org/drawingml/2006/main" xmlns:r="http://schemas.openxmlformats.org/officeDocument/2006/relationships" xmlns:p="http://schemas.openxmlformats.org/presentationml/2006/main">
  <p:tag name="OTLMARKERSHAPE" val="OTL"/>
  <p:tag name="OTLTIMEBANDSCALEFORMAT" val="MMM"/>
  <p:tag name="OTLTIMEBANDSHAPETYPE" val="RoundedCornerRectangleTimeband"/>
  <p:tag name="OTLTIMEBANDSHAPEHEIGHT" val="20"/>
  <p:tag name="OTLTIMEBANDSHAPEPADDINGLEFT" val="0"/>
  <p:tag name="OTLTIMEBANDCULTUREINFO" val="en-US"/>
  <p:tag name="OTLTIMEBANDTHREEDEFFECTS" val="Gel"/>
  <p:tag name="OTLTIMEBANDAUTODATERANGE" val="True"/>
  <p:tag name="OTLTIMEBANDSTARTDATE" val="0001-01-01T00:00:00.0000000"/>
  <p:tag name="OTLTIMEBANDWORKINGDAYS" val="Standard"/>
  <p:tag name="OTLTIMEBANDELAPSEDTIMEEXTENSION" val="False"/>
  <p:tag name="OTLTIMEBANDUSETIME" val="False"/>
  <p:tag name="OTLTIMEBANDTIMECONFIGWORKDAYSTART" val="00:00:00"/>
  <p:tag name="OTLTIMEBANDTIMECONFIGWORKDAYEND" val="23:59:00"/>
  <p:tag name="OTLTIMEBANDAPPENDYEARONYEARCHANGE" val="False"/>
  <p:tag name="OTLTIMEBANDSCALEMARKING" val="Years"/>
  <p:tag name="OTLRIGHTENDCAPSMARGINRIGHT" val="20"/>
  <p:tag name="OTLTIMEBANDFYSTARTMONTH" val="January"/>
  <p:tag name="OTLTIMEBANDSHOWFYLABEL" val="True"/>
  <p:tag name="OTLTIMEBANDUSESTARTINGOFTHEYEARFORFYNUMBERING" val="True"/>
  <p:tag name="OTLTIMEBANDDEPENABLED" val="False"/>
  <p:tag name="OTLTIMEBANDDEPSCHEDULINGMODE" val="Flexible"/>
  <p:tag name="OTLTIMEBANDDEPPREVIOUSSCHEDULINGMODE" val="Flexible"/>
  <p:tag name="OTLTIMEBANDDEPONBREAKINGSTRICTSCHEDULINGMODE" val="AskEverytime"/>
  <p:tag name="OTLTIMEBANDDEPONBREAKINGFLEXIBLESCHEDULINGMODE" val="AskEverytime"/>
  <p:tag name="OTLLEFTENDCAPSMARGINLEFT" val="115.506666666667"/>
  <p:tag name="OTLTIMEBANDRESERVEDLEFTAREAWIDTH" val="76"/>
  <p:tag name="OTLTIMEBANDRESERVEDLEFTAREAISSET" val="False"/>
  <p:tag name="OTLTIMEBANDQUICKPOSITION" val="Custom"/>
  <p:tag name="OTLTIMEBANDENDDATE" val="2030-10-30T23:59:00.0000000"/>
  <p:tag name="OTLTIMEBANDSCALETYPE" val="Years"/>
</p:tagLst>
</file>

<file path=ppt/tags/tag302.xml><?xml version="1.0" encoding="utf-8"?>
<p:tagLst xmlns:a="http://schemas.openxmlformats.org/drawingml/2006/main" xmlns:r="http://schemas.openxmlformats.org/officeDocument/2006/relationships" xmlns:p="http://schemas.openxmlformats.org/presentationml/2006/main">
  <p:tag name="OTLMARKERSHAPE" val="OTL"/>
</p:tagLst>
</file>

<file path=ppt/tags/tag303.xml><?xml version="1.0" encoding="utf-8"?>
<p:tagLst xmlns:a="http://schemas.openxmlformats.org/drawingml/2006/main" xmlns:r="http://schemas.openxmlformats.org/officeDocument/2006/relationships" xmlns:p="http://schemas.openxmlformats.org/presentationml/2006/main">
  <p:tag name="OTLMARKERSHAPE" val="OTL"/>
</p:tagLst>
</file>

<file path=ppt/tags/tag304.xml><?xml version="1.0" encoding="utf-8"?>
<p:tagLst xmlns:a="http://schemas.openxmlformats.org/drawingml/2006/main" xmlns:r="http://schemas.openxmlformats.org/officeDocument/2006/relationships" xmlns:p="http://schemas.openxmlformats.org/presentationml/2006/main">
  <p:tag name="OTLMARKERSHAPE" val="OTL"/>
</p:tagLst>
</file>

<file path=ppt/tags/tag305.xml><?xml version="1.0" encoding="utf-8"?>
<p:tagLst xmlns:a="http://schemas.openxmlformats.org/drawingml/2006/main" xmlns:r="http://schemas.openxmlformats.org/officeDocument/2006/relationships" xmlns:p="http://schemas.openxmlformats.org/presentationml/2006/main">
  <p:tag name="OTLMARKERSHAPE" val="OTL"/>
</p:tagLst>
</file>

<file path=ppt/tags/tag306.xml><?xml version="1.0" encoding="utf-8"?>
<p:tagLst xmlns:a="http://schemas.openxmlformats.org/drawingml/2006/main" xmlns:r="http://schemas.openxmlformats.org/officeDocument/2006/relationships" xmlns:p="http://schemas.openxmlformats.org/presentationml/2006/main">
  <p:tag name="OTLMARKERSHAPE" val="OTL"/>
</p:tagLst>
</file>

<file path=ppt/tags/tag307.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8-14T23:59:00.0000000Z"/>
  <p:tag name="OTLMARKERSHAPE" val="OTL"/>
  <p:tag name="OTLSHAPETHICKNESSTYPE" val="Thin"/>
  <p:tag name="OTLSPACING" val="5"/>
  <p:tag name="OTLSTARTDATE" val="2026-05-17T23:59:00.0000000Z"/>
  <p:tag name="OTLWEEKNUMBERINGFORMAT" val="WNFormat1"/>
  <p:tag name="OTLWEEKNUMBERINGISVISIBLE" val="False"/>
</p:tagLst>
</file>

<file path=ppt/tags/tag308.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1-30T23:59:00.0000000Z"/>
  <p:tag name="OTLMARKERSHAPE" val="OTL"/>
  <p:tag name="OTLSHAPETHICKNESSTYPE" val="Thin"/>
  <p:tag name="OTLSPACING" val="5"/>
  <p:tag name="OTLSTARTDATE" val="2025-12-19T23:59:00.0000000Z"/>
  <p:tag name="OTLWEEKNUMBERINGFORMAT" val="WNFormat1"/>
  <p:tag name="OTLWEEKNUMBERINGISVISIBLE" val="False"/>
</p:tagLst>
</file>

<file path=ppt/tags/tag30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07-26T23:59:00.0000000Z"/>
  <p:tag name="OTLMARKERSHAPE" val="OTL"/>
  <p:tag name="OTLSHAPETHICKNESSTYPE" val="Thin"/>
  <p:tag name="OTLSPACING" val="5"/>
  <p:tag name="OTLSTARTDATE" val="2026-06-16T23:59:00.0000000Z"/>
  <p:tag name="OTLWEEKNUMBERINGFORMAT" val="WNFormat1"/>
  <p:tag name="OTLWEEKNUMBERINGISVISIBLE" val="False"/>
</p:tagLst>
</file>

<file path=ppt/tags/tag31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7-07-26T23:59:00.0000000Z"/>
  <p:tag name="OTLMARKERSHAPE" val="OTL"/>
  <p:tag name="OTLSHAPETHICKNESSTYPE" val="Thin"/>
  <p:tag name="OTLSPACING" val="5"/>
  <p:tag name="OTLSTARTDATE" val="2026-11-17T23:59:00.0000000Z"/>
  <p:tag name="OTLWEEKNUMBERINGFORMAT" val="WNFormat1"/>
  <p:tag name="OTLWEEKNUMBERINGISVISIBLE" val="False"/>
</p:tagLst>
</file>

<file path=ppt/tags/tag311.xml><?xml version="1.0" encoding="utf-8"?>
<p:tagLst xmlns:a="http://schemas.openxmlformats.org/drawingml/2006/main" xmlns:r="http://schemas.openxmlformats.org/officeDocument/2006/relationships" xmlns:p="http://schemas.openxmlformats.org/presentationml/2006/main">
  <p:tag name="OTLELAPSEDSTYLE" val="Thin"/>
  <p:tag name="OTLMARKERSHAPE" val="OTL"/>
</p:tagLst>
</file>

<file path=ppt/tags/tag312.xml><?xml version="1.0" encoding="utf-8"?>
<p:tagLst xmlns:a="http://schemas.openxmlformats.org/drawingml/2006/main" xmlns:r="http://schemas.openxmlformats.org/officeDocument/2006/relationships" xmlns:p="http://schemas.openxmlformats.org/presentationml/2006/main">
  <p:tag name="OTLDATE" val="2026-04-17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313.xml><?xml version="1.0" encoding="utf-8"?>
<p:tagLst xmlns:a="http://schemas.openxmlformats.org/drawingml/2006/main" xmlns:r="http://schemas.openxmlformats.org/officeDocument/2006/relationships" xmlns:p="http://schemas.openxmlformats.org/presentationml/2006/main">
  <p:tag name="OTLDATE" val="2025-11-26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pre-IND sub"/>
  <p:tag name="OTLPOSITIONONTASK" val="None"/>
  <p:tag name="OTLRELATEDTASKID" val="00000000-0000-0000-0000-000000000000"/>
  <p:tag name="OTLWEEKNUMBERINGFORMAT" val="WNFormat1"/>
  <p:tag name="OTLWEEKNUMBERINGISVISIBLE" val="False"/>
</p:tagLst>
</file>

<file path=ppt/tags/tag314.xml><?xml version="1.0" encoding="utf-8"?>
<p:tagLst xmlns:a="http://schemas.openxmlformats.org/drawingml/2006/main" xmlns:r="http://schemas.openxmlformats.org/officeDocument/2006/relationships" xmlns:p="http://schemas.openxmlformats.org/presentationml/2006/main">
  <p:tag name="OTLDATE" val="2028-05-04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key results"/>
  <p:tag name="OTLPOSITIONONTASK" val="None"/>
  <p:tag name="OTLRELATEDTASKID" val="00000000-0000-0000-0000-000000000000"/>
  <p:tag name="OTLWEEKNUMBERINGFORMAT" val="WNFormat1"/>
  <p:tag name="OTLWEEKNUMBERINGISVISIBLE" val="False"/>
</p:tagLst>
</file>

<file path=ppt/tags/tag315.xml><?xml version="1.0" encoding="utf-8"?>
<p:tagLst xmlns:a="http://schemas.openxmlformats.org/drawingml/2006/main" xmlns:r="http://schemas.openxmlformats.org/officeDocument/2006/relationships" xmlns:p="http://schemas.openxmlformats.org/presentationml/2006/main">
  <p:tag name="OTLMARKERSHAPE" val="OTL"/>
</p:tagLst>
</file>

<file path=ppt/tags/tag316.xml><?xml version="1.0" encoding="utf-8"?>
<p:tagLst xmlns:a="http://schemas.openxmlformats.org/drawingml/2006/main" xmlns:r="http://schemas.openxmlformats.org/officeDocument/2006/relationships" xmlns:p="http://schemas.openxmlformats.org/presentationml/2006/main">
  <p:tag name="OTLMARKERSHAPE" val="OTL"/>
</p:tagLst>
</file>

<file path=ppt/tags/tag317.xml><?xml version="1.0" encoding="utf-8"?>
<p:tagLst xmlns:a="http://schemas.openxmlformats.org/drawingml/2006/main" xmlns:r="http://schemas.openxmlformats.org/officeDocument/2006/relationships" xmlns:p="http://schemas.openxmlformats.org/presentationml/2006/main">
  <p:tag name="OTLMARKERSHAPE" val="OTL"/>
</p:tagLst>
</file>

<file path=ppt/tags/tag318.xml><?xml version="1.0" encoding="utf-8"?>
<p:tagLst xmlns:a="http://schemas.openxmlformats.org/drawingml/2006/main" xmlns:r="http://schemas.openxmlformats.org/officeDocument/2006/relationships" xmlns:p="http://schemas.openxmlformats.org/presentationml/2006/main">
  <p:tag name="OTLMARKERSHAPE" val="OTL"/>
  <p:tag name="OTLTODAYPOSITION" val="Auto"/>
</p:tagLst>
</file>

<file path=ppt/tags/tag319.xml><?xml version="1.0" encoding="utf-8"?>
<p:tagLst xmlns:a="http://schemas.openxmlformats.org/drawingml/2006/main" xmlns:r="http://schemas.openxmlformats.org/officeDocument/2006/relationships" xmlns:p="http://schemas.openxmlformats.org/presentationml/2006/main">
  <p:tag name="OTLMARKERSHAPE" val="OTL"/>
</p:tagLst>
</file>

<file path=ppt/tags/tag320.xml><?xml version="1.0" encoding="utf-8"?>
<p:tagLst xmlns:a="http://schemas.openxmlformats.org/drawingml/2006/main" xmlns:r="http://schemas.openxmlformats.org/officeDocument/2006/relationships" xmlns:p="http://schemas.openxmlformats.org/presentationml/2006/main">
  <p:tag name="OTLMARKERSHAPE" val="OTL"/>
</p:tagLst>
</file>

<file path=ppt/tags/tag321.xml><?xml version="1.0" encoding="utf-8"?>
<p:tagLst xmlns:a="http://schemas.openxmlformats.org/drawingml/2006/main" xmlns:r="http://schemas.openxmlformats.org/officeDocument/2006/relationships" xmlns:p="http://schemas.openxmlformats.org/presentationml/2006/main">
  <p:tag name="OTLMARKERSHAPE" val="OTL"/>
</p:tagLst>
</file>

<file path=ppt/tags/tag322.xml><?xml version="1.0" encoding="utf-8"?>
<p:tagLst xmlns:a="http://schemas.openxmlformats.org/drawingml/2006/main" xmlns:r="http://schemas.openxmlformats.org/officeDocument/2006/relationships" xmlns:p="http://schemas.openxmlformats.org/presentationml/2006/main">
  <p:tag name="OTLMARKERSHAPE" val="OTL"/>
</p:tagLst>
</file>

<file path=ppt/tags/tag323.xml><?xml version="1.0" encoding="utf-8"?>
<p:tagLst xmlns:a="http://schemas.openxmlformats.org/drawingml/2006/main" xmlns:r="http://schemas.openxmlformats.org/officeDocument/2006/relationships" xmlns:p="http://schemas.openxmlformats.org/presentationml/2006/main">
  <p:tag name="OTLMARKERSHAPE" val="OTL"/>
</p:tagLst>
</file>

<file path=ppt/tags/tag324.xml><?xml version="1.0" encoding="utf-8"?>
<p:tagLst xmlns:a="http://schemas.openxmlformats.org/drawingml/2006/main" xmlns:r="http://schemas.openxmlformats.org/officeDocument/2006/relationships" xmlns:p="http://schemas.openxmlformats.org/presentationml/2006/main">
  <p:tag name="OTLMARKERSHAPE" val="OTL"/>
</p:tagLst>
</file>

<file path=ppt/tags/tag325.xml><?xml version="1.0" encoding="utf-8"?>
<p:tagLst xmlns:a="http://schemas.openxmlformats.org/drawingml/2006/main" xmlns:r="http://schemas.openxmlformats.org/officeDocument/2006/relationships" xmlns:p="http://schemas.openxmlformats.org/presentationml/2006/main">
  <p:tag name="OTLMARKERSHAPE" val="OTL"/>
</p:tagLst>
</file>

<file path=ppt/tags/tag326.xml><?xml version="1.0" encoding="utf-8"?>
<p:tagLst xmlns:a="http://schemas.openxmlformats.org/drawingml/2006/main" xmlns:r="http://schemas.openxmlformats.org/officeDocument/2006/relationships" xmlns:p="http://schemas.openxmlformats.org/presentationml/2006/main">
  <p:tag name="OTLMARKERSHAPE" val="OTL"/>
</p:tagLst>
</file>

<file path=ppt/tags/tag327.xml><?xml version="1.0" encoding="utf-8"?>
<p:tagLst xmlns:a="http://schemas.openxmlformats.org/drawingml/2006/main" xmlns:r="http://schemas.openxmlformats.org/officeDocument/2006/relationships" xmlns:p="http://schemas.openxmlformats.org/presentationml/2006/main">
  <p:tag name="OTLMARKERSHAPE" val="OTL"/>
</p:tagLst>
</file>

<file path=ppt/tags/tag328.xml><?xml version="1.0" encoding="utf-8"?>
<p:tagLst xmlns:a="http://schemas.openxmlformats.org/drawingml/2006/main" xmlns:r="http://schemas.openxmlformats.org/officeDocument/2006/relationships" xmlns:p="http://schemas.openxmlformats.org/presentationml/2006/main">
  <p:tag name="OTLMARKERSHAPE" val="OTL"/>
</p:tagLst>
</file>

<file path=ppt/tags/tag329.xml><?xml version="1.0" encoding="utf-8"?>
<p:tagLst xmlns:a="http://schemas.openxmlformats.org/drawingml/2006/main" xmlns:r="http://schemas.openxmlformats.org/officeDocument/2006/relationships" xmlns:p="http://schemas.openxmlformats.org/presentationml/2006/main">
  <p:tag name="OTLMARKERSHAPE" val="OTL"/>
</p:tagLst>
</file>

<file path=ppt/tags/tag330.xml><?xml version="1.0" encoding="utf-8"?>
<p:tagLst xmlns:a="http://schemas.openxmlformats.org/drawingml/2006/main" xmlns:r="http://schemas.openxmlformats.org/officeDocument/2006/relationships" xmlns:p="http://schemas.openxmlformats.org/presentationml/2006/main">
  <p:tag name="OTLMARKERSHAPE" val="OTL"/>
</p:tagLst>
</file>

<file path=ppt/tags/tag331.xml><?xml version="1.0" encoding="utf-8"?>
<p:tagLst xmlns:a="http://schemas.openxmlformats.org/drawingml/2006/main" xmlns:r="http://schemas.openxmlformats.org/officeDocument/2006/relationships" xmlns:p="http://schemas.openxmlformats.org/presentationml/2006/main">
  <p:tag name="OTLMARKERSHAPE" val="OTL"/>
</p:tagLst>
</file>

<file path=ppt/tags/tag332.xml><?xml version="1.0" encoding="utf-8"?>
<p:tagLst xmlns:a="http://schemas.openxmlformats.org/drawingml/2006/main" xmlns:r="http://schemas.openxmlformats.org/officeDocument/2006/relationships" xmlns:p="http://schemas.openxmlformats.org/presentationml/2006/main">
  <p:tag name="OTLMARKERSHAPE" val="OTL"/>
</p:tagLst>
</file>

<file path=ppt/tags/tag333.xml><?xml version="1.0" encoding="utf-8"?>
<p:tagLst xmlns:a="http://schemas.openxmlformats.org/drawingml/2006/main" xmlns:r="http://schemas.openxmlformats.org/officeDocument/2006/relationships" xmlns:p="http://schemas.openxmlformats.org/presentationml/2006/main">
  <p:tag name="OTLMARKERSHAPE" val="OTL"/>
</p:tagLst>
</file>

<file path=ppt/tags/tag334.xml><?xml version="1.0" encoding="utf-8"?>
<p:tagLst xmlns:a="http://schemas.openxmlformats.org/drawingml/2006/main" xmlns:r="http://schemas.openxmlformats.org/officeDocument/2006/relationships" xmlns:p="http://schemas.openxmlformats.org/presentationml/2006/main">
  <p:tag name="OTLMARKERSHAPE" val="OTL"/>
</p:tagLst>
</file>

<file path=ppt/tags/tag335.xml><?xml version="1.0" encoding="utf-8"?>
<p:tagLst xmlns:a="http://schemas.openxmlformats.org/drawingml/2006/main" xmlns:r="http://schemas.openxmlformats.org/officeDocument/2006/relationships" xmlns:p="http://schemas.openxmlformats.org/presentationml/2006/main">
  <p:tag name="OTLMARKERSHAPE" val="OTL"/>
</p:tagLst>
</file>

<file path=ppt/tags/tag336.xml><?xml version="1.0" encoding="utf-8"?>
<p:tagLst xmlns:a="http://schemas.openxmlformats.org/drawingml/2006/main" xmlns:r="http://schemas.openxmlformats.org/officeDocument/2006/relationships" xmlns:p="http://schemas.openxmlformats.org/presentationml/2006/main">
  <p:tag name="OTLMARKERSHAPE" val="OTL"/>
</p:tagLst>
</file>

<file path=ppt/tags/tag337.xml><?xml version="1.0" encoding="utf-8"?>
<p:tagLst xmlns:a="http://schemas.openxmlformats.org/drawingml/2006/main" xmlns:r="http://schemas.openxmlformats.org/officeDocument/2006/relationships" xmlns:p="http://schemas.openxmlformats.org/presentationml/2006/main">
  <p:tag name="OTLMARKERSHAPE" val="OTL"/>
</p:tagLst>
</file>

<file path=ppt/tags/tag338.xml><?xml version="1.0" encoding="utf-8"?>
<p:tagLst xmlns:a="http://schemas.openxmlformats.org/drawingml/2006/main" xmlns:r="http://schemas.openxmlformats.org/officeDocument/2006/relationships" xmlns:p="http://schemas.openxmlformats.org/presentationml/2006/main">
  <p:tag name="OTLMARKERSHAPE" val="OTL"/>
</p:tagLst>
</file>

<file path=ppt/tags/tag339.xml><?xml version="1.0" encoding="utf-8"?>
<p:tagLst xmlns:a="http://schemas.openxmlformats.org/drawingml/2006/main" xmlns:r="http://schemas.openxmlformats.org/officeDocument/2006/relationships" xmlns:p="http://schemas.openxmlformats.org/presentationml/2006/main">
  <p:tag name="OTLMARKERSHAPE" val="OTL"/>
</p:tagLst>
</file>

<file path=ppt/tags/tag340.xml><?xml version="1.0" encoding="utf-8"?>
<p:tagLst xmlns:a="http://schemas.openxmlformats.org/drawingml/2006/main" xmlns:r="http://schemas.openxmlformats.org/officeDocument/2006/relationships" xmlns:p="http://schemas.openxmlformats.org/presentationml/2006/main">
  <p:tag name="OTLMARKERSHAPE" val="OTL"/>
</p:tagLst>
</file>

<file path=ppt/tags/tag341.xml><?xml version="1.0" encoding="utf-8"?>
<p:tagLst xmlns:a="http://schemas.openxmlformats.org/drawingml/2006/main" xmlns:r="http://schemas.openxmlformats.org/officeDocument/2006/relationships" xmlns:p="http://schemas.openxmlformats.org/presentationml/2006/main">
  <p:tag name="OTLMARKERSHAPE" val="OTL"/>
</p:tagLst>
</file>

<file path=ppt/tags/tag342.xml><?xml version="1.0" encoding="utf-8"?>
<p:tagLst xmlns:a="http://schemas.openxmlformats.org/drawingml/2006/main" xmlns:r="http://schemas.openxmlformats.org/officeDocument/2006/relationships" xmlns:p="http://schemas.openxmlformats.org/presentationml/2006/main">
  <p:tag name="OTLMARKERSHAPE" val="OTL"/>
</p:tagLst>
</file>

<file path=ppt/tags/tag343.xml><?xml version="1.0" encoding="utf-8"?>
<p:tagLst xmlns:a="http://schemas.openxmlformats.org/drawingml/2006/main" xmlns:r="http://schemas.openxmlformats.org/officeDocument/2006/relationships" xmlns:p="http://schemas.openxmlformats.org/presentationml/2006/main">
  <p:tag name="OTLMARKERSHAPE" val="OTL"/>
</p:tagLst>
</file>

<file path=ppt/tags/tag344.xml><?xml version="1.0" encoding="utf-8"?>
<p:tagLst xmlns:a="http://schemas.openxmlformats.org/drawingml/2006/main" xmlns:r="http://schemas.openxmlformats.org/officeDocument/2006/relationships" xmlns:p="http://schemas.openxmlformats.org/presentationml/2006/main">
  <p:tag name="OTLMARKERSHAPE" val="OTL"/>
</p:tagLst>
</file>

<file path=ppt/tags/tag345.xml><?xml version="1.0" encoding="utf-8"?>
<p:tagLst xmlns:a="http://schemas.openxmlformats.org/drawingml/2006/main" xmlns:r="http://schemas.openxmlformats.org/officeDocument/2006/relationships" xmlns:p="http://schemas.openxmlformats.org/presentationml/2006/main">
  <p:tag name="__PART_0" val="eyIkaWQiOiIxIiwiX3N3aW1sYW5lc1YyIjpbeyIkaWQiOiIyIiwiX2FjdGl2aXRpZXMiOlt7IiRpZCI6IjMiLCJfcm93cyI6W3siJGlkIjoiNCIsIl90YXNrcyI6W10sIl9taWxlc3RvbmVzIjpbeyIkaWQiOiI1IiwiSWQiOiJiZmQyYjcxYS0xY2NkLTQ4YWMtYTA1Yy0yMTY3ZTQ2ZDc2NGQiLCJJbmRleCI6MCwiR3JvdXBJZCI6bnVsbCwiVGl0bGUiOiJQaCBJIHJlYWRvdXQgZm9yIFBvQyIsIkRhdGVUaW1lIjoiMjAyNS0xMS0xNFQyMzo1OTowMCIsIlBlcmNlbnRhZ2VDb21wbGV0ZSI6bnVsbCwiTm90ZSI6bnVsbCwiU3R5bGUiOnsiJGlkIjoiNiIsIlRpdGxlUG9zaXRpb24iOiJMZWZ0IiwiRGF0ZVBvc2l0aW9uIjoiTGVmdCIsIlNoYXBlVHlwZSI6MiwiU2hhcGVTaXplIjoxLCJTaGFwZVN0eWxlIjp7IiRpZCI6IjciLCJNYXJnaW4iOnsiJGlkIjoiOCIsIlRvcCI6MC4wLCJMZWZ0IjowLjAsIlJpZ2h0IjowLjAsIkJvdHRvbSI6MC4wfSwiUGFkZGluZyI6eyIkaWQiOiI5IiwiVG9wIjowLjAsIkxlZnQiOjAuMCwiUmlnaHQiOjAuMCwiQm90dG9tIjowLjB9LCJCYWNrZ3JvdW5kIjp7IiRpZCI6IjEwIiwiQ29sb3IiOnsiJGlkIjoiMTEiLCJBIjoyNTUsIlIiOjgsIkciOjQ5LCJCIjo0Mn19LCJJc1Zpc2libGUiOnRydWUsIldpZHRoIjoxMy4wLCJIZWlnaHQiOjEzLjAsIkJvcmRlclN0eWxlIjp7IiRpZCI6IjEyIiwiTGluZUNvbG9yIjp7IiRpZCI6IjEzIiwiJHR5cGUiOiJOTFJFLkNvbW1vbi5Eb20uU29saWRDb2xvckJydXNoLCBOTFJFLkNvbW1vbiIsIkNvbG9yIjp7IiRpZCI6IjE0IiwiQSI6MjU1LCJSIjoyNTUsIkciOjAsIkIiOjB9fSwiTGluZVdlaWdodCI6MC4wLCJMaW5lVHlwZSI6MCwiUGFyZW50U3R5bGUiOm51bGx9LCJQYXJlbnRTdHlsZSI6bnVsbH0sIlRpdGxlU3R5bGUiOnsiJGlkIjoiMTUiLCJGb250U2V0dGluZ3MiOnsiJGlkIjoiMTYiLCJGb250U2l6ZSI6MTEsIkZvbnROYW1lIjoiQ2FsaWJyaSIsIklzQm9sZCI6dHJ1ZSwiSXNJdGFsaWMiOmZhbHNlLCJJc1VuZGVybGluZWQiOmZhbHNlLCJQYXJlbnRTdHlsZSI6bnVsbH0sIkF1dG9TaXplIjowLCJGb3JlZ3JvdW5kIjp7IiRpZCI6IjE3IiwiQ29sb3IiOnsiJGlkIjoiMTgiLCJBIjoyNTUsIlIiOjAsIkciOjAsIkIiOjB9fSwiTWF4V2lkdGgiOjIwMC4wLCJNYXhIZWlnaHQiOiJJbmZpbml0eSIsIlNtYXJ0Rm9yZWdyb3VuZElzQWN0aXZlIjpmYWxzZSwiSG9yaXpvbnRhbEFsaWdubWVudCI6MiwiVmVydGljYWxBbGlnbm1lbnQiOjAsIlNtYXJ0Rm9yZWdyb3VuZCI6bnVsbCwiQmFja2dyb3VuZEZpbGxUeXBlIjowLCJNYXJnaW4iOnsiJGlkIjoiMTkiLCJUb3AiOjAuMCwiTGVmdCI6MC4wLCJSaWdodCI6MC4wLCJCb3R0b20iOjAuMH0sIlBhZGRpbmciOnsiJGlkIjoiMjAiLCJUb3AiOjAuMCwiTGVmdCI6MC4wLCJSaWdodCI6MC4wLCJCb3R0b20iOjAuMH0sIkJhY2tncm91bmQiOnsiJGlkIjoiMjEiLCJDb2xvciI6eyIkaWQiOiIyMiIsIkEiOjAsIlIiOjAsIkciOjAsIkIiOjB9fSwiSXNWaXNpYmxlIjp0cnVlLCJXaWR0aCI6MC4wLCJIZWlnaHQiOjAuMCwiQm9yZGVyU3R5bGUiOm51bGwsIlBhcmVudFN0eWxlIjpudWxsfSwiRGF0ZVN0eWxlIjp7IiRpZCI6IjIzIiwiRm9udFNldHRpbmdzIjp7IiRpZCI6IjI0IiwiRm9udFNpemUiOjEwLCJGb250TmFtZSI6IkNhbGlicmkiLCJJc0JvbGQiOmZhbHNlLCJJc0l0YWxpYyI6ZmFsc2UsIklzVW5kZXJsaW5lZCI6ZmFsc2UsIlBhcmVudFN0eWxlIjpudWxsfSwiQXV0b1NpemUiOjAsIkZvcmVncm91bmQiOnsiJGlkIjoiMjUiLCJDb2xvciI6eyIkaWQiOiIyNi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jciLCJUb3AiOjAuMCwiTGVmdCI6MC4wLCJSaWdodCI6MC4wLCJCb3R0b20iOjAuMH0sIlBhZGRpbmciOnsiJGlkIjoiMjgiLCJUb3AiOjAuMCwiTGVmdCI6MC4wLCJSaWdodCI6MC4wLCJCb3R0b20iOjAuMH0sIkJhY2tncm91bmQiOnsiJGlkIjoiMjkiLCJDb2xvciI6eyIkaWQiOiIzMCIsIkEiOjAsIlIiOjAsIkciOjAsIkIiOjB9fSwiSXNWaXNpYmxlIjp0cnVlLCJXaWR0aCI6MC4wLCJIZWlnaHQiOjAuMCwiQm9yZGVyU3R5bGUiOm51bGwsIlBhcmVudFN0eWxlIjpudWxsfSwiRGF0ZUZvcm1hdCI6eyIkaWQiOiIz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zMiIsIkRhdGVQYXJ0SXNWaXNpYmxlIjp0cnVlLCJUaW1lUGFydElzVmlzaWJsZSI6ZmFsc2V9fSwiV2Vla051bWJlcmluZyI6eyIkaWQiOiIzMy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zNCIsIl90YXNrcyI6W10sIl9taWxlc3RvbmVzIjpbeyIkaWQiOiIzNSIsIklkIjoiZTkwMDhjZjktNDA3Ni00ZTk4LWIzYzUtNTFiYjg0MDZmYzA4IiwiSW5kZXgiOjEsIkdyb3VwSWQiOm51bGwsIlRpdGxlIjoiUG9DIHJlbGVhc2UgIiwiRGF0ZVRpbWUiOiIyMDI1LTExLTI2VDIzOjU5OjAwIiwiUGVyY2VudGFnZUNvbXBsZXRlIjpudWxsLCJOb3RlIjpudWxsLCJTdHlsZSI6eyIkaWQiOiIzNiIsIlRpdGxlUG9zaXRpb24iOiJMZWZ0IiwiRGF0ZVBvc2l0aW9uIjoiTGVmdCIsIlNoYXBlVHlwZSI6MiwiU2hhcGVTaXplIjoxLCJTaGFwZVN0eWxlIjp7IiRpZCI6IjM3IiwiTWFyZ2luIjp7IiRyZWYiOiI4In0sIlBhZGRpbmciOnsiJHJlZiI6IjkifSwiQmFja2dyb3VuZCI6eyIkaWQiOiIzOCIsIkNvbG9yIjp7IiRpZCI6IjM5IiwiQSI6MjU1LCJSIjo4LCJHIjo0OSwiQiI6NDJ9fSwiSXNWaXNpYmxlIjp0cnVlLCJXaWR0aCI6MTMuMCwiSGVpZ2h0IjoxMy4wLCJCb3JkZXJTdHlsZSI6eyIkaWQiOiI0MCIsIkxpbmVDb2xvciI6eyIkcmVmIjoiMTMifSwiTGluZVdlaWdodCI6MC4wLCJMaW5lVHlwZSI6MCwiUGFyZW50U3R5bGUiOm51bGx9LCJQYXJlbnRTdHlsZSI6bnVsbH0sIlRpdGxlU3R5bGUiOnsiJGlkIjoiNDEiLCJGb250U2V0dGluZ3MiOnsiJGlkIjoiNDIiLCJGb250U2l6ZSI6MTEsIkZvbnROYW1lIjoiQ2FsaWJyaSIsIklzQm9sZCI6dHJ1ZSwiSXNJdGFsaWMiOmZhbHNlLCJJc1VuZGVybGluZWQiOmZhbHNlLCJQYXJlbnRTdHlsZSI6bnVsbH0sIkF1dG9TaXplIjowLCJGb3JlZ3JvdW5kIjp7IiRyZWYiOiIxNyJ9LCJNYXhXaWR0aCI6MjAwLjAsIk1heEhlaWdodCI6IkluZmluaXR5IiwiU21hcnRGb3JlZ3JvdW5kSXNBY3RpdmUiOmZhbHNlLCJIb3Jpem9udGFsQWxpZ25tZW50IjoyLCJWZXJ0aWNhbEFsaWdubWVudCI6MCwiU21hcnRGb3JlZ3JvdW5kIjpudWxsLCJCYWNrZ3JvdW5kRmlsbFR5cGUiOjAsIk1hcmdpbiI6eyIkcmVmIjoiMTkifSwiUGFkZGluZyI6eyIkcmVmIjoiMjAifSwiQmFja2dyb3VuZCI6eyIkcmVmIjoiMjEifSwiSXNWaXNpYmxlIjp0cnVlLCJXaWR0aCI6MC4wLCJIZWlnaHQiOjAuMCwiQm9yZGVyU3R5bGUiOm51bGwsIlBhcmVudFN0eWxlIjpudWxsfSwiRGF0ZVN0eWxlIjp7IiRpZCI6IjQzIiwiRm9udFNldHRpbmdzIjp7IiRpZCI6IjQ0IiwiRm9udFNpemUiOjEwLCJGb250TmFtZSI6IkNhbGlicmkiLCJJc0JvbGQiOmZhbHNlLCJJc0l0YWxpYyI6ZmFsc2UsIklzVW5kZXJsaW5lZCI6ZmFsc2UsIlBhcmVudFN0eWxlIjpudWxsfSwiQXV0b1NpemUiOjAsIkZvcmVncm91bmQiOnsiJHJlZiI6IjI1In0sIk1heFdpZHRoIjoyMDAuMCwiTWF4SGVpZ2h0IjoiSW5maW5pdHkiLCJTbWFydEZvcmVncm91bmRJc0FjdGl2ZSI6ZmFsc2UsIkhvcml6b250YWxBbGlnbm1lbnQiOjIsIlZlcnRpY2FsQWxpZ25tZW50IjowLCJTbWFydEZvcmVncm91bmQiOm51bGwsIkJhY2tncm91bmRGaWxsVHlwZSI6MCwiTWFyZ2luIjp7IiRyZWYiOiIyNyJ9LCJQYWRkaW5nIjp7IiRyZWYiOiIyOCJ9LCJCYWNrZ3JvdW5kIjp7IiRyZWYiOiIyOSJ9LCJJc1Zpc2libGUiOnRydWUsIldpZHRoIjowLjAsIkhlaWdodCI6MC4wLCJCb3JkZXJTdHlsZSI6bnVsbCwiUGFyZW50U3R5bGUiOm51bGx9LCJEYXRlRm9ybWF0Ijp7IiRyZWYiOiIzMSJ9LCJXZWVrTnVtYmVyaW5nIjp7IiRpZCI6IjQ1IiwiRm9ybWF0IjowLCJJc1Zpc2libGUiOmZhbHNlLCJMYXN0S25vd25WaXNpYmlsaXR5U3RhdGUiOmZhbHNlfSwiSXNWaXNpYmxlIjp0cnVlLCJQYXJlbnRTdHlsZSI6bnVsbH0sIkh5cGVybGluayI6bnVsbCwiSW1wb3J0SWQiOiIifV0sIklkIjoiMDAwMDAwMDAtMDAwMC0wMDAwLTAwMDAtMDAwMDAwMDAwMDAwIiwiSXNTaW5nbGVJdGVtUm93Ijp0cnVlfSx7IiRpZCI6IjQ2IiwiX3Rhc2tzIjpbXSwiX21pbGVzdG9uZXMiOlt7IiRpZCI6IjQ3IiwiSWQiOiI2YzJiYzk1NS1lMzkyLTRhZTItYTA2ZS1hNGJkZDdiNzY5ZDUiLCJJbmRleCI6MiwiR3JvdXBJZCI6bnVsbCwiVGl0bGUiOiJGaW5hbCBDVEEgcGFja2FnZSIsIkRhdGVUaW1lIjoiMjAyNi0wMi0xM1QyMzo1OTowMCIsIlBlcmNlbnRhZ2VDb21wbGV0ZSI6bnVsbCwiTm90ZSI6bnVsbCwiU3R5bGUiOnsiJGlkIjoiNDgiLCJUaXRsZVBvc2l0aW9uIjoiTGVmdCIsIkRhdGVQb3NpdGlvbiI6IkxlZnQiLCJTaGFwZVR5cGUiOjIsIlNoYXBlU2l6ZSI6MSwiU2hhcGVTdHlsZSI6eyIkaWQiOiI0OSIsIk1hcmdpbiI6eyIkcmVmIjoiOCJ9LCJQYWRkaW5nIjp7IiRyZWYiOiI5In0sIkJhY2tncm91bmQiOnsiJGlkIjoiNTAiLCJDb2xvciI6eyIkaWQiOiI1MSIsIkEiOjI1NSwiUiI6OCwiRyI6NDksIkIiOjQyfX0sIklzVmlzaWJsZSI6dHJ1ZSwiV2lkdGgiOjEzLjAsIkhlaWdodCI6MTMuMCwiQm9yZGVyU3R5bGUiOnsiJGlkIjoiNTIiLCJMaW5lQ29sb3IiOnsiJHJlZiI6IjEzIn0sIkxpbmVXZWlnaHQiOjAuMCwiTGluZVR5cGUiOjAsIlBhcmVudFN0eWxlIjpudWxsfSwiUGFyZW50U3R5bGUiOm51bGx9LCJUaXRsZVN0eWxlIjp7IiRpZCI6IjUzIiwiRm9udFNldHRpbmdzIjp7IiRpZCI6IjU0IiwiRm9udFNpemUiOjExLCJGb250TmFtZSI6IkNhbGlicmkiLCJJc0JvbGQiOnRydWUsIklzSXRhbGljIjpmYWxzZSwiSXNVbmRlcmxpbmVkIjpmYWxzZSwiUGFyZW50U3R5bGUiOm51bGx9LCJBdXRvU2l6ZSI6MCwiRm9yZWdyb3VuZCI6eyIkcmVmIjoiMTcifSwiTWF4V2lkdGgiOjIwMC4wLCJNYXhIZWlnaHQiOiJJbmZpbml0eSIsIlNtYXJ0Rm9yZWdyb3VuZElzQWN0aXZlIjpmYWxzZSwiSG9yaXpvbnRhbEFsaWdubWVudCI6MiwiVmVydGljYWxBbGlnbm1lbnQiOjAsIlNtYXJ0Rm9yZWdyb3VuZCI6bnVsbCwiQmFja2dyb3VuZEZpbGxUeXBlIjowLCJNYXJnaW4iOnsiJHJlZiI6IjE5In0sIlBhZGRpbmciOnsiJHJlZiI6IjIwIn0sIkJhY2tncm91bmQiOnsiJHJlZiI6IjIxIn0sIklzVmlzaWJsZSI6dHJ1ZSwiV2lkdGgiOjAuMCwiSGVpZ2h0IjowLjAsIkJvcmRlclN0eWxlIjpudWxsLCJQYXJlbnRTdHlsZSI6bnVsbH0sIkRhdGVTdHlsZSI6eyIkaWQiOiI1NSIsIkZvbnRTZXR0aW5ncyI6eyIkaWQiOiI1NiIsIkZvbnRTaXplIjoxMCwiRm9udE5hbWUiOiJDYWxpYnJpIiwiSXNCb2xkIjpmYWxzZSwiSXNJdGFsaWMiOmZhbHNlLCJJc1VuZGVybGluZWQiOmZhbHNlLCJQYXJlbnRTdHlsZSI6bnVsbH0sIkF1dG9TaXplIjowLCJGb3JlZ3JvdW5kIjp7IiRyZWYiOiIyNSJ9LCJNYXhXaWR0aCI6MjAwLjAsIk1heEhlaWdodCI6IkluZmluaXR5IiwiU21hcnRGb3JlZ3JvdW5kSXNBY3RpdmUiOmZhbHNlLCJIb3Jpem9udGFsQWxpZ25tZW50IjoyLCJWZXJ0aWNhbEFsaWdubWVudCI6MCwiU21hcnRGb3JlZ3JvdW5kIjpudWxsLCJCYWNrZ3JvdW5kRmlsbFR5cGUiOjAsIk1hcmdpbiI6eyIkcmVmIjoiMjcifSwiUGFkZGluZyI6eyIkcmVmIjoiMjgifSwiQmFja2dyb3VuZCI6eyIkcmVmIjoiMjkifSwiSXNWaXNpYmxlIjp0cnVlLCJXaWR0aCI6MC4wLCJIZWlnaHQiOjAuMCwiQm9yZGVyU3R5bGUiOm51bGwsIlBhcmVudFN0eWxlIjpudWxsfSwiRGF0ZUZvcm1hdCI6eyIkaWQiOiI1Ny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1OCIsIkRhdGVQYXJ0SXNWaXNpYmxlIjp0cnVlLCJUaW1lUGFydElzVmlzaWJsZSI6ZmFsc2V9fSwiV2Vla051bWJlcmluZyI6eyIkaWQiOiI1OS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2MCIsIl90YXNrcyI6W3siJGlkIjoiNjEiLCJfYXR0YWNoZWRNaWxlc3RvbmVzIjpbXSwiVGFza0RlZmluaXRpb24iOnsiJGlkIjoiNjIiLCJHcm91cE5hbWUiOm51bGwsIlN0YXJ0RGF0ZSI6IjIwMjYtMDctMDZUMjM6NTk6MDBaIiwiRW5kRGF0ZSI6IjIwMjYtMTEtMTdUMjM6NTk6MDBaIiwiUGVyY2VudGFnZUNvbXBsZXRlIjpudWxsLCJTdHlsZSI6eyIkaWQiOiI2MyIsIlNoYXBlIjoxLCJTaGFwZVRoaWNrbmVzcyI6MCwiRHVyYXRpb25Gb3JtYXQiOjAsIkluY2x1ZGVOb25Xb3JraW5nRGF5c0luRHVyYXRpb24iOmZhbHNlLCJQZXJjZW50YWdlQ29tcGxldGVTdHlsZSI6eyIkaWQiOiI2NCIsIkZvbnRTZXR0aW5ncyI6eyIkaWQiOiI2NSIsIkZvbnRTaXplIjoxMCwiRm9udE5hbWUiOiJDYWxpYnJpIiwiSXNCb2xkIjpmYWxzZSwiSXNJdGFsaWMiOmZhbHNlLCJJc1VuZGVybGluZWQiOmZhbHNlLCJQYXJlbnRTdHlsZSI6bnVsbH0sIkF1dG9TaXplIjowLCJGb3JlZ3JvdW5kIjp7IiRpZCI6IjY2IiwiQ29sb3IiOnsiJGlkIjoiNjciLCJBIjoyNTUsIlIiOjIzNywiRyI6MTI1LCJCIjo0OX19LCJNYXhXaWR0aCI6MjAwLjAsIk1heEhlaWdodCI6IkluZmluaXR5IiwiU21hcnRGb3JlZ3JvdW5kSXNBY3RpdmUiOmZhbHNlLCJIb3Jpem9udGFsQWxpZ25tZW50IjowLCJWZXJ0aWNhbEFsaWdubWVudCI6MCwiU21hcnRGb3JlZ3JvdW5kIjpudWxsLCJCYWNrZ3JvdW5kRmlsbFR5cGUiOjAsIk1hcmdpbiI6eyIkaWQiOiI2OCIsIlRvcCI6MC4wLCJMZWZ0IjowLjAsIlJpZ2h0IjowLjAsIkJvdHRvbSI6MC4wfSwiUGFkZGluZyI6eyIkaWQiOiI2OSIsIlRvcCI6MC4wLCJMZWZ0IjowLjAsIlJpZ2h0IjowLjAsIkJvdHRvbSI6MC4wfSwiQmFja2dyb3VuZCI6eyIkaWQiOiI3MCIsIkNvbG9yIjp7IiRpZCI6IjcxIiwiQSI6ODksIlIiOjAsIkciOjAsIkIiOjB9fSwiSXNWaXNpYmxlIjp0cnVlLCJXaWR0aCI6MC4wLCJIZWlnaHQiOjAuMCwiQm9yZGVyU3R5bGUiOnsiJGlkIjoiNzIiLCJMaW5lQ29sb3IiOm51bGwsIkxpbmVXZWlnaHQiOjAuMCwiTGluZVR5cGUiOjAsIlBhcmVudFN0eWxlIjpudWxsfSwiUGFyZW50U3R5bGUiOm51bGx9LCJEdXJhdGlvblN0eWxlIjp7IiRpZCI6IjczIiwiRm9udFNldHRpbmdzIjp7IiRpZCI6Ijc0IiwiRm9udFNpemUiOjEwLCJGb250TmFtZSI6IkNhbGlicmkiLCJJc0JvbGQiOmZhbHNlLCJJc0l0YWxpYyI6ZmFsc2UsIklzVW5kZXJsaW5lZCI6ZmFsc2UsIlBhcmVudFN0eWxlIjpudWxsfSwiQXV0b1NpemUiOjAsIkZvcmVncm91bmQiOnsiJGlkIjoiNzUiLCJDb2xvciI6eyIkaWQiOiI3NiIsIkEiOjI1NSwiUiI6MjM3LCJHIjoxMjUsIkIiOjQ5fX0sIk1heFdpZHRoIjoyMDAuMCwiTWF4SGVpZ2h0IjoiSW5maW5pdHkiLCJTbWFydEZvcmVncm91bmRJc0FjdGl2ZSI6ZmFsc2UsIkhvcml6b250YWxBbGlnbm1lbnQiOjAsIlZlcnRpY2FsQWxpZ25tZW50IjowLCJTbWFydEZvcmVncm91bmQiOm51bGwsIkJhY2tncm91bmRGaWxsVHlwZSI6MCwiTWFyZ2luIjp7IiRpZCI6Ijc3IiwiVG9wIjowLjAsIkxlZnQiOjAuMCwiUmlnaHQiOjAuMCwiQm90dG9tIjowLjB9LCJQYWRkaW5nIjp7IiRpZCI6Ijc4IiwiVG9wIjowLjAsIkxlZnQiOjAuMCwiUmlnaHQiOjAuMCwiQm90dG9tIjowLjB9LCJCYWNrZ3JvdW5kIjp7IiRpZCI6Ijc5IiwiQ29sb3IiOnsiJGlkIjoiODAiLCJBIjowLCJSIjowLCJHIjowLCJCIjowfX0sIklzVmlzaWJsZSI6dHJ1ZSwiV2lkdGgiOjAuMCwiSGVpZ2h0IjowLjAsIkJvcmRlclN0eWxlIjp7IiRpZCI6IjgxIiwiTGluZUNvbG9yIjpudWxsLCJMaW5lV2VpZ2h0IjowLjAsIkxpbmVUeXBlIjowLCJQYXJlbnRTdHlsZSI6bnVsbH0sIlBhcmVudFN0eWxlIjpudWxsfSwiSG9yaXpvbnRhbENvbm5lY3RvclN0eWxlIjp7IiRpZCI6IjgyIiwiTGluZUNvbG9yIjp7IiRpZCI6IjgzIiwiJHR5cGUiOiJOTFJFLkNvbW1vbi5Eb20uU29saWRDb2xvckJydXNoLCBOTFJFLkNvbW1vbiIsIkNvbG9yIjp7IiRpZCI6Ijg0IiwiQSI6MjU1LCJSIjoyMDQsIkciOjIwNCwiQiI6MjA0fX0sIkxpbmVXZWlnaHQiOjEuMCwiTGluZVR5cGUiOjAsIlBhcmVudFN0eWxlIjpudWxsfSwiVmVydGljYWxDb25uZWN0b3JTdHlsZSI6eyIkaWQiOiI4NSIsIkxpbmVDb2xvciI6eyIkaWQiOiI4NiIsIiR0eXBlIjoiTkxSRS5Db21tb24uRG9tLlNvbGlkQ29sb3JCcnVzaCwgTkxSRS5Db21tb24iLCJDb2xvciI6eyIkaWQiOiI4NyIsIkEiOjI1NSwiUiI6MjA0LCJHIjoyMDQsIkIiOjIwNH1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g4IiwiTWFyZ2luIjp7IiRpZCI6Ijg5IiwiVG9wIjowLjAsIkxlZnQiOjQuMCwiUmlnaHQiOjQuMCwiQm90dG9tIjowLjB9LCJQYWRkaW5nIjp7IiRpZCI6IjkwIiwiVG9wIjowLjAsIkxlZnQiOjAuMCwiUmlnaHQiOjAuMCwiQm90dG9tIjowLjB9LCJCYWNrZ3JvdW5kIjp7IiRpZCI6IjkxIiwiQ29sb3IiOnsiJGlkIjoiOTIiLCJBIjoyNTUsIlIiOjgsIkciOjQ5LCJCIjo0Mn19LCJJc1Zpc2libGUiOnRydWUsIldpZHRoIjoyNDMuMCwiSGVpZ2h0IjoxMC4wLCJCb3JkZXJTdHlsZSI6eyIkaWQiOiI5MyIsIkxpbmVDb2xvciI6eyIkaWQiOiI5NCIsIiR0eXBlIjoiTkxSRS5Db21tb24uRG9tLlNvbGlkQ29sb3JCcnVzaCwgTkxSRS5Db21tb24iLCJDb2xvciI6eyIkaWQiOiI5NSIsIkEiOjI1NSwiUiI6MjU1LCJHIjowLCJCIjowfX0sIkxpbmVXZWlnaHQiOjAuMCwiTGluZVR5cGUiOjAsIlBhcmVudFN0eWxlIjpudWxsfSwiUGFyZW50U3R5bGUiOm51bGx9LCJUaXRsZVN0eWxlIjp7IiRpZCI6Ijk2IiwiRm9udFNldHRpbmdzIjp7IiRpZCI6Ijk3IiwiRm9udFNpemUiOjExLCJGb250TmFtZSI6IkNhbGlicmkiLCJJc0JvbGQiOnRydWUsIklzSXRhbGljIjpmYWxzZSwiSXNVbmRlcmxpbmVkIjpmYWxzZSwiUGFyZW50U3R5bGUiOm51bGx9LCJBdXRvU2l6ZSI6MCwiRm9yZWdyb3VuZCI6eyIkaWQiOiI5OCIsIkNvbG9yIjp7IiRpZCI6Ijk5IiwiQSI6MjU1LCJSIjowLCJHIjowLCJCIjowfX0sIk1heFdpZHRoIjo3MjAuMCwiTWF4SGVpZ2h0IjoiSW5maW5pdHkiLCJTbWFydEZvcmVncm91bmRJc0FjdGl2ZSI6ZmFsc2UsIkhvcml6b250YWxBbGlnbm1lbnQiOjAsIlZlcnRpY2FsQWxpZ25tZW50IjowLCJTbWFydEZvcmVncm91bmQiOm51bGwsIkJhY2tncm91bmRGaWxsVHlwZSI6MCwiTWFyZ2luIjp7IiRpZCI6IjEwMCIsIlRvcCI6MC4wLCJMZWZ0IjowLjAsIlJpZ2h0IjowLjAsIkJvdHRvbSI6MC4wfSwiUGFkZGluZyI6eyIkaWQiOiIxMDEiLCJUb3AiOjAuMCwiTGVmdCI6MC4wLCJSaWdodCI6MC4wLCJCb3R0b20iOjAuMH0sIkJhY2tncm91bmQiOnsiJGlkIjoiMTAyIiwiQ29sb3IiOnsiJGlkIjoiMTAzIiwiQSI6MCwiUiI6MCwiRyI6MCwiQiI6MH19LCJJc1Zpc2libGUiOnRydWUsIldpZHRoIjowLjAsIkhlaWdodCI6MC4wLCJCb3JkZXJTdHlsZSI6eyIkaWQiOiIxMDQiLCJMaW5lQ29sb3IiOm51bGwsIkxpbmVXZWlnaHQiOjAuMCwiTGluZVR5cGUiOjAsIlBhcmVudFN0eWxlIjpudWxsfSwiUGFyZW50U3R5bGUiOm51bGx9LCJEYXRlU3R5bGUiOnsiJGlkIjoiMTA1IiwiRm9udFNldHRpbmdzIjp7IiRpZCI6IjEwNiIsIkZvbnRTaXplIjoxMCwiRm9udE5hbWUiOiJDYWxpYnJpIiwiSXNCb2xkIjpmYWxzZSwiSXNJdGFsaWMiOmZhbHNlLCJJc1VuZGVybGluZWQiOmZhbHNlLCJQYXJlbnRTdHlsZSI6bnVsbH0sIkF1dG9TaXplIjowLCJGb3JlZ3JvdW5kIjp7IiRpZCI6IjEwNyIsIkNvbG9yIjp7IiRpZCI6IjEwOC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TA5IiwiVG9wIjowLjAsIkxlZnQiOjAuMCwiUmlnaHQiOjAuMCwiQm90dG9tIjowLjB9LCJQYWRkaW5nIjp7IiRpZCI6IjExMCIsIlRvcCI6MC4wLCJMZWZ0IjowLjAsIlJpZ2h0IjowLjAsIkJvdHRvbSI6MC4wfSwiQmFja2dyb3VuZCI6eyIkaWQiOiIxMTEiLCJDb2xvciI6eyIkaWQiOiIxMTIiLCJBIjowLCJSIjowLCJHIjowLCJCIjowfX0sIklzVmlzaWJsZSI6dHJ1ZSwiV2lkdGgiOjAuMCwiSGVpZ2h0IjowLjAsIkJvcmRlclN0eWxlIjp7IiRpZCI6IjExMyIsIkxpbmVDb2xvciI6bnVsbCwiTGluZVdlaWdodCI6MC4wLCJMaW5lVHlwZSI6MCwiUGFyZW50U3R5bGUiOm51bGx9LCJQYXJlbnRTdHlsZSI6bnVsbH0sIkRhdGVGb3JtYXQiOnsiJGlkIjoiMTE0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xMTUiLCJGb3JtYXQiOjAsIklzVmlzaWJsZSI6ZmFsc2UsIkxhc3RLbm93blZpc2liaWxpdHlTdGF0ZSI6ZmFsc2V9LCJJc1Zpc2libGUiOnRydWUsIlBhcmVudFN0eWxlIjpudWxsfSwiSW5kZXgiOjMsIlNtYXJ0RHVyYXRpb25BY3RpdmF0ZWQiOmZhbHNlLCJEYXRlRm9ybWF0Ijp7IiRyZWYiOiIxMTQifSwiV2Vla051bWJlcmluZyI6eyIkaWQiOiIxMTYiLCJGb3JtYXQiOjAsIklzVmlzaWJsZSI6ZmFsc2UsIkxhc3RLbm93blZpc2liaWxpdHlTdGF0ZSI6ZmFsc2V9LCJJZCI6ImY4YThlNjdjLWYyZDQtNGQ3Zi05ODY3LTE2MTYzOTFjZDA1YyIsIkltcG9ydElkIjpudWxsLCJUaXRsZSI6IlBoIElJIEZTUyAtIExTUyIsIk5vdGUiOm51bGwsIkh5cGVybGluayI6eyIkaWQiOiIxMTciLCJBZGRyZXNzIjpudWxsLCJTdWJBZGRyZXNzIjpudWxsfSwiSXNDaGFuZ2VkIjpmYWxzZSwiSXNOZXciOmZhbHNlfX1dLCJfbWlsZXN0b25lcyI6W10sIklkIjoiMDAwMDAwMDAtMDAwMC0wMDAwLTAwMDAtMDAwMDAwMDAwMDAwIiwiSXNTaW5nbGVJdGVtUm93Ijp0cnVlfSx7IiRpZCI6IjExOCIsIl90YXNrcyI6W10sIl9taWxlc3RvbmVzIjpbeyIkaWQiOiIxMTkiLCJJZCI6IjRmNDdmMWY4LTgxNzEtNDJhNy04NTEwLTUxODUyMmM0MzVkZiIsIkluZGV4Ijo0LCJHcm91cElkIjpudWxsLCJUaXRsZSI6ImtleSByZXN1bHRzIiwiRGF0ZVRpbWUiOiIyMDI3LTEyLTI3VDIzOjU5OjAwIiwiUGVyY2VudGFnZUNvbXBsZXRlIjpudWxsLCJOb3RlIjpudWxsLCJTdHlsZSI6eyIkaWQiOiIxMjAiLCJUaXRsZVBvc2l0aW9uIjoiTGVmdCIsIkRhdGVQb3NpdGlvbiI6IkxlZnQiLCJTaGFwZVR5cGUiOjIsIlNoYXBlU2l6ZSI6MSwiU2hhcGVTdHlsZSI6eyIkaWQiOiIxMjEiLCJNYXJnaW4iOnsiJHJlZiI6IjgifSwiUGFkZGluZyI6eyIkcmVmIjoiOSJ9LCJCYWNrZ3JvdW5kIjp7IiRpZCI6IjEyMiIsIkNvbG9yIjp7IiRpZCI6IjEyMyIsIkEiOjI1NSwiUiI6OCwiRyI6NDksIkIiOjQyfX0sIklzVmlzaWJsZSI6dHJ1ZSwiV2lkdGgiOjEzLjAsIkhlaWdodCI6MTMuMCwiQm9yZGVyU3R5bGUiOnsiJGlkIjoiMTI0IiwiTGluZUNvbG9yIjp7IiRyZWYiOiIxMyJ9LCJMaW5lV2VpZ2h0IjowLjAsIkxpbmVUeXBlIjowLCJQYXJlbnRTdHlsZSI6bnVsbH0sIlBhcmVudFN0eWxlIjpudWxsfSwiVGl0bGVTdHlsZSI6eyIkaWQiOiIxMjUiLCJGb250U2V0dGluZ3MiOnsiJGlkIjoiMTI2IiwiRm9udFNpemUiOjExLCJGb250TmFtZSI6IkNhbGlicmkiLCJJc0JvbGQiOnRydWUsIklzSXRhbGljIjpmYWxzZSwiSXNVbmRlcmxpbmVkIjpmYWxzZSwiUGFyZW50U3R5bGUiOm51bGx9LCJBdXRvU2l6ZSI6MCwiRm9yZWdyb3VuZCI6eyIkcmVmIjoiMTcifSwiTWF4V2lkdGgiOjIwMC4wLCJNYXhIZWlnaHQiOiJJbmZpbml0eSIsIlNtYXJ0Rm9yZWdyb3VuZElzQWN0aXZlIjpmYWxzZSwiSG9yaXpvbnRhbEFsaWdubWVudCI6MiwiVmVydGljYWxBbGlnbm1lbnQiOjAsIlNtYXJ0Rm9yZWdyb3VuZCI6bnVsbCwiQmFja2dyb3VuZEZpbGxUeXBlIjowLCJNYXJnaW4iOnsiJHJlZiI6IjE5In0sIlBhZGRpbmciOnsiJHJlZiI6IjIwIn0sIkJhY2tncm91bmQiOnsiJHJlZiI6IjIxIn0sIklzVmlzaWJsZSI6dHJ1ZSwiV2lkdGgiOjAuMCwiSGVpZ2h0IjowLjAsIkJvcmRlclN0eWxlIjpudWxsLCJQYXJlbnRTdHlsZSI6bnVsbH0sIkRhdGVTdHlsZSI6eyIkaWQiOiIxMjciLCJGb250U2V0dGluZ3MiOnsiJGlkIjoiMTI4IiwiRm9udFNpemUiOjEwLCJGb250TmFtZSI6IkNhbGlicmkiLCJJc0JvbGQiOmZhbHNlLCJJc0l0YWxpYyI6ZmFsc2UsIklzVW5kZXJsaW5lZCI6ZmFsc2UsIlBhcmVudFN0eWxlIjpudWxsfSwiQXV0b1NpemUiOjAsIkZvcmVncm91bmQiOnsiJHJlZiI6IjI1In0sIk1heFdpZHRoIjoyMDAuMCwiTWF4SGVpZ2h0IjoiSW5maW5pdHkiLCJTbWFydEZvcmVncm91bmRJc0FjdGl2ZSI6ZmFsc2UsIkhvcml6b250YWxBbGlnbm1lbnQiOjIsIlZlcnRpY2FsQWxpZ25tZW50IjowLCJTbWFydEZvcmVncm91bmQiOm51bGwsIkJhY2tncm91bmRGaWxsVHlwZSI6MCwiTWFyZ2luIjp7IiRyZWYiOiIyNyJ9LCJQYWRkaW5nIjp7IiRyZWYiOiIyOCJ9LCJCYWNrZ3JvdW5kIjp7IiRyZWYiOiIyOSJ9LCJJc1Zpc2libGUiOnRydWUsIldpZHRoIjowLjAsIkhlaWdodCI6MC4wLCJCb3JkZXJTdHlsZSI6bnVsbCwiUGFyZW50U3R5bGUiOm51bGx9LCJEYXRlRm9ybWF0Ijp7IiRpZCI6IjEyO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xMzAiLCJEYXRlUGFydElzVmlzaWJsZSI6dHJ1ZSwiVGltZVBhcnRJc1Zpc2libGUiOmZhbHNlfX0sIldlZWtOdW1iZXJpbmciOnsiJGlkIjoiMTMxIiwiRm9ybWF0IjowLCJJc1Zpc2libGUiOmZhbHNlLCJMYXN0S25vd25WaXNpYmlsaXR5U3RhdGUiOmZhbHNlfSwiSXNWaXNpYmxlIjp0cnVlLCJQYXJlbnRTdHlsZSI6bnVsbH0sIkh5cGVybGluayI6bnVsbCwiSW1wb3J0SWQiOiIifV0sIklkIjoiMDAwMDAwMDAtMDAwMC0wMDAwLTAwMDAtMDAwMDAwMDAwMDAwIiwiSXNTaW5nbGVJdGVtUm93Ijp0cnVlfV0sIkluZGV4IjowLCJJZCI6ImMyYzA3OGZjLWE4ZjYtNGZmNS04YjA1LThjMzJmOTJiMDhmYyIsIkhlYWRlclRleHQiOm51bGwsIklzRGVmYXVsdCI6dHJ1ZSwiU3R5bGUiOnsiJGlkIjoiMTMyIiwiSGVhZGVyU3R5bGUiOnsiJGlkIjoiMTMzIiwiVGV4dFN0eWxlIjp7IiRpZCI6IjEzNCIsIkZvbnRTZXR0aW5ncyI6eyIkaWQiOiIxMzUiLCJGb250U2l6ZSI6MTEsIkZvbnROYW1lIjoiQ2FsaWJyaSIsIklzQm9sZCI6ZmFsc2UsIklzSXRhbGljIjpmYWxzZSwiSXNVbmRlcmxpbmVkIjpmYWxzZSwiUGFyZW50U3R5bGUiOm51bGx9LCJBdXRvU2l6ZSI6MiwiRm9yZWdyb3VuZCI6eyIkaWQiOiIxMzYiLCJDb2xvciI6eyIkaWQiOiIxMzciLCJBIjoyNTUsIlIiOjAsIkciOjAsIkIiOjB9fSwiTWF4V2lkdGgiOiJJbmZpbml0eSIsIk1heEhlaWdodCI6MC4wLCJTbWFydEZvcmVncm91bmRJc0FjdGl2ZSI6ZmFsc2UsIkhvcml6b250YWxBbGlnbm1lbnQiOjAsIlZlcnRpY2FsQWxpZ25tZW50IjowLCJTbWFydEZvcmVncm91bmQiOm51bGwsIkJhY2tncm91bmRGaWxsVHlwZSI6MCwiTWFyZ2luIjp7IiRpZCI6IjEzOCIsIlRvcCI6MC4wLCJMZWZ0IjowLjAsIlJpZ2h0IjowLjAsIkJvdHRvbSI6MC4wfSwiUGFkZGluZyI6eyIkaWQiOiIxMzkiLCJUb3AiOjAuMCwiTGVmdCI6MC4wLCJSaWdodCI6MC4wLCJCb3R0b20iOjAuMH0sIkJhY2tncm91bmQiOm51bGwsIklzVmlzaWJsZSI6dHJ1ZSwiV2lkdGgiOjAuMCwiSGVpZ2h0IjowLjAsIkJvcmRlclN0eWxlIjpudWxsLCJQYXJlbnRTdHlsZSI6bnVsbH0sIlJlY3RhbmdsZVN0eWxlIjp7IiRpZCI6IjE0MCIsIk1hcmdpbiI6eyIkaWQiOiIxNDEiLCJUb3AiOjAuMCwiTGVmdCI6MC4wLCJSaWdodCI6MC4wLCJCb3R0b20iOjAuMH0sIlBhZGRpbmciOnsiJGlkIjoiMTQyIiwiVG9wIjowLjAsIkxlZnQiOjAuMCwiUmlnaHQiOjAuMCwiQm90dG9tIjowLjB9LCJCYWNrZ3JvdW5kIjp7IiRpZCI6IjE0MyIsIkNvbG9yIjp7IiRpZCI6IjE0NCIsIkEiOjYzLCJSIjoxOTcsIkciOjE5NSwiQiI6MjM4fX0sIklzVmlzaWJsZSI6dHJ1ZSwiV2lkdGgiOjAuMCwiSGVpZ2h0IjowLjAsIkJvcmRlclN0eWxlIjp7IiRpZCI6IjE0NSIsIkxpbmVDb2xvciI6eyIkaWQiOiIxNDYiLCIkdHlwZSI6Ik5MUkUuQ29tbW9uLkRvbS5Tb2xpZENvbG9yQnJ1c2gsIE5MUkUuQ29tbW9uIiwiQ29sb3IiOnsiJGlkIjoiMTQ3IiwiQSI6MjU1LCJSIjoyNTUsIkciOjAsIkIiOjB9fSwiTGluZVdlaWdodCI6MC4wLCJMaW5lVHlwZSI6MCwiUGFyZW50U3R5bGUiOm51bGx9LCJQYXJlbnRTdHlsZSI6bnVsbH0sIk1hcmdpbiI6eyIkaWQiOiIxNDgiLCJUb3AiOjAuMCwiTGVmdCI6MC4wLCJSaWdodCI6MC4wLCJCb3R0b20iOjAuMH0sIlBhZGRpbmciOnsiJGlkIjoiMTQ5IiwiVG9wIjowLjAsIkxlZnQiOjAuMCwiUmlnaHQiOjAuMCwiQm90dG9tIjowLjB9LCJCYWNrZ3JvdW5kIjpudWxsLCJJc1Zpc2libGUiOnRydWUsIldpZHRoIjowLjAsIkhlaWdodCI6MC4wLCJCb3JkZXJTdHlsZSI6bnVsbCwiUGFyZW50U3R5bGUiOm51bGx9LCJCYWNrZ3JvdW5kU3R5bGUiOnsiJGlkIjoiMTUwIiwiTWFyZ2luIjp7IiRpZCI6IjE1MSIsIlRvcCI6MC4wLCJMZWZ0IjowLjAsIlJpZ2h0IjowLjAsIkJvdHRvbSI6MC4wfSwiUGFkZGluZyI6eyIkaWQiOiIxNTIiLCJUb3AiOjAuMCwiTGVmdCI6MC4wLCJSaWdodCI6MC4wLCJCb3R0b20iOjAuMH0sIkJhY2tncm91bmQiOnsiJGlkIjoiMTUzIiwiQ29sb3IiOnsiJGlkIjoiMTU0IiwiQSI6NTEsIlIiOjE5NywiRyI6MTk1LCJCIjoyMzh9fSwiSXNWaXNpYmxlIjp0cnVlLCJXaWR0aCI6MC4wLCJIZWlnaHQiOjAuMCwiQm9yZGVyU3R5bGUiOnsiJGlkIjoiMTU1IiwiTGluZUNvbG9yIjp7IiRpZCI6IjE1NiIsIiR0eXBlIjoiTkxSRS5Db21tb24uRG9tLlNvbGlkQ29sb3JCcnVzaCwgTkxSRS5Db21tb24iLCJDb2xvciI6eyIkaWQiOiIxNTciLCJBIjoyNTUsIlIiOjI1NSwiRyI6MCwiQiI6MH19LCJMaW5lV2VpZ2h0IjowLjAsIkxpbmVUeXBlIjowLCJQYXJlbnRTdHlsZSI6bnVsbH0sIlBhcmVudFN0eWxlIjpudWxsfSwiTWFyZ2luIjp7IiRpZCI6IjE1OCIsIlRvcCI6MC4wLCJMZWZ0IjowLjAsIlJpZ2h0IjowLjAsIkJvdHRvbSI6MC4wfSwiUGFkZGluZyI6eyIkaWQiOiIxNTkiLCJUb3AiOjAuMCwiTGVmdCI6MC4wLCJSaWdodCI6MC4wLCJCb3R0b20iOjAuMH0sIklzVmlzaWJsZSI6ZmFsc2UsIldpZHRoIjowLjAsIkhlaWdodCI6MC4wLCJCb3JkZXJTdHlsZSI6bnVsbCwiUGFyZW50U3R5bGUiOm51bGx9fV0sIklkIjoiYjZhMGI0YWUtNzM0OS00MWRjLWIxOGEtMjViN2I4YjM1YWM0IiwiSW5kZXgiOjAsIkhlYWRlclRleHQiOiJHbG9iYWxccjE1MDctMDAwMlxyUGggSUkiLCJTdHlsZSI6eyIkaWQiOiIxNjAiLCJIZWFkZXJTdHlsZSI6eyIkaWQiOiIxNjEiLCJUZXh0SXNWZXJ0aWNhbCI6ZmFsc2UsIlRleHRTdHlsZSI6eyIkaWQiOiIxNjIiLCJGb250U2V0dGluZ3MiOnsiJGlkIjoiMTYzIiwiRm9udFNpemUiOjEyLCJGb250TmFtZSI6IkNhbGlicmkiLCJJc0JvbGQiOmZhbHNlLCJJc0l0YWxpYyI6ZmFsc2UsIklzVW5kZXJsaW5lZCI6ZmFsc2UsIlBhcmVudFN0eWxlIjpudWxsfSwiQXV0b1NpemUiOjIsIkZvcmVncm91bmQiOnsiJGlkIjoiMTY0IiwiQ29sb3IiOnsiJGlkIjoiMTY1IiwiQSI6MjU1LCJSIjoyNTUsIkciOjI1NSwiQiI6MjU1fX0sIk1heFdpZHRoIjoiSW5maW5pdHkiLCJNYXhIZWlnaHQiOjAuMCwiU21hcnRGb3JlZ3JvdW5kSXNBY3RpdmUiOmZhbHNlLCJIb3Jpem9udGFsQWxpZ25tZW50IjowLCJWZXJ0aWNhbEFsaWdubWVudCI6MCwiU21hcnRGb3JlZ3JvdW5kIjpudWxsLCJCYWNrZ3JvdW5kRmlsbFR5cGUiOjAsIk1hcmdpbiI6eyIkaWQiOiIxNjYiLCJUb3AiOjAuMCwiTGVmdCI6MC4wLCJSaWdodCI6MC4wLCJCb3R0b20iOjAuMH0sIlBhZGRpbmciOnsiJGlkIjoiMTY3IiwiVG9wIjowLjAsIkxlZnQiOjAuMCwiUmlnaHQiOjAuMCwiQm90dG9tIjowLjB9LCJCYWNrZ3JvdW5kIjpudWxsLCJJc1Zpc2libGUiOnRydWUsIldpZHRoIjowLjAsIkhlaWdodCI6MC4wLCJCb3JkZXJTdHlsZSI6bnVsbCwiUGFyZW50U3R5bGUiOm51bGx9LCJSZWN0YW5nbGVTdHlsZSI6eyIkaWQiOiIxNjgiLCJNYXJnaW4iOnsiJGlkIjoiMTY5IiwiVG9wIjowLjAsIkxlZnQiOjAuMCwiUmlnaHQiOjAuMCwiQm90dG9tIjowLjB9LCJQYWRkaW5nIjp7IiRpZCI6IjE3MCIsIlRvcCI6MC4wLCJMZWZ0IjowLjAsIlJpZ2h0IjowLjAsIkJvdHRvbSI6MC4wfSwiQmFja2dyb3VuZCI6eyIkaWQiOiIxNzEiLCJDb2xvciI6eyIkaWQiOiIxNzIiLCJBIjoyNTUsIlIiOjAsIkciOjIyOCwiQiI6MTI0fX0sIklzVmlzaWJsZSI6dHJ1ZSwiV2lkdGgiOjAuMCwiSGVpZ2h0IjowLjAsIkJvcmRlclN0eWxlIjp7IiRpZCI6IjE3MyIsIkxpbmVDb2xvciI6eyIkaWQiOiIxNzQiLCIkdHlwZSI6Ik5MUkUuQ29tbW9uLkRvbS5Tb2xpZENvbG9yQnJ1c2gsIE5MUkUuQ29tbW9uIiwiQ29sb3IiOnsiJGlkIjoiMTc1IiwiQSI6MjU1LCJSIjoyNTUsIkciOjI1NSwiQiI6MjU1fX0sIkxpbmVXZWlnaHQiOjAuMCwiTGluZVR5cGUiOjAsIlBhcmVudFN0eWxlIjpudWxsfSwiUGFyZW50U3R5bGUiOm51bGx9LCJNYXJnaW4iOnsiJGlkIjoiMTc2IiwiVG9wIjowLjAsIkxlZnQiOjAuMCwiUmlnaHQiOjAuMCwiQm90dG9tIjowLjB9LCJQYWRkaW5nIjp7IiRpZCI6IjE3NyIsIlRvcCI6MC4wLCJMZWZ0IjowLjAsIlJpZ2h0IjowLjAsIkJvdHRvbSI6MC4wfSwiQmFja2dyb3VuZCI6bnVsbCwiSXNWaXNpYmxlIjp0cnVlLCJXaWR0aCI6MC4wLCJIZWlnaHQiOjAuMCwiQm9yZGVyU3R5bGUiOm51bGwsIlBhcmVudFN0eWxlIjpudWxsfSwiQmFja2dyb3VuZFN0eWxlIjp7IiRpZCI6IjE3OCIsIk1hcmdpbiI6eyIkaWQiOiIxNzkiLCJUb3AiOjAuMCwiTGVmdCI6MC4wLCJSaWdodCI6MC4wLCJCb3R0b20iOjAuMH0sIlBhZGRpbmciOnsiJGlkIjoiMTgwIiwiVG9wIjowLjAsIkxlZnQiOjAuMCwiUmlnaHQiOjAuMCwiQm90dG9tIjowLjB9LCJCYWNrZ3JvdW5kIjp7IiRpZCI6IjE4MSIsIkNvbG9yIjp7IiRpZCI6IjE4MiIsIkEiOjUxLCJSIjoxOTcsIkciOjE5NSwiQiI6MjM4fX0sIklzVmlzaWJsZSI6dHJ1ZSwiV2lkdGgiOjAuMCwiSGVpZ2h0IjowLjAsIkJvcmRlclN0eWxlIjp7IiRpZCI6IjE4MyIsIkxpbmVDb2xvciI6eyIkaWQiOiIxODQiLCIkdHlwZSI6Ik5MUkUuQ29tbW9uLkRvbS5Tb2xpZENvbG9yQnJ1c2gsIE5MUkUuQ29tbW9uIiwiQ29sb3IiOnsiJGlkIjoiMTg1IiwiQSI6MjU1LCJSIjoyNTUsIkciOjAsIkIiOjB9fSwiTGluZVdlaWdodCI6MC4wLCJMaW5lVHlwZSI6MCwiUGFyZW50U3R5bGUiOm51bGx9LCJQYXJlbnRTdHlsZSI6bnVsbH0sIklzQWJvdmVUaW1lYmFuZCI6ZmFsc2UsIk1hcmdpbiI6eyIkaWQiOiIxODYiLCJUb3AiOjAuMCwiTGVmdCI6MC4wLCJSaWdodCI6MC4wLCJCb3R0b20iOjAuMH0sIlBhZGRpbmciOnsiJGlkIjoiMTg3IiwiVG9wIjowLjAsIkxlZnQiOjAuMCwiUmlnaHQiOjAuMCwiQm90dG9tIjowLjB9LCJJc1Zpc2libGUiOnRydWUsIldpZHRoIjowLjAsIkhlaWdodCI6MC4wLCJCb3JkZXJTdHlsZSI6eyIkaWQiOiIxODgiLCJMaW5lQ29sb3IiOm51bGwsIkxpbmVXZWlnaHQiOjAuMCwiTGluZVR5cGUiOjAsIlBhcmVudFN0eWxlIjpudWxsfSwiUGFyZW50U3R5bGUiOm51bGx9fSx7IiRpZCI6IjE4OSIsIl9hY3Rpdml0aWVzIjpbeyIkaWQiOiIxOTAiLCJfcm93cyI6W3siJGlkIjoiMTkxIiwiX3Rhc2tzIjpbeyIkaWQiOiIxOTIiLCJfYXR0YWNoZWRNaWxlc3RvbmVzIjpbXSwiVGFza0RlZmluaXRpb24iOnsiJGlkIjoiMTkzIiwiR3JvdXBOYW1lIjpudWxsLCJTdGFydERhdGUiOiIyMDI1LTExLTMwVDIzOjU5OjAwWiIsIkVuZERhdGUiOiIyMDI2LTAyLTI4VDIzOjU5OjAwWiIsIlBlcmNlbnRhZ2VDb21wbGV0ZSI6bnVsbCwiU3R5bGUiOnsiJGlkIjoiMTk0IiwiU2hhcGUiOjEsIlNoYXBlVGhpY2tuZXNzIjowLCJEdXJhdGlvbkZvcm1hdCI6MCwiSW5jbHVkZU5vbldvcmtpbmdEYXlzSW5EdXJhdGlvbiI6ZmFsc2UsIlBlcmNlbnRhZ2VDb21wbGV0ZVN0eWxlIjp7IiRpZCI6IjE5NSIsIkZvbnRTZXR0aW5ncyI6eyIkaWQiOiIxOTYiLCJGb250U2l6ZSI6MTAsIkZvbnROYW1lIjoiQ2FsaWJyaSIsIklzQm9sZCI6ZmFsc2UsIklzSXRhbGljIjpmYWxzZSwiSXNVbmRlcmxpbmVkIjpmYWxzZSwiUGFyZW50U3R5bGUiOm51bGx9LCJBdXRvU2l6ZSI6MCwiRm9yZWdyb3VuZCI6eyIkcmVmIjoiNjYifSwiTWF4V2lkdGgiOjIwMC4wLCJNYXhIZWlnaHQiOiJJbmZpbml0eSIsIlNtYXJ0Rm9yZWdyb3VuZElzQWN0aXZlIjpmYWxzZSwiSG9yaXpvbnRhbEFsaWdubWVudCI6MCwiVmVydGljYWxBbGlnbm1lbnQiOjAsIlNtYXJ0Rm9yZWdyb3VuZCI6bnVsbCwiQmFja2dyb3VuZEZpbGxUeXBlIjowLCJNYXJnaW4iOnsiJHJlZiI6IjY4In0sIlBhZGRpbmciOnsiJHJlZiI6IjY5In0sIkJhY2tncm91bmQiOnsiJHJlZiI6IjcwIn0sIklzVmlzaWJsZSI6dHJ1ZSwiV2lkdGgiOjAuMCwiSGVpZ2h0IjowLjAsIkJvcmRlclN0eWxlIjp7IiRpZCI6IjE5NyIsIkxpbmVDb2xvciI6bnVsbCwiTGluZVdlaWdodCI6MC4wLCJMaW5lVHlwZSI6MCwiUGFyZW50U3R5bGUiOm51bGx9LCJQYXJlbnRTdHlsZSI6bnVsbH0sIkR1cmF0aW9uU3R5bGUiOnsiJGlkIjoiMTk4IiwiRm9udFNldHRpbmdzIjp7IiRpZCI6IjE5OSIsIkZvbnRTaXplIjoxMCwiRm9udE5hbWUiOiJDYWxpYnJpIiwiSXNCb2xkIjpmYWxzZSwiSXNJdGFsaWMiOmZhbHNlLCJJc1VuZGVybGluZWQiOmZhbHNlLCJQYXJlbnRTdHlsZSI6bnVsbH0sIkF1dG9TaXplIjowLCJGb3JlZ3JvdW5kIjp7IiRyZWYiOiI3NSJ9LCJNYXhXaWR0aCI6MjAwLjAsIk1heEhlaWdodCI6IkluZmluaXR5IiwiU21hcnRGb3JlZ3JvdW5kSXNBY3RpdmUiOmZhbHNlLCJIb3Jpem9udGFsQWxpZ25tZW50IjowLCJWZXJ0aWNhbEFsaWdubWVudCI6MCwiU21hcnRGb3JlZ3JvdW5kIjpudWxsLCJCYWNrZ3JvdW5kRmlsbFR5cGUiOjAsIk1hcmdpbiI6eyIkcmVmIjoiNzcifSwiUGFkZGluZyI6eyIkcmVmIjoiNzgifSwiQmFja2dyb3VuZCI6eyIkcmVmIjoiNzkifSwiSXNWaXNpYmxlIjp0cnVlLCJXaWR0aCI6MC4wLCJIZWlnaHQiOjAuMCwiQm9yZGVyU3R5bGUiOnsiJGlkIjoiMjAwIiwiTGluZUNvbG9yIjpudWxsLCJMaW5lV2VpZ2h0IjowLjAsIkxpbmVUeXBlIjowLCJQYXJlbnRTdHlsZSI6bnVsbH0sIlBhcmVudFN0eWxlIjpudWxsfSwiSG9yaXpvbnRhbENvbm5lY3RvclN0eWxlIjp7IiRpZCI6IjIwMSIsIkxpbmVDb2xvciI6eyIkcmVmIjoiODMifSwiTGluZVdlaWdodCI6MS4wLCJMaW5lVHlwZSI6MCwiUGFyZW50U3R5bGUiOm51bGx9LCJWZXJ0aWNhbENvbm5lY3RvclN0eWxlIjp7IiRpZCI6IjIwMiIsIkxpbmVDb2xvciI6eyIkcmVmIjoiODY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yMDMiLCJNYXJnaW4iOnsiJHJlZiI6Ijg5In0sIlBhZGRpbmciOnsiJHJlZiI6IjkwIn0sIkJhY2tncm91bmQiOnsiJGlkIjoiMjA0IiwiQ29sb3IiOnsiJGlkIjoiMjA1IiwiQSI6MjU1LCJSIjowLCJHIjoyMjgsIkIiOjEyNH19LCJJc1Zpc2libGUiOnRydWUsIldpZHRoIjoxNTEuMCwiSGVpZ2h0IjoxMC4wLCJCb3JkZXJTdHlsZSI6eyIkaWQiOiIyMDYiLCJMaW5lQ29sb3IiOnsiJGlkIjoiMjA3IiwiJHR5cGUiOiJOTFJFLkNvbW1vbi5Eb20uU29saWRDb2xvckJydXNoLCBOTFJFLkNvbW1vbiIsIkNvbG9yIjp7IiRpZCI6IjIwOCIsIkEiOjI1NSwiUiI6MjU1LCJHIjoyNTUsIkIiOjI1NX19LCJMaW5lV2VpZ2h0IjowLjAsIkxpbmVUeXBlIjowLCJQYXJlbnRTdHlsZSI6bnVsbH0sIlBhcmVudFN0eWxlIjpudWxsfSwiVGl0bGVTdHlsZSI6eyIkaWQiOiIyMDkiLCJGb250U2V0dGluZ3MiOnsiJGlkIjoiMjEwIiwiRm9udFNpemUiOjExLCJGb250TmFtZSI6IkNhbGlicmkiLCJJc0JvbGQiOnRydWUsIklzSXRhbGljIjpmYWxzZSwiSXNVbmRlcmxpbmVkIjpmYWxzZSwiUGFyZW50U3R5bGUiOm51bGx9LCJBdXRvU2l6ZSI6MCwiRm9yZWdyb3VuZCI6eyIkcmVmIjoiOTgifSwiTWF4V2lkdGgiOjcyMC4wLCJNYXhIZWlnaHQiOiJJbmZpbml0eSIsIlNtYXJ0Rm9yZWdyb3VuZElzQWN0aXZlIjpmYWxzZSwiSG9yaXpvbnRhbEFsaWdubWVudCI6MCwiVmVydGljYWxBbGlnbm1lbnQiOjAsIlNtYXJ0Rm9yZWdyb3VuZCI6bnVsbCwiQmFja2dyb3VuZEZpbGxUeXBlIjowLCJNYXJnaW4iOnsiJHJlZiI6IjEwMCJ9LCJQYWRkaW5nIjp7IiRyZWYiOiIxMDEifSwiQmFja2dyb3VuZCI6eyIkcmVmIjoiMTAyIn0sIklzVmlzaWJsZSI6dHJ1ZSwiV2lkdGgiOjAuMCwiSGVpZ2h0IjowLjAsIkJvcmRlclN0eWxlIjp7IiRpZCI6IjIxMSIsIkxpbmVDb2xvciI6bnVsbCwiTGluZVdlaWdodCI6MC4wLCJMaW5lVHlwZSI6MCwiUGFyZW50U3R5bGUiOm51bGx9LCJQYXJlbnRTdHlsZSI6bnVsbH0sIkRhdGVTdHlsZSI6eyIkaWQiOiIyMTIiLCJGb250U2V0dGluZ3MiOnsiJGlkIjoiMjEzIiwiRm9udFNpemUiOjEwLCJGb250TmFtZSI6IkNhbGlicmkiLCJJc0JvbGQiOmZhbHNlLCJJc0l0YWxpYyI6ZmFsc2UsIklzVW5kZXJsaW5lZCI6ZmFsc2UsIlBhcmVudFN0eWxlIjpudWxsfSwiQXV0b1NpemUiOjAsIkZvcmVncm91bmQiOnsiJHJlZiI6IjEwNyJ9LCJNYXhXaWR0aCI6MjAwLjAsIk1heEhlaWdodCI6IkluZmluaXR5IiwiU21hcnRGb3JlZ3JvdW5kSXNBY3RpdmUiOmZhbHNlLCJIb3Jpem9udGFsQWxpZ25tZW50IjoyLCJWZXJ0aWNhbEFsaWdubWVudCI6MCwiU21hcnRGb3JlZ3JvdW5kIjpudWxsLCJCYWNrZ3JvdW5kRmlsbFR5cGUiOjAsIk1hcmdpbiI6eyIkcmVmIjoiMTA5In0sIlBhZGRpbmciOnsiJHJlZiI6IjExMCJ9LCJCYWNrZ3JvdW5kIjp7IiRyZWYiOiIxMTEifSwiSXNWaXNpYmxlIjp0cnVlLCJXaWR0aCI6MC4wLCJIZWlnaHQiOjAuMCwiQm9yZGVyU3R5bGUiOnsiJGlkIjoiMjE0IiwiTGluZUNvbG9yIjpudWxsLCJMaW5lV2VpZ2h0IjowLjAsIkxpbmVUeXBlIjowLCJQYXJlbnRTdHlsZSI6bnVsbH0sIlBhcmVudFN0eWxlIjpudWxsfSwiRGF0ZUZvcm1hdCI6eyIkaWQiOiIyMTU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IxNiIsIkZvcm1hdCI6MCwiSXNWaXNpYmxlIjpmYWxzZSwiTGFzdEtub3duVmlzaWJpbGl0eVN0YXRlIjpmYWxzZX0sIklzVmlzaWJsZSI6dHJ1ZSwiUGFyZW50U3R5bGUiOm51bGx9LCJJbmRleCI6MCwiU21hcnREdXJhdGlvbkFjdGl2YXRlZCI6ZmFsc2UsIkRhdGVGb3JtYXQiOnsiJHJlZiI6IjIxNSJ9LCJXZWVrTnVtYmVyaW5nIjp7IiRpZCI6IjIxNyIsIkZvcm1hdCI6MCwiSXNWaXNpYmxlIjpmYWxzZSwiTGFzdEtub3duVmlzaWJpbGl0eVN0YXRlIjpmYWxzZX0sIklkIjoiMWU1YmNmYjUtZjQ5OS00NGM0LTllZWItY2VhNjZiNjIwYTM3IiwiSW1wb3J0SWQiOm51bGwsIlRpdGxlIjoiUGggSUkgcHJlLUlORCBzdWIgLSBmZWVkYmFjayIsIk5vdGUiOm51bGwsIkh5cGVybGluayI6eyIkaWQiOiIyMTgiLCJBZGRyZXNzIjpudWxsLCJTdWJBZGRyZXNzIjpudWxsfSwiSXNDaGFuZ2VkIjpmYWxzZSwiSXNOZXciOmZhbHNlfX1dLCJfbWlsZXN0b25lcyI6W10sIklkIjoiMDAwMDAwMDAtMDAwMC0wMDAwLTAwMDAtMDAwMDAwMDAwMDAwIiwiSXNTaW5nbGVJdGVtUm93Ijp0cnVlfSx7IiRpZCI6IjIxOSIsIl90YXNrcyI6W3siJGlkIjoiMjIwIiwiX2F0dGFjaGVkTWlsZXN0b25lcyI6W10sIlRhc2tEZWZpbml0aW9uIjp7IiRpZCI6IjIyMSIsIkdyb3VwTmFtZSI6bnVsbCwiU3RhcnREYXRlIjoiMjAyNi0wMy0xM1QyMzo1OTowMFoiLCJFbmREYXRlIjoiMjAyNi0wNi0xMlQyMzo1OTowMFoiLCJQZXJjZW50YWdlQ29tcGxldGUiOm51bGwsIlN0eWxlIjp7IiRpZCI6IjIyMiIsIlNoYXBlIjoxLCJTaGFwZVRoaWNrbmVzcyI6MCwiRHVyYXRpb25Gb3JtYXQiOjAsIkluY2x1ZGVOb25Xb3JraW5nRGF5c0luRHVyYXRpb24iOmZhbHNlLCJQZXJjZW50YWdlQ29tcGxldGVTdHlsZSI6eyIkaWQiOiIyMjMiLCJGb250U2V0dGluZ3MiOnsiJGlkIjoiMjI0IiwiRm9udFNpemUiOjEwLCJGb250TmFtZSI6IkNhbGlicmkiLCJJc0JvbGQiOmZhbHNlLCJJc0l0YWxpYyI6ZmFsc2UsIklzVW5kZXJsaW5lZCI6ZmFsc2UsIlBhcmVudFN0eWxlIjpudWxsfSwiQXV0b1NpemUiOjAsIkZvcmVncm91bmQiOnsiJHJlZiI6IjY2In0sIk1heFdpZHRoIjoyMDAuMCwiTWF4SGVpZ2h0IjoiSW5maW5pdHkiLCJTbWFydEZvcmVncm91bmRJc0FjdGl2ZSI6ZmFsc2UsIkhvcml6b250YWxBbGlnbm1lbnQiOjAsIlZlcnRpY2FsQWxpZ25tZW50IjowLCJTbWFydEZvcmVncm91bmQiOm51bGwsIkJhY2tncm91bmRGaWxsVHlwZSI6MCwiTWFyZ2luIjp7IiRyZWYiOiI2OCJ9LCJQYWRkaW5nIjp7IiRyZWYiOiI2OSJ9LCJCYWNrZ3JvdW5kIjp7IiRyZWYiOiI3MCJ9LCJJc1Zpc2libGUiOnRydWUsIldpZHRoIjowLjAsIkhlaWdodCI6MC4wLCJCb3JkZXJTdHlsZSI6eyIkaWQiOiIyMjUiLCJMaW5lQ29sb3IiOm51bGwsIkxpbmVXZWlnaHQiOjAuMCwiTGluZVR5cGUiOjAsIlBhcmVudFN0eWxlIjpudWxsfSwiUGFyZW50U3R5bGUiOm51bGx9LCJEdXJhdGlvblN0eWxlIjp7IiRpZCI6IjIyNiIsIkZvbnRTZXR0aW5ncyI6eyIkaWQiOiIyMjciLCJGb250U2l6ZSI6MTAsIkZvbnROYW1lIjoiQ2FsaWJyaSIsIklzQm9sZCI6ZmFsc2UsIklzSXRhbGljIjpmYWxzZSwiSXNVbmRlcmxpbmVkIjpmYWxzZSwiUGFyZW50U3R5bGUiOm51bGx9LCJBdXRvU2l6ZSI6MCwiRm9yZWdyb3VuZCI6eyIkcmVmIjoiNzUifSwiTWF4V2lkdGgiOjIwMC4wLCJNYXhIZWlnaHQiOiJJbmZpbml0eSIsIlNtYXJ0Rm9yZWdyb3VuZElzQWN0aXZlIjpmYWxzZSwiSG9yaXpvbnRhbEFsaWdubWVudCI6MCwiVmVydGljYWxBbGlnbm1lbnQiOjAsIlNtYXJ0Rm9yZWdyb3VuZCI6bnVsbCwiQmFja2dyb3VuZEZpbGxUeXBlIjowLCJNYXJnaW4iOnsiJHJlZiI6Ijc3In0sIlBhZGRpbmciOnsiJHJlZiI6Ijc4In0sIkJhY2tncm91bmQiOnsiJHJlZiI6Ijc5In0sIklzVmlzaWJsZSI6dHJ1ZSwiV2lkdGgiOjAuMCwiSGVpZ2h0IjowLjAsIkJvcmRlclN0eWxlIjp7IiRpZCI6IjIyOCIsIkxpbmVDb2xvciI6bnVsbCwiTGluZVdlaWdodCI6MC4wLCJMaW5lVHlwZSI6MCwiUGFyZW50U3R5bGUiOm51bGx9LCJQYXJlbnRTdHlsZSI6bnVsbH0sIkhvcml6b250YWxDb25uZWN0b3JTdHlsZSI6eyIkaWQiOiIyMjkiLCJMaW5lQ29sb3IiOnsiJHJlZiI6IjgzIn0sIkxpbmVXZWlnaHQiOjEuMCwiTGluZVR5cGUiOjAsIlBhcmVudFN0eWxlIjpudWxsfSwiVmVydGljYWxDb25uZWN0b3JTdHlsZSI6eyIkaWQiOiIyMzAiLCJMaW5lQ29sb3IiOnsiJHJlZiI6Ijg2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MjMxIiwiTWFyZ2luIjp7IiRyZWYiOiI4OSJ9LCJQYWRkaW5nIjp7IiRyZWYiOiI5MCJ9LCJCYWNrZ3JvdW5kIjp7IiRpZCI6IjIzMiIsIkNvbG9yIjp7IiRpZCI6IjIzMyIsIkEiOjI1NSwiUiI6OCwiRyI6NDksIkIiOjQyfX0sIklzVmlzaWJsZSI6dHJ1ZSwiV2lkdGgiOjE1MS4wLCJIZWlnaHQiOjEwLjAsIkJvcmRlclN0eWxlIjp7IiRpZCI6IjIzNCIsIkxpbmVDb2xvciI6eyIkcmVmIjoiOTQifSwiTGluZVdlaWdodCI6MC4wLCJMaW5lVHlwZSI6MCwiUGFyZW50U3R5bGUiOm51bGx9LCJQYXJlbnRTdHlsZSI6bnVsbH0sIlRpdGxlU3R5bGUiOnsiJGlkIjoiMjM1IiwiRm9udFNldHRpbmdzIjp7IiRpZCI6IjIzNiIsIkZvbnRTaXplIjoxMSwiRm9udE5hbWUiOiJDYWxpYnJpIiwiSXNCb2xkIjp0cnVlLCJJc0l0YWxpYyI6ZmFsc2UsIklzVW5kZXJsaW5lZCI6ZmFsc2UsIlBhcmVudFN0eWxlIjpudWxsfSwiQXV0b1NpemUiOjAsIkZvcmVncm91bmQiOnsiJHJlZiI6Ijk4In0sIk1heFdpZHRoIjo3MjAuMCwiTWF4SGVpZ2h0IjoiSW5maW5pdHkiLCJTbWFydEZvcmVncm91bmRJc0FjdGl2ZSI6ZmFsc2UsIkhvcml6b250YWxBbGlnbm1lbnQiOjAsIlZlcnRpY2FsQWxpZ25tZW50IjowLCJTbWFydEZvcmVncm91bmQiOm51bGwsIkJhY2tncm91bmRGaWxsVHlwZSI6MCwiTWFyZ2luIjp7IiRyZWYiOiIxMDAifSwiUGFkZGluZyI6eyIkcmVmIjoiMTAxIn0sIkJhY2tncm91bmQiOnsiJHJlZiI6IjEwMiJ9LCJJc1Zpc2libGUiOnRydWUsIldpZHRoIjowLjAsIkhlaWdodCI6MC4wLCJCb3JkZXJTdHlsZSI6eyIkaWQiOiIyMzciLCJMaW5lQ29sb3IiOm51bGwsIkxpbmVXZWlnaHQiOjAuMCwiTGluZVR5cGUiOjAsIlBhcmVudFN0eWxlIjpudWxsfSwiUGFyZW50U3R5bGUiOm51bGx9LCJEYXRlU3R5bGUiOnsiJGlkIjoiMjM4IiwiRm9udFNldHRpbmdzIjp7IiRpZCI6IjIzOSIsIkZvbnRTaXplIjoxMCwiRm9udE5hbWUiOiJDYWxpYnJpIiwiSXNCb2xkIjpmYWxzZSwiSXNJdGFsaWMiOmZhbHNlLCJJc1VuZGVybGluZWQiOmZhbHNlLCJQYXJlbnRTdHlsZSI6bnVsbH0sIkF1dG9TaXplIjowLCJGb3JlZ3JvdW5kIjp7IiRyZWYiOiIxMDcifSwiTWF4V2lkdGgiOjIwMC4wLCJNYXhIZWlnaHQiOiJJbmZpbml0eSIsIlNtYXJ0Rm9yZWdyb3VuZElzQWN0aXZlIjpmYWxzZSwiSG9yaXpvbnRhbEFsaWdubWVudCI6MiwiVmVydGljYWxBbGlnbm1lbnQiOjAsIlNtYXJ0Rm9yZWdyb3VuZCI6bnVsbCwiQmFja2dyb3VuZEZpbGxUeXBlIjowLCJNYXJnaW4iOnsiJHJlZiI6IjEwOSJ9LCJQYWRkaW5nIjp7IiRyZWYiOiIxMTAifSwiQmFja2dyb3VuZCI6eyIkcmVmIjoiMTExIn0sIklzVmlzaWJsZSI6dHJ1ZSwiV2lkdGgiOjAuMCwiSGVpZ2h0IjowLjAsIkJvcmRlclN0eWxlIjp7IiRpZCI6IjI0MCIsIkxpbmVDb2xvciI6bnVsbCwiTGluZVdlaWdodCI6MC4wLCJMaW5lVHlwZSI6MCwiUGFyZW50U3R5bGUiOm51bGx9LCJQYXJlbnRTdHlsZSI6bnVsbH0sIkRhdGVGb3JtYXQiOnsiJGlkIjoiMjQx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NDIiLCJGb3JtYXQiOjAsIklzVmlzaWJsZSI6ZmFsc2UsIkxhc3RLbm93blZpc2liaWxpdHlTdGF0ZSI6ZmFsc2V9LCJJc1Zpc2libGUiOnRydWUsIlBhcmVudFN0eWxlIjpudWxsfSwiSW5kZXgiOjEsIlNtYXJ0RHVyYXRpb25BY3RpdmF0ZWQiOmZhbHNlLCJEYXRlRm9ybWF0Ijp7IiRyZWYiOiIyNDEifSwiV2Vla051bWJlcmluZyI6eyIkaWQiOiIyNDMiLCJGb3JtYXQiOjAsIklzVmlzaWJsZSI6ZmFsc2UsIkxhc3RLbm93blZpc2liaWxpdHlTdGF0ZSI6ZmFsc2V9LCJJZCI6ImFmM2U4MDc1LTRlZTgtNDM3NC04ODhkLTBmMjVmZDU0MmYwOCIsIkltcG9ydElkIjpudWxsLCJUaXRsZSI6IlBoIElJIENUQSBzdWIgLSBhcHAiLCJOb3RlIjpudWxsLCJIeXBlcmxpbmsiOnsiJGlkIjoiMjQ0IiwiQWRkcmVzcyI6bnVsbCwiU3ViQWRkcmVzcyI6bnVsbH0sIklzQ2hhbmdlZCI6ZmFsc2UsIklzTmV3IjpmYWxzZX19XSwiX21pbGVzdG9uZXMiOltdLCJJZCI6IjAwMDAwMDAwLTAwMDAtMDAwMC0wMDAwLTAwMDAwMDAwMDAwMCIsIklzU2luZ2xlSXRlbVJvdyI6dHJ1ZX0seyIkaWQiOiIyNDUiLCJfdGFza3MiOlt7IiRpZCI6IjI0NiIsIl9hdHRhY2hlZE1pbGVzdG9uZXMiOltdLCJUYXNrRGVmaW5pdGlvbiI6eyIkaWQiOiIyNDciLCJHcm91cE5hbWUiOm51bGwsIlN0YXJ0RGF0ZSI6IjIwMjYtMDktMTFUMjM6NTk6MDBaIiwiRW5kRGF0ZSI6IjIwMjYtMTEtMTdUMjM6NTk6MDBaIiwiUGVyY2VudGFnZUNvbXBsZXRlIjpudWxsLCJTdHlsZSI6eyIkaWQiOiIyNDgiLCJTaGFwZSI6MSwiU2hhcGVUaGlja25lc3MiOjAsIkR1cmF0aW9uRm9ybWF0IjowLCJJbmNsdWRlTm9uV29ya2luZ0RheXNJbkR1cmF0aW9uIjpmYWxzZSwiUGVyY2VudGFnZUNvbXBsZXRlU3R5bGUiOnsiJGlkIjoiMjQ5IiwiRm9udFNldHRpbmdzIjp7IiRpZCI6IjI1MCIsIkZvbnRTaXplIjoxMCwiRm9udE5hbWUiOiJDYWxpYnJpIiwiSXNCb2xkIjpmYWxzZSwiSXNJdGFsaWMiOmZhbHNlLCJJc1VuZGVybGluZWQiOmZhbHNlLCJQYXJlbnRTdHlsZSI6bnVsbH0sIkF1dG9TaXplIjowLCJGb3JlZ3JvdW5kIjp7IiRyZWYiOiI2NiJ9LCJNYXhXaWR0aCI6MjAwLjAsIk1heEhlaWdodCI6IkluZmluaXR5IiwiU21hcnRGb3JlZ3JvdW5kSXNBY3RpdmUiOmZhbHNlLCJIb3Jpem9udGFsQWxpZ25tZW50IjowLCJWZXJ0aWNhbEFsaWdubWVudCI6MCwiU21hcnRGb3JlZ3JvdW5kIjpudWxsLCJCYWNrZ3JvdW5kRmlsbFR5cGUiOjAsIk1hcmdpbiI6eyIkcmVmIjoiNjgifSwiUGFkZGluZyI6eyIkcmVmIjoiNjkifSwiQmFja2dyb3VuZCI6eyIkcmVmIjoiNzAifSwiSXNWaXNpYmxlIjp0cnVlLCJXaWR0aCI6MC4wLCJIZWlnaHQiOjAuMCwiQm9yZGVyU3R5bGUiOnsiJGlkIjoiMjUxIiwiTGluZUNvbG9yIjpudWxsLCJMaW5lV2VpZ2h0IjowLjAsIkxpbmVUeXBlIjowLCJQYXJlbnRTdHlsZSI6bnVsbH0sIlBhcmVudFN0eWxlIjpudWxsfSwiRHVyYXRpb25TdHlsZSI6eyIkaWQiOiIyNTIiLCJGb250U2V0dGluZ3MiOnsiJGlkIjoiMjUzIiwiRm9udFNpemUiOjEwLCJGb250TmFtZSI6IkNhbGlicmkiLCJJc0JvbGQiOmZhbHNlLCJJc0l0YWxpYyI6ZmFsc2UsIklzVW5kZXJsaW5lZCI6ZmFsc2UsIlBhcmVudFN0eWxlIjpudWxsfSwiQXV0b1NpemUiOjAsIkZvcmVncm91bmQiOnsiJHJlZiI6Ijc1In0sIk1heFdpZHRoIjoyMDAuMCwiTWF4SGVpZ2h0IjoiSW5maW5pdHkiLCJTbWFydEZvcmVncm91bmRJc0FjdGl2ZSI6ZmFsc2UsIkhvcml6b250YWxBbGlnbm1lbnQiOjAsIlZlcnRpY2FsQWxpZ25tZW50IjowLCJTbWFydEZvcmVncm91bmQiOm51bGwsIkJhY2tncm91bmRGaWxsVHlwZSI6MCwiTWFyZ2luIjp7IiRyZWYiOiI3NyJ9LCJQYWRkaW5nIjp7IiRyZWYiOiI3OCJ9LCJCYWNrZ3JvdW5kIjp7IiRyZWYiOiI3OSJ9LCJJc1Zpc2libGUiOnRydWUsIldpZHRoIjowLjAsIkhlaWdodCI6MC4wLCJCb3JkZXJTdHlsZSI6eyIkaWQiOiIyNTQiLCJMaW5lQ29sb3IiOm51bGwsIkxpbmVXZWlnaHQiOjAuMCwiTGluZVR5cGUiOjAsIlBhcmVudFN0eWxlIjpudWxsfSwiUGFyZW50U3R5bGUiOm51bGx9LCJIb3Jpem9udGFsQ29ubmVjdG9yU3R5bGUiOnsiJGlkIjoiMjU1IiwiTGluZUNvbG9yIjp7IiRyZWYiOiI4MyJ9LCJMaW5lV2VpZ2h0IjoxLjAsIkxpbmVUeXBlIjowLCJQYXJlbnRTdHlsZSI6bnVsbH0sIlZlcnRpY2FsQ29ubmVjdG9yU3R5bGUiOnsiJGlkIjoiMjU2IiwiTGluZUNvbG9yIjp7IiRyZWYiOiI4Ni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I1NyIsIk1hcmdpbiI6eyIkcmVmIjoiODkifSwiUGFkZGluZyI6eyIkcmVmIjoiOTAifSwiQmFja2dyb3VuZCI6eyIkaWQiOiIyNTgiLCJDb2xvciI6eyIkaWQiOiIyNTkiLCJBIjoyNTUsIlIiOjgsIkciOjQ5LCJCIjo0Mn19LCJJc1Zpc2libGUiOnRydWUsIldpZHRoIjoxMTMuMCwiSGVpZ2h0IjoxMC4wLCJCb3JkZXJTdHlsZSI6eyIkaWQiOiIyNjAiLCJMaW5lQ29sb3IiOnsiJHJlZiI6Ijk0In0sIkxpbmVXZWlnaHQiOjAuMCwiTGluZVR5cGUiOjAsIlBhcmVudFN0eWxlIjpudWxsfSwiUGFyZW50U3R5bGUiOm51bGx9LCJUaXRsZVN0eWxlIjp7IiRpZCI6IjI2MSIsIkZvbnRTZXR0aW5ncyI6eyIkaWQiOiIyNjIiLCJGb250U2l6ZSI6MTEsIkZvbnROYW1lIjoiQ2FsaWJyaSIsIklzQm9sZCI6dHJ1ZSwiSXNJdGFsaWMiOmZhbHNlLCJJc1VuZGVybGluZWQiOmZhbHNlLCJQYXJlbnRTdHlsZSI6bnVsbH0sIkF1dG9TaXplIjowLCJGb3JlZ3JvdW5kIjp7IiRyZWYiOiI5OCJ9LCJNYXhXaWR0aCI6NzIwLjAsIk1heEhlaWdodCI6IkluZmluaXR5IiwiU21hcnRGb3JlZ3JvdW5kSXNBY3RpdmUiOmZhbHNlLCJIb3Jpem9udGFsQWxpZ25tZW50IjowLCJWZXJ0aWNhbEFsaWdubWVudCI6MCwiU21hcnRGb3JlZ3JvdW5kIjpudWxsLCJCYWNrZ3JvdW5kRmlsbFR5cGUiOjAsIk1hcmdpbiI6eyIkcmVmIjoiMTAwIn0sIlBhZGRpbmciOnsiJHJlZiI6IjEwMSJ9LCJCYWNrZ3JvdW5kIjp7IiRyZWYiOiIxMDIifSwiSXNWaXNpYmxlIjp0cnVlLCJXaWR0aCI6MC4wLCJIZWlnaHQiOjAuMCwiQm9yZGVyU3R5bGUiOnsiJGlkIjoiMjYzIiwiTGluZUNvbG9yIjpudWxsLCJMaW5lV2VpZ2h0IjowLjAsIkxpbmVUeXBlIjowLCJQYXJlbnRTdHlsZSI6bnVsbH0sIlBhcmVudFN0eWxlIjpudWxsfSwiRGF0ZVN0eWxlIjp7IiRpZCI6IjI2NCIsIkZvbnRTZXR0aW5ncyI6eyIkaWQiOiIyNjUiLCJGb250U2l6ZSI6MTAsIkZvbnROYW1lIjoiQ2FsaWJyaSIsIklzQm9sZCI6ZmFsc2UsIklzSXRhbGljIjpmYWxzZSwiSXNVbmRlcmxpbmVkIjpmYWxzZSwiUGFyZW50U3R5bGUiOm51bGx9LCJBdXRvU2l6ZSI6MCwiRm9yZWdyb3VuZCI6eyIkcmVmIjoiMTA3In0sIk1heFdpZHRoIjoyMDAuMCwiTWF4SGVpZ2h0IjoiSW5maW5pdHkiLCJTbWFydEZvcmVncm91bmRJc0FjdGl2ZSI6ZmFsc2UsIkhvcml6b250YWxBbGlnbm1lbnQiOjIsIlZlcnRpY2FsQWxpZ25tZW50IjowLCJTbWFydEZvcmVncm91bmQiOm51bGwsIkJhY2tncm91bmRGaWxsVHlwZSI6MCwiTWFyZ2luIjp7IiRyZWYiOiIxMDkifSwiUGFkZGluZyI6eyIkcmVmIjoiMTEwIn0sIkJhY2tncm91bmQiOnsiJHJlZiI6IjExMSJ9LCJJc1Zpc2libGUiOnRydWUsIldpZHRoIjowLjAsIkhlaWdodCI6MC4wLCJCb3JkZXJTdHlsZSI6eyIkaWQiOiIyNjYiLCJMaW5lQ29sb3IiOm51bGwsIkxpbmVXZWlnaHQiOjAuMCwiTGluZVR5cGUiOjAsIlBhcmVudFN0eWxlIjpudWxsfSwiUGFyZW50U3R5bGUiOm51bGx9LCJEYXRlRm9ybWF0Ijp7IiRpZCI6IjI2Ny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jY4IiwiRm9ybWF0IjowLCJJc1Zpc2libGUiOmZhbHNlLCJMYXN0S25vd25WaXNpYmlsaXR5U3RhdGUiOmZhbHNlfSwiSXNWaXNpYmxlIjp0cnVlLCJQYXJlbnRTdHlsZSI6bnVsbH0sIkluZGV4IjoyLCJTbWFydER1cmF0aW9uQWN0aXZhdGVkIjpmYWxzZSwiRGF0ZUZvcm1hdCI6eyIkcmVmIjoiMjY3In0sIldlZWtOdW1iZXJpbmciOnsiJGlkIjoiMjY5IiwiRm9ybWF0IjowLCJJc1Zpc2libGUiOmZhbHNlLCJMYXN0S25vd25WaXNpYmlsaXR5U3RhdGUiOmZhbHNlfSwiSWQiOiIzZDhiMWRjYS1iNGY2LTQyYzgtYWRhZi00OTVmYzJmNGE5ZmQiLCJJbXBvcnRJZCI6bnVsbCwiVGl0bGUiOiJDaGluYSBmU0lWIC0gTFNTIiwiTm90ZSI6bnVsbCwiSHlwZXJsaW5rIjp7IiRpZCI6IjI3MCIsIkFkZHJlc3MiOm51bGwsIlN1YkFkZHJlc3MiOm51bGx9LCJJc0NoYW5nZWQiOmZhbHNlLCJJc05ldyI6ZmFsc2V9fV0sIl9taWxlc3RvbmVzIjpbXSwiSWQiOiIwMDAwMDAwMC0wMDAwLTAwMDAtMDAwMC0wMDAwMDAwMDAwMDAiLCJJc1NpbmdsZUl0ZW1Sb3ciOnRydWV9XSwiSW5kZXgiOjYsIklkIjoiNmVmMWY3ZWUtN2ViOC00ODM0LTk2NTMtMWZjMTU2MGQwNDU0IiwiSGVhZGVyVGV4dCI6bnVsbCwiSXNEZWZhdWx0Ijp0cnVlLCJTdHlsZSI6eyIkaWQiOiIyNzEiLCJIZWFkZXJTdHlsZSI6eyIkaWQiOiIyNzIiLCJUZXh0U3R5bGUiOnsiJGlkIjoiMjczIiwiRm9udFNldHRpbmdzIjp7IiRpZCI6IjI3NCIsIkZvbnRTaXplIjoxMSwiRm9udE5hbWUiOiJDYWxpYnJpIiwiSXNCb2xkIjpmYWxzZSwiSXNJdGFsaWMiOmZhbHNlLCJJc1VuZGVybGluZWQiOmZhbHNlLCJQYXJlbnRTdHlsZSI6bnVsbH0sIkF1dG9TaXplIjoyLCJGb3JlZ3JvdW5kIjp7IiRpZCI6IjI3NSIsIkNvbG9yIjp7IiRpZCI6IjI3NiIsIkEiOjI1NSwiUiI6MCwiRyI6MCwiQiI6MH19LCJNYXhXaWR0aCI6IkluZmluaXR5IiwiTWF4SGVpZ2h0IjoiSW5maW5pdHkiLCJTbWFydEZvcmVncm91bmRJc0FjdGl2ZSI6ZmFsc2UsIkhvcml6b250YWxBbGlnbm1lbnQiOjAsIlZlcnRpY2FsQWxpZ25tZW50IjowLCJTbWFydEZvcmVncm91bmQiOm51bGwsIkJhY2tncm91bmRGaWxsVHlwZSI6MCwiTWFyZ2luIjp7IiRpZCI6IjI3NyIsIlRvcCI6MC4wLCJMZWZ0IjowLjAsIlJpZ2h0IjowLjAsIkJvdHRvbSI6MC4wfSwiUGFkZGluZyI6eyIkaWQiOiIyNzgiLCJUb3AiOjAuMCwiTGVmdCI6MC4wLCJSaWdodCI6MC4wLCJCb3R0b20iOjAuMH0sIkJhY2tncm91bmQiOm51bGwsIklzVmlzaWJsZSI6dHJ1ZSwiV2lkdGgiOjAuMCwiSGVpZ2h0IjowLjAsIkJvcmRlclN0eWxlIjpudWxsLCJQYXJlbnRTdHlsZSI6bnVsbH0sIlJlY3RhbmdsZVN0eWxlIjp7IiRpZCI6IjI3OSIsIk1hcmdpbiI6eyIkaWQiOiIyODAiLCJUb3AiOjAuMCwiTGVmdCI6MC4wLCJSaWdodCI6MC4wLCJCb3R0b20iOjAuMH0sIlBhZGRpbmciOnsiJGlkIjoiMjgxIiwiVG9wIjowLjAsIkxlZnQiOjAuMCwiUmlnaHQiOjAuMCwiQm90dG9tIjowLjB9LCJCYWNrZ3JvdW5kIjp7IiRpZCI6IjI4MiIsIkNvbG9yIjp7IiRpZCI6IjI4MyIsIkEiOjYzLCJSIjoxOTcsIkciOjE5NSwiQiI6MjM4fX0sIklzVmlzaWJsZSI6dHJ1ZSwiV2lkdGgiOjAuMCwiSGVpZ2h0IjowLjAsIkJvcmRlclN0eWxlIjp7IiRpZCI6IjI4NCIsIkxpbmVDb2xvciI6eyIkaWQiOiIyODUiLCIkdHlwZSI6Ik5MUkUuQ29tbW9uLkRvbS5Tb2xpZENvbG9yQnJ1c2gsIE5MUkUuQ29tbW9uIiwiQ29sb3IiOnsiJGlkIjoiMjg2IiwiQSI6MjU1LCJSIjoyNTUsIkciOjAsIkIiOjB9fSwiTGluZVdlaWdodCI6MC4wLCJMaW5lVHlwZSI6MCwiUGFyZW50U3R5bGUiOm51bGx9LCJQYXJlbnRTdHlsZSI6bnVsbH0sIk1hcmdpbiI6eyIkaWQiOiIyODciLCJUb3AiOjAuMCwiTGVmdCI6MC4wLCJSaWdodCI6MC4wLCJCb3R0b20iOjAuMH0sIlBhZGRpbmciOnsiJGlkIjoiMjg4IiwiVG9wIjowLjAsIkxlZnQiOjAuMCwiUmlnaHQiOjAuMCwiQm90dG9tIjowLjB9LCJCYWNrZ3JvdW5kIjpudWxsLCJJc1Zpc2libGUiOnRydWUsIldpZHRoIjowLjAsIkhlaWdodCI6MC4wLCJCb3JkZXJTdHlsZSI6bnVsbCwiUGFyZW50U3R5bGUiOm51bGx9LCJCYWNrZ3JvdW5kU3R5bGUiOnsiJGlkIjoiMjg5IiwiTWFyZ2luIjp7IiRpZCI6IjI5MCIsIlRvcCI6MC4wLCJMZWZ0IjowLjAsIlJpZ2h0IjowLjAsIkJvdHRvbSI6MC4wfSwiUGFkZGluZyI6eyIkaWQiOiIyOTEiLCJUb3AiOjAuMCwiTGVmdCI6MC4wLCJSaWdodCI6MC4wLCJCb3R0b20iOjAuMH0sIkJhY2tncm91bmQiOnsiJGlkIjoiMjkyIiwiQ29sb3IiOnsiJGlkIjoiMjkzIiwiQSI6NTEsIlIiOjE5NywiRyI6MTk1LCJCIjoyMzh9fSwiSXNWaXNpYmxlIjp0cnVlLCJXaWR0aCI6MC4wLCJIZWlnaHQiOjAuMCwiQm9yZGVyU3R5bGUiOnsiJGlkIjoiMjk0IiwiTGluZUNvbG9yIjp7IiRpZCI6IjI5NSIsIiR0eXBlIjoiTkxSRS5Db21tb24uRG9tLlNvbGlkQ29sb3JCcnVzaCwgTkxSRS5Db21tb24iLCJDb2xvciI6eyIkaWQiOiIyOTYiLCJBIjoyNTUsIlIiOjI1NSwiRyI6MCwiQiI6MH19LCJMaW5lV2VpZ2h0IjowLjAsIkxpbmVUeXBlIjowLCJQYXJlbnRTdHlsZSI6bnVsbH0sIlBhcmVudFN0eWxlIjpudWxsfSwiTWFyZ2luIjp7IiRpZCI6IjI5NyIsIlRvcCI6MC4wLCJMZWZ0IjowLjAsIlJpZ2h0IjowLjAsIkJvdHRvbSI6MC4wfSwiUGFkZGluZyI6eyIkaWQiOiIyOTgiLCJUb3AiOjAuMCwiTGVmdCI6MC4wLCJSaWdodCI6MC4wLCJCb3R0b20iOjAuMH0sIklzVmlzaWJsZSI6ZmFsc2UsIldpZHRoIjowLjAsIkhlaWdodCI6MC4wLCJCb3JkZXJTdHlsZSI6bnVsbCwiUGFyZW50U3R5bGUiOm51bGx9fV0sIklkIjoiYjViMGRiYmYtMDNiNC00ZTc1LWEzZTgtNTE3YWJhOTkzMWYyIiwiSW5kZXgiOjEsIkhlYWRlclRleHQiOiJDaGluYVxyMTUwNy0wMDAyXHJQaCBJSSIsIlN0eWxlIjp7IiRpZCI6IjI5OSIsIkhlYWRlclN0eWxlIjp7IiRpZCI6IjMwMCIsIlRleHRJc1ZlcnRpY2FsIjpmYWxzZSwiVGV4dFN0eWxlIjp7IiRpZCI6IjMwMSIsIkZvbnRTZXR0aW5ncyI6eyIkaWQiOiIzMDIiLCJGb250U2l6ZSI6MTIsIkZvbnROYW1lIjoiQ2FsaWJyaSIsIklzQm9sZCI6ZmFsc2UsIklzSXRhbGljIjpmYWxzZSwiSXNVbmRlcmxpbmVkIjpmYWxzZSwiUGFyZW50U3R5bGUiOm51bGx9LCJBdXRvU2l6ZSI6MiwiRm9yZWdyb3VuZCI6eyIkcmVmIjoiMTY0In0sIk1heFdpZHRoIjoiSW5maW5pdHkiLCJNYXhIZWlnaHQiOjAuMCwiU21hcnRGb3JlZ3JvdW5kSXNBY3RpdmUiOmZhbHNlLCJIb3Jpem9udGFsQWxpZ25tZW50IjowLCJWZXJ0aWNhbEFsaWdubWVudCI6MCwiU21hcnRGb3JlZ3JvdW5kIjpudWxsLCJCYWNrZ3JvdW5kRmlsbFR5cGUiOjAsIk1hcmdpbiI6eyIkcmVmIjoiMTY2In0sIlBhZGRpbmciOnsiJHJlZiI6IjE2NyJ9LCJCYWNrZ3JvdW5kIjpudWxsLCJJc1Zpc2libGUiOnRydWUsIldpZHRoIjowLjAsIkhlaWdodCI6MC4wLCJCb3JkZXJTdHlsZSI6bnVsbCwiUGFyZW50U3R5bGUiOm51bGx9LCJSZWN0YW5nbGVTdHlsZSI6eyIkaWQiOiIzMDMiLCJNYXJnaW4iOnsiJGlkIjoiMzA0IiwiVG9wIjowLjAsIkxlZnQiOjAuMCwiUmlnaHQiOjAuMCwiQm90dG9tIjowLjB9LCJQYWRkaW5nIjp7IiRpZCI6IjMwNSIsIlRvcCI6MC4wLCJMZWZ0IjowLjAsIlJpZ2h0IjowLjAsIkJvdHRvbSI6MC4wfSwiQmFja2dyb3VuZCI6eyIkaWQiOiIzMDYiLCJDb2xvciI6eyIkaWQiOiIzMDciLCJBIjoyNTUsIlIiOjE5NywiRyI6MTk1LCJCIjoyMzh9fSwiSXNWaXNpYmxlIjp0cnVlLCJXaWR0aCI6MC4wLCJIZWlnaHQiOjAuMCwiQm9yZGVyU3R5bGUiOnsiJGlkIjoiMzA4IiwiTGluZUNvbG9yIjp7IiRpZCI6IjMwOSIsIiR0eXBlIjoiTkxSRS5Db21tb24uRG9tLlNvbGlkQ29sb3JCcnVzaCwgTkxSRS5Db21tb24iLCJDb2xvciI6eyIkaWQiOiIzMTAiLCJBIjoyNTUsIlIiOjI1NSwiRyI6MCwiQiI6MH19LCJMaW5lV2VpZ2h0IjowLjAsIkxpbmVUeXBlIjowLCJQYXJlbnRTdHlsZSI6bnVsbH0sIlBhcmVudFN0eWxlIjpudWxsfSwiTWFyZ2luIjp7IiRpZCI6IjMxMSIsIlRvcCI6MC4wLCJMZWZ0IjowLjAsIlJpZ2h0IjowLjAsIkJvdHRvbSI6MC4wfSwiUGFkZGluZyI6eyIkaWQiOiIzMTIiLCJUb3AiOjAuMCwiTGVmdCI6MC4wLCJSaWdodCI6MC4wLCJCb3R0b20iOjAuMH0sIkJhY2tncm91bmQiOm51bGwsIklzVmlzaWJsZSI6dHJ1ZSwiV2lkdGgiOjAuMCwiSGVpZ2h0IjowLjAsIkJvcmRlclN0eWxlIjpudWxsLCJQYXJlbnRTdHlsZSI6bnVsbH0sIkJhY2tncm91bmRTdHlsZSI6eyIkaWQiOiIzMTMiLCJNYXJnaW4iOnsiJGlkIjoiMzE0IiwiVG9wIjowLjAsIkxlZnQiOjAuMCwiUmlnaHQiOjAuMCwiQm90dG9tIjowLjB9LCJQYWRkaW5nIjp7IiRpZCI6IjMxNSIsIlRvcCI6MC4wLCJMZWZ0IjowLjAsIlJpZ2h0IjowLjAsIkJvdHRvbSI6MC4wfSwiQmFja2dyb3VuZCI6eyIkaWQiOiIzMTYiLCJDb2xvciI6eyIkaWQiOiIzMTciLCJBIjo1MSwiUiI6MTk3LCJHIjoxOTUsIkIiOjIzOH19LCJJc1Zpc2libGUiOnRydWUsIldpZHRoIjowLjAsIkhlaWdodCI6MC4wLCJCb3JkZXJTdHlsZSI6eyIkaWQiOiIzMTgiLCJMaW5lQ29sb3IiOnsiJGlkIjoiMzE5IiwiJHR5cGUiOiJOTFJFLkNvbW1vbi5Eb20uU29saWRDb2xvckJydXNoLCBOTFJFLkNvbW1vbiIsIkNvbG9yIjp7IiRpZCI6IjMyMCIsIkEiOjI1NSwiUiI6MjU1LCJHIjowLCJCIjowfX0sIkxpbmVXZWlnaHQiOjAuMCwiTGluZVR5cGUiOjAsIlBhcmVudFN0eWxlIjpudWxsfSwiUGFyZW50U3R5bGUiOm51bGx9LCJJc0Fib3ZlVGltZWJhbmQiOmZhbHNlLCJNYXJnaW4iOnsiJGlkIjoiMzIxIiwiVG9wIjowLjAsIkxlZnQiOjAuMCwiUmlnaHQiOjAuMCwiQm90dG9tIjowLjB9LCJQYWRkaW5nIjp7IiRpZCI6IjMyMiIsIlRvcCI6MC4wLCJMZWZ0IjowLjAsIlJpZ2h0IjowLjAsIkJvdHRvbSI6MC4wfSwiSXNWaXNpYmxlIjp0cnVlLCJXaWR0aCI6MC4wLCJIZWlnaHQiOjAuMCwiQm9yZGVyU3R5bGUiOnsiJGlkIjoiMzIzIiwiTGluZUNvbG9yIjpudWxsLCJMaW5lV2VpZ2h0IjowLjAsIkxpbmVUeXBlIjowLCJQYXJlbnRTdHlsZSI6bnVsbH0sIlBhcmVudFN0eWxlIjpudWxsfX1dLCJDdWx0dXJlSW5mb05hbWUiOiJlbi1VUyIsIlN0eWxlTmFtZSI6bnVsbCwiVmVyc2lvbiI6eyIkaWQiOiIzMjQiLCJWZXJzaW9uIjoiMy43LjMiLCJPcmlnaW5hbEFzc2VtYmx5VmVyc2lvbiI6IjcuMDAuMTYuMDAiLCJFZGl0aW9uIjpudWxsLCJMYXN0U2F2ZWRFZGl0aW9uIjowLCJJc1BsdXNFZGl0aW9uIjpmYWxzZSwiSXNQcm9FZGl0aW9uIjpmYWxzZX0sIkVmZmVjdCI6MSwiU3R5bGUiOnsiJGlkIjoiMzI1IiwiRGVmYXVsdERlcGVuZGVuY3lTdHlsZSI6eyIkaWQiOiIzMjYiLCJMaW5lU3R5bGUiOnsiJGlkIjoiMzI3IiwiTGluZUNvbG9yIjp7IiRpZCI6IjMyOCIsIiR0eXBlIjoiTkxSRS5Db21tb24uRG9tLlNvbGlkQ29sb3JCcnVzaCwgTkxSRS5Db21tb24iLCJDb2xvciI6eyIkaWQiOiIzMjkiLCJBIjoyNTUsIlIiOjAsIkciOjAsIkIiOjB9fSwiTGluZVdlaWdodCI6MS4wLCJMaW5lVHlwZSI6MCwiUGFyZW50U3R5bGUiOm51bGx9LCJFbmRBcnJvd2hlYWRMaW5lU3R5bGUiOnsiJGlkIjoiMzMwIiwiS2luZCI6MSwiV2lkdGgiOjEsIkxlbmd0aCI6MCwiUGFyZW50U3R5bGUiOm51bGx9LCJCcmluZ1RvRnJvbnQiOnRydWUsIkVsYm93UmFkaXVzIjowLjAsIk1hcmdpbiI6eyIkaWQiOiIzMzEiLCJUb3AiOjAuMCwiTGVmdCI6MC4wLCJSaWdodCI6MC4wLCJCb3R0b20iOjAuMH0sIlBhZGRpbmciOnsiJGlkIjoiMzMyIiwiVG9wIjowLjAsIkxlZnQiOjAuMCwiUmlnaHQiOjAuMCwiQm90dG9tIjowLjB9LCJCYWNrZ3JvdW5kIjpudWxsLCJJc1Zpc2libGUiOnRydWUsIldpZHRoIjowLjAsIkhlaWdodCI6MC4wLCJCb3JkZXJTdHlsZSI6bnVsbCwiUGFyZW50U3R5bGUiOm51bGx9LCJDcml0aWNhbFBhdGhTdHlsZSI6eyIkaWQiOiIzMzMiLCJDcml0aWNhbFBhdGhTdHlsZU9wdGlvbnMiOjE1LCJMaW5lU3R5bGUiOnsiJGlkIjoiMzM0IiwiTGluZUNvbG9yIjp7IiRpZCI6IjMzNSIsIiR0eXBlIjoiTkxSRS5Db21tb24uRG9tLlNvbGlkQ29sb3JCcnVzaCwgTkxSRS5Db21tb24iLCJDb2xvciI6eyIkaWQiOiIzMzYiLCJBIjoyNTUsIlIiOjIyMiwiRyI6NTAsIkIiOjUwfX0sIkxpbmVXZWlnaHQiOjEuMCwiTGluZVR5cGUiOjAsIlBhcmVudFN0eWxlIjpudWxsfSwiVGl0bGVGb3JlZ3JvdW5kIjp7IiRpZCI6IjMzNyIsIkNvbG9yIjp7IiRpZCI6IjMzOCIsIkEiOjI1NSwiUiI6MTc2LCJHIjoxOSwiQiI6MjV9fSwiU2hhcGVzQmFja2dyb3VuZCI6eyIkaWQiOiIzMzkiLCJDb2xvciI6eyIkaWQiOiIzNDAiLCJBIjoyNTUsIlIiOjI1MywiRyI6MjAzLCJCIjoyMDh9fSwiU2hhcGVzQm9yZGVyU3R5bGUiOnsiJGlkIjoiMzQxIiwiTGluZUNvbG9yIjp7IiRpZCI6IjM0MiIsIiR0eXBlIjoiTkxSRS5Db21tb24uRG9tLlNvbGlkQ29sb3JCcnVzaCwgTkxSRS5Db21tb24iLCJDb2xvciI6eyIkaWQiOiIzNDMiLCJBIjoyNTUsIlIiOjIyMiwiRyI6NTAsIkIiOjUwfX0sIkxpbmVXZWlnaHQiOjEuNSwiTGluZVR5cGUiOjAsIlBhcmVudFN0eWxlIjpudWxsfSwiTWFyZ2luIjp7IiRpZCI6IjM0NCIsIlRvcCI6MC4wLCJMZWZ0IjowLjAsIlJpZ2h0IjowLjAsIkJvdHRvbSI6MC4wfSwiUGFkZGluZyI6eyIkaWQiOiIzNDUiLCJUb3AiOjAuMCwiTGVmdCI6MC4wLCJSaWdodCI6MC4wLCJCb3R0b20iOjAuMH0sIkJhY2tncm91bmQiOm51bGwsIklzVmlzaWJsZSI6ZmFsc2UsIldpZHRoIjowLjAsIkhlaWdodCI6MC4wLCJCb3JkZXJTdHlsZSI6bnVsbCwiUGFyZW50U3R5bGUiOm51bGx9LCJUaW1lYmFuZFN0eWxlIjp7IiRpZCI6IjM0NiIsIlNjYWxlTWFya2luZyI6MSwiU2hhcGUiOjAsIlNoYXBlU3R5bGUiOnsiJGlkIjoiMzQ3IiwiTWFyZ2luIjp7IiRpZCI6IjM0OCIsIlRvcCI6MC4wLCJMZWZ0IjoxMC4wLCJSaWdodCI6MTAuMCwiQm90dG9tIjowLjB9LCJQYWRkaW5nIjp7IiRpZCI6IjM0OSIsIlRvcCI6My4wLCJMZWZ0IjowLjAsIlJpZ2h0IjowLjAsIkJvdHRvbSI6My4wfSwiQmFja2dyb3VuZCI6eyIkaWQiOiIzNTAiLCJDb2xvciI6eyIkaWQiOiIzNTEiLCJBIjoyNTUsIlIiOjY4LCJHIjo4NCwiQiI6MTA2fX0sIklzVmlzaWJsZSI6dHJ1ZSwiV2lkdGgiOjg1OC4wLCJIZWlnaHQiOjIwLjAsIkJvcmRlclN0eWxlIjp7IiRpZCI6IjM1MiIsIkxpbmVDb2xvciI6eyIkaWQiOiIzNTMiLCIkdHlwZSI6Ik5MUkUuQ29tbW9uLkRvbS5Tb2xpZENvbG9yQnJ1c2gsIE5MUkUuQ29tbW9uIiwiQ29sb3IiOnsiJGlkIjoiMzU0IiwiQSI6MjU1LCJSIjoyNTUsIkciOjAsIkIiOjB9fSwiTGluZVdlaWdodCI6MC4wLCJMaW5lVHlwZSI6MCwiUGFyZW50U3R5bGUiOm51bGx9LCJQYXJlbnRTdHlsZSI6bnVsbH0sIk1pZGRsZVRpZXJTaGFwZVN0eWxlIjp7IiRpZCI6IjM1NSIsIk1hcmdpbiI6eyIkaWQiOiIzNTYiLCJUb3AiOjAuMCwiTGVmdCI6MTAuMCwiUmlnaHQiOjEwLjAsIkJvdHRvbSI6MC4wfSwiUGFkZGluZyI6eyIkaWQiOiIzNTciLCJUb3AiOjMuMCwiTGVmdCI6MC4wLCJSaWdodCI6MC4wLCJCb3R0b20iOjMuMH0sIkJhY2tncm91bmQiOnsiJGlkIjoiMzU4IiwiQ29sb3IiOnsiJGlkIjoiMzU5IiwiQSI6MjU1LCJSIjo2OCwiRyI6ODQsIkIiOjEwNn19LCJJc1Zpc2libGUiOnRydWUsIldpZHRoIjo4NTguMCwiSGVpZ2h0IjoyMC4wLCJCb3JkZXJTdHlsZSI6eyIkaWQiOiIzNjAiLCJMaW5lQ29sb3IiOnsiJGlkIjoiMzYxIiwiJHR5cGUiOiJOTFJFLkNvbW1vbi5Eb20uU29saWRDb2xvckJydXNoLCBOTFJFLkNvbW1vbiIsIkNvbG9yIjp7IiRpZCI6IjM2MiIsIkEiOjI1NSwiUiI6MjU1LCJHIjowLCJCIjowfX0sIkxpbmVXZWlnaHQiOjAuMCwiTGluZVR5cGUiOjAsIlBhcmVudFN0eWxlIjpudWxsfSwiUGFyZW50U3R5bGUiOm51bGx9LCJCb3R0b21UaWVyU2hhcGVTdHlsZSI6eyIkaWQiOiIzNjMiLCJNYXJnaW4iOnsiJGlkIjoiMzY0IiwiVG9wIjowLjAsIkxlZnQiOjEwLjAsIlJpZ2h0IjoxMC4wLCJCb3R0b20iOjAuMH0sIlBhZGRpbmciOnsiJGlkIjoiMzY1IiwiVG9wIjozLjAsIkxlZnQiOjAuMCwiUmlnaHQiOjAuMCwiQm90dG9tIjozLjB9LCJCYWNrZ3JvdW5kIjp7IiRpZCI6IjM2NiIsIkNvbG9yIjp7IiRpZCI6IjM2NyIsIkEiOjI1NSwiUiI6NjgsIkciOjg0LCJCIjoxMDZ9fSwiSXNWaXNpYmxlIjp0cnVlLCJXaWR0aCI6ODU4LjAsIkhlaWdodCI6MjAuMCwiQm9yZGVyU3R5bGUiOnsiJGlkIjoiMzY4IiwiTGluZUNvbG9yIjp7IiRpZCI6IjM2OSIsIiR0eXBlIjoiTkxSRS5Db21tb24uRG9tLlNvbGlkQ29sb3JCcnVzaCwgTkxSRS5Db21tb24iLCJDb2xvciI6eyIkaWQiOiIzNzAiLCJBIjoyNTUsIlIiOjI1NSwiRyI6MCwiQiI6MH19LCJMaW5lV2VpZ2h0IjowLjAsIkxpbmVUeXBlIjowLCJQYXJlbnRTdHlsZSI6bnVsbH0sIlBhcmVudFN0eWxlIjpudWxsfSwiUmlnaHRFbmRDYXBzU3R5bGUiOnsiJGlkIjoiMzcxIiwiRm9udFNldHRpbmdzIjp7IiRpZCI6IjM3MiIsIkZvbnRTaXplIjoxOCwiRm9udE5hbWUiOiJDYWxpYnJpIiwiSXNCb2xkIjp0cnVlLCJJc0l0YWxpYyI6ZmFsc2UsIklzVW5kZXJsaW5lZCI6ZmFsc2UsIlBhcmVudFN0eWxlIjpudWxsfSwiQXV0b1NpemUiOjAsIkZvcmVncm91bmQiOnsiJGlkIjoiMzczIiwiQ29sb3IiOnsiJGlkIjoiMzc0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NzUiLCJUb3AiOjAuMCwiTGVmdCI6MC4wLCJSaWdodCI6MjAuMCwiQm90dG9tIjowLjB9LCJQYWRkaW5nIjp7IiRpZCI6IjM3NiIsIlRvcCI6MC4wLCJMZWZ0IjowLjAsIlJpZ2h0IjowLjAsIkJvdHRvbSI6MC4wfSwiQmFja2dyb3VuZCI6eyIkaWQiOiIzNzciLCJDb2xvciI6eyIkaWQiOiIzNzgiLCJBIjowLCJSIjowLCJHIjowLCJCIjowfX0sIklzVmlzaWJsZSI6dHJ1ZSwiV2lkdGgiOjAuMCwiSGVpZ2h0IjowLjAsIkJvcmRlclN0eWxlIjpudWxsLCJQYXJlbnRTdHlsZSI6bnVsbH0sIkxlZnRFbmRDYXBzU3R5bGUiOnsiJGlkIjoiMzc5IiwiRm9udFNldHRpbmdzIjp7IiRpZCI6IjM4MCIsIkZvbnRTaXplIjoxOCwiRm9udE5hbWUiOiJDYWxpYnJpIiwiSXNCb2xkIjp0cnVlLCJJc0l0YWxpYyI6ZmFsc2UsIklzVW5kZXJsaW5lZCI6ZmFsc2UsIlBhcmVudFN0eWxlIjpudWxsfSwiQXV0b1NpemUiOjAsIkZvcmVncm91bmQiOnsiJGlkIjoiMzgxIiwiQ29sb3IiOnsiJGlkIjoiMzgy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ODMiLCJUb3AiOjAuMCwiTGVmdCI6MzkuNTA2NjY2NjY2NjY2NjYxLCJSaWdodCI6MC4wLCJCb3R0b20iOjAuMH0sIlBhZGRpbmciOnsiJGlkIjoiMzg0IiwiVG9wIjowLjAsIkxlZnQiOjAuMCwiUmlnaHQiOjAuMCwiQm90dG9tIjowLjB9LCJCYWNrZ3JvdW5kIjp7IiRpZCI6IjM4NSIsIkNvbG9yIjp7IiRpZCI6IjM4NiIsIkEiOjAsIlIiOjAsIkciOjAsIkIiOjB9fSwiSXNWaXNpYmxlIjpmYWxzZSwiV2lkdGgiOjAuMCwiSGVpZ2h0IjowLjAsIkJvcmRlclN0eWxlIjpudWxsLCJQYXJlbnRTdHlsZSI6bnVsbH0sIlRvZGF5VGV4dFN0eWxlIjp7IiRpZCI6IjM4NyIsIkZvbnRTZXR0aW5ncyI6eyIkaWQiOiIzODgiLCJGb250U2l6ZSI6MTIsIkZvbnROYW1lIjoiQ2FsaWJyaSIsIklzQm9sZCI6ZmFsc2UsIklzSXRhbGljIjpmYWxzZSwiSXNVbmRlcmxpbmVkIjpmYWxzZSwiUGFyZW50U3R5bGUiOm51bGx9LCJBdXRvU2l6ZSI6MCwiRm9yZWdyb3VuZCI6eyIkaWQiOiIzODkiLCJDb2xvciI6eyIkaWQiOiIzOTAiLCJBIjoyNTUsIlIiOjAsIkciOjAsIkIiOjB9fSwiTWF4V2lkdGgiOjIwMC4wLCJNYXhIZWlnaHQiOiJJbmZpbml0eSIsIlNtYXJ0Rm9yZWdyb3VuZElzQWN0aXZlIjpmYWxzZSwiSG9yaXpvbnRhbEFsaWdubWVudCI6MCwiVmVydGljYWxBbGlnbm1lbnQiOjAsIlNtYXJ0Rm9yZWdyb3VuZCI6bnVsbCwiQmFja2dyb3VuZEZpbGxUeXBlIjowLCJNYXJnaW4iOnsiJGlkIjoiMzkxIiwiVG9wIjowLjAsIkxlZnQiOjAuMCwiUmlnaHQiOjAuMCwiQm90dG9tIjowLjB9LCJQYWRkaW5nIjp7IiRpZCI6IjM5MiIsIlRvcCI6MC4wLCJMZWZ0IjowLjAsIlJpZ2h0IjowLjAsIkJvdHRvbSI6MC4wfSwiQmFja2dyb3VuZCI6eyIkaWQiOiIzOTMiLCJDb2xvciI6eyIkaWQiOiIzOTQiLCJBIjowLCJSIjowLCJHIjowLCJCIjowfX0sIklzVmlzaWJsZSI6ZmFsc2UsIldpZHRoIjowLjAsIkhlaWdodCI6MC4wLCJCb3JkZXJTdHlsZSI6bnVsbCwiUGFyZW50U3R5bGUiOm51bGx9LCJUb2RheU1hcmtlclN0eWxlIjp7IiRpZCI6IjM5NSIsIk1hcmdpbiI6eyIkaWQiOiIzOTYiLCJUb3AiOjAuMCwiTGVmdCI6MC4wLCJSaWdodCI6MC4wLCJCb3R0b20iOjAuMH0sIlBhZGRpbmciOnsiJGlkIjoiMzk3IiwiVG9wIjowLjAsIkxlZnQiOjAuMCwiUmlnaHQiOjAuMCwiQm90dG9tIjowLjB9LCJCYWNrZ3JvdW5kIjp7IiRpZCI6IjM5OCIsIkNvbG9yIjp7IiRpZCI6IjM5OSIsIkEiOjI1NSwiUiI6MjU1LCJHIjowLCJCIjowfX0sIklzVmlzaWJsZSI6dHJ1ZSwiV2lkdGgiOjAuMCwiSGVpZ2h0IjowLjAsIkJvcmRlclN0eWxlIjpudWxsLCJQYXJlbnRTdHlsZSI6bnVsbH0sIlNjYWxlU3R5bGUiOnsiJGlkIjoiNDAwIiwiU2hhcGUiOjMsIlNob3dTZWdtZW50U2VwYXJhdG9ycyI6dHJ1ZSwiU2VnbWVudFNlcGFyYXRvck9wYWNpdHkiOjMwLCJIYXNCZWVuVmlzaWJsZUJlZm9yZSI6dHJ1ZSwiRm9udFNldHRpbmdzIjp7IiRpZCI6IjQwMSIsIkZvbnRTaXplIjoxMiwiRm9udE5hbWUiOiJDYWxpYnJpIiwiSXNCb2xkIjpmYWxzZSwiSXNJdGFsaWMiOmZhbHNlLCJJc1VuZGVybGluZWQiOmZhbHNlLCJQYXJlbnRTdHlsZSI6bnVsbH0sIkF1dG9TaXplIjowLCJGb3JlZ3JvdW5kIjp7IiRpZCI6IjQwMiIsIkNvbG9yIjp7IiRpZCI6IjQwMyIsIkEiOjI1NSwiUiI6MjU1LCJHIjoyNTUsIkIiOjI1NX19LCJNYXhXaWR0aCI6MjAwLjAsIk1heEhlaWdodCI6IkluZmluaXR5IiwiU21hcnRGb3JlZ3JvdW5kSXNBY3RpdmUiOmZhbHNlLCJIb3Jpem9udGFsQWxpZ25tZW50IjowLCJWZXJ0aWNhbEFsaWdubWVudCI6MSwiU21hcnRGb3JlZ3JvdW5kIjpudWxsLCJCYWNrZ3JvdW5kRmlsbFR5cGUiOjAsIk1hcmdpbiI6eyIkaWQiOiI0MDQiLCJUb3AiOjAuMCwiTGVmdCI6NS4wLCJSaWdodCI6MC4wLCJCb3R0b20iOjAuMH0sIlBhZGRpbmciOnsiJGlkIjoiNDA1IiwiVG9wIjowLjAsIkxlZnQiOjAuMCwiUmlnaHQiOjAuMCwiQm90dG9tIjowLjB9LCJCYWNrZ3JvdW5kIjp7IiRpZCI6IjQwNiIsIkNvbG9yIjp7IiRpZCI6IjQwNyIsIkEiOjAsIlIiOjAsIkciOjAsIkIiOjB9fSwiSXNWaXNpYmxlIjp0cnVlLCJXaWR0aCI6MC4wLCJIZWlnaHQiOjAuMCwiQm9yZGVyU3R5bGUiOm51bGwsIlBhcmVudFN0eWxlIjpudWxsfSwiU2luZ2xlU2NhbGVTaGFwZVN0eWxlIjp7IiRpZCI6IjQwOCIsIlNoYXBlIjowLCJIZWlnaHQiOjAuMH0sIk1pZGRsZVRpZXJTY2FsZVN0eWxlIjp7IiRpZCI6IjQwOSIsIlNoYXBlIjozLCJTaG93U2VnbWVudFNlcGFyYXRvcnMiOnRydWUsIlNlZ21lbnRTZXBhcmF0b3JPcGFjaXR5IjozMCwiSGFzQmVlblZpc2libGVCZWZvcmUiOmZhbHNlLCJGb250U2V0dGluZ3MiOnsiJGlkIjoiNDEwIiwiRm9udFNpemUiOjEyLCJGb250TmFtZSI6IkNhbGlicmkiLCJJc0JvbGQiOmZhbHNlLCJJc0l0YWxpYyI6ZmFsc2UsIklzVW5kZXJsaW5lZCI6ZmFsc2UsIlBhcmVudFN0eWxlIjpudWxsfSwiQXV0b1NpemUiOjAsIkZvcmVncm91bmQiOnsiJGlkIjoiNDExIiwiQ29sb3IiOnsiJGlkIjoiNDEyIiwiQSI6MjU1LCJSIjoyNTUsIkciOjI1NSwiQiI6MjU1fX0sIk1heFdpZHRoIjoyMDAuMCwiTWF4SGVpZ2h0IjoiSW5maW5pdHkiLCJTbWFydEZvcmVncm91bmRJc0FjdGl2ZSI6ZmFsc2UsIkhvcml6b250YWxBbGlnbm1lbnQiOjAsIlZlcnRpY2FsQWxpZ25tZW50IjoxLCJTbWFydEZvcmVncm91bmQiOm51bGwsIkJhY2tncm91bmRGaWxsVHlwZSI6MCwiTWFyZ2luIjp7IiRpZCI6IjQxMyIsIlRvcCI6MC4wLCJMZWZ0Ijo1LjAsIlJpZ2h0IjowLjAsIkJvdHRvbSI6MC4wfSwiUGFkZGluZyI6eyIkaWQiOiI0MTQiLCJUb3AiOjAuMCwiTGVmdCI6MC4wLCJSaWdodCI6MC4wLCJCb3R0b20iOjAuMH0sIkJhY2tncm91bmQiOnsiJGlkIjoiNDE1IiwiQ29sb3IiOnsiJGlkIjoiNDE2IiwiQSI6MCwiUiI6MCwiRyI6MCwiQiI6MH19LCJJc1Zpc2libGUiOmZhbHNlLCJXaWR0aCI6MC4wLCJIZWlnaHQiOjAuMCwiQm9yZGVyU3R5bGUiOm51bGwsIlBhcmVudFN0eWxlIjpudWxsfSwiQm90dG9tVGllclNjYWxlU3R5bGUiOnsiJGlkIjoiNDE3IiwiU2hhcGUiOjMsIlNob3dTZWdtZW50U2VwYXJhdG9ycyI6dHJ1ZSwiU2VnbWVudFNlcGFyYXRvck9wYWNpdHkiOjMwLCJIYXNCZWVuVmlzaWJsZUJlZm9yZSI6ZmFsc2UsIkZvbnRTZXR0aW5ncyI6eyIkaWQiOiI0MTgiLCJGb250U2l6ZSI6MTIsIkZvbnROYW1lIjoiQ2FsaWJyaSIsIklzQm9sZCI6ZmFsc2UsIklzSXRhbGljIjpmYWxzZSwiSXNVbmRlcmxpbmVkIjpmYWxzZSwiUGFyZW50U3R5bGUiOm51bGx9LCJBdXRvU2l6ZSI6MCwiRm9yZWdyb3VuZCI6eyIkaWQiOiI0MTkiLCJDb2xvciI6eyIkaWQiOiI0MjAiLCJBIjoyNTUsIlIiOjI1NSwiRyI6MjU1LCJCIjoyNTV9fSwiTWF4V2lkdGgiOjIwMC4wLCJNYXhIZWlnaHQiOiJJbmZpbml0eSIsIlNtYXJ0Rm9yZWdyb3VuZElzQWN0aXZlIjpmYWxzZSwiSG9yaXpvbnRhbEFsaWdubWVudCI6MCwiVmVydGljYWxBbGlnbm1lbnQiOjEsIlNtYXJ0Rm9yZWdyb3VuZCI6bnVsbCwiQmFja2dyb3VuZEZpbGxUeXBlIjowLCJNYXJnaW4iOnsiJGlkIjoiNDIxIiwiVG9wIjowLjAsIkxlZnQiOjUuMCwiUmlnaHQiOjAuMCwiQm90dG9tIjowLjB9LCJQYWRkaW5nIjp7IiRpZCI6IjQyMiIsIlRvcCI6MC4wLCJMZWZ0IjowLjAsIlJpZ2h0IjowLjAsIkJvdHRvbSI6MC4wfSwiQmFja2dyb3VuZCI6eyIkaWQiOiI0MjMiLCJDb2xvciI6eyIkaWQiOiI0MjQiLCJBIjowLCJSIjowLCJHIjowLCJCIjowfX0sIklzVmlzaWJsZSI6ZmFsc2UsIldpZHRoIjowLjAsIkhlaWdodCI6MC4wLCJCb3JkZXJTdHlsZSI6bnVsbCwiUGFyZW50U3R5bGUiOm51bGx9LCJFbGFwc2VkVGltZUJhY2tncm91bmQiOnsiJGlkIjoiNDI1IiwiQ29sb3IiOnsiJGlkIjoiNDI2IiwiQSI6MTkxLCJSIjoyNTUsIkciOjAsIkIiOjB9fSwiQXBwZW5kWWVhck9uWWVhckNoYW5nZSI6ZmFsc2UsIkVsYXBzZWRUaW1lRm9ybWF0IjoyLCJUb2RheU1hcmtlclBvc2l0aW9uIjoyLCJRdWlja1Bvc2l0aW9uIjozLCJBYnNvbHV0ZVBvc2l0aW9uIjo1NC42MDc1NiwiTWFyZ2luIjp7IiRpZCI6IjQyNyIsIlRvcCI6MC4wLCJMZWZ0IjoxMC4wLCJSaWdodCI6MTAuMCwiQm90dG9tIjowLjB9LCJQYWRkaW5nIjp7IiRpZCI6IjQyOCIsIlRvcCI6MC4wLCJMZWZ0IjowLjAsIlJpZ2h0IjowLjAsIkJvdHRvbSI6MC4wfSwiQmFja2dyb3VuZCI6eyIkaWQiOiI0MjkiLCJDb2xvciI6eyIkaWQiOiI0MzAiLCJBIjoyNTUsIlIiOjQ3LCJHIjo1NCwiQiI6MTUzfX0sIklzVmlzaWJsZSI6dHJ1ZSwiV2lkdGgiOjAuMCwiSGVpZ2h0IjowLjAsIkJvcmRlclN0eWxlIjpudWxsLCJQYXJlbnRTdHlsZSI6bnVsbH0sIkRlZmF1bHRNaWxlc3RvbmVTdHlsZSI6eyIkaWQiOiI0MzEiLCJTaGFwZSI6MiwiQ29ubmVjdG9yTWFyZ2luIjp7IiRpZCI6IjQzMiIsIlRvcCI6MC4wLCJMZWZ0IjoyLjAsIlJpZ2h0IjoyLjAsIkJvdHRvbSI6MC4wfSwiQ29ubmVjdG9yU3R5bGUiOnsiJGlkIjoiNDMzIiwiTGluZUNvbG9yIjp7IiRpZCI6IjQzNCIsIiR0eXBlIjoiTkxSRS5Db21tb24uRG9tLlNvbGlkQ29sb3JCcnVzaCwgTkxSRS5Db21tb24iLCJDb2xvciI6eyIkaWQiOiI0MzUiLCJBIjoxMjcsIlIiOjc5LCJHIjoxMjksIkIiOjE4OX19LCJMaW5lV2VpZ2h0IjoxLjAsIkxpbmVUeXBlIjowLCJQYXJlbnRTdHlsZSI6bnVsbH0sIklzQmVsb3dUaW1lYmFuZCI6ZmFsc2UsIlBvc2l0aW9uT25UYXNrIjowLCJIaWRlRGF0ZSI6ZmFsc2UsIlNoYXBlU2l6ZSI6MSwiU3BhY2luZyI6Mi4wLCJQYWRkaW5nIjp7IiRpZCI6IjQzNiIsIlRvcCI6Ny4wLCJMZWZ0IjozLjAsIlJpZ2h0IjowLjAsIkJvdHRvbSI6Mi4wfSwiU2hhcGVTdHlsZSI6eyIkaWQiOiI0MzciLCJNYXJnaW4iOnsiJHJlZiI6IjgifSwiUGFkZGluZyI6eyIkcmVmIjoiOSJ9LCJCYWNrZ3JvdW5kIjp7IiRpZCI6IjQzOCIsIkNvbG9yIjp7IiRpZCI6IjQzOSIsIkEiOjI1NSwiUiI6MCwiRyI6MTE0LCJCIjoxODh9fSwiSXNWaXNpYmxlIjp0cnVlLCJXaWR0aCI6MTMuMCwiSGVpZ2h0IjoxMy4wLCJCb3JkZXJTdHlsZSI6eyIkaWQiOiI0NDAiLCJMaW5lQ29sb3IiOnsiJHJlZiI6IjEzIn0sIkxpbmVXZWlnaHQiOjAuMCwiTGluZVR5cGUiOjAsIlBhcmVudFN0eWxlIjpudWxsfSwiUGFyZW50U3R5bGUiOm51bGx9LCJUaXRsZVN0eWxlIjp7IiRpZCI6IjQ0MSIsIkZvbnRTZXR0aW5ncyI6eyIkaWQiOiI0NDIiLCJGb250U2l6ZSI6MTEsIkZvbnROYW1lIjoiQ2FsaWJyaSIsIklzQm9sZCI6dHJ1ZSwiSXNJdGFsaWMiOmZhbHNlLCJJc1VuZGVybGluZWQiOmZhbHNlLCJQYXJlbnRTdHlsZSI6bnVsbH0sIkF1dG9TaXplIjowLCJGb3JlZ3JvdW5kIjp7IiRyZWYiOiIxNyJ9LCJNYXhXaWR0aCI6MjAwLjAsIk1heEhlaWdodCI6IkluZmluaXR5IiwiU21hcnRGb3JlZ3JvdW5kSXNBY3RpdmUiOmZhbHNlLCJIb3Jpem9udGFsQWxpZ25tZW50IjowLCJWZXJ0aWNhbEFsaWdubWVudCI6MCwiU21hcnRGb3JlZ3JvdW5kIjpudWxsLCJCYWNrZ3JvdW5kRmlsbFR5cGUiOjAsIk1hcmdpbiI6eyIkcmVmIjoiMTkifSwiUGFkZGluZyI6eyIkcmVmIjoiMjAifSwiQmFja2dyb3VuZCI6eyIkcmVmIjoiMjEifSwiSXNWaXNpYmxlIjp0cnVlLCJXaWR0aCI6MC4wLCJIZWlnaHQiOjAuMCwiQm9yZGVyU3R5bGUiOm51bGwsIlBhcmVudFN0eWxlIjpudWxsfSwiRGF0ZVN0eWxlIjp7IiRpZCI6IjQ0MyIsIkZvbnRTZXR0aW5ncyI6eyIkaWQiOiI0NDQiLCJGb250U2l6ZSI6MTAsIkZvbnROYW1lIjoiQ2FsaWJyaSIsIklzQm9sZCI6ZmFsc2UsIklzSXRhbGljIjpmYWxzZSwiSXNVbmRlcmxpbmVkIjpmYWxzZSwiUGFyZW50U3R5bGUiOm51bGx9LCJBdXRvU2l6ZSI6MCwiRm9yZWdyb3VuZCI6eyIkcmVmIjoiMjUifSwiTWF4V2lkdGgiOjIwMC4wLCJNYXhIZWlnaHQiOiJJbmZpbml0eSIsIlNtYXJ0Rm9yZWdyb3VuZElzQWN0aXZlIjpmYWxzZSwiSG9yaXpvbnRhbEFsaWdubWVudCI6MCwiVmVydGljYWxBbGlnbm1lbnQiOjAsIlNtYXJ0Rm9yZWdyb3VuZCI6bnVsbCwiQmFja2dyb3VuZEZpbGxUeXBlIjowLCJNYXJnaW4iOnsiJHJlZiI6IjI3In0sIlBhZGRpbmciOnsiJHJlZiI6IjI4In0sIkJhY2tncm91bmQiOnsiJHJlZiI6IjI5In0sIklzVmlzaWJsZSI6dHJ1ZSwiV2lkdGgiOjAuMCwiSGVpZ2h0IjowLjAsIkJvcmRlclN0eWxlIjpudWxsLCJQYXJlbnRTdHlsZSI6bnVsbH0sIkRhdGVGb3JtYXQiOnsiJHJlZiI6IjMxIn0sIldlZWtOdW1iZXJpbmciOnsiJGlkIjoiNDQ1IiwiRm9ybWF0IjowLCJJc1Zpc2libGUiOmZhbHNlLCJMYXN0S25vd25WaXNpYmlsaXR5U3RhdGUiOmZhbHNlfSwiSXNWaXNpYmxlIjp0cnVlLCJQYXJlbnRTdHlsZSI6bnVsbH0sIkRlZmF1bHRUYXNrU3R5bGUiOnsiJGlkIjoiNDQ2IiwiU2hhcGUiOjEsIlNoYXBlVGhpY2tuZXNzIjowLCJEdXJhdGlvbkZvcm1hdCI6MCwiSW5jbHVkZU5vbldvcmtpbmdEYXlzSW5EdXJhdGlvbiI6ZmFsc2UsIlBlcmNlbnRhZ2VDb21wbGV0ZVN0eWxlIjp7IiRpZCI6IjQ0NyIsIkZvbnRTZXR0aW5ncyI6eyIkaWQiOiI0NDgiLCJGb250U2l6ZSI6MTAsIkZvbnROYW1lIjoiQ2FsaWJyaSIsIklzQm9sZCI6ZmFsc2UsIklzSXRhbGljIjpmYWxzZSwiSXNVbmRlcmxpbmVkIjpmYWxzZSwiUGFyZW50U3R5bGUiOm51bGx9LCJBdXRvU2l6ZSI6MCwiRm9yZWdyb3VuZCI6eyIkcmVmIjoiNjYifSwiTWF4V2lkdGgiOjIwMC4wLCJNYXhIZWlnaHQiOiJJbmZpbml0eSIsIlNtYXJ0Rm9yZWdyb3VuZElzQWN0aXZlIjpmYWxzZSwiSG9yaXpvbnRhbEFsaWdubWVudCI6MCwiVmVydGljYWxBbGlnbm1lbnQiOjAsIlNtYXJ0Rm9yZWdyb3VuZCI6bnVsbCwiQmFja2dyb3VuZEZpbGxUeXBlIjowLCJNYXJnaW4iOnsiJHJlZiI6IjY4In0sIlBhZGRpbmciOnsiJHJlZiI6IjY5In0sIkJhY2tncm91bmQiOnsiJHJlZiI6IjcwIn0sIklzVmlzaWJsZSI6dHJ1ZSwiV2lkdGgiOjAuMCwiSGVpZ2h0IjowLjAsIkJvcmRlclN0eWxlIjpudWxsLCJQYXJlbnRTdHlsZSI6bnVsbH0sIkR1cmF0aW9uU3R5bGUiOnsiJGlkIjoiNDQ5IiwiRm9udFNldHRpbmdzIjp7IiRpZCI6IjQ1MCIsIkZvbnRTaXplIjoxMCwiRm9udE5hbWUiOiJDYWxpYnJpIiwiSXNCb2xkIjpmYWxzZSwiSXNJdGFsaWMiOmZhbHNlLCJJc1VuZGVybGluZWQiOmZhbHNlLCJQYXJlbnRTdHlsZSI6bnVsbH0sIkF1dG9TaXplIjowLCJGb3JlZ3JvdW5kIjp7IiRyZWYiOiI3NSJ9LCJNYXhXaWR0aCI6MjAwLjAsIk1heEhlaWdodCI6IkluZmluaXR5IiwiU21hcnRGb3JlZ3JvdW5kSXNBY3RpdmUiOmZhbHNlLCJIb3Jpem9udGFsQWxpZ25tZW50IjowLCJWZXJ0aWNhbEFsaWdubWVudCI6MCwiU21hcnRGb3JlZ3JvdW5kIjpudWxsLCJCYWNrZ3JvdW5kRmlsbFR5cGUiOjAsIk1hcmdpbiI6eyIkcmVmIjoiNzcifSwiUGFkZGluZyI6eyIkcmVmIjoiNzgifSwiQmFja2dyb3VuZCI6eyIkcmVmIjoiNzkifSwiSXNWaXNpYmxlIjp0cnVlLCJXaWR0aCI6MC4wLCJIZWlnaHQiOjAuMCwiQm9yZGVyU3R5bGUiOm51bGwsIlBhcmVudFN0eWxlIjpudWxsfSwiSG9yaXpvbnRhbENvbm5lY3RvclN0eWxlIjp7IiRpZCI6IjQ1MSIsIkxpbmVDb2xvciI6eyIkcmVmIjoiODMifSwiTGluZVdlaWdodCI6MS4wLCJMaW5lVHlwZSI6MCwiUGFyZW50U3R5bGUiOm51bGx9LCJWZXJ0aWNhbENvbm5lY3RvclN0eWxlIjp7IiRpZCI6IjQ1MiIsIkxpbmVDb2xvciI6eyIkcmVmIjoiODY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0NTMiLCJNYXJnaW4iOnsiJHJlZiI6Ijg5In0sIlBhZGRpbmciOnsiJHJlZiI6IjkwIn0sIkJhY2tncm91bmQiOnsiJGlkIjoiNDU0IiwiQ29sb3IiOnsiJGlkIjoiNDU1IiwiQSI6MjU1LCJSIjowLCJHIjoxMTQsIkIiOjE4OH19LCJJc1Zpc2libGUiOnRydWUsIldpZHRoIjowLjAsIkhlaWdodCI6MTAuMCwiQm9yZGVyU3R5bGUiOnsiJGlkIjoiNDU2IiwiTGluZUNvbG9yIjp7IiRyZWYiOiI5NCJ9LCJMaW5lV2VpZ2h0IjowLjAsIkxpbmVUeXBlIjowLCJQYXJlbnRTdHlsZSI6bnVsbH0sIlBhcmVudFN0eWxlIjpudWxsfSwiVGl0bGVTdHlsZSI6eyIkaWQiOiI0NTciLCJGb250U2V0dGluZ3MiOnsiJGlkIjoiNDU4IiwiRm9udFNpemUiOjExLCJGb250TmFtZSI6IkNhbGlicmkiLCJJc0JvbGQiOnRydWUsIklzSXRhbGljIjpmYWxzZSwiSXNVbmRlcmxpbmVkIjpmYWxzZSwiUGFyZW50U3R5bGUiOm51bGx9LCJBdXRvU2l6ZSI6MCwiRm9yZWdyb3VuZCI6eyIkcmVmIjoiOTgifSwiTWF4V2lkdGgiOjk2MC4wLCJNYXhIZWlnaHQiOiJJbmZpbml0eSIsIlNtYXJ0Rm9yZWdyb3VuZElzQWN0aXZlIjpmYWxzZSwiSG9yaXpvbnRhbEFsaWdubWVudCI6MCwiVmVydGljYWxBbGlnbm1lbnQiOjAsIlNtYXJ0Rm9yZWdyb3VuZCI6bnVsbCwiQmFja2dyb3VuZEZpbGxUeXBlIjowLCJNYXJnaW4iOnsiJHJlZiI6IjEwMCJ9LCJQYWRkaW5nIjp7IiRyZWYiOiIxMDEifSwiQmFja2dyb3VuZCI6eyIkcmVmIjoiMTAyIn0sIklzVmlzaWJsZSI6dHJ1ZSwiV2lkdGgiOjAuMCwiSGVpZ2h0IjowLjAsIkJvcmRlclN0eWxlIjpudWxsLCJQYXJlbnRTdHlsZSI6bnVsbH0sIkRhdGVTdHlsZSI6eyIkaWQiOiI0NTkiLCJGb250U2V0dGluZ3MiOnsiJGlkIjoiNDYwIiwiRm9udFNpemUiOjEwLCJGb250TmFtZSI6IkNhbGlicmkiLCJJc0JvbGQiOmZhbHNlLCJJc0l0YWxpYyI6ZmFsc2UsIklzVW5kZXJsaW5lZCI6ZmFsc2UsIlBhcmVudFN0eWxlIjpudWxsfSwiQXV0b1NpemUiOjAsIkZvcmVncm91bmQiOnsiJHJlZiI6IjEwNyJ9LCJNYXhXaWR0aCI6MjAwLjAsIk1heEhlaWdodCI6IkluZmluaXR5IiwiU21hcnRGb3JlZ3JvdW5kSXNBY3RpdmUiOmZhbHNlLCJIb3Jpem9udGFsQWxpZ25tZW50IjoyLCJWZXJ0aWNhbEFsaWdubWVudCI6MCwiU21hcnRGb3JlZ3JvdW5kIjpudWxsLCJCYWNrZ3JvdW5kRmlsbFR5cGUiOjAsIk1hcmdpbiI6eyIkcmVmIjoiMTA5In0sIlBhZGRpbmciOnsiJHJlZiI6IjExMCJ9LCJCYWNrZ3JvdW5kIjp7IiRyZWYiOiIxMTEifSwiSXNWaXNpYmxlIjp0cnVlLCJXaWR0aCI6MC4wLCJIZWlnaHQiOjAuMCwiQm9yZGVyU3R5bGUiOm51bGwsIlBhcmVudFN0eWxlIjpudWxsfSwiRGF0ZUZvcm1hdCI6eyIkaWQiOiI0NjE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Q2MiIsIkZvcm1hdCI6MCwiSXNWaXNpYmxlIjpmYWxzZSwiTGFzdEtub3duVmlzaWJpbGl0eVN0YXRlIjpmYWxzZX0sIklzVmlzaWJsZSI6dHJ1ZSwiUGFyZW50U3R5bGUiOm51bGwsIl9leHBsaWNpdGx5U2V0Ijp7IiRpZCI6IjQ2MyIsIlNoYXBlU3R5bGUiOmZhbHNlLCJUaXRsZVN0eWxlIjpmYWxzZSwiRGF0ZVN0eWxlIjpmYWxzZSwiSG9yaXpvbnRhbENvbm5lY3RvclN0eWxlIjpmYWxzZSwiVmVydGljYWxDb25uZWN0b3JTdHlsZSI6ZmFsc2UsIlBlcmNlbnRhZ2VDb21wbGV0ZVNoYXBlT3BhY2l0eSI6ZmFsc2UsIlNoYXBlIjpmYWxzZSwiU2hhcGVUaGlja25lc3MiOmZhbHNlLCJEdXJhdGlvbkZvcm1hdCI6ZmFsc2UsIkluY2x1ZGVOb25Xb3JraW5nRGF5c0luRHVyYXRpb24iOmZhbHNlLCJNYXJnaW4iOmZhbHNlLCJTdGFydERhdGVQb3NpdGlvbiI6ZmFsc2UsIkVuZERhdGVQb3NpdGlvbiI6ZmFsc2UsIlRpdGxlUG9zaXRpb24iOmZhbHNlLCJEdXJhdGlvblBvc2l0aW9uIjpmYWxzZSwiUGVyY2VudGFnZUNvbXBsZXRlZFBvc2l0aW9uIjpmYWxzZSwiU3BhY2luZyI6ZmFsc2UsIklzQmVsb3dUaW1lYmFuZCI6ZmFsc2UsIkRhdGVGb3JtYXQiOmZhbHNlLCJXZWVrTnVtYmVyaW5nIjpmYWxzZSwiSXNWaXNpYmxlIjpmYWxzZX19LCJHcmlkbGluZVBhbmVsU3R5bGUiOnsiJGlkIjoiNDY0IiwiR3JpZGxpbmVTdHlsZSI6eyIkaWQiOiI0NjUiLCJMaW5lQ29sb3IiOnsiJGlkIjoiNDY2IiwiJHR5cGUiOiJOTFJFLkNvbW1vbi5Eb20uU29saWRDb2xvckJydXNoLCBOTFJFLkNvbW1vbiIsIkNvbG9yIjp7IiRpZCI6IjQ2NyIsIkEiOjM4LCJSIjo5MSwiRyI6MTU1LCJCIjoyMTN9fSwiTGluZVdlaWdodCI6MS4wLCJMaW5lVHlwZSI6MCwiUGFyZW50U3R5bGUiOm51bGx9LCJNYXJnaW4iOnsiJGlkIjoiNDY4IiwiVG9wIjowLjAsIkxlZnQiOjAuMCwiUmlnaHQiOjAuMCwiQm90dG9tIjowLjB9LCJQYWRkaW5nIjp7IiRpZCI6IjQ2OSIsIlRvcCI6MC4wLCJMZWZ0IjowLjAsIlJpZ2h0IjowLjAsIkJvdHRvbSI6MC4wfSwiQmFja2dyb3VuZCI6bnVsbCwiSXNWaXNpYmxlIjp0cnVlLCJXaWR0aCI6MC4wLCJIZWlnaHQiOjAuMCwiQm9yZGVyU3R5bGUiOnsiJGlkIjoiNDcwIiwiTGluZUNvbG9yIjpudWxsLCJMaW5lV2VpZ2h0IjowLjAsIkxpbmVUeXBlIjowLCJQYXJlbnRTdHlsZSI6bnVsbH0sIlBhcmVudFN0eWxlIjpudWxsfSwiQWN0aXZpdHlMaW5lUGFuZWxTdHlsZSI6eyIkaWQiOiI0NzEiLCJBY3Rpdml0eUxpbmVTdHlsZSI6eyIkaWQiOiI0NzIiLCJMaW5lQ29sb3IiOnsiJGlkIjoiNDczIiwiJHR5cGUiOiJOTFJFLkNvbW1vbi5Eb20uU29saWRDb2xvckJydXNoLCBOTFJFLkNvbW1vbiIsIkNvbG9yIjp7IiRpZCI6IjQ3NCIsIkEiOjM4LCJSIjo2OCwiRyI6MTE0LCJCIjoxOTZ9fSwiTGluZVdlaWdodCI6MS4wLCJMaW5lVHlwZSI6MCwiUGFyZW50U3R5bGUiOm51bGx9LCJNYXJnaW4iOnsiJGlkIjoiNDc1IiwiVG9wIjowLjAsIkxlZnQiOjAuMCwiUmlnaHQiOjAuMCwiQm90dG9tIjowLjB9LCJQYWRkaW5nIjp7IiRpZCI6IjQ3NiIsIlRvcCI6MC4wLCJMZWZ0IjowLjAsIlJpZ2h0IjowLjAsIkJvdHRvbSI6MC4wfSwiQmFja2dyb3VuZCI6bnVsbCwiSXNWaXNpYmxlIjp0cnVlLCJXaWR0aCI6MC4wLCJIZWlnaHQiOjAuMCwiQm9yZGVyU3R5bGUiOnsiJGlkIjoiNDc3IiwiTGluZUNvbG9yIjpudWxsLCJMaW5lV2VpZ2h0IjowLjAsIkxpbmVUeXBlIjowLCJQYXJlbnRTdHlsZSI6bnVsbH0sIlBhcmVudFN0eWxlIjpudWxsfSwiU2hvd0VsYXBzZWRUaW1lR3JhZGllbnRTdHlsZSI6ZmFsc2UsIlRpbWViYW5kUmVzZXJ2ZWRMZWZ0QXJlYVN0eWxlIjp7IiRpZCI6IjQ3OCIsIkFjdGl2aXR5SGVhZGVyV2lkdGgiOjAuMCwiSXNTZXQiOmZhbHNlfSwiRGVmYXVsdFN3aW1sYW5lU3R5bGUiOm51bGx9LCJTY2FsZSI6bnVsbCwiU2NhbGVWMiI6eyIkaWQiOiI0NzkiLCJTdGFydERhdGUiOiIwMDAxLTAxLTAxVDAwOjAwOjAwIiwiRW5kRGF0ZSI6IjIwMzMtMDQtMDhUMjM6NTk6MDAiLCJBdXRvRGF0ZVJhbmdlIjp0cnVlLCJXb3JraW5nRGF5cyI6MzEsIkZpc2NhbFllYXIiOnsiJGlkIjoiNDgwIiwiU3RhcnRNb250aCI6MSwiVXNlU3RhcnRpbmdZZWFyRm9yTnVtYmVyaW5nIjp0cnVlLCJTaG93RmlzY2FsWWVhckxhYmVsIjp0cnVlfSwiVG9kYXlNYXJrZXJUZXh0IjoiVG9kYXkiLCJBdXRvU2NhbGVUeXBlIjpmYWxzZSwiVGltZWJhbmRTY2FsZXMiOnsiJGlkIjoiNDgxIiwiVG9wU2NhbGVMYXllciI6eyIkaWQiOiI0ODIiLCJGb3JtYXQiOiJNTU0iLCJUeXBlIjozfSwiTWlkZGxlU2NhbGVMYXllciI6eyIkaWQiOiI0ODMiLCJGb3JtYXQiOm51bGwsIlR5cGUiOjB9LCJCb3R0b21TY2FsZUxheWVyIjp7IiRpZCI6IjQ4NCIsIkZvcm1hdCI6bnVsbCwiVHlwZSI6MH19fSwiTWlsZXN0b25lcyI6W10sIlRhc2tzIjpbXSwiU3dpbWxhbmVzIjpbXSwiTXNQcm9qZWN0SXRlbXNUcmVlIjp7IiRpZCI6IjQ4NSIsIlJvb3QiOnsiSW1wb3J0SWQiOm51bGwsIklzSW1wb3J0ZWQiOmZhbHNlLCJDaGlsZHJlbiI6W119fSwiTWV0YWRhdGEiOnsiJGlkIjoiNDg2IiwiUmVjZW50Q29sb3JzQ29sbGVjdGlvbiI6IltdIiwiU291cmNlVGVtcGxhdGUiOiJ7XCIkaWRcIjpcIjFcIixcIklkXCI6XCJjYzI2Zjg2My0yN2NlLTQ4MGUtYTU4OS1iM2YxMmYyZDZlYjBcIixcIkN1bHR1cmVJbmZvTmFtZVwiOlwiZW4tVVNcIixcIlZlcnNpb25cIjp7XCIkaWRcIjpcIjJcIixcIlRlbXBsYXRlRG9tVmVyc2lvblwiOlwiMS4zLjFcIn0sXCJFZmZlY3RcIjoxLFwiU3R5bGVcIjp7XCIkaWRcIjpcIjNcIixcIlRpbWViYW5kU3R5bGVcIjp7XCIkaWRcIjpcIjRcIixcIlNjYWxlTWFya2luZ1wiOjEsXCJTaGFwZVwiOjEwLFwiU2hhcGVTdHlsZVwiOntcIiRpZFwiOlwiNVwiLFwiTWFyZ2luXCI6e1wiJGlkXCI6XCI2XCIsXCJUb3BcIjowLjAsXCJMZWZ0XCI6MTAuMCxcIlJpZ2h0XCI6MTAuMCxcIkJvdHRvbVwiOjAuMH0sXCJQYWRkaW5nXCI6e1wiJGlkXCI6XCI3XCIsXCJUb3BcIjozLjAsXCJMZWZ0XCI6MC4wLFwiUmlnaHRcIjowLjAsXCJCb3R0b21cIjozLjB9LFwiQmFja2dyb3VuZFwiOntcIiRpZFwiOlwiOFwiLFwiQ29sb3JcIjp7XCIkaWRcIjpcIjlcIixcIkFcIjoyNTUsXCJSXCI6NjgsXCJHXCI6ODQsXCJCXCI6MTA2fX0sXCJJc1Zpc2libGVcIjp0cnVlLFwiV2lkdGhcIjo4NTguMCxcIkhlaWdodFwiOjIwLjAsXCJCb3JkZXJTdHlsZVwiOntcIiRpZFwiOlwiMTBcIixcIkxpbmVDb2xvclwiOntcIiRpZFwiOlwiMTFcIixcIiR0eXBlXCI6XCJOTFJFLkNvbW1vbi5Eb20uU29saWRDb2xvckJydXNoLCBOTFJFLkNvbW1vblwiLFwiQ29sb3JcIjp7XCIkaWRcIjpcIjEyXCIsXCJBXCI6MjU1LFwiUlwiOjI1NSxcIkdcIjowLFwiQlwiOjB9fSxcIkxpbmVXZWlnaHRcIjowLjAsXCJMaW5lVHlwZVwiOjB9fSxcIk1pZGRsZVRpZXJTaGFwZVN0eWxlXCI6e1wiJGlkXCI6XCIxM1wiLFwiTWFyZ2luXCI6e1wiJGlkXCI6XCIxNFwiLFwiVG9wXCI6MC4wLFwiTGVmdFwiOjEwLjAsXCJSaWdodFwiOjEwLjAsXCJCb3R0b21cIjowLjB9LFwiUGFkZGluZ1wiOntcIiRpZFwiOlwiMTVcIixcIlRvcFwiOjMuMCxcIkxlZnRcIjowLjAsXCJSaWdodFwiOjAuMCxcIkJvdHRvbVwiOjMuMH0sXCJCYWNrZ3JvdW5kXCI6e1wiJGlkXCI6XCIxNlwiLFwiQ29sb3JcIjp7XCIkaWRcIjpcIjE3XCIsXCJBXCI6MjU1LFwiUlwiOjY4LFwiR1wiOjg0LFwiQlwiOjEwNn19LFwiSXNWaXNpYmxlXCI6dHJ1ZSxcIldpZHRoXCI6ODU4LjAsXCJIZWlnaHRcIjoyMC4wLFwiQm9yZGVyU3R5bGVcIjp7XCIkaWRcIjpcIjE4XCIsXCJMaW5lQ29sb3JcIjp7XCIkaWRcIjpcIjE5XCIsXCIkdHlwZVwiOlwiTkxSRS5Db21tb24uRG9tLlNvbGlkQ29sb3JCcnVzaCwgTkxSRS5Db21tb25cIixcIkNvbG9yXCI6e1wiJGlkXCI6XCIyMFwiLFwiQVwiOjI1NSxcIlJcIjoyNTUsXCJHXCI6MCxcIkJcIjowfX0sXCJMaW5lV2VpZ2h0XCI6MC4wLFwiTGluZVR5cGVcIjowfX0sXCJCb3R0b21UaWVyU2hhcGVTdHlsZVwiOntcIiRpZFwiOlwiMjFcIixcIk1hcmdpblwiOntcIiRpZFwiOlwiMjJcIixcIlRvcFwiOjAuMCxcIkxlZnRcIjoxMC4wLFwiUmlnaHRcIjoxMC4wLFwiQm90dG9tXCI6MC4wfSxcIlBhZGRpbmdcIjp7XCIkaWRcIjpcIjIzXCIsXCJUb3BcIjozLjAsXCJMZWZ0XCI6MC4wLFwiUmlnaHRcIjowLjAsXCJCb3R0b21cIjozLjB9LFwiQmFja2dyb3VuZFwiOntcIiRpZFwiOlwiMjRcIixcIkNvbG9yXCI6e1wiJGlkXCI6XCIyNVwiLFwiQVwiOjI1NSxcIlJcIjo2OCxcIkdcIjo4NCxcIkJcIjoxMDZ9fSxcIklzVmlzaWJsZVwiOnRydWUsXCJXaWR0aFwiOjg1OC4wLFwiSGVpZ2h0XCI6MjAuMCxcIkJvcmRlclN0eWxlXCI6e1wiJGlkXCI6XCIyNlwiLFwiTGluZUNvbG9yXCI6e1wiJGlkXCI6XCIyN1wiLFwiJHR5cGVcIjpcIk5MUkUuQ29tbW9uLkRvbS5Tb2xpZENvbG9yQnJ1c2gsIE5MUkUuQ29tbW9uXCIsXCJDb2xvclwiOntcIiRpZFwiOlwiMjhcIixcIkFcIjoyNTUsXCJSXCI6MjU1LFwiR1wiOjAsXCJCXCI6MH19LFwiTGluZVdlaWdodFwiOjAuMCxcIkxpbmVUeXBlXCI6MH19LFwiUmlnaHRFbmRDYXBzU3R5bGVcIjp7XCIkaWRcIjpcIjI5XCIsXCJGb250U2V0dGluZ3NcIjp7XCIkaWRcIjpcIjMwXCIsXCJGb250U2l6ZVwiOjE4LFwiRm9udE5hbWVcIjpcIkNhbGlicmlcIixcIklzQm9sZFwiOnRydWUsXCJJc0l0YWxpY1wiOmZhbHNlLFwiSXNVbmRlcmxpbmVkXCI6ZmFsc2V9LFwiQXV0b1NpemVcIjowLFwiRm9yZWdyb3VuZFwiOntcIiRpZFwiOlwiMzFcIixcIkNvbG9yXCI6e1wiJGlkXCI6XCIzMlwiLFwiQVwiOjI1NSxcIlJcIjoyMzcsXCJHXCI6MTI1LFwiQlwiOjQ5fX0sXCJCYWNrZ3JvdW5kRmlsbFR5cGVcIjowLFwiTWF4V2lkdGhcIjpcIkluZmluaXR5XCIsXCJNYXhIZWlnaHRcIjpcIkluZmluaXR5XCIsXCJTbWFydEZvcmVncm91bmRJc0FjdGl2ZVwiOmZhbHNlLFwiSG9yaXpvbnRhbEFsaWdubWVudFwiOjAsXCJWZXJ0aWNhbEFsaWdubWVudFwiOjAsXCJTbWFydEZvcmVncm91bmRcIjpudWxsLFwiTWFyZ2luXCI6e1wiJGlkXCI6XCIzM1wiLFwiVG9wXCI6MC4wLFwiTGVmdFwiOjAuMCxcIlJpZ2h0XCI6MjAuMCxcIkJvdHRvbVwiOjAuMH0sXCJQYWRkaW5nXCI6e1wiJGlkXCI6XCIzNFwiLFwiVG9wXCI6MC4wLFwiTGVmdFwiOjAuMCxcIlJpZ2h0XCI6MC4wLFwiQm90dG9tXCI6MC4wfSxcIkJhY2tncm91bmRcIjp7XCIkaWRcIjpcIjM1XCIsXCJDb2xvclwiOntcIiRpZFwiOlwiMzZcIixcIkFcIjowLFwiUlwiOjAsXCJHXCI6MCxcIkJcIjowfX0sXCJJc1Zpc2libGVcIjp0cnVlLFwiV2lkdGhcIjowLjAsXCJIZWlnaHRcIjowLjAsXCJCb3JkZXJTdHlsZVwiOm51bGx9LFwiTGVmdEVuZENhcHNTdHlsZVwiOntcIiRpZFwiOlwiMzdcIixcIkZvbnRTZXR0aW5nc1wiOntcIiRpZFwiOlwiMzhcIixcIkZvbnRTaXplXCI6MTgsXCJGb250TmFtZVwiOlwiQ2FsaWJyaVwiLFwiSXNCb2xkXCI6dHJ1ZSxcIklzSXRhbGljXCI6ZmFsc2UsXCJJc1VuZGVybGluZWRcIjpmYWxzZX0sXCJBdXRvU2l6ZVwiOjAsXCJGb3JlZ3JvdW5kXCI6e1wiJGlkXCI6XCIzOVwiLFwiQ29sb3JcIjp7XCIkaWRcIjpcIjQwXCIsXCJBXCI6MjU1LFwiUlwiOjIzNyxcIkdcIjoxMjUsXCJCXCI6NDl9fSxcIkJhY2tncm91bmRGaWxsVHlwZVwiOjAsXCJNYXhXaWR0aFwiOlwiSW5maW5pdHlcIixcIk1heEhlaWdodFwiOlwiSW5maW5pdHlcIixcIlNtYXJ0Rm9yZWdyb3VuZElzQWN0aXZlXCI6ZmFsc2UsXCJIb3Jpem9udGFsQWxpZ25tZW50XCI6MCxcIlZlcnRpY2FsQWxpZ25tZW50XCI6MCxcIlNtYXJ0Rm9yZWdyb3VuZFwiOm51bGwsXCJNYXJnaW5cIjp7XCIkaWRcIjpcIjQxXCIsXCJUb3BcIjowLjAsXCJMZWZ0XCI6MjAuMCxcIlJpZ2h0XCI6MC4wLFwiQm90dG9tXCI6MC4wfSxcIlBhZGRpbmdcIjp7XCIkaWRcIjpcIjQyXCIsXCJUb3BcIjowLjAsXCJMZWZ0XCI6MC4wLFwiUmlnaHRcIjowLjAsXCJCb3R0b21cIjowLjB9LFwiQmFja2dyb3VuZFwiOntcIiRpZFwiOlwiNDNcIixcIkNvbG9yXCI6e1wiJHJlZlwiOlwiMzZcIn19LFwiSXNWaXNpYmxlXCI6ZmFsc2UsXCJXaWR0aFwiOjAuMCxcIkhlaWdodFwiOjAuMCxcIkJvcmRlclN0eWxlXCI6bnVsbH0sXCJUb2RheVRleHRTdHlsZVwiOntcIiRpZFwiOlwiNDRcIixcIkZvbnRTZXR0aW5nc1wiOntcIiRpZFwiOlwiNDVcIixcIkZvbnRTaXplXCI6MTIsXCJGb250TmFtZVwiOlwiQ2FsaWJyaVwiLFwiSXNCb2xkXCI6ZmFsc2UsXCJJc0l0YWxpY1wiOmZhbHNlLFwiSXNVbmRlcmxpbmVkXCI6ZmFsc2V9LFwiQXV0b1NpemVcIjowLFwiRm9yZWdyb3VuZFwiOntcIiRpZFwiOlwiNDZcIixcIkNvbG9yXCI6e1wiJGlkXCI6XCI0N1wiLFwiQVwiOjI1NSxcIlJcIjowLFwiR1wiOjAsXCJCXCI6MH19LFwiQmFja2dyb3VuZEZpbGxUeXBlXCI6MCxcIk1heFdpZHRoXCI6MjAwLjAsXCJNYXhIZWlnaHRcIjpcIkluZmluaXR5XCIsXCJTbWFydEZvcmVncm91bmRJc0FjdGl2ZVwiOmZhbHNlLFwiSG9yaXpvbnRhbEFsaWdubWVudFwiOjAsXCJWZXJ0aWNhbEFsaWdubWVudFwiOjAsXCJTbWFydEZvcmVncm91bmRcIjpudWxsLFwiTWFyZ2luXCI6e1wiJGlkXCI6XCI0OFwiLFwiVG9wXCI6MC4wLFwiTGVmdFwiOjAuMCxcIlJpZ2h0XCI6MC4wLFwiQm90dG9tXCI6MC4wfSxcIlBhZGRpbmdcIjp7XCIkaWRcIjpcIjQ5XCIsXCJUb3BcIjowLjAsXCJMZWZ0XCI6MC4wLFwiUmlnaHRcIjowLjAsXCJCb3R0b21cIjowLjB9LFwiQmFja2dyb3VuZFwiOntcIiRpZFwiOlwiNTBcIixcIkNvbG9yXCI6e1wiJHJlZlwiOlwiMzZcIn19LFwiSXNWaXNpYmxlXCI6dHJ1ZSxcIldpZHRoXCI6MC4wLFwiSGVpZ2h0XCI6MC4wLFwiQm9yZGVyU3R5bGVcIjpudWxsfSxcIlRvZGF5TWFya2VyU3R5bGVcIjp7XCIkaWRcIjpcIjUxXCIsXCJNYXJnaW5cIjp7XCIkaWRcIjpcIjUyXCIsXCJUb3BcIjowLjAsXCJMZWZ0XCI6MC4wLFwiUmlnaHRcIjowLjAsXCJCb3R0b21cIjowLjB9LFwiUGFkZGluZ1wiOntcIiRpZFwiOlwiNTNcIixcIlRvcFwiOjAuMCxcIkxlZnRcIjowLjAsXCJSaWdodFwiOjAuMCxcIkJvdHRvbVwiOjAuMH0sXCJCYWNrZ3JvdW5kXCI6e1wiJGlkXCI6XCI1NFwiLFwiQ29sb3JcIjp7XCIkaWRcIjpcIjU1XCIsXCJBXCI6MjU1LFwiUlwiOjI1NSxcIkdcIjowLFwiQlwiOjB9fSxcIklzVmlzaWJsZVwiOnRydWUsXCJXaWR0aFwiOjAuMCxcIkhlaWdodFwiOjAuMCxcIkJvcmRlclN0eWxlXCI6bnVsbH0sXCJTY2FsZVN0eWxlXCI6e1wiJGlkXCI6XCI1NlwiLFwiU2hvd1NlZ21lbnRTZXBhcmF0b3JzXCI6dHJ1ZSxcIlNlZ21lbnRTZXBhcmF0b3JPcGFjaXR5XCI6MzAsXCJTaGFwZVwiOjMsXCJIYXNCZWVuVmlzaWJsZUJlZm9yZVwiOnRydWUsXCJGb250U2V0dGluZ3NcIjp7XCIkaWRcIjpcIjU3XCIsXCJGb250U2l6ZVwiOjEyLFwiRm9udE5hbWVcIjpcIkNhbGlicmlcIixcIklzQm9sZFwiOmZhbHNlLFwiSXNJdGFsaWNcIjpmYWxzZSxcIklzVW5kZXJsaW5lZFwiOmZhbHNlfSxcIkF1dG9TaXplXCI6MCxcIkZvcmVncm91bmRcIjp7XCIkaWRcIjpcIjU4XCIsXCJDb2xvclwiOntcIiRpZFwiOlwiNTl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jBcIixcIlRvcFwiOjAuMCxcIkxlZnRcIjo1LjAsXCJSaWdodFwiOjAuMCxcIkJvdHRvbVwiOjAuMH0sXCJQYWRkaW5nXCI6e1wiJGlkXCI6XCI2MVwiLFwiVG9wXCI6MC4wLFwiTGVmdFwiOjAuMCxcIlJpZ2h0XCI6MC4wLFwiQm90dG9tXCI6MC4wfSxcIkJhY2tncm91bmRcIjp7XCIkaWRcIjpcIjYyXCIsXCJDb2xvclwiOntcIiRyZWZcIjpcIjM2XCJ9fSxcIklzVmlzaWJsZVwiOnRydWUsXCJXaWR0aFwiOjAuMCxcIkhlaWdodFwiOjAuMCxcIkJvcmRlclN0eWxlXCI6bnVsbH0sXCJNaWRkbGVUaWVyU2NhbGVTdHlsZVwiOntcIiRpZFwiOlwiNjNcIixcIlNob3dTZWdtZW50U2VwYXJhdG9yc1wiOnRydWUsXCJTZWdtZW50U2VwYXJhdG9yT3BhY2l0eVwiOjMwLFwiU2hhcGVcIjozLFwiSGFzQmVlblZpc2libGVCZWZvcmVcIjpmYWxzZSxcIkZvbnRTZXR0aW5nc1wiOntcIiRpZFwiOlwiNjRcIixcIkZvbnRTaXplXCI6MTIsXCJGb250TmFtZVwiOlwiQ2FsaWJyaVwiLFwiSXNCb2xkXCI6ZmFsc2UsXCJJc0l0YWxpY1wiOmZhbHNlLFwiSXNVbmRlcmxpbmVkXCI6ZmFsc2V9LFwiQXV0b1NpemVcIjowLFwiRm9yZWdyb3VuZFwiOntcIiRpZFwiOlwiNjVcIixcIkNvbG9yXCI6e1wiJGlkXCI6XCI2Nl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2N1wiLFwiVG9wXCI6MC4wLFwiTGVmdFwiOjUuMCxcIlJpZ2h0XCI6MC4wLFwiQm90dG9tXCI6MC4wfSxcIlBhZGRpbmdcIjp7XCIkaWRcIjpcIjY4XCIsXCJUb3BcIjowLjAsXCJMZWZ0XCI6MC4wLFwiUmlnaHRcIjowLjAsXCJCb3R0b21cIjowLjB9LFwiQmFja2dyb3VuZFwiOntcIiRpZFwiOlwiNjlcIixcIkNvbG9yXCI6e1wiJGlkXCI6XCI3MFwiLFwiQVwiOjAsXCJSXCI6MCxcIkdcIjowLFwiQlwiOjB9fSxcIklzVmlzaWJsZVwiOmZhbHNlLFwiV2lkdGhcIjowLjAsXCJIZWlnaHRcIjowLjAsXCJCb3JkZXJTdHlsZVwiOm51bGx9LFwiQm90dG9tVGllclNjYWxlU3R5bGVcIjp7XCIkaWRcIjpcIjcxXCIsXCJTaG93U2VnbWVudFNlcGFyYXRvcnNcIjp0cnVlLFwiU2VnbWVudFNlcGFyYXRvck9wYWNpdHlcIjozMCxcIlNoYXBlXCI6MyxcIkhhc0JlZW5WaXNpYmxlQmVmb3JlXCI6ZmFsc2UsXCJGb250U2V0dGluZ3NcIjp7XCIkaWRcIjpcIjcyXCIsXCJGb250U2l6ZVwiOjEyLFwiRm9udE5hbWVcIjpcIkNhbGlicmlcIixcIklzQm9sZFwiOmZhbHNlLFwiSXNJdGFsaWNcIjpmYWxzZSxcIklzVW5kZXJsaW5lZFwiOmZhbHNlfSxcIkF1dG9TaXplXCI6MCxcIkZvcmVncm91bmRcIjp7XCIkaWRcIjpcIjczXCIsXCJDb2xvclwiOntcIiRpZFwiOlwiNzR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zVcIixcIlRvcFwiOjAuMCxcIkxlZnRcIjo1LjAsXCJSaWdodFwiOjAuMCxcIkJvdHRvbVwiOjAuMH0sXCJQYWRkaW5nXCI6e1wiJGlkXCI6XCI3NlwiLFwiVG9wXCI6MC4wLFwiTGVmdFwiOjAuMCxcIlJpZ2h0XCI6MC4wLFwiQm90dG9tXCI6MC4wfSxcIkJhY2tncm91bmRcIjp7XCIkaWRcIjpcIjc3XCIsXCJDb2xvclwiOntcIiRpZFwiOlwiNzhcIixcIkFcIjowLFwiUlwiOjAsXCJHXCI6MCxcIkJcIjowfX0sXCJJc1Zpc2libGVcIjpmYWxzZSxcIldpZHRoXCI6MC4wLFwiSGVpZ2h0XCI6MC4wLFwiQm9yZGVyU3R5bGVcIjpudWxsfSxcIlNpbmdsZVNjYWxlU2hhcGVTdHlsZVwiOm51bGwsXCJFbGFwc2VkVGltZUJhY2tncm91bmRcIjp7XCIkaWRcIjpcIjc5XCIsXCJDb2xvclwiOntcIiRpZFwiOlwiODBcIixcIkFcIjoxOTEsXCJSXCI6MjU1LFwiR1wiOjAsXCJCXCI6MH19LFwiQXBwZW5kWWVhck9uWWVhckNoYW5nZVwiOmZhbHNlLFwiRWxhcHNlZFRpbWVGb3JtYXRcIjoyLFwiVG9kYXlNYXJrZXJQb3NpdGlvblwiOjMsXCJRdWlja1Bvc2l0aW9uXCI6MixcIkFic29sdXRlUG9zaXRpb25cIjo0MDUuMCxcIk1hcmdpblwiOntcIiRpZFwiOlwiODFcIixcIlRvcFwiOjAuMCxcIkxlZnRcIjoxMC4wLFwiUmlnaHRcIjoxMC4wLFwiQm90dG9tXCI6MC4wfSxcIlBhZGRpbmdcIjp7XCIkaWRcIjpcIjgyXCIsXCJUb3BcIjowLjAsXCJMZWZ0XCI6MC4wLFwiUmlnaHRcIjowLjAsXCJCb3R0b21cIjowLjB9LFwiQmFja2dyb3VuZFwiOntcIiRpZFwiOlwiODNcIixcIkNvbG9yXCI6e1wiJGlkXCI6XCI4NFwiLFwiQVwiOjI1NSxcIlJcIjo0NyxcIkdcIjo1NCxcIkJcIjoxNTN9fSxcIklzVmlzaWJsZVwiOnRydWUsXCJXaWR0aFwiOjAuMCxcIkhlaWdodFwiOjAuMCxcIkJvcmRlclN0eWxlXCI6bnVsbH0sXCJEZWZhdWx0TWlsZXN0b25lU3R5bGVcIjp7XCIkaWRcIjpcIjg1XCIsXCJTaGFwZVwiOjIsXCJDb25uZWN0b3JNYXJnaW5cIjp7XCIkaWRcIjpcIjg2XCIsXCJUb3BcIjowLjAsXCJMZWZ0XCI6Mi4wLFwiUmlnaHRcIjoyLjAsXCJCb3R0b21cIjowLjB9LFwiQ29ubmVjdG9yU3R5bGVcIjp7XCIkaWRcIjpcIjg3XCIsXCJMaW5lQ29sb3JcIjp7XCIkaWRcIjpcIjg4XCIsXCIkdHlwZVwiOlwiTkxSRS5Db21tb24uRG9tLlNvbGlkQ29sb3JCcnVzaCwgTkxSRS5Db21tb25cIixcIkNvbG9yXCI6e1wiJGlkXCI6XCI4OVwiLFwiQVwiOjEyNyxcIlJcIjo3OSxcIkdcIjoxMjksXCJCXCI6MTg5fX0sXCJMaW5lV2VpZ2h0XCI6MS4wLFwiTGluZVR5cGVcIjowfSxcIklzQmVsb3dUaW1lYmFuZFwiOmZhbHNlLFwiSGlkZURhdGVcIjpmYWxzZSxcIlNoYXBlU2l6ZVwiOjEsXCJTcGFjaW5nXCI6Mi4wLFwiUGFkZGluZ1wiOntcIiRpZFwiOlwiOTBcIixcIlRvcFwiOjcuMCxcIkxlZnRcIjozLjAsXCJSaWdodFwiOjAuMCxcIkJvdHRvbVwiOjIuMH0sXCJQb3NpdGlvblwiOm51bGwsXCJQb3NpdGlvbk9uVGFza1wiOjAsXCJTaGFwZVN0eWxlXCI6e1wiJGlkXCI6XCI5MVwiLFwiTWFyZ2luXCI6e1wiJGlkXCI6XCI5MlwiLFwiVG9wXCI6MC4wLFwiTGVmdFwiOjAuMCxcIlJpZ2h0XCI6MC4wLFwiQm90dG9tXCI6MC4wfSxcIlBhZGRpbmdcIjp7XCIkaWRcIjpcIjkzXCIsXCJUb3BcIjowLjAsXCJMZWZ0XCI6MC4wLFwiUmlnaHRcIjowLjAsXCJCb3R0b21cIjowLjB9LFwiQmFja2dyb3VuZFwiOntcIiRpZFwiOlwiOTRcIixcIkNvbG9yXCI6e1wiJGlkXCI6XCI5NVwiLFwiQVwiOjI1NSxcIlJcIjowLFwiR1wiOjExNCxcIkJcIjoxODh9fSxcIklzVmlzaWJsZVwiOnRydWUsXCJXaWR0aFwiOjEzLjAsXCJIZWlnaHRcIjoxMy4wLFwiQm9yZGVyU3R5bGVcIjp7XCIkaWRcIjpcIjk2XCIsXCJMaW5lQ29sb3JcIjp7XCIkaWRcIjpcIjk3XCIsXCIkdHlwZVwiOlwiTkxSRS5Db21tb24uRG9tLlNvbGlkQ29sb3JCcnVzaCwgTkxSRS5Db21tb25cIixcIkNvbG9yXCI6e1wiJGlkXCI6XCI5OFwiLFwiQVwiOjI1NSxcIlJcIjoyNTUsXCJHXCI6MCxcIkJcIjowfX0sXCJMaW5lV2VpZ2h0XCI6MC4wLFwiTGluZVR5cGVcIjowfX0sXCJUaXRsZVN0eWxlXCI6e1wiJGlkXCI6XCI5OVwiLFwiRm9udFNldHRpbmdzXCI6e1wiJGlkXCI6XCIxMDBcIixcIkZvbnRTaXplXCI6MTEsXCJGb250TmFtZVwiOlwiQ2FsaWJyaVwiLFwiSXNCb2xkXCI6dHJ1ZSxcIklzSXRhbGljXCI6ZmFsc2UsXCJJc1VuZGVybGluZWRcIjpmYWxzZX0sXCJBdXRvU2l6ZVwiOjAsXCJGb3JlZ3JvdW5kXCI6e1wiJGlkXCI6XCIxMDFcIixcIkNvbG9yXCI6e1wiJGlkXCI6XCIxMDJcIixcIkFcIjoyNTUsXCJSXCI6MCxcIkdcIjowLFwiQlwiOjB9fSxcIkJhY2tncm91bmRGaWxsVHlwZVwiOjAsXCJNYXhXaWR0aFwiOjIwMC4wLFwiTWF4SGVpZ2h0XCI6XCJJbmZpbml0eVwiLFwiU21hcnRGb3JlZ3JvdW5kSXNBY3RpdmVcIjpmYWxzZSxcIkhvcml6b250YWxBbGlnbm1lbnRcIjowLFwiVmVydGljYWxBbGlnbm1lbnRcIjowLFwiU21hcnRGb3JlZ3JvdW5kXCI6bnVsbCxcIk1hcmdpblwiOntcIiRpZFwiOlwiMTAzXCIsXCJUb3BcIjowLjAsXCJMZWZ0XCI6MC4wLFwiUmlnaHRcIjowLjAsXCJCb3R0b21cIjowLjB9LFwiUGFkZGluZ1wiOntcIiRpZFwiOlwiMTA0XCIsXCJUb3BcIjowLjAsXCJMZWZ0XCI6MC4wLFwiUmlnaHRcIjowLjAsXCJCb3R0b21cIjowLjB9LFwiQmFja2dyb3VuZFwiOntcIiRpZFwiOlwiMTA1XCIsXCJDb2xvclwiOntcIiRyZWZcIjpcIjM2XCJ9fSxcIklzVmlzaWJsZVwiOnRydWUsXCJXaWR0aFwiOjAuMCxcIkhlaWdodFwiOjAuMCxcIkJvcmRlclN0eWxlXCI6bnVsbH0sXCJEYXRlU3R5bGVcIjp7XCIkaWRcIjpcIjEwNlwiLFwiRm9udFNldHRpbmdzXCI6e1wiJGlkXCI6XCIxMDdcIixcIkZvbnRTaXplXCI6MTAsXCJGb250TmFtZVwiOlwiQ2FsaWJyaVwiLFwiSXNCb2xkXCI6ZmFsc2UsXCJJc0l0YWxpY1wiOmZhbHNlLFwiSXNVbmRlcmxpbmVkXCI6ZmFsc2V9LFwiQXV0b1NpemVcIjowLFwiRm9yZWdyb3VuZFwiOntcIiRpZFwiOlwiMTA4XCIsXCJDb2xvclwiOntcIiRpZFwiOlwiMTA5XCIsXCJBXCI6MjU1LFwiUlwiOjY4LFwiR1wiOjg0LFwiQlwiOjEwNn19LFwiQmFja2dyb3VuZEZpbGxUeXBlXCI6MCxcIk1heFdpZHRoXCI6MjAwLjAsXCJNYXhIZWlnaHRcIjpcIkluZmluaXR5XCIsXCJTbWFydEZvcmVncm91bmRJc0FjdGl2ZVwiOmZhbHNlLFwiSG9yaXpvbnRhbEFsaWdubWVudFwiOjAsXCJWZXJ0aWNhbEFsaWdubWVudFwiOjAsXCJTbWFydEZvcmVncm91bmRcIjpudWxsLFwiTWFyZ2luXCI6e1wiJGlkXCI6XCIxMTBcIixcIlRvcFwiOjAuMCxcIkxlZnRcIjowLjAsXCJSaWdodFwiOjAuMCxcIkJvdHRvbVwiOjAuMH0sXCJQYWRkaW5nXCI6e1wiJGlkXCI6XCIxMTFcIixcIlRvcFwiOjAuMCxcIkxlZnRcIjowLjAsXCJSaWdodFwiOjAuMCxcIkJvdHRvbVwiOjAuMH0sXCJCYWNrZ3JvdW5kXCI6e1wiJGlkXCI6XCIxMTJcIixcIkNvbG9yXCI6e1wiJHJlZlwiOlwiMzZcIn19LFwiSXNWaXNpYmxlXCI6dHJ1ZSxcIldpZHRoXCI6MC4wLFwiSGVpZ2h0XCI6MC4wLFwiQm9yZGVyU3R5bGVcIjpudWxsfSxcIkRhdGVGb3JtYXRcIjp7XCIkaWRcIjpcIjExM1wiLFwiRm9ybWF0U3RyaW5nXCI6XCJNTU0gZFwiLFwiU2VwYXJhdG9yXCI6XCIvXCIsXCJVc2VJbnRlcm5hdGlvbmFsRGF0ZUZvcm1hdFwiOmZhbHNlLFwiRGF0ZUlzVmlzaWJsZVwiOnRydWUsXCJUaW1lSXNWaXNpYmxlXCI6ZmFsc2UsXCJIb3VyRGlnaXRzXCI6MSxcIkFtUG1EZXNpZ25hdG9yXCI6MixcIlRyaW0wME1pbnV0ZXNcIjpmYWxzZSxcIkxhc3RLbm93blZpc2liaWxpdHlTdGF0ZVwiOm51bGx9LFwiSXNWaXNpYmxlXCI6dHJ1ZX0sXCJEZWZhdWx0VGFza1N0eWxlXCI6e1wiJGlkXCI6XCIxMTRcIixcIlNoYXBlXCI6MSxcIlNoYXBlVGhpY2tuZXNzXCI6MCxcIkR1cmF0aW9uRm9ybWF0XCI6MCxcIlBlcmNlbnRhZ2VDb21wbGV0ZVN0eWxlXCI6e1wiJGlkXCI6XCIxMTVcIixcIkZvbnRTZXR0aW5nc1wiOntcIiRpZFwiOlwiMTE2XCIsXCJGb250U2l6ZVwiOjEwLFwiRm9udE5hbWVcIjpcIkNhbGlicmlcIixcIklzQm9sZFwiOmZhbHNlLFwiSXNJdGFsaWNcIjpmYWxzZSxcIklzVW5kZXJsaW5lZFwiOmZhbHNlfSxcIkF1dG9TaXplXCI6MCxcIkZvcmVncm91bmRcIjp7XCIkaWRcIjpcIjExN1wiLFwiQ29sb3JcIjp7XCIkaWRcIjpcIjExOFwiLFwiQVwiOjI1NSxcIlJcIjoyMzcsXCJHXCI6MTI1LFwiQlwiOjQ5fX0sXCJCYWNrZ3JvdW5kRmlsbFR5cGVcIjowLFwiTWF4V2lkdGhcIjoyMDAuMCxcIk1heEhlaWdodFwiOlwiSW5maW5pdHlcIixcIlNtYXJ0Rm9yZWdyb3VuZElzQWN0aXZlXCI6ZmFsc2UsXCJIb3Jpem9udGFsQWxpZ25tZW50XCI6MCxcIlZlcnRpY2FsQWxpZ25tZW50XCI6MCxcIlNtYXJ0Rm9yZWdyb3VuZFwiOm51bGwsXCJNYXJnaW5cIjp7XCIkaWRcIjpcIjExOVwiLFwiVG9wXCI6MC4wLFwiTGVmdFwiOjAuMCxcIlJpZ2h0XCI6MC4wLFwiQm90dG9tXCI6MC4wfSxcIlBhZGRpbmdcIjp7XCIkaWRcIjpcIjEyMFwiLFwiVG9wXCI6MC4wLFwiTGVmdFwiOjAuMCxcIlJpZ2h0XCI6MC4wLFwiQm90dG9tXCI6MC4wfSxcIkJhY2tncm91bmRcIjp7XCIkaWRcIjpcIjEyMVwiLFwiQ29sb3JcIjp7XCIkcmVmXCI6XCIzNlwifX0sXCJJc1Zpc2libGVcIjp0cnVlLFwiV2lkdGhcIjowLjAsXCJIZWlnaHRcIjowLjAsXCJCb3JkZXJTdHlsZVwiOm51bGx9LFwiRHVyYXRpb25TdHlsZVwiOntcIiRpZFwiOlwiMTIyXCIsXCJGb250U2V0dGluZ3NcIjp7XCIkaWRcIjpcIjEyM1wiLFwiRm9udFNpemVcIjoxMCxcIkZvbnROYW1lXCI6XCJDYWxpYnJpXCIsXCJJc0JvbGRcIjpmYWxzZSxcIklzSXRhbGljXCI6ZmFsc2UsXCJJc1VuZGVybGluZWRcIjpmYWxzZX0sXCJBdXRvU2l6ZVwiOjAsXCJGb3JlZ3JvdW5kXCI6e1wiJGlkXCI6XCIxMjRcIixcIkNvbG9yXCI6e1wiJGlkXCI6XCIxMjVcIixcIkFcIjoyNTUsXCJSXCI6MjM3LFwiR1wiOjEyNSxcIkJcIjo0OX19LFwiQmFja2dyb3VuZEZpbGxUeXBlXCI6MCxcIk1heFdpZHRoXCI6MjAwLjAsXCJNYXhIZWlnaHRcIjpcIkluZmluaXR5XCIsXCJTbWFydEZvcmVncm91bmRJc0FjdGl2ZVwiOmZhbHNlLFwiSG9yaXpvbnRhbEFsaWdubWVudFwiOjAsXCJWZXJ0aWNhbEFsaWdubWVudFwiOjAsXCJTbWFydEZvcmVncm91bmRcIjpudWxsLFwiTWFyZ2luXCI6e1wiJGlkXCI6XCIxMjZcIixcIlRvcFwiOjAuMCxcIkxlZnRcIjowLjAsXCJSaWdodFwiOjAuMCxcIkJvdHRvbVwiOjAuMH0sXCJQYWRkaW5nXCI6e1wiJGlkXCI6XCIxMjdcIixcIlRvcFwiOjAuMCxcIkxlZnRcIjowLjAsXCJSaWdodFwiOjAuMCxcIkJvdHRvbVwiOjAuMH0sXCJCYWNrZ3JvdW5kXCI6e1wiJGlkXCI6XCIxMjhcIixcIkNvbG9yXCI6e1wiJHJlZlwiOlwiMzZcIn19LFwiSXNWaXNpYmxlXCI6dHJ1ZSxcIldpZHRoXCI6MC4wLFwiSGVpZ2h0XCI6MC4wLFwiQm9yZGVyU3R5bGVcIjpudWxsfSxcIkhvcml6b250YWxDb25uZWN0b3JTdHlsZVwiOntcIiRpZFwiOlwiMTI5XCIsXCJMaW5lQ29sb3JcIjp7XCIkaWRcIjpcIjEzMFwiLFwiJHR5cGVcIjpcIk5MUkUuQ29tbW9uLkRvbS5Tb2xpZENvbG9yQnJ1c2gsIE5MUkUuQ29tbW9uXCIsXCJDb2xvclwiOntcIiRpZFwiOlwiMTMxXCIsXCJBXCI6MjU1LFwiUlwiOjIwNCxcIkdcIjoyMDQsXCJCXCI6MjA0fX0sXCJMaW5lV2VpZ2h0XCI6MS4wLFwiTGluZVR5cGVcIjowfSxcIlZlcnRpY2FsQ29ubmVjdG9yU3R5bGVcIjp7XCIkaWRcIjpcIjEzMlwiLFwiTGluZUNvbG9yXCI6e1wiJGlkXCI6XCIxMzNcIixcIiR0eXBlXCI6XCJOTFJFLkNvbW1vbi5Eb20uU29saWRDb2xvckJydXNoLCBOTFJFLkNvbW1vblwiLFwiQ29sb3JcIjp7XCIkaWRcIjpcIjEzNFwiLFwiQVwiOjI1NSxcIlJcIjoyMDQsXCJHXCI6MjA0LFwiQlwiOjIwNH19LFwiTGluZVdlaWdodFwiOjAuMCxcIkxpbmVUeXBlXCI6MH0sXCJNYXJnaW5cIjpudWxsLFwiU3RhcnREYXRlUG9zaXRpb25cIjozLFwiRW5kRGF0ZVBvc2l0aW9uXCI6MyxcIlRpdGxlUG9zaXRpb25cIjo0LFwiRHVyYXRpb25Qb3NpdGlvblwiOjYsXCJQZXJjZW50YWdlQ29tcGxldGVkUG9zaXRpb25cIjo2LFwiU3BhY2luZ1wiOjUsXCJJc0JlbG93VGltZWJhbmRcIjpmYWxzZSxcIlBlcmNlbnRhZ2VDb21wbGV0ZVNoYXBlT3BhY2l0eVwiOjM1LFwiR3JvdXBOYW1lXCI6bnVsbCxcIkF0dGFjaGVkTWlsZXN0b25lc1N0eWxlc1wiOm51bGwsXCJTaGFwZVN0eWxlXCI6e1wiJGlkXCI6XCIxMzVcIixcIk1hcmdpblwiOntcIiRpZFwiOlwiMTM2XCIsXCJUb3BcIjowLjAsXCJMZWZ0XCI6NC4wLFwiUmlnaHRcIjo0LjAsXCJCb3R0b21cIjowLjB9LFwiUGFkZGluZ1wiOntcIiRpZFwiOlwiMTM3XCIsXCJUb3BcIjowLjAsXCJMZWZ0XCI6MC4wLFwiUmlnaHRcIjowLjAsXCJCb3R0b21cIjowLjB9LFwiQmFja2dyb3VuZFwiOntcIiRpZFwiOlwiMTM4XCIsXCJDb2xvclwiOntcIiRpZFwiOlwiMTM5XCIsXCJBXCI6MjU1LFwiUlwiOjAsXCJHXCI6MTE0LFwiQlwiOjE4OH19LFwiSXNWaXNpYmxlXCI6dHJ1ZSxcIldpZHRoXCI6MC4wLFwiSGVpZ2h0XCI6MTAuMCxcIkJvcmRlclN0eWxlXCI6e1wiJGlkXCI6XCIxNDBcIixcIkxpbmVDb2xvclwiOntcIiRpZFwiOlwiMTQxXCIsXCIkdHlwZVwiOlwiTkxSRS5Db21tb24uRG9tLlNvbGlkQ29sb3JCcnVzaCwgTkxSRS5Db21tb25cIixcIkNvbG9yXCI6e1wiJGlkXCI6XCIxNDJcIixcIkFcIjoyNTUsXCJSXCI6MjU1LFwiR1wiOjAsXCJCXCI6MH19LFwiTGluZVdlaWdodFwiOjAuMCxcIkxpbmVUeXBlXCI6MH19LFwiVGl0bGVTdHlsZVwiOntcIiRpZFwiOlwiMTQzXCIsXCJGb250U2V0dGluZ3NcIjp7XCIkaWRcIjpcIjE0NFwiLFwiRm9udFNpemVcIjoxMSxcIkZvbnROYW1lXCI6XCJDYWxpYnJpXCIsXCJJc0JvbGRcIjp0cnVlLFwiSXNJdGFsaWNcIjpmYWxzZSxcIklzVW5kZXJsaW5lZFwiOmZhbHNlfSxcIkF1dG9TaXplXCI6MCxcIkZvcmVncm91bmRcIjp7XCIkaWRcIjpcIjE0NVwiLFwiQ29sb3JcIjp7XCIkaWRcIjpcIjE0NlwiLFwiQVwiOjI1NSxcIlJcIjowLFwiR1wiOjAsXCJCXCI6MH19LFwiQmFja2dyb3VuZEZpbGxUeXBlXCI6MCxcIk1heFdpZHRoXCI6OTYwLjAsXCJNYXhIZWlnaHRcIjpcIkluZmluaXR5XCIsXCJTbWFydEZvcmVncm91bmRJc0FjdGl2ZVwiOmZhbHNlLFwiSG9yaXpvbnRhbEFsaWdubWVudFwiOjAsXCJWZXJ0aWNhbEFsaWdubWVudFwiOjAsXCJTbWFydEZvcmVncm91bmRcIjpudWxsLFwiTWFyZ2luXCI6e1wiJGlkXCI6XCIxNDdcIixcIlRvcFwiOjAuMCxcIkxlZnRcIjowLjAsXCJSaWdodFwiOjAuMCxcIkJvdHRvbVwiOjAuMH0sXCJQYWRkaW5nXCI6e1wiJGlkXCI6XCIxNDhcIixcIlRvcFwiOjAuMCxcIkxlZnRcIjowLjAsXCJSaWdodFwiOjAuMCxcIkJvdHRvbVwiOjAuMH0sXCJCYWNrZ3JvdW5kXCI6e1wiJGlkXCI6XCIxNDlcIixcIkNvbG9yXCI6e1wiJHJlZlwiOlwiMzZcIn19LFwiSXNWaXNpYmxlXCI6dHJ1ZSxcIldpZHRoXCI6MC4wLFwiSGVpZ2h0XCI6MC4wLFwiQm9yZGVyU3R5bGVcIjpudWxsfSxcIkRhdGVTdHlsZVwiOntcIiRpZFwiOlwiMTUwXCIsXCJGb250U2V0dGluZ3NcIjp7XCIkaWRcIjpcIjE1MVwiLFwiRm9udFNpemVcIjoxMCxcIkZvbnROYW1lXCI6XCJDYWxpYnJpXCIsXCJJc0JvbGRcIjpmYWxzZSxcIklzSXRhbGljXCI6ZmFsc2UsXCJJc1VuZGVybGluZWRcIjpmYWxzZX0sXCJBdXRvU2l6ZVwiOjAsXCJGb3JlZ3JvdW5kXCI6e1wiJGlkXCI6XCIxNTJcIixcIkNvbG9yXCI6e1wiJGlkXCI6XCIxNTNcIixcIkFcIjoyNTUsXCJSXCI6NjgsXCJHXCI6ODQsXCJCXCI6MTA2fX0sXCJCYWNrZ3JvdW5kRmlsbFR5cGVcIjowLFwiTWF4V2lkdGhcIjoyMDAuMCxcIk1heEhlaWdodFwiOlwiSW5maW5pdHlcIixcIlNtYXJ0Rm9yZWdyb3VuZElzQWN0aXZlXCI6ZmFsc2UsXCJIb3Jpem9udGFsQWxpZ25tZW50XCI6MixcIlZlcnRpY2FsQWxpZ25tZW50XCI6MCxcIlNtYXJ0Rm9yZWdyb3VuZFwiOm51bGwsXCJNYXJnaW5cIjp7XCIkaWRcIjpcIjE1NFwiLFwiVG9wXCI6MC4wLFwiTGVmdFwiOjAuMCxcIlJpZ2h0XCI6MC4wLFwiQm90dG9tXCI6MC4wfSxcIlBhZGRpbmdcIjp7XCIkaWRcIjpcIjE1NVwiLFwiVG9wXCI6MC4wLFwiTGVmdFwiOjAuMCxcIlJpZ2h0XCI6MC4wLFwiQm90dG9tXCI6MC4wfSxcIkJhY2tncm91bmRcIjp7XCIkaWRcIjpcIjE1NlwiLFwiQ29sb3JcIjp7XCIkcmVmXCI6XCIzNlwifX0sXCJJc1Zpc2libGVcIjp0cnVlLFwiV2lkdGhcIjowLjAsXCJIZWlnaHRcIjowLjAsXCJCb3JkZXJTdHlsZVwiOm51bGx9LFwiRGF0ZUZvcm1hdFwiOntcIiRpZFwiOlwiMTU3XCIsXCJGb3JtYXRTdHJpbmdcIjpcIk1NTSBkXCIsXCJTZXBhcmF0b3JcIjpcIi9cIixcIlVzZUludGVybmF0aW9uYWxEYXRlRm9ybWF0XCI6ZmFsc2UsXCJEYXRlSXNWaXNpYmxlXCI6dHJ1ZSxcIlRpbWVJc1Zpc2libGVcIjpmYWxzZSxcIkhvdXJEaWdpdHNcIjoxLFwiQW1QbURlc2lnbmF0b3JcIjoyLFwiVHJpbTAwTWludXRlc1wiOmZhbHNlLFwiTGFzdEtub3duVmlzaWJpbGl0eVN0YXRlXCI6bnVsbH0sXCJJc1Zpc2libGVcIjp0cnVlfSxcIlNob3dFbGFwc2VkVGltZUdyYWRpZW50U3R5bGVcIjpmYWxzZSxcIlRpbWViYW5kUmVzZXJ2ZWRMZWZ0QXJlYVN0eWxlXCI6bnVsbCxcIkRlZmF1bHRTd2ltbGFuZVN0eWxlXCI6e1wiJGlkXCI6XCIxNThcIixcIkhlYWRlclN0eWxlXCI6e1wiJGlkXCI6XCIxNTlcIixcIlRleHRTdHlsZVwiOntcIiRpZFwiOlwiMTYwXCIsXCJGb250U2V0dGluZ3NcIjp7XCIkaWRcIjpcIjE2MVwiLFwiRm9udFNpemVcIjoxMixcIkZvbnROYW1lXCI6XCJDYWxpYnJpXCIsXCJJc0JvbGRcIjpmYWxzZSxcIklzSXRhbGljXCI6ZmFsc2UsXCJJc1VuZGVybGluZWRcIjpmYWxzZX0sXCJBdXRvU2l6ZVwiOjAsXCJGb3JlZ3JvdW5kXCI6e1wiJGlkXCI6XCIxNjJcIixcIkNvbG9yXCI6e1wiJGlkXCI6XCIxNjNcIixcIkFcIjoyNTUsXCJSXCI6MzIsXCJHXCI6NTYsXCJCXCI6MTAwfX0sXCJCYWNrZ3JvdW5kRmlsbFR5cGVcIjowLFwiTWF4V2lkdGhcIjowLjAsXCJNYXhIZWlnaHRcIjowLjAsXCJTbWFydEZvcmVncm91bmRJc0FjdGl2ZVwiOmZhbHNlLFwiSG9yaXpvbnRhbEFsaWdubWVudFwiOjAsXCJWZXJ0aWNhbEFsaWdubWVudFwiOjAsXCJTbWFydEZvcmVncm91bmRcIjpudWxsLFwiTWFyZ2luXCI6e1wiJGlkXCI6XCIxNjRcIixcIlRvcFwiOjAuMCxcIkxlZnRcIjowLjAsXCJSaWdodFwiOjAuMCxcIkJvdHRvbVwiOjAuMH0sXCJQYWRkaW5nXCI6e1wiJGlkXCI6XCIxNjVcIixcIlRvcFwiOjAuMCxcIkxlZnRcIjowLjAsXCJSaWdodFwiOjAuMCxcIkJvdHRvbVwiOjAuMH0sXCJCYWNrZ3JvdW5kXCI6bnVsbCxcIklzVmlzaWJsZVwiOmZhbHNlLFwiV2lkdGhcIjowLjAsXCJIZWlnaHRcIjowLjAsXCJCb3JkZXJTdHlsZVwiOm51bGx9LFwiUmVjdGFuZ2xlU3R5bGVcIjp7XCIkaWRcIjpcIjE2NlwiLFwiTWFyZ2luXCI6e1wiJGlkXCI6XCIxNjdcIixcIlRvcFwiOjAuMCxcIkxlZnRcIjowLjAsXCJSaWdodFwiOjAuMCxcIkJvdHRvbVwiOjAuMH0sXCJQYWRkaW5nXCI6e1wiJGlkXCI6XCIxNjhcIixcIlRvcFwiOjAuMCxcIkxlZnRcIjowLjAsXCJSaWdodFwiOjAuMCxcIkJvdHRvbVwiOjAuMH0sXCJCYWNrZ3JvdW5kXCI6e1wiJGlkXCI6XCIxNjlcIixcIkNvbG9yXCI6e1wiJGlkXCI6XCIxNzBcIixcIkFcIjoxMjcsXCJSXCI6OTEsXCJHXCI6MTU1LFwiQlwiOjIxM319LFwiSXNWaXNpYmxlXCI6ZmFsc2UsXCJXaWR0aFwiOjAuMCxcIkhlaWdodFwiOjAuMCxcIkJvcmRlclN0eWxlXCI6e1wiJGlkXCI6XCIxNzFcIixcIkxpbmVDb2xvclwiOntcIiRpZFwiOlwiMTcyXCIsXCIkdHlwZVwiOlwiTkxSRS5Db21tb24uRG9tLlNvbGlkQ29sb3JCcnVzaCwgTkxSRS5Db21tb25cIixcIkNvbG9yXCI6e1wiJGlkXCI6XCIxNzNcIixcIkFcIjoyNTUsXCJSXCI6MjU1LFwiR1wiOjAsXCJCXCI6MH19LFwiTGluZVdlaWdodFwiOjAuMCxcIkxpbmVUeXBlXCI6MH19LFwiVGV4dElzVmVydGljYWxcIjpmYWxzZX0sXCJCYWNrZ3JvdW5kU3R5bGVcIjp7XCIkaWRcIjpcIjE3NFwiLFwiTWFyZ2luXCI6e1wiJGlkXCI6XCIxNzVcIixcIlRvcFwiOjAuMCxcIkxlZnRcIjowLjAsXCJSaWdodFwiOjAuMCxcIkJvdHRvbVwiOjAuMH0sXCJQYWRkaW5nXCI6e1wiJGlkXCI6XCIxNzZcIixcIlRvcFwiOjAuMCxcIkxlZnRcIjowLjAsXCJSaWdodFwiOjAuMCxcIkJvdHRvbVwiOjAuMH0sXCJCYWNrZ3JvdW5kXCI6e1wiJGlkXCI6XCIxNzdcIixcIkNvbG9yXCI6e1wiJGlkXCI6XCIxNzhcIixcIkFcIjozOCxcIlJcIjo5MSxcIkdcIjoxNTUsXCJCXCI6MjEzfX0sXCJJc1Zpc2libGVcIjp0cnVlLFwiV2lkdGhcIjowLjAsXCJIZWlnaHRcIjowLjAsXCJCb3JkZXJTdHlsZVwiOntcIiRpZFwiOlwiMTc5XCIsXCJMaW5lQ29sb3JcIjp7XCIkaWRcIjpcIjE4MFwiLFwiJHR5cGVcIjpcIk5MUkUuQ29tbW9uLkRvbS5Tb2xpZENvbG9yQnJ1c2gsIE5MUkUuQ29tbW9uXCIsXCJDb2xvclwiOntcIiRpZFwiOlwiMTgxXCIsXCJBXCI6MjU1LFwiUlwiOjI1NSxcIkdcIjowLFwiQlwiOjB9fSxcIkxpbmVXZWlnaHRcIjowLjAsXCJMaW5lVHlwZVwiOjB9fSxcIklzQWJvdmVUaW1lYmFuZFwiOmZhbHNlfSxcIkN1c3RvbU1pbGVzdG9uZVN0eWxlTGlzdFwiOltdLFwiQ3VzdG9tVGFza1N0eWxlTGlzdFwiOltdLFwiQ3VzdG9tU3dpbWxhbmVEZWZpbml0aW9uU3R5bGVMaXN0XCI6W10sXCJDdXN0b21Td2ltbGFuZVYyU3R5bGVMaXN0XCI6W10sXCJHcmlkbGluZVBhbmVsU3R5bGVcIjp7XCIkaWRcIjpcIjE4MlwiLFwiR3JpZGxpbmVTdHlsZVwiOntcIiRpZFwiOlwiMTgzXCIsXCJMaW5lQ29sb3JcIjp7XCIkaWRcIjpcIjE4NFwiLFwiJHR5cGVcIjpcIk5MUkUuQ29tbW9uLkRvbS5Tb2xpZENvbG9yQnJ1c2gsIE5MUkUuQ29tbW9uXCIsXCJDb2xvclwiOntcIiRpZFwiOlwiMTg1XCIsXCJBXCI6MzgsXCJSXCI6OTEsXCJHXCI6MTU1LFwiQlwiOjIxM319LFwiTGluZVdlaWdodFwiOjEuMCxcIkxpbmVUeXBlXCI6MH0sXCJJc1Zpc2libGVcIjp0cnVlfSxcIkFjdGl2aXR5TGluZVBhbmVsU3R5bGVcIjp7XCIkaWRcIjpcIjE4NlwiLFwiQWN0aXZpdHlMaW5lU3R5bGVcIjp7XCIkaWRcIjpcIjE4N1wiLFwiTGluZUNvbG9yXCI6e1wiJGlkXCI6XCIxODhcIixcIiR0eXBlXCI6XCJOTFJFLkNvbW1vbi5Eb20uU29saWRDb2xvckJydXNoLCBOTFJFLkNvbW1vblwiLFwiQ29sb3JcIjp7XCIkaWRcIjpcIjE4OVwiLFwiQVwiOjM4LFwiUlwiOjY4LFwiR1wiOjExNCxcIkJcIjoxOTZ9fSxcIkxpbmVXZWlnaHRcIjoxLjAsXCJMaW5lVHlwZVwiOjB9LFwiSXNWaXNpYmxlXCI6dHJ1ZX0sXCJEZWZhdWx0RGVwZW5kZW5jeVN0eWxlXCI6e1wiJGlkXCI6XCIxOTBcIixcIkxpbmVTdHlsZVwiOntcIiRpZFwiOlwiMTkxXCIsXCJMaW5lQ29sb3JcIjp7XCIkaWRcIjpcIjE5MlwiLFwiJHR5cGVcIjpcIk5MUkUuQ29tbW9uLkRvbS5Tb2xpZENvbG9yQnJ1c2gsIE5MUkUuQ29tbW9uXCIsXCJDb2xvclwiOntcIiRpZFwiOlwiMTkzXCIsXCJBXCI6MjU1LFwiUlwiOjAsXCJHXCI6MCxcIkJcIjowfX0sXCJMaW5lV2VpZ2h0XCI6MS4wLFwiTGluZVR5cGVcIjowfSxcIkVuZEFycm93aGVhZExpbmVTdHlsZVwiOntcIiRpZFwiOlwiMTk0XCIsXCJLaW5kXCI6MSxcIldpZHRoXCI6MSxcIkxlbmd0aFwiOjAsXCJQYXJlbnRTdHlsZVwiOm51bGx9LFwiQnJpbmdUb0Zyb250XCI6dHJ1ZSxcIklzVmlzaWJsZVwiOnRydWUsXCJSYWRpdXNcIjowLjB9LFwiQ3JpdGljYWxQYXRoU3R5bGVcIjp7XCIkaWRcIjpcIjE5NVwiLFwiQ3JpdGljYWxQYXRoU3R5bGVPcHRpb25zXCI6MTUsXCJMaW5lU3R5bGVcIjp7XCIkaWRcIjpcIjE5NlwiLFwiTGluZUNvbG9yXCI6e1wiJGlkXCI6XCIxOTdcIixcIiR0eXBlXCI6XCJOTFJFLkNvbW1vbi5Eb20uU29saWRDb2xvckJydXNoLCBOTFJFLkNvbW1vblwiLFwiQ29sb3JcIjp7XCIkaWRcIjpcIjE5OFwiLFwiQVwiOjI1NSxcIlJcIjoyMjIsXCJHXCI6NTAsXCJCXCI6NTB9fSxcIkxpbmVXZWlnaHRcIjoxLjAsXCJMaW5lVHlwZVwiOjB9LFwiVGl0bGVGb3JlZ3JvdW5kXCI6e1wiJGlkXCI6XCIxOTlcIixcIkNvbG9yXCI6e1wiJGlkXCI6XCIyMDBcIixcIkFcIjoyNTUsXCJSXCI6MTc2LFwiR1wiOjE5LFwiQlwiOjI1fX0sXCJTaGFwZXNCYWNrZ3JvdW5kXCI6e1wiJGlkXCI6XCIyMDFcIixcIkNvbG9yXCI6e1wiJGlkXCI6XCIyMDJcIixcIkFcIjoyNTUsXCJSXCI6MjUzLFwiR1wiOjIwMyxcIkJcIjoyMDh9fSxcIlNoYXBlc0JvcmRlclN0eWxlXCI6e1wiJGlkXCI6XCIyMDNcIixcIkxpbmVDb2xvclwiOntcIiRpZFwiOlwiMjA0XCIsXCIkdHlwZVwiOlwiTkxSRS5Db21tb24uRG9tLlNvbGlkQ29sb3JCcnVzaCwgTkxSRS5Db21tb25cIixcIkNvbG9yXCI6e1wiJGlkXCI6XCIyMDVcIixcIkFcIjoyNTUsXCJSXCI6MjIyLFwiR1wiOjUwLFwiQlwiOjUwfX0sXCJMaW5lV2VpZ2h0XCI6MS41LFwiTGluZVR5cGVcIjowfSxcIklzVmlzaWJsZVwiOmZhbHNlfX0sXCJTY2FsZVwiOntcIiRpZFwiOlwiMjA2XCIsXCJTdGFydERhdGVcIjpcIjAwMDEtMDEtMDFUMDA6MDA6MDBcIixcIkVuZERhdGVcIjpcIjAwMDEtMDEtMDFUMDA6MDA6MDBcIixcIkZvcm1hdFwiOlwid1wiLFwiVHlwZVwiOjEsXCJBdXRvRGF0ZVJhbmdlXCI6dHJ1ZSxcIldvcmtpbmdEYXlzXCI6MzEsXCJUb2RheU1hcmtlclRleHRcIjpcIlRvZGF5XCIsXCJBdXRvU2NhbGVUeXBlXCI6dHJ1ZX0sXCJTY2FsZVYyXCI6e1wiJGlkXCI6XCIyMDdcIixcIlN0YXJ0RGF0ZVwiOlwiMDAwMS0wMS0wMVQwMDowMDowMFwiLFwiRW5kRGF0ZVwiOlwiMDAwMS0wMS0wMVQwMDowMDowMFwiLFwiQXV0b0RhdGVSYW5nZVwiOnRydWUsXCJXb3JraW5nRGF5c1wiOjMxLFwiVG9kYXlNYXJrZXJUZXh0XCI6XCJUb2RheVwiLFwiQXV0b1NjYWxlVHlwZVwiOnRydWUsXCJUaW1lYmFuZFNjYWxlc1wiOntcIiRpZFwiOlwiMjA4XCIsXCJUb3BTY2FsZUxheWVyXCI6e1wiJGlkXCI6XCIyMDlcIixcIkZvcm1hdFwiOlwid1wiLFwiVHlwZVwiOjF9LFwiTWlkZGxlU2NhbGVMYXllclwiOntcIiRpZFwiOlwiMjEwXCIsXCJGb3JtYXRcIjpudWxsLFwiVHlwZVwiOjB9LFwiQm90dG9tU2NhbGVMYXllclwiOntcIiRpZFwiOlwiMjExXCIsXCJGb3JtYXRcIjpudWxsLFwiVHlwZVwiOjB9fX0sXCJNaWxlc3RvbmVzXCI6W10sXCJUYXNrc1wiOltdLFwiU3dpbWxhbmVzXCI6W10sXCJTd2ltbGFuZXNWMlwiOltdLFwiRGVwZW5kZW5jaWVzXCI6W10sXCJEZXBlbmRlbmN5U2V0dGluZ3NcIjp7XCIkaWRcIjpcIjIxMlwiLFwiRGVwZW5kZW5jeU1vZHVsZUVuYWJsZWRcIjpmYWxzZSxcIlNjaGVkdWxpbmdTZXR0aW5nc1wiOntcIiRpZFwiOlwiMjEzXCIsXCJEZXBlbmRlbmNpZXNTY2hlZHVsaW5nTW9kZVNldHRpbmdcIjoxLFwiRGVwZW5kZW5jaWVzUHJldmlvdXNTY2hlZHVsaW5nTW9kZVwiOjEsXCJPbkJyZWFraW5nRmxleGlibGVTY2hlZHVsaW5nTW9kZVNldHRpbmdcIjowLFwiT25CcmVha2luZ1N0cmljdFNjaGVkdWxpbmdNb2RlU2V0dGluZ1wiOjB9fSxcIlNldHRpbmdzXCI6e1wiJGlkXCI6XCIyMTRcIixcIkltcGFPcHRpb25zXCI6e1wiJGlkXCI6XCIyMTVcIixcIkxlZnRUb1JpZ2h0XCI6ZmFsc2UsXCJQYXlsb2FkT3B0aW9uc1wiOjJ9fSxcIlRpbWVDb25maWd1cmF0aW9uXCI6e1wiJGlkXCI6XCIyMTZcIixcIlVzZVRpbWVcIjpmYWxzZSxcIldvcmtEYXlTdGFydFwiOlwiMDA6MDA6MDBcIixcIldvcmtEYXlFbmRcIjpcIjIzOjU5OjAwXCJ9fSJ9LCJTZXR0aW5ncyI6eyIkaWQiOiI0ODciLCJJbXBhT3B0aW9ucyI6eyIkaWQiOiI0ODgiLCJMZWZ0VG9SaWdodCI6ZmFsc2UsIlBheWxvYWRPcHRpb25zIjoyfSwiVXNlQ29tcHJlc3Npb24iOmZhbHNlLCJDb21wcmVzaW9uUGVyY2VudGFnZSI6NTAuMCwiSW5hY3RpdmVJbnRlcnZhbFdpZHRoVGhyZXNob2xkIjozMC4wLCJJbmFjdGl2ZUludGVydmFsV2lkdGgiOjEuMCwiU3BsaXRUYXNrcyI6ZmFsc2UsIlVzZUNsdXN0ZXIiOmZhbHNlLCJFcHNpbG9uIjo1LjAsIk1pblBvaW50c1RvRm9ybUFDbHVzdGVyIjoyLCJHZW5lcmF0ZUludmlzaWJsZVNoYXBlcyI6ZmFsc2UsIlNtYXJ0VGltZWxpbmVUYXNrUGVyY2VudGFnZUZpdCI6ZmFsc2V9LCJJc05ldyI6ZmFsc2UsIkltcG9ydFR5cGUiOjAsIkZpbGVQYXRoIjpudWxsLCJUaW1lQ29uZmlndXJhdGlvbiI6eyIkaWQiOiI0ODkiLCJVc2VUaW1lIjpmYWxzZSwiV29ya0RheVN0YXJ0IjoiMDA6MDA6MDAiLCJXb3JrRGF5RW5kIjoiMjM6NTk6MDAifSwiTGFzdFVzZWRUZW1wbGF0ZUlkIjoiY2MyNmY4NjMtMjdjZS00ODBlLWE1ODktYjNmMTJmMmQ2ZWIwIiwiRmlyc3RXZWVrT2ZZZWFyIjowLCJQbGFjZU1pbGVzdG9uZUF0VGhlQmVnaW5uaW5nT2ZUaGVEYXkiOmZhbHNlLCJEZXBlbmRlbmN5U2NoZWR1bGluZ1NldHRpbmdzIjp7IiRpZCI6IjQ5MCIsIkRlcGVuZGVuY2llc1NjaGVkdWxpbmdNb2RlU2V0dGluZyI6IkZsZXhpYmxlIiwiRGVwZW5kZW5jaWVzUHJldmlvdXNTY2hlZHVsaW5nTW9kZSI6IkZsZXhpYmxlIiwiT25CcmVha2luZ0ZsZXhpYmxlU2NoZWR1bGluZ01vZGVTZXR0aW5nIjoiQXNrRXZlcnl0aW1lIiwiT25CcmVha2luZ1N0cmljdFNjaGVkdWxpbmdNb2RlU2V0dGluZyI6IkFza0V2ZXJ5dGltZSJ9LCJEZXBlbmRlbmN5TW9kdWxlRW5hYmxlZCI6ZmFsc2UsIkRlcGVuZGVuY2llcyI6eyJfZGVwZW5kZW5jaWVzIjpbXX19"/>
  <p:tag name="__MASTER" val="__part_0"/>
</p:tagLst>
</file>

<file path=ppt/tags/tag346.xml><?xml version="1.0" encoding="utf-8"?>
<p:tagLst xmlns:a="http://schemas.openxmlformats.org/drawingml/2006/main" xmlns:r="http://schemas.openxmlformats.org/officeDocument/2006/relationships" xmlns:p="http://schemas.openxmlformats.org/presentationml/2006/main">
  <p:tag name="OTLMARKERSHAPE" val="OTL"/>
</p:tagLst>
</file>

<file path=ppt/tags/tag347.xml><?xml version="1.0" encoding="utf-8"?>
<p:tagLst xmlns:a="http://schemas.openxmlformats.org/drawingml/2006/main" xmlns:r="http://schemas.openxmlformats.org/officeDocument/2006/relationships" xmlns:p="http://schemas.openxmlformats.org/presentationml/2006/main">
  <p:tag name="OTLMARKERSHAPE" val="OTL"/>
</p:tagLst>
</file>

<file path=ppt/tags/tag348.xml><?xml version="1.0" encoding="utf-8"?>
<p:tagLst xmlns:a="http://schemas.openxmlformats.org/drawingml/2006/main" xmlns:r="http://schemas.openxmlformats.org/officeDocument/2006/relationships" xmlns:p="http://schemas.openxmlformats.org/presentationml/2006/main">
  <p:tag name="OTLMARKERSHAPE" val="OTL"/>
</p:tagLst>
</file>

<file path=ppt/tags/tag349.xml><?xml version="1.0" encoding="utf-8"?>
<p:tagLst xmlns:a="http://schemas.openxmlformats.org/drawingml/2006/main" xmlns:r="http://schemas.openxmlformats.org/officeDocument/2006/relationships" xmlns:p="http://schemas.openxmlformats.org/presentationml/2006/main">
  <p:tag name="OTLMARKERSHAPE" val="OTL"/>
</p:tagLst>
</file>

<file path=ppt/tags/tag35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351.xml><?xml version="1.0" encoding="utf-8"?>
<p:tagLst xmlns:a="http://schemas.openxmlformats.org/drawingml/2006/main" xmlns:r="http://schemas.openxmlformats.org/officeDocument/2006/relationships" xmlns:p="http://schemas.openxmlformats.org/presentationml/2006/main">
  <p:tag name="OTLMARKERSHAPE" val="OTL"/>
</p:tagLst>
</file>

<file path=ppt/tags/tag352.xml><?xml version="1.0" encoding="utf-8"?>
<p:tagLst xmlns:a="http://schemas.openxmlformats.org/drawingml/2006/main" xmlns:r="http://schemas.openxmlformats.org/officeDocument/2006/relationships" xmlns:p="http://schemas.openxmlformats.org/presentationml/2006/main">
  <p:tag name="OTLMARKERSHAPE" val="OTL"/>
</p:tagLst>
</file>

<file path=ppt/tags/tag353.xml><?xml version="1.0" encoding="utf-8"?>
<p:tagLst xmlns:a="http://schemas.openxmlformats.org/drawingml/2006/main" xmlns:r="http://schemas.openxmlformats.org/officeDocument/2006/relationships" xmlns:p="http://schemas.openxmlformats.org/presentationml/2006/main">
  <p:tag name="OTLMARKERSHAPE" val="OTL"/>
</p:tagLst>
</file>

<file path=ppt/tags/tag354.xml><?xml version="1.0" encoding="utf-8"?>
<p:tagLst xmlns:a="http://schemas.openxmlformats.org/drawingml/2006/main" xmlns:r="http://schemas.openxmlformats.org/officeDocument/2006/relationships" xmlns:p="http://schemas.openxmlformats.org/presentationml/2006/main">
  <p:tag name="OTLMARKERSHAPE" val="OTL"/>
</p:tagLst>
</file>

<file path=ppt/tags/tag355.xml><?xml version="1.0" encoding="utf-8"?>
<p:tagLst xmlns:a="http://schemas.openxmlformats.org/drawingml/2006/main" xmlns:r="http://schemas.openxmlformats.org/officeDocument/2006/relationships" xmlns:p="http://schemas.openxmlformats.org/presentationml/2006/main">
  <p:tag name="OTLMARKERSHAPE" val="OTL"/>
</p:tagLst>
</file>

<file path=ppt/tags/tag356.xml><?xml version="1.0" encoding="utf-8"?>
<p:tagLst xmlns:a="http://schemas.openxmlformats.org/drawingml/2006/main" xmlns:r="http://schemas.openxmlformats.org/officeDocument/2006/relationships" xmlns:p="http://schemas.openxmlformats.org/presentationml/2006/main">
  <p:tag name="OTLMARKERSHAPE" val="OTL"/>
</p:tagLst>
</file>

<file path=ppt/tags/tag357.xml><?xml version="1.0" encoding="utf-8"?>
<p:tagLst xmlns:a="http://schemas.openxmlformats.org/drawingml/2006/main" xmlns:r="http://schemas.openxmlformats.org/officeDocument/2006/relationships" xmlns:p="http://schemas.openxmlformats.org/presentationml/2006/main">
  <p:tag name="OTLMARKERSHAPE" val="OTL"/>
</p:tagLst>
</file>

<file path=ppt/tags/tag358.xml><?xml version="1.0" encoding="utf-8"?>
<p:tagLst xmlns:a="http://schemas.openxmlformats.org/drawingml/2006/main" xmlns:r="http://schemas.openxmlformats.org/officeDocument/2006/relationships" xmlns:p="http://schemas.openxmlformats.org/presentationml/2006/main">
  <p:tag name="OTLMARKERSHAPE" val="OTL"/>
</p:tagLst>
</file>

<file path=ppt/tags/tag359.xml><?xml version="1.0" encoding="utf-8"?>
<p:tagLst xmlns:a="http://schemas.openxmlformats.org/drawingml/2006/main" xmlns:r="http://schemas.openxmlformats.org/officeDocument/2006/relationships" xmlns:p="http://schemas.openxmlformats.org/presentationml/2006/main">
  <p:tag name="OTLMARKERSHAPE" val="OTL"/>
</p:tagLst>
</file>

<file path=ppt/tags/tag360.xml><?xml version="1.0" encoding="utf-8"?>
<p:tagLst xmlns:a="http://schemas.openxmlformats.org/drawingml/2006/main" xmlns:r="http://schemas.openxmlformats.org/officeDocument/2006/relationships" xmlns:p="http://schemas.openxmlformats.org/presentationml/2006/main">
  <p:tag name="OTLMARKERSHAPE" val="OTL"/>
</p:tagLst>
</file>

<file path=ppt/tags/tag361.xml><?xml version="1.0" encoding="utf-8"?>
<p:tagLst xmlns:a="http://schemas.openxmlformats.org/drawingml/2006/main" xmlns:r="http://schemas.openxmlformats.org/officeDocument/2006/relationships" xmlns:p="http://schemas.openxmlformats.org/presentationml/2006/main">
  <p:tag name="OTLMARKERSHAPE" val="OTL"/>
</p:tagLst>
</file>

<file path=ppt/tags/tag362.xml><?xml version="1.0" encoding="utf-8"?>
<p:tagLst xmlns:a="http://schemas.openxmlformats.org/drawingml/2006/main" xmlns:r="http://schemas.openxmlformats.org/officeDocument/2006/relationships" xmlns:p="http://schemas.openxmlformats.org/presentationml/2006/main">
  <p:tag name="OTLMARKERSHAPE" val="OTL"/>
</p:tagLst>
</file>

<file path=ppt/tags/tag363.xml><?xml version="1.0" encoding="utf-8"?>
<p:tagLst xmlns:a="http://schemas.openxmlformats.org/drawingml/2006/main" xmlns:r="http://schemas.openxmlformats.org/officeDocument/2006/relationships" xmlns:p="http://schemas.openxmlformats.org/presentationml/2006/main">
  <p:tag name="OTLMARKERSHAPE" val="OTL"/>
</p:tagLst>
</file>

<file path=ppt/tags/tag364.xml><?xml version="1.0" encoding="utf-8"?>
<p:tagLst xmlns:a="http://schemas.openxmlformats.org/drawingml/2006/main" xmlns:r="http://schemas.openxmlformats.org/officeDocument/2006/relationships" xmlns:p="http://schemas.openxmlformats.org/presentationml/2006/main">
  <p:tag name="OTLMARKERSHAPE" val="OTL"/>
</p:tagLst>
</file>

<file path=ppt/tags/tag365.xml><?xml version="1.0" encoding="utf-8"?>
<p:tagLst xmlns:a="http://schemas.openxmlformats.org/drawingml/2006/main" xmlns:r="http://schemas.openxmlformats.org/officeDocument/2006/relationships" xmlns:p="http://schemas.openxmlformats.org/presentationml/2006/main">
  <p:tag name="OTLMARKERSHAPE" val="OTL"/>
</p:tagLst>
</file>

<file path=ppt/tags/tag366.xml><?xml version="1.0" encoding="utf-8"?>
<p:tagLst xmlns:a="http://schemas.openxmlformats.org/drawingml/2006/main" xmlns:r="http://schemas.openxmlformats.org/officeDocument/2006/relationships" xmlns:p="http://schemas.openxmlformats.org/presentationml/2006/main">
  <p:tag name="OTLMARKERSHAPE" val="OTL"/>
</p:tagLst>
</file>

<file path=ppt/tags/tag367.xml><?xml version="1.0" encoding="utf-8"?>
<p:tagLst xmlns:a="http://schemas.openxmlformats.org/drawingml/2006/main" xmlns:r="http://schemas.openxmlformats.org/officeDocument/2006/relationships" xmlns:p="http://schemas.openxmlformats.org/presentationml/2006/main">
  <p:tag name="OTLMARKERSHAPE" val="OTL"/>
</p:tagLst>
</file>

<file path=ppt/tags/tag368.xml><?xml version="1.0" encoding="utf-8"?>
<p:tagLst xmlns:a="http://schemas.openxmlformats.org/drawingml/2006/main" xmlns:r="http://schemas.openxmlformats.org/officeDocument/2006/relationships" xmlns:p="http://schemas.openxmlformats.org/presentationml/2006/main">
  <p:tag name="OTLMARKERSHAPE" val="OTL"/>
</p:tagLst>
</file>

<file path=ppt/tags/tag369.xml><?xml version="1.0" encoding="utf-8"?>
<p:tagLst xmlns:a="http://schemas.openxmlformats.org/drawingml/2006/main" xmlns:r="http://schemas.openxmlformats.org/officeDocument/2006/relationships" xmlns:p="http://schemas.openxmlformats.org/presentationml/2006/main">
  <p:tag name="OTLMARKERSHAPE" val="OTL"/>
</p:tagLst>
</file>

<file path=ppt/tags/tag370.xml><?xml version="1.0" encoding="utf-8"?>
<p:tagLst xmlns:a="http://schemas.openxmlformats.org/drawingml/2006/main" xmlns:r="http://schemas.openxmlformats.org/officeDocument/2006/relationships" xmlns:p="http://schemas.openxmlformats.org/presentationml/2006/main">
  <p:tag name="OTLMARKERSHAPE" val="OTL"/>
</p:tagLst>
</file>

<file path=ppt/tags/tag371.xml><?xml version="1.0" encoding="utf-8"?>
<p:tagLst xmlns:a="http://schemas.openxmlformats.org/drawingml/2006/main" xmlns:r="http://schemas.openxmlformats.org/officeDocument/2006/relationships" xmlns:p="http://schemas.openxmlformats.org/presentationml/2006/main">
  <p:tag name="OTLMARKERSHAPE" val="OTL"/>
</p:tagLst>
</file>

<file path=ppt/tags/tag372.xml><?xml version="1.0" encoding="utf-8"?>
<p:tagLst xmlns:a="http://schemas.openxmlformats.org/drawingml/2006/main" xmlns:r="http://schemas.openxmlformats.org/officeDocument/2006/relationships" xmlns:p="http://schemas.openxmlformats.org/presentationml/2006/main">
  <p:tag name="OTLMARKERSHAPE" val="OTL"/>
</p:tagLst>
</file>

<file path=ppt/tags/tag373.xml><?xml version="1.0" encoding="utf-8"?>
<p:tagLst xmlns:a="http://schemas.openxmlformats.org/drawingml/2006/main" xmlns:r="http://schemas.openxmlformats.org/officeDocument/2006/relationships" xmlns:p="http://schemas.openxmlformats.org/presentationml/2006/main">
  <p:tag name="OTLMARKERSHAPE" val="OTL"/>
</p:tagLst>
</file>

<file path=ppt/tags/tag374.xml><?xml version="1.0" encoding="utf-8"?>
<p:tagLst xmlns:a="http://schemas.openxmlformats.org/drawingml/2006/main" xmlns:r="http://schemas.openxmlformats.org/officeDocument/2006/relationships" xmlns:p="http://schemas.openxmlformats.org/presentationml/2006/main">
  <p:tag name="OTLMARKERSHAPE" val="OTL"/>
</p:tagLst>
</file>

<file path=ppt/tags/tag375.xml><?xml version="1.0" encoding="utf-8"?>
<p:tagLst xmlns:a="http://schemas.openxmlformats.org/drawingml/2006/main" xmlns:r="http://schemas.openxmlformats.org/officeDocument/2006/relationships" xmlns:p="http://schemas.openxmlformats.org/presentationml/2006/main">
  <p:tag name="OTLMARKERSHAPE" val="OTL"/>
</p:tagLst>
</file>

<file path=ppt/tags/tag376.xml><?xml version="1.0" encoding="utf-8"?>
<p:tagLst xmlns:a="http://schemas.openxmlformats.org/drawingml/2006/main" xmlns:r="http://schemas.openxmlformats.org/officeDocument/2006/relationships" xmlns:p="http://schemas.openxmlformats.org/presentationml/2006/main">
  <p:tag name="OTLMARKERSHAPE" val="OTL"/>
</p:tagLst>
</file>

<file path=ppt/tags/tag377.xml><?xml version="1.0" encoding="utf-8"?>
<p:tagLst xmlns:a="http://schemas.openxmlformats.org/drawingml/2006/main" xmlns:r="http://schemas.openxmlformats.org/officeDocument/2006/relationships" xmlns:p="http://schemas.openxmlformats.org/presentationml/2006/main">
  <p:tag name="OTLMARKERSHAPE" val="OTL"/>
</p:tagLst>
</file>

<file path=ppt/tags/tag378.xml><?xml version="1.0" encoding="utf-8"?>
<p:tagLst xmlns:a="http://schemas.openxmlformats.org/drawingml/2006/main" xmlns:r="http://schemas.openxmlformats.org/officeDocument/2006/relationships" xmlns:p="http://schemas.openxmlformats.org/presentationml/2006/main">
  <p:tag name="OTLMARKERSHAPE" val="OTL"/>
</p:tagLst>
</file>

<file path=ppt/tags/tag379.xml><?xml version="1.0" encoding="utf-8"?>
<p:tagLst xmlns:a="http://schemas.openxmlformats.org/drawingml/2006/main" xmlns:r="http://schemas.openxmlformats.org/officeDocument/2006/relationships" xmlns:p="http://schemas.openxmlformats.org/presentationml/2006/main">
  <p:tag name="OTLMARKERSHAPE" val="OTL"/>
  <p:tag name="OTLTIMEBANDSCALEFORMAT" val="MMM"/>
  <p:tag name="OTLTIMEBANDSHAPETYPE" val="RoundedCornerRectangleTimeband"/>
  <p:tag name="OTLTIMEBANDSHAPEHEIGHT" val="20"/>
  <p:tag name="OTLTIMEBANDSHAPEPADDINGLEFT" val="0"/>
  <p:tag name="OTLTIMEBANDCULTUREINFO" val="en-US"/>
  <p:tag name="OTLTIMEBANDTHREEDEFFECTS" val="Gel"/>
  <p:tag name="OTLTIMEBANDAUTODATERANGE" val="True"/>
  <p:tag name="OTLTIMEBANDSTARTDATE" val="0001-01-01T00:00:00.0000000"/>
  <p:tag name="OTLTIMEBANDWORKINGDAYS" val="Standard"/>
  <p:tag name="OTLTIMEBANDELAPSEDTIMEEXTENSION" val="False"/>
  <p:tag name="OTLTIMEBANDUSETIME" val="False"/>
  <p:tag name="OTLTIMEBANDTIMECONFIGWORKDAYSTART" val="00:00:00"/>
  <p:tag name="OTLTIMEBANDTIMECONFIGWORKDAYEND" val="23:59:00"/>
  <p:tag name="OTLTIMEBANDAPPENDYEARONYEARCHANGE" val="False"/>
  <p:tag name="OTLTIMEBANDSCALEMARKING" val="Years"/>
  <p:tag name="OTLRIGHTENDCAPSMARGINRIGHT" val="20"/>
  <p:tag name="OTLLEFTENDCAPSMARGINLEFT" val="39.5066666666667"/>
  <p:tag name="OTLTIMEBANDFYSTARTMONTH" val="January"/>
  <p:tag name="OTLTIMEBANDSHOWFYLABEL" val="True"/>
  <p:tag name="OTLTIMEBANDUSESTARTINGOFTHEYEARFORFYNUMBERING" val="True"/>
  <p:tag name="OTLTIMEBANDRESERVEDLEFTAREAWIDTH" val="0"/>
  <p:tag name="OTLTIMEBANDRESERVEDLEFTAREAISSET" val="False"/>
  <p:tag name="OTLTIMEBANDDEPENABLED" val="False"/>
  <p:tag name="OTLTIMEBANDDEPSCHEDULINGMODE" val="Flexible"/>
  <p:tag name="OTLTIMEBANDDEPPREVIOUSSCHEDULINGMODE" val="Flexible"/>
  <p:tag name="OTLTIMEBANDDEPONBREAKINGSTRICTSCHEDULINGMODE" val="AskEverytime"/>
  <p:tag name="OTLTIMEBANDDEPONBREAKINGFLEXIBLESCHEDULINGMODE" val="AskEverytime"/>
  <p:tag name="OTLTIMEBANDQUICKPOSITION" val="Custom"/>
  <p:tag name="OTLTIMEBANDENDDATE" val="2033-04-08T23:59:00.0000000"/>
  <p:tag name="OTLTIMEBANDSCALETYPE" val="Quarters"/>
</p:tagLst>
</file>

<file path=ppt/tags/tag380.xml><?xml version="1.0" encoding="utf-8"?>
<p:tagLst xmlns:a="http://schemas.openxmlformats.org/drawingml/2006/main" xmlns:r="http://schemas.openxmlformats.org/officeDocument/2006/relationships" xmlns:p="http://schemas.openxmlformats.org/presentationml/2006/main">
  <p:tag name="OTLMARKERSHAPE" val="OTL"/>
</p:tagLst>
</file>

<file path=ppt/tags/tag381.xml><?xml version="1.0" encoding="utf-8"?>
<p:tagLst xmlns:a="http://schemas.openxmlformats.org/drawingml/2006/main" xmlns:r="http://schemas.openxmlformats.org/officeDocument/2006/relationships" xmlns:p="http://schemas.openxmlformats.org/presentationml/2006/main">
  <p:tag name="OTLMARKERSHAPE" val="OTL"/>
</p:tagLst>
</file>

<file path=ppt/tags/tag382.xml><?xml version="1.0" encoding="utf-8"?>
<p:tagLst xmlns:a="http://schemas.openxmlformats.org/drawingml/2006/main" xmlns:r="http://schemas.openxmlformats.org/officeDocument/2006/relationships" xmlns:p="http://schemas.openxmlformats.org/presentationml/2006/main">
  <p:tag name="OTLMARKERSHAPE" val="OTL"/>
</p:tagLst>
</file>

<file path=ppt/tags/tag383.xml><?xml version="1.0" encoding="utf-8"?>
<p:tagLst xmlns:a="http://schemas.openxmlformats.org/drawingml/2006/main" xmlns:r="http://schemas.openxmlformats.org/officeDocument/2006/relationships" xmlns:p="http://schemas.openxmlformats.org/presentationml/2006/main">
  <p:tag name="OTLMARKERSHAPE" val="OTL"/>
</p:tagLst>
</file>

<file path=ppt/tags/tag384.xml><?xml version="1.0" encoding="utf-8"?>
<p:tagLst xmlns:a="http://schemas.openxmlformats.org/drawingml/2006/main" xmlns:r="http://schemas.openxmlformats.org/officeDocument/2006/relationships" xmlns:p="http://schemas.openxmlformats.org/presentationml/2006/main">
  <p:tag name="OTLMARKERSHAPE" val="OTL"/>
</p:tagLst>
</file>

<file path=ppt/tags/tag385.xml><?xml version="1.0" encoding="utf-8"?>
<p:tagLst xmlns:a="http://schemas.openxmlformats.org/drawingml/2006/main" xmlns:r="http://schemas.openxmlformats.org/officeDocument/2006/relationships" xmlns:p="http://schemas.openxmlformats.org/presentationml/2006/main">
  <p:tag name="OTLMARKERSHAPE" val="OTL"/>
</p:tagLst>
</file>

<file path=ppt/tags/tag386.xml><?xml version="1.0" encoding="utf-8"?>
<p:tagLst xmlns:a="http://schemas.openxmlformats.org/drawingml/2006/main" xmlns:r="http://schemas.openxmlformats.org/officeDocument/2006/relationships" xmlns:p="http://schemas.openxmlformats.org/presentationml/2006/main">
  <p:tag name="OTLMARKERSHAPE" val="OTL"/>
</p:tagLst>
</file>

<file path=ppt/tags/tag387.xml><?xml version="1.0" encoding="utf-8"?>
<p:tagLst xmlns:a="http://schemas.openxmlformats.org/drawingml/2006/main" xmlns:r="http://schemas.openxmlformats.org/officeDocument/2006/relationships" xmlns:p="http://schemas.openxmlformats.org/presentationml/2006/main">
  <p:tag name="OTLMARKERSHAPE" val="OTL"/>
</p:tagLst>
</file>

<file path=ppt/tags/tag388.xml><?xml version="1.0" encoding="utf-8"?>
<p:tagLst xmlns:a="http://schemas.openxmlformats.org/drawingml/2006/main" xmlns:r="http://schemas.openxmlformats.org/officeDocument/2006/relationships" xmlns:p="http://schemas.openxmlformats.org/presentationml/2006/main">
  <p:tag name="OTLMARKERSHAPE" val="OTL"/>
</p:tagLst>
</file>

<file path=ppt/tags/tag38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39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9-11T23:59:00.0000000Z"/>
  <p:tag name="OTLWEEKNUMBERINGFORMAT" val="WNFormat1"/>
  <p:tag name="OTLWEEKNUMBERINGISVISIBLE" val="False"/>
</p:tagLst>
</file>

<file path=ppt/tags/tag391.xml><?xml version="1.0" encoding="utf-8"?>
<p:tagLst xmlns:a="http://schemas.openxmlformats.org/drawingml/2006/main" xmlns:r="http://schemas.openxmlformats.org/officeDocument/2006/relationships" xmlns:p="http://schemas.openxmlformats.org/presentationml/2006/main">
  <p:tag name="OTLMARKERSHAPE" val="OTL"/>
</p:tagLst>
</file>

<file path=ppt/tags/tag392.xml><?xml version="1.0" encoding="utf-8"?>
<p:tagLst xmlns:a="http://schemas.openxmlformats.org/drawingml/2006/main" xmlns:r="http://schemas.openxmlformats.org/officeDocument/2006/relationships" xmlns:p="http://schemas.openxmlformats.org/presentationml/2006/main">
  <p:tag name="OTLMARKERSHAPE" val="OTL"/>
</p:tagLst>
</file>

<file path=ppt/tags/tag393.xml><?xml version="1.0" encoding="utf-8"?>
<p:tagLst xmlns:a="http://schemas.openxmlformats.org/drawingml/2006/main" xmlns:r="http://schemas.openxmlformats.org/officeDocument/2006/relationships" xmlns:p="http://schemas.openxmlformats.org/presentationml/2006/main">
  <p:tag name="OTLMARKERSHAPE" val="OTL"/>
</p:tagLst>
</file>

<file path=ppt/tags/tag394.xml><?xml version="1.0" encoding="utf-8"?>
<p:tagLst xmlns:a="http://schemas.openxmlformats.org/drawingml/2006/main" xmlns:r="http://schemas.openxmlformats.org/officeDocument/2006/relationships" xmlns:p="http://schemas.openxmlformats.org/presentationml/2006/main">
  <p:tag name="OTLMARKERSHAPE" val="OTL"/>
</p:tagLst>
</file>

<file path=ppt/tags/tag395.xml><?xml version="1.0" encoding="utf-8"?>
<p:tagLst xmlns:a="http://schemas.openxmlformats.org/drawingml/2006/main" xmlns:r="http://schemas.openxmlformats.org/officeDocument/2006/relationships" xmlns:p="http://schemas.openxmlformats.org/presentationml/2006/main">
  <p:tag name="OTLMARKERSHAPE" val="OTL"/>
</p:tagLst>
</file>

<file path=ppt/tags/tag396.xml><?xml version="1.0" encoding="utf-8"?>
<p:tagLst xmlns:a="http://schemas.openxmlformats.org/drawingml/2006/main" xmlns:r="http://schemas.openxmlformats.org/officeDocument/2006/relationships" xmlns:p="http://schemas.openxmlformats.org/presentationml/2006/main">
  <p:tag name="OTLMARKERSHAPE" val="OTL"/>
</p:tagLst>
</file>

<file path=ppt/tags/tag397.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398.xml><?xml version="1.0" encoding="utf-8"?>
<p:tagLst xmlns:a="http://schemas.openxmlformats.org/drawingml/2006/main" xmlns:r="http://schemas.openxmlformats.org/officeDocument/2006/relationships" xmlns:p="http://schemas.openxmlformats.org/presentationml/2006/main">
  <p:tag name="OTLMARKERSHAPE" val="OTL"/>
</p:tagLst>
</file>

<file path=ppt/tags/tag399.xml><?xml version="1.0" encoding="utf-8"?>
<p:tagLst xmlns:a="http://schemas.openxmlformats.org/drawingml/2006/main" xmlns:r="http://schemas.openxmlformats.org/officeDocument/2006/relationships" xmlns:p="http://schemas.openxmlformats.org/presentationml/2006/main">
  <p:tag name="OTLMARKERSHAPE" val="OTL"/>
</p:tagLst>
</file>

<file path=ppt/tags/tag400.xml><?xml version="1.0" encoding="utf-8"?>
<p:tagLst xmlns:a="http://schemas.openxmlformats.org/drawingml/2006/main" xmlns:r="http://schemas.openxmlformats.org/officeDocument/2006/relationships" xmlns:p="http://schemas.openxmlformats.org/presentationml/2006/main">
  <p:tag name="OTLMARKERSHAPE" val="OTL"/>
</p:tagLst>
</file>

<file path=ppt/tags/tag401.xml><?xml version="1.0" encoding="utf-8"?>
<p:tagLst xmlns:a="http://schemas.openxmlformats.org/drawingml/2006/main" xmlns:r="http://schemas.openxmlformats.org/officeDocument/2006/relationships" xmlns:p="http://schemas.openxmlformats.org/presentationml/2006/main">
  <p:tag name="OTLMARKERSHAPE" val="OTL"/>
</p:tagLst>
</file>

<file path=ppt/tags/tag402.xml><?xml version="1.0" encoding="utf-8"?>
<p:tagLst xmlns:a="http://schemas.openxmlformats.org/drawingml/2006/main" xmlns:r="http://schemas.openxmlformats.org/officeDocument/2006/relationships" xmlns:p="http://schemas.openxmlformats.org/presentationml/2006/main">
  <p:tag name="OTLMARKERSHAPE" val="OTL"/>
</p:tagLst>
</file>

<file path=ppt/tags/tag403.xml><?xml version="1.0" encoding="utf-8"?>
<p:tagLst xmlns:a="http://schemas.openxmlformats.org/drawingml/2006/main" xmlns:r="http://schemas.openxmlformats.org/officeDocument/2006/relationships" xmlns:p="http://schemas.openxmlformats.org/presentationml/2006/main">
  <p:tag name="OTLMARKERSHAPE" val="OTL"/>
</p:tagLst>
</file>

<file path=ppt/tags/tag404.xml><?xml version="1.0" encoding="utf-8"?>
<p:tagLst xmlns:a="http://schemas.openxmlformats.org/drawingml/2006/main" xmlns:r="http://schemas.openxmlformats.org/officeDocument/2006/relationships" xmlns:p="http://schemas.openxmlformats.org/presentationml/2006/main">
  <p:tag name="OTLMARKERSHAPE" val="OTL"/>
</p:tagLst>
</file>

<file path=ppt/tags/tag405.xml><?xml version="1.0" encoding="utf-8"?>
<p:tagLst xmlns:a="http://schemas.openxmlformats.org/drawingml/2006/main" xmlns:r="http://schemas.openxmlformats.org/officeDocument/2006/relationships" xmlns:p="http://schemas.openxmlformats.org/presentationml/2006/main">
  <p:tag name="OTLMARKERSHAPE" val="OTL"/>
</p:tagLst>
</file>

<file path=ppt/tags/tag406.xml><?xml version="1.0" encoding="utf-8"?>
<p:tagLst xmlns:a="http://schemas.openxmlformats.org/drawingml/2006/main" xmlns:r="http://schemas.openxmlformats.org/officeDocument/2006/relationships" xmlns:p="http://schemas.openxmlformats.org/presentationml/2006/main">
  <p:tag name="OTLMARKERSHAPE" val="OTL"/>
</p:tagLst>
</file>

<file path=ppt/tags/tag407.xml><?xml version="1.0" encoding="utf-8"?>
<p:tagLst xmlns:a="http://schemas.openxmlformats.org/drawingml/2006/main" xmlns:r="http://schemas.openxmlformats.org/officeDocument/2006/relationships" xmlns:p="http://schemas.openxmlformats.org/presentationml/2006/main">
  <p:tag name="OTLMARKERSHAPE" val="OTL"/>
</p:tagLst>
</file>

<file path=ppt/tags/tag408.xml><?xml version="1.0" encoding="utf-8"?>
<p:tagLst xmlns:a="http://schemas.openxmlformats.org/drawingml/2006/main" xmlns:r="http://schemas.openxmlformats.org/officeDocument/2006/relationships" xmlns:p="http://schemas.openxmlformats.org/presentationml/2006/main">
  <p:tag name="OTLMARKERSHAPE" val="OTL"/>
</p:tagLst>
</file>

<file path=ppt/tags/tag409.xml><?xml version="1.0" encoding="utf-8"?>
<p:tagLst xmlns:a="http://schemas.openxmlformats.org/drawingml/2006/main" xmlns:r="http://schemas.openxmlformats.org/officeDocument/2006/relationships" xmlns:p="http://schemas.openxmlformats.org/presentationml/2006/main">
  <p:tag name="OTLMARKERSHAPE" val="OTL"/>
</p:tagLst>
</file>

<file path=ppt/tags/tag410.xml><?xml version="1.0" encoding="utf-8"?>
<p:tagLst xmlns:a="http://schemas.openxmlformats.org/drawingml/2006/main" xmlns:r="http://schemas.openxmlformats.org/officeDocument/2006/relationships" xmlns:p="http://schemas.openxmlformats.org/presentationml/2006/main">
  <p:tag name="OTLMARKERSHAPE" val="OTL"/>
</p:tagLst>
</file>

<file path=ppt/tags/tag411.xml><?xml version="1.0" encoding="utf-8"?>
<p:tagLst xmlns:a="http://schemas.openxmlformats.org/drawingml/2006/main" xmlns:r="http://schemas.openxmlformats.org/officeDocument/2006/relationships" xmlns:p="http://schemas.openxmlformats.org/presentationml/2006/main">
  <p:tag name="OTLMARKERSHAPE" val="OTL"/>
</p:tagLst>
</file>

<file path=ppt/tags/tag412.xml><?xml version="1.0" encoding="utf-8"?>
<p:tagLst xmlns:a="http://schemas.openxmlformats.org/drawingml/2006/main" xmlns:r="http://schemas.openxmlformats.org/officeDocument/2006/relationships" xmlns:p="http://schemas.openxmlformats.org/presentationml/2006/main">
  <p:tag name="OTLMARKERSHAPE" val="OTL"/>
</p:tagLst>
</file>

<file path=ppt/tags/tag413.xml><?xml version="1.0" encoding="utf-8"?>
<p:tagLst xmlns:a="http://schemas.openxmlformats.org/drawingml/2006/main" xmlns:r="http://schemas.openxmlformats.org/officeDocument/2006/relationships" xmlns:p="http://schemas.openxmlformats.org/presentationml/2006/main">
  <p:tag name="OTLMARKERSHAPE" val="OTL"/>
</p:tagLst>
</file>

<file path=ppt/tags/tag414.xml><?xml version="1.0" encoding="utf-8"?>
<p:tagLst xmlns:a="http://schemas.openxmlformats.org/drawingml/2006/main" xmlns:r="http://schemas.openxmlformats.org/officeDocument/2006/relationships" xmlns:p="http://schemas.openxmlformats.org/presentationml/2006/main">
  <p:tag name="OTLMARKERSHAPE" val="OTL"/>
</p:tagLst>
</file>

<file path=ppt/tags/tag415.xml><?xml version="1.0" encoding="utf-8"?>
<p:tagLst xmlns:a="http://schemas.openxmlformats.org/drawingml/2006/main" xmlns:r="http://schemas.openxmlformats.org/officeDocument/2006/relationships" xmlns:p="http://schemas.openxmlformats.org/presentationml/2006/main">
  <p:tag name="OTLMARKERSHAPE" val="OTL"/>
</p:tagLst>
</file>

<file path=ppt/tags/tag416.xml><?xml version="1.0" encoding="utf-8"?>
<p:tagLst xmlns:a="http://schemas.openxmlformats.org/drawingml/2006/main" xmlns:r="http://schemas.openxmlformats.org/officeDocument/2006/relationships" xmlns:p="http://schemas.openxmlformats.org/presentationml/2006/main">
  <p:tag name="OTLMARKERSHAPE" val="OTL"/>
</p:tagLst>
</file>

<file path=ppt/tags/tag417.xml><?xml version="1.0" encoding="utf-8"?>
<p:tagLst xmlns:a="http://schemas.openxmlformats.org/drawingml/2006/main" xmlns:r="http://schemas.openxmlformats.org/officeDocument/2006/relationships" xmlns:p="http://schemas.openxmlformats.org/presentationml/2006/main">
  <p:tag name="OTLMARKERSHAPE" val="OTL"/>
</p:tagLst>
</file>

<file path=ppt/tags/tag418.xml><?xml version="1.0" encoding="utf-8"?>
<p:tagLst xmlns:a="http://schemas.openxmlformats.org/drawingml/2006/main" xmlns:r="http://schemas.openxmlformats.org/officeDocument/2006/relationships" xmlns:p="http://schemas.openxmlformats.org/presentationml/2006/main">
  <p:tag name="OTLMARKERSHAPE" val="OTL"/>
</p:tagLst>
</file>

<file path=ppt/tags/tag41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420.xml><?xml version="1.0" encoding="utf-8"?>
<p:tagLst xmlns:a="http://schemas.openxmlformats.org/drawingml/2006/main" xmlns:r="http://schemas.openxmlformats.org/officeDocument/2006/relationships" xmlns:p="http://schemas.openxmlformats.org/presentationml/2006/main">
  <p:tag name="OTLMARKERSHAPE" val="OTL"/>
</p:tagLst>
</file>

<file path=ppt/tags/tag421.xml><?xml version="1.0" encoding="utf-8"?>
<p:tagLst xmlns:a="http://schemas.openxmlformats.org/drawingml/2006/main" xmlns:r="http://schemas.openxmlformats.org/officeDocument/2006/relationships" xmlns:p="http://schemas.openxmlformats.org/presentationml/2006/main">
  <p:tag name="OTLMARKERSHAPE" val="OTL"/>
</p:tagLst>
</file>

<file path=ppt/tags/tag422.xml><?xml version="1.0" encoding="utf-8"?>
<p:tagLst xmlns:a="http://schemas.openxmlformats.org/drawingml/2006/main" xmlns:r="http://schemas.openxmlformats.org/officeDocument/2006/relationships" xmlns:p="http://schemas.openxmlformats.org/presentationml/2006/main">
  <p:tag name="OTLMARKERSHAPE" val="OTL"/>
</p:tagLst>
</file>

<file path=ppt/tags/tag423.xml><?xml version="1.0" encoding="utf-8"?>
<p:tagLst xmlns:a="http://schemas.openxmlformats.org/drawingml/2006/main" xmlns:r="http://schemas.openxmlformats.org/officeDocument/2006/relationships" xmlns:p="http://schemas.openxmlformats.org/presentationml/2006/main">
  <p:tag name="OTLMARKERSHAPE" val="OTL"/>
</p:tagLst>
</file>

<file path=ppt/tags/tag424.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425.xml><?xml version="1.0" encoding="utf-8"?>
<p:tagLst xmlns:a="http://schemas.openxmlformats.org/drawingml/2006/main" xmlns:r="http://schemas.openxmlformats.org/officeDocument/2006/relationships" xmlns:p="http://schemas.openxmlformats.org/presentationml/2006/main">
  <p:tag name="OTLMARKERSHAPE" val="OTL"/>
</p:tagLst>
</file>

<file path=ppt/tags/tag426.xml><?xml version="1.0" encoding="utf-8"?>
<p:tagLst xmlns:a="http://schemas.openxmlformats.org/drawingml/2006/main" xmlns:r="http://schemas.openxmlformats.org/officeDocument/2006/relationships" xmlns:p="http://schemas.openxmlformats.org/presentationml/2006/main">
  <p:tag name="OTLMARKERSHAPE" val="OTL"/>
</p:tagLst>
</file>

<file path=ppt/tags/tag427.xml><?xml version="1.0" encoding="utf-8"?>
<p:tagLst xmlns:a="http://schemas.openxmlformats.org/drawingml/2006/main" xmlns:r="http://schemas.openxmlformats.org/officeDocument/2006/relationships" xmlns:p="http://schemas.openxmlformats.org/presentationml/2006/main">
  <p:tag name="OTLMARKERSHAPE" val="OTL"/>
</p:tagLst>
</file>

<file path=ppt/tags/tag428.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42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430.xml><?xml version="1.0" encoding="utf-8"?>
<p:tagLst xmlns:a="http://schemas.openxmlformats.org/drawingml/2006/main" xmlns:r="http://schemas.openxmlformats.org/officeDocument/2006/relationships" xmlns:p="http://schemas.openxmlformats.org/presentationml/2006/main">
  <p:tag name="OTLMARKERSHAPE" val="OTL"/>
</p:tagLst>
</file>

<file path=ppt/tags/tag431.xml><?xml version="1.0" encoding="utf-8"?>
<p:tagLst xmlns:a="http://schemas.openxmlformats.org/drawingml/2006/main" xmlns:r="http://schemas.openxmlformats.org/officeDocument/2006/relationships" xmlns:p="http://schemas.openxmlformats.org/presentationml/2006/main">
  <p:tag name="OTLELAPSEDSTYLE" val="Thin"/>
  <p:tag name="OTLMARKERSHAPE" val="OTL"/>
</p:tagLst>
</file>

<file path=ppt/tags/tag432.xml><?xml version="1.0" encoding="utf-8"?>
<p:tagLst xmlns:a="http://schemas.openxmlformats.org/drawingml/2006/main" xmlns:r="http://schemas.openxmlformats.org/officeDocument/2006/relationships" xmlns:p="http://schemas.openxmlformats.org/presentationml/2006/main">
  <p:tag name="OTLMARKERSHAPE" val="OTL"/>
  <p:tag name="OTLTODAYPOSITION" val="Below"/>
</p:tagLst>
</file>

<file path=ppt/tags/tag433.xml><?xml version="1.0" encoding="utf-8"?>
<p:tagLst xmlns:a="http://schemas.openxmlformats.org/drawingml/2006/main" xmlns:r="http://schemas.openxmlformats.org/officeDocument/2006/relationships" xmlns:p="http://schemas.openxmlformats.org/presentationml/2006/main">
  <p:tag name="OTLMARKERSHAPE" val="OTL"/>
</p:tagLst>
</file>

<file path=ppt/tags/tag434.xml><?xml version="1.0" encoding="utf-8"?>
<p:tagLst xmlns:a="http://schemas.openxmlformats.org/drawingml/2006/main" xmlns:r="http://schemas.openxmlformats.org/officeDocument/2006/relationships" xmlns:p="http://schemas.openxmlformats.org/presentationml/2006/main">
  <p:tag name="OTLMARKERSHAPE" val="OTL"/>
</p:tagLst>
</file>

<file path=ppt/tags/tag435.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436.xml><?xml version="1.0" encoding="utf-8"?>
<p:tagLst xmlns:a="http://schemas.openxmlformats.org/drawingml/2006/main" xmlns:r="http://schemas.openxmlformats.org/officeDocument/2006/relationships" xmlns:p="http://schemas.openxmlformats.org/presentationml/2006/main">
  <p:tag name="OTLMARKERSHAPE" val="OTL"/>
</p:tagLst>
</file>

<file path=ppt/tags/tag437.xml><?xml version="1.0" encoding="utf-8"?>
<p:tagLst xmlns:a="http://schemas.openxmlformats.org/drawingml/2006/main" xmlns:r="http://schemas.openxmlformats.org/officeDocument/2006/relationships" xmlns:p="http://schemas.openxmlformats.org/presentationml/2006/main">
  <p:tag name="OTLMARKERSHAPE" val="OTL"/>
</p:tagLst>
</file>

<file path=ppt/tags/tag438.xml><?xml version="1.0" encoding="utf-8"?>
<p:tagLst xmlns:a="http://schemas.openxmlformats.org/drawingml/2006/main" xmlns:r="http://schemas.openxmlformats.org/officeDocument/2006/relationships" xmlns:p="http://schemas.openxmlformats.org/presentationml/2006/main">
  <p:tag name="OTLMARKERSHAPE" val="OTL"/>
</p:tagLst>
</file>

<file path=ppt/tags/tag439.xml><?xml version="1.0" encoding="utf-8"?>
<p:tagLst xmlns:a="http://schemas.openxmlformats.org/drawingml/2006/main" xmlns:r="http://schemas.openxmlformats.org/officeDocument/2006/relationships" xmlns:p="http://schemas.openxmlformats.org/presentationml/2006/main">
  <p:tag name="OTLMARKERSHAPE" val="OTL"/>
</p:tagLst>
</file>

<file path=ppt/tags/tag440.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441.xml><?xml version="1.0" encoding="utf-8"?>
<p:tagLst xmlns:a="http://schemas.openxmlformats.org/drawingml/2006/main" xmlns:r="http://schemas.openxmlformats.org/officeDocument/2006/relationships" xmlns:p="http://schemas.openxmlformats.org/presentationml/2006/main">
  <p:tag name="OTLMARKERSHAPE" val="OTL"/>
</p:tagLst>
</file>

<file path=ppt/tags/tag442.xml><?xml version="1.0" encoding="utf-8"?>
<p:tagLst xmlns:a="http://schemas.openxmlformats.org/drawingml/2006/main" xmlns:r="http://schemas.openxmlformats.org/officeDocument/2006/relationships" xmlns:p="http://schemas.openxmlformats.org/presentationml/2006/main">
  <p:tag name="__PART_0" val="eyIkaWQiOiIxIiwiX3N3aW1sYW5lc1YyIjpbeyIkaWQiOiIyIiwiX2FjdGl2aXRpZXMiOlt7IiRpZCI6IjMiLCJfcm93cyI6W3siJGlkIjoiNCIsIl90YXNrcyI6W10sIl9taWxlc3RvbmVzIjpbeyIkaWQiOiI1IiwiSWQiOiJiZmQyYjcxYS0xY2NkLTQ4YWMtYTA1Yy0yMTY3ZTQ2ZDc2NGQiLCJJbmRleCI6MCwiR3JvdXBJZCI6bnVsbCwiVGl0bGUiOiJQaCBJIHJlYWRvdXQgZm9yIFBvQyIsIkRhdGVUaW1lIjoiMjAyNS0xMS0xNFQyMzo1OTowMCIsIlBlcmNlbnRhZ2VDb21wbGV0ZSI6bnVsbCwiTm90ZSI6bnVsbCwiU3R5bGUiOnsiJGlkIjoiNiIsIlRpdGxlUG9zaXRpb24iOiJMZWZ0IiwiRGF0ZVBvc2l0aW9uIjoiTGVmdCIsIlNoYXBlVHlwZSI6MiwiU2hhcGVTaXplIjoxLCJTaGFwZVN0eWxlIjp7IiRpZCI6IjciLCJNYXJnaW4iOnsiJGlkIjoiOCIsIlRvcCI6MC4wLCJMZWZ0IjowLjAsIlJpZ2h0IjowLjAsIkJvdHRvbSI6MC4wfSwiUGFkZGluZyI6eyIkaWQiOiI5IiwiVG9wIjowLjAsIkxlZnQiOjAuMCwiUmlnaHQiOjAuMCwiQm90dG9tIjowLjB9LCJCYWNrZ3JvdW5kIjp7IiRpZCI6IjEwIiwiQ29sb3IiOnsiJGlkIjoiMTEiLCJBIjoyNTUsIlIiOjgsIkciOjQ5LCJCIjo0Mn19LCJJc1Zpc2libGUiOnRydWUsIldpZHRoIjoxMy4wLCJIZWlnaHQiOjEzLjAsIkJvcmRlclN0eWxlIjp7IiRpZCI6IjEyIiwiTGluZUNvbG9yIjp7IiRpZCI6IjEzIiwiJHR5cGUiOiJOTFJFLkNvbW1vbi5Eb20uU29saWRDb2xvckJydXNoLCBOTFJFLkNvbW1vbiIsIkNvbG9yIjp7IiRpZCI6IjE0IiwiQSI6MjU1LCJSIjoyNTUsIkciOjAsIkIiOjB9fSwiTGluZVdlaWdodCI6MC4wLCJMaW5lVHlwZSI6MCwiUGFyZW50U3R5bGUiOm51bGx9LCJQYXJlbnRTdHlsZSI6bnVsbH0sIlRpdGxlU3R5bGUiOnsiJGlkIjoiMTUiLCJGb250U2V0dGluZ3MiOnsiJGlkIjoiMTYiLCJGb250U2l6ZSI6MTEsIkZvbnROYW1lIjoiQ2FsaWJyaSIsIklzQm9sZCI6dHJ1ZSwiSXNJdGFsaWMiOmZhbHNlLCJJc1VuZGVybGluZWQiOmZhbHNlLCJQYXJlbnRTdHlsZSI6bnVsbH0sIkF1dG9TaXplIjowLCJGb3JlZ3JvdW5kIjp7IiRpZCI6IjE3IiwiQ29sb3IiOnsiJGlkIjoiMTgiLCJBIjoyNTUsIlIiOjAsIkciOjAsIkIiOjB9fSwiTWF4V2lkdGgiOjIwMC4wLCJNYXhIZWlnaHQiOiJJbmZpbml0eSIsIlNtYXJ0Rm9yZWdyb3VuZElzQWN0aXZlIjpmYWxzZSwiSG9yaXpvbnRhbEFsaWdubWVudCI6MiwiVmVydGljYWxBbGlnbm1lbnQiOjAsIlNtYXJ0Rm9yZWdyb3VuZCI6bnVsbCwiQmFja2dyb3VuZEZpbGxUeXBlIjowLCJNYXJnaW4iOnsiJGlkIjoiMTkiLCJUb3AiOjAuMCwiTGVmdCI6MC4wLCJSaWdodCI6MC4wLCJCb3R0b20iOjAuMH0sIlBhZGRpbmciOnsiJGlkIjoiMjAiLCJUb3AiOjAuMCwiTGVmdCI6MC4wLCJSaWdodCI6MC4wLCJCb3R0b20iOjAuMH0sIkJhY2tncm91bmQiOnsiJGlkIjoiMjEiLCJDb2xvciI6eyIkaWQiOiIyMiIsIkEiOjAsIlIiOjAsIkciOjAsIkIiOjB9fSwiSXNWaXNpYmxlIjp0cnVlLCJXaWR0aCI6MC4wLCJIZWlnaHQiOjAuMCwiQm9yZGVyU3R5bGUiOm51bGwsIlBhcmVudFN0eWxlIjpudWxsfSwiRGF0ZVN0eWxlIjp7IiRpZCI6IjIzIiwiRm9udFNldHRpbmdzIjp7IiRpZCI6IjI0IiwiRm9udFNpemUiOjEwLCJGb250TmFtZSI6IkNhbGlicmkiLCJJc0JvbGQiOmZhbHNlLCJJc0l0YWxpYyI6ZmFsc2UsIklzVW5kZXJsaW5lZCI6ZmFsc2UsIlBhcmVudFN0eWxlIjpudWxsfSwiQXV0b1NpemUiOjAsIkZvcmVncm91bmQiOnsiJGlkIjoiMjUiLCJDb2xvciI6eyIkaWQiOiIyNi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jciLCJUb3AiOjAuMCwiTGVmdCI6MC4wLCJSaWdodCI6MC4wLCJCb3R0b20iOjAuMH0sIlBhZGRpbmciOnsiJGlkIjoiMjgiLCJUb3AiOjAuMCwiTGVmdCI6MC4wLCJSaWdodCI6MC4wLCJCb3R0b20iOjAuMH0sIkJhY2tncm91bmQiOnsiJGlkIjoiMjkiLCJDb2xvciI6eyIkaWQiOiIzMCIsIkEiOjAsIlIiOjAsIkciOjAsIkIiOjB9fSwiSXNWaXNpYmxlIjp0cnVlLCJXaWR0aCI6MC4wLCJIZWlnaHQiOjAuMCwiQm9yZGVyU3R5bGUiOm51bGwsIlBhcmVudFN0eWxlIjpudWxsfSwiRGF0ZUZvcm1hdCI6eyIkaWQiOiIzM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zMiIsIkRhdGVQYXJ0SXNWaXNpYmxlIjp0cnVlLCJUaW1lUGFydElzVmlzaWJsZSI6ZmFsc2V9fSwiV2Vla051bWJlcmluZyI6eyIkaWQiOiIzMy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zNCIsIl90YXNrcyI6W10sIl9taWxlc3RvbmVzIjpbeyIkaWQiOiIzNSIsIklkIjoiZTkwMDhjZjktNDA3Ni00ZTk4LWIzYzUtNTFiYjg0MDZmYzA4IiwiSW5kZXgiOjEsIkdyb3VwSWQiOm51bGwsIlRpdGxlIjoiUG9DIHJlbGVhc2UgIiwiRGF0ZVRpbWUiOiIyMDI1LTExLTI2VDIzOjU5OjAwIiwiUGVyY2VudGFnZUNvbXBsZXRlIjpudWxsLCJOb3RlIjpudWxsLCJTdHlsZSI6eyIkaWQiOiIzNiIsIlRpdGxlUG9zaXRpb24iOiJMZWZ0IiwiRGF0ZVBvc2l0aW9uIjoiTGVmdCIsIlNoYXBlVHlwZSI6MiwiU2hhcGVTaXplIjoxLCJTaGFwZVN0eWxlIjp7IiRpZCI6IjM3IiwiTWFyZ2luIjp7IiRyZWYiOiI4In0sIlBhZGRpbmciOnsiJHJlZiI6IjkifSwiQmFja2dyb3VuZCI6eyIkaWQiOiIzOCIsIkNvbG9yIjp7IiRpZCI6IjM5IiwiQSI6MjU1LCJSIjo4LCJHIjo0OSwiQiI6NDJ9fSwiSXNWaXNpYmxlIjp0cnVlLCJXaWR0aCI6MTMuMCwiSGVpZ2h0IjoxMy4wLCJCb3JkZXJTdHlsZSI6eyIkaWQiOiI0MCIsIkxpbmVDb2xvciI6eyIkcmVmIjoiMTMifSwiTGluZVdlaWdodCI6MC4wLCJMaW5lVHlwZSI6MCwiUGFyZW50U3R5bGUiOm51bGx9LCJQYXJlbnRTdHlsZSI6bnVsbH0sIlRpdGxlU3R5bGUiOnsiJGlkIjoiNDEiLCJGb250U2V0dGluZ3MiOnsiJGlkIjoiNDIiLCJGb250U2l6ZSI6MTEsIkZvbnROYW1lIjoiQ2FsaWJyaSIsIklzQm9sZCI6dHJ1ZSwiSXNJdGFsaWMiOmZhbHNlLCJJc1VuZGVybGluZWQiOmZhbHNlLCJQYXJlbnRTdHlsZSI6bnVsbH0sIkF1dG9TaXplIjowLCJGb3JlZ3JvdW5kIjp7IiRyZWYiOiIxNyJ9LCJNYXhXaWR0aCI6MjAwLjAsIk1heEhlaWdodCI6IkluZmluaXR5IiwiU21hcnRGb3JlZ3JvdW5kSXNBY3RpdmUiOmZhbHNlLCJIb3Jpem9udGFsQWxpZ25tZW50IjoyLCJWZXJ0aWNhbEFsaWdubWVudCI6MCwiU21hcnRGb3JlZ3JvdW5kIjpudWxsLCJCYWNrZ3JvdW5kRmlsbFR5cGUiOjAsIk1hcmdpbiI6eyIkcmVmIjoiMTkifSwiUGFkZGluZyI6eyIkcmVmIjoiMjAifSwiQmFja2dyb3VuZCI6eyIkcmVmIjoiMjEifSwiSXNWaXNpYmxlIjp0cnVlLCJXaWR0aCI6MC4wLCJIZWlnaHQiOjAuMCwiQm9yZGVyU3R5bGUiOm51bGwsIlBhcmVudFN0eWxlIjpudWxsfSwiRGF0ZVN0eWxlIjp7IiRpZCI6IjQzIiwiRm9udFNldHRpbmdzIjp7IiRpZCI6IjQ0IiwiRm9udFNpemUiOjEwLCJGb250TmFtZSI6IkNhbGlicmkiLCJJc0JvbGQiOmZhbHNlLCJJc0l0YWxpYyI6ZmFsc2UsIklzVW5kZXJsaW5lZCI6ZmFsc2UsIlBhcmVudFN0eWxlIjpudWxsfSwiQXV0b1NpemUiOjAsIkZvcmVncm91bmQiOnsiJHJlZiI6IjI1In0sIk1heFdpZHRoIjoyMDAuMCwiTWF4SGVpZ2h0IjoiSW5maW5pdHkiLCJTbWFydEZvcmVncm91bmRJc0FjdGl2ZSI6ZmFsc2UsIkhvcml6b250YWxBbGlnbm1lbnQiOjIsIlZlcnRpY2FsQWxpZ25tZW50IjowLCJTbWFydEZvcmVncm91bmQiOm51bGwsIkJhY2tncm91bmRGaWxsVHlwZSI6MCwiTWFyZ2luIjp7IiRyZWYiOiIyNyJ9LCJQYWRkaW5nIjp7IiRyZWYiOiIyOCJ9LCJCYWNrZ3JvdW5kIjp7IiRyZWYiOiIyOSJ9LCJJc1Zpc2libGUiOnRydWUsIldpZHRoIjowLjAsIkhlaWdodCI6MC4wLCJCb3JkZXJTdHlsZSI6bnVsbCwiUGFyZW50U3R5bGUiOm51bGx9LCJEYXRlRm9ybWF0Ijp7IiRyZWYiOiIzMSJ9LCJXZWVrTnVtYmVyaW5nIjp7IiRpZCI6IjQ1IiwiRm9ybWF0IjowLCJJc1Zpc2libGUiOmZhbHNlLCJMYXN0S25vd25WaXNpYmlsaXR5U3RhdGUiOmZhbHNlfSwiSXNWaXNpYmxlIjp0cnVlLCJQYXJlbnRTdHlsZSI6bnVsbH0sIkh5cGVybGluayI6bnVsbCwiSW1wb3J0SWQiOiIifV0sIklkIjoiMDAwMDAwMDAtMDAwMC0wMDAwLTAwMDAtMDAwMDAwMDAwMDAwIiwiSXNTaW5nbGVJdGVtUm93Ijp0cnVlfSx7IiRpZCI6IjQ2IiwiX3Rhc2tzIjpbXSwiX21pbGVzdG9uZXMiOlt7IiRpZCI6IjQ3IiwiSWQiOiI2YzJiYzk1NS1lMzkyLTRhZTItYTA2ZS1hNGJkZDdiNzY5ZDUiLCJJbmRleCI6MiwiR3JvdXBJZCI6bnVsbCwiVGl0bGUiOiJGaW5hbCBDVEEgcGFja2FnZSIsIkRhdGVUaW1lIjoiMjAyNi0wMi0xM1QyMzo1OTowMCIsIlBlcmNlbnRhZ2VDb21wbGV0ZSI6bnVsbCwiTm90ZSI6bnVsbCwiU3R5bGUiOnsiJGlkIjoiNDgiLCJUaXRsZVBvc2l0aW9uIjoiTGVmdCIsIkRhdGVQb3NpdGlvbiI6IkxlZnQiLCJTaGFwZVR5cGUiOjIsIlNoYXBlU2l6ZSI6MSwiU2hhcGVTdHlsZSI6eyIkaWQiOiI0OSIsIk1hcmdpbiI6eyIkcmVmIjoiOCJ9LCJQYWRkaW5nIjp7IiRyZWYiOiI5In0sIkJhY2tncm91bmQiOnsiJGlkIjoiNTAiLCJDb2xvciI6eyIkaWQiOiI1MSIsIkEiOjI1NSwiUiI6OCwiRyI6NDksIkIiOjQyfX0sIklzVmlzaWJsZSI6dHJ1ZSwiV2lkdGgiOjEzLjAsIkhlaWdodCI6MTMuMCwiQm9yZGVyU3R5bGUiOnsiJGlkIjoiNTIiLCJMaW5lQ29sb3IiOnsiJHJlZiI6IjEzIn0sIkxpbmVXZWlnaHQiOjAuMCwiTGluZVR5cGUiOjAsIlBhcmVudFN0eWxlIjpudWxsfSwiUGFyZW50U3R5bGUiOm51bGx9LCJUaXRsZVN0eWxlIjp7IiRpZCI6IjUzIiwiRm9udFNldHRpbmdzIjp7IiRpZCI6IjU0IiwiRm9udFNpemUiOjExLCJGb250TmFtZSI6IkNhbGlicmkiLCJJc0JvbGQiOnRydWUsIklzSXRhbGljIjpmYWxzZSwiSXNVbmRlcmxpbmVkIjpmYWxzZSwiUGFyZW50U3R5bGUiOm51bGx9LCJBdXRvU2l6ZSI6MCwiRm9yZWdyb3VuZCI6eyIkcmVmIjoiMTcifSwiTWF4V2lkdGgiOjIwMC4wLCJNYXhIZWlnaHQiOiJJbmZpbml0eSIsIlNtYXJ0Rm9yZWdyb3VuZElzQWN0aXZlIjpmYWxzZSwiSG9yaXpvbnRhbEFsaWdubWVudCI6MiwiVmVydGljYWxBbGlnbm1lbnQiOjAsIlNtYXJ0Rm9yZWdyb3VuZCI6bnVsbCwiQmFja2dyb3VuZEZpbGxUeXBlIjowLCJNYXJnaW4iOnsiJHJlZiI6IjE5In0sIlBhZGRpbmciOnsiJHJlZiI6IjIwIn0sIkJhY2tncm91bmQiOnsiJHJlZiI6IjIxIn0sIklzVmlzaWJsZSI6dHJ1ZSwiV2lkdGgiOjAuMCwiSGVpZ2h0IjowLjAsIkJvcmRlclN0eWxlIjpudWxsLCJQYXJlbnRTdHlsZSI6bnVsbH0sIkRhdGVTdHlsZSI6eyIkaWQiOiI1NSIsIkZvbnRTZXR0aW5ncyI6eyIkaWQiOiI1NiIsIkZvbnRTaXplIjoxMCwiRm9udE5hbWUiOiJDYWxpYnJpIiwiSXNCb2xkIjpmYWxzZSwiSXNJdGFsaWMiOmZhbHNlLCJJc1VuZGVybGluZWQiOmZhbHNlLCJQYXJlbnRTdHlsZSI6bnVsbH0sIkF1dG9TaXplIjowLCJGb3JlZ3JvdW5kIjp7IiRyZWYiOiIyNSJ9LCJNYXhXaWR0aCI6MjAwLjAsIk1heEhlaWdodCI6IkluZmluaXR5IiwiU21hcnRGb3JlZ3JvdW5kSXNBY3RpdmUiOmZhbHNlLCJIb3Jpem9udGFsQWxpZ25tZW50IjoyLCJWZXJ0aWNhbEFsaWdubWVudCI6MCwiU21hcnRGb3JlZ3JvdW5kIjpudWxsLCJCYWNrZ3JvdW5kRmlsbFR5cGUiOjAsIk1hcmdpbiI6eyIkcmVmIjoiMjcifSwiUGFkZGluZyI6eyIkcmVmIjoiMjgifSwiQmFja2dyb3VuZCI6eyIkcmVmIjoiMjkifSwiSXNWaXNpYmxlIjp0cnVlLCJXaWR0aCI6MC4wLCJIZWlnaHQiOjAuMCwiQm9yZGVyU3R5bGUiOm51bGwsIlBhcmVudFN0eWxlIjpudWxsfSwiRGF0ZUZvcm1hdCI6eyIkaWQiOiI1Ny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1OCIsIkRhdGVQYXJ0SXNWaXNpYmxlIjp0cnVlLCJUaW1lUGFydElzVmlzaWJsZSI6ZmFsc2V9fSwiV2Vla051bWJlcmluZyI6eyIkaWQiOiI1OSIsIkZvcm1hdCI6MCwiSXNWaXNpYmxlIjpmYWxzZSwiTGFzdEtub3duVmlzaWJpbGl0eVN0YXRlIjpmYWxzZX0sIklzVmlzaWJsZSI6dHJ1ZSwiUGFyZW50U3R5bGUiOm51bGx9LCJIeXBlcmxpbmsiOm51bGwsIkltcG9ydElkIjoiIn1dLCJJZCI6IjAwMDAwMDAwLTAwMDAtMDAwMC0wMDAwLTAwMDAwMDAwMDAwMCIsIklzU2luZ2xlSXRlbVJvdyI6dHJ1ZX0seyIkaWQiOiI2MCIsIl90YXNrcyI6W3siJGlkIjoiNjEiLCJfYXR0YWNoZWRNaWxlc3RvbmVzIjpbXSwiVGFza0RlZmluaXRpb24iOnsiJGlkIjoiNjIiLCJHcm91cE5hbWUiOm51bGwsIlN0YXJ0RGF0ZSI6IjIwMjYtMDctMDZUMjM6NTk6MDBaIiwiRW5kRGF0ZSI6IjIwMjYtMTEtMTdUMjM6NTk6MDBaIiwiUGVyY2VudGFnZUNvbXBsZXRlIjpudWxsLCJTdHlsZSI6eyIkaWQiOiI2MyIsIlNoYXBlIjoxLCJTaGFwZVRoaWNrbmVzcyI6MCwiRHVyYXRpb25Gb3JtYXQiOjAsIkluY2x1ZGVOb25Xb3JraW5nRGF5c0luRHVyYXRpb24iOmZhbHNlLCJQZXJjZW50YWdlQ29tcGxldGVTdHlsZSI6eyIkaWQiOiI2NCIsIkZvbnRTZXR0aW5ncyI6eyIkaWQiOiI2NSIsIkZvbnRTaXplIjoxMCwiRm9udE5hbWUiOiJDYWxpYnJpIiwiSXNCb2xkIjpmYWxzZSwiSXNJdGFsaWMiOmZhbHNlLCJJc1VuZGVybGluZWQiOmZhbHNlLCJQYXJlbnRTdHlsZSI6bnVsbH0sIkF1dG9TaXplIjowLCJGb3JlZ3JvdW5kIjp7IiRpZCI6IjY2IiwiQ29sb3IiOnsiJGlkIjoiNjciLCJBIjoyNTUsIlIiOjIzNywiRyI6MTI1LCJCIjo0OX19LCJNYXhXaWR0aCI6MjAwLjAsIk1heEhlaWdodCI6IkluZmluaXR5IiwiU21hcnRGb3JlZ3JvdW5kSXNBY3RpdmUiOmZhbHNlLCJIb3Jpem9udGFsQWxpZ25tZW50IjowLCJWZXJ0aWNhbEFsaWdubWVudCI6MCwiU21hcnRGb3JlZ3JvdW5kIjpudWxsLCJCYWNrZ3JvdW5kRmlsbFR5cGUiOjAsIk1hcmdpbiI6eyIkaWQiOiI2OCIsIlRvcCI6MC4wLCJMZWZ0IjowLjAsIlJpZ2h0IjowLjAsIkJvdHRvbSI6MC4wfSwiUGFkZGluZyI6eyIkaWQiOiI2OSIsIlRvcCI6MC4wLCJMZWZ0IjowLjAsIlJpZ2h0IjowLjAsIkJvdHRvbSI6MC4wfSwiQmFja2dyb3VuZCI6eyIkaWQiOiI3MCIsIkNvbG9yIjp7IiRpZCI6IjcxIiwiQSI6ODksIlIiOjAsIkciOjAsIkIiOjB9fSwiSXNWaXNpYmxlIjp0cnVlLCJXaWR0aCI6MC4wLCJIZWlnaHQiOjAuMCwiQm9yZGVyU3R5bGUiOnsiJGlkIjoiNzIiLCJMaW5lQ29sb3IiOm51bGwsIkxpbmVXZWlnaHQiOjAuMCwiTGluZVR5cGUiOjAsIlBhcmVudFN0eWxlIjpudWxsfSwiUGFyZW50U3R5bGUiOm51bGx9LCJEdXJhdGlvblN0eWxlIjp7IiRpZCI6IjczIiwiRm9udFNldHRpbmdzIjp7IiRpZCI6Ijc0IiwiRm9udFNpemUiOjEwLCJGb250TmFtZSI6IkNhbGlicmkiLCJJc0JvbGQiOmZhbHNlLCJJc0l0YWxpYyI6ZmFsc2UsIklzVW5kZXJsaW5lZCI6ZmFsc2UsIlBhcmVudFN0eWxlIjpudWxsfSwiQXV0b1NpemUiOjAsIkZvcmVncm91bmQiOnsiJGlkIjoiNzUiLCJDb2xvciI6eyIkaWQiOiI3NiIsIkEiOjI1NSwiUiI6MjM3LCJHIjoxMjUsIkIiOjQ5fX0sIk1heFdpZHRoIjoyMDAuMCwiTWF4SGVpZ2h0IjoiSW5maW5pdHkiLCJTbWFydEZvcmVncm91bmRJc0FjdGl2ZSI6ZmFsc2UsIkhvcml6b250YWxBbGlnbm1lbnQiOjAsIlZlcnRpY2FsQWxpZ25tZW50IjowLCJTbWFydEZvcmVncm91bmQiOm51bGwsIkJhY2tncm91bmRGaWxsVHlwZSI6MCwiTWFyZ2luIjp7IiRpZCI6Ijc3IiwiVG9wIjowLjAsIkxlZnQiOjAuMCwiUmlnaHQiOjAuMCwiQm90dG9tIjowLjB9LCJQYWRkaW5nIjp7IiRpZCI6Ijc4IiwiVG9wIjowLjAsIkxlZnQiOjAuMCwiUmlnaHQiOjAuMCwiQm90dG9tIjowLjB9LCJCYWNrZ3JvdW5kIjp7IiRpZCI6Ijc5IiwiQ29sb3IiOnsiJGlkIjoiODAiLCJBIjowLCJSIjowLCJHIjowLCJCIjowfX0sIklzVmlzaWJsZSI6dHJ1ZSwiV2lkdGgiOjAuMCwiSGVpZ2h0IjowLjAsIkJvcmRlclN0eWxlIjp7IiRpZCI6IjgxIiwiTGluZUNvbG9yIjpudWxsLCJMaW5lV2VpZ2h0IjowLjAsIkxpbmVUeXBlIjowLCJQYXJlbnRTdHlsZSI6bnVsbH0sIlBhcmVudFN0eWxlIjpudWxsfSwiSG9yaXpvbnRhbENvbm5lY3RvclN0eWxlIjp7IiRpZCI6IjgyIiwiTGluZUNvbG9yIjp7IiRpZCI6IjgzIiwiJHR5cGUiOiJOTFJFLkNvbW1vbi5Eb20uU29saWRDb2xvckJydXNoLCBOTFJFLkNvbW1vbiIsIkNvbG9yIjp7IiRpZCI6Ijg0IiwiQSI6MjU1LCJSIjoyMDQsIkciOjIwNCwiQiI6MjA0fX0sIkxpbmVXZWlnaHQiOjEuMCwiTGluZVR5cGUiOjAsIlBhcmVudFN0eWxlIjpudWxsfSwiVmVydGljYWxDb25uZWN0b3JTdHlsZSI6eyIkaWQiOiI4NSIsIkxpbmVDb2xvciI6eyIkaWQiOiI4NiIsIiR0eXBlIjoiTkxSRS5Db21tb24uRG9tLlNvbGlkQ29sb3JCcnVzaCwgTkxSRS5Db21tb24iLCJDb2xvciI6eyIkaWQiOiI4NyIsIkEiOjI1NSwiUiI6MjA0LCJHIjoyMDQsIkIiOjIwNH1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g4IiwiTWFyZ2luIjp7IiRpZCI6Ijg5IiwiVG9wIjowLjAsIkxlZnQiOjQuMCwiUmlnaHQiOjQuMCwiQm90dG9tIjowLjB9LCJQYWRkaW5nIjp7IiRpZCI6IjkwIiwiVG9wIjowLjAsIkxlZnQiOjAuMCwiUmlnaHQiOjAuMCwiQm90dG9tIjowLjB9LCJCYWNrZ3JvdW5kIjp7IiRpZCI6IjkxIiwiQ29sb3IiOnsiJGlkIjoiOTIiLCJBIjoyNTUsIlIiOjgsIkciOjQ5LCJCIjo0Mn19LCJJc1Zpc2libGUiOnRydWUsIldpZHRoIjoyNDMuMCwiSGVpZ2h0IjoxMC4wLCJCb3JkZXJTdHlsZSI6eyIkaWQiOiI5MyIsIkxpbmVDb2xvciI6eyIkaWQiOiI5NCIsIiR0eXBlIjoiTkxSRS5Db21tb24uRG9tLlNvbGlkQ29sb3JCcnVzaCwgTkxSRS5Db21tb24iLCJDb2xvciI6eyIkaWQiOiI5NSIsIkEiOjI1NSwiUiI6MjU1LCJHIjowLCJCIjowfX0sIkxpbmVXZWlnaHQiOjAuMCwiTGluZVR5cGUiOjAsIlBhcmVudFN0eWxlIjpudWxsfSwiUGFyZW50U3R5bGUiOm51bGx9LCJUaXRsZVN0eWxlIjp7IiRpZCI6Ijk2IiwiRm9udFNldHRpbmdzIjp7IiRpZCI6Ijk3IiwiRm9udFNpemUiOjExLCJGb250TmFtZSI6IkNhbGlicmkiLCJJc0JvbGQiOnRydWUsIklzSXRhbGljIjpmYWxzZSwiSXNVbmRlcmxpbmVkIjpmYWxzZSwiUGFyZW50U3R5bGUiOm51bGx9LCJBdXRvU2l6ZSI6MCwiRm9yZWdyb3VuZCI6eyIkaWQiOiI5OCIsIkNvbG9yIjp7IiRpZCI6Ijk5IiwiQSI6MjU1LCJSIjowLCJHIjowLCJCIjowfX0sIk1heFdpZHRoIjo3MjAuMCwiTWF4SGVpZ2h0IjoiSW5maW5pdHkiLCJTbWFydEZvcmVncm91bmRJc0FjdGl2ZSI6ZmFsc2UsIkhvcml6b250YWxBbGlnbm1lbnQiOjAsIlZlcnRpY2FsQWxpZ25tZW50IjowLCJTbWFydEZvcmVncm91bmQiOm51bGwsIkJhY2tncm91bmRGaWxsVHlwZSI6MCwiTWFyZ2luIjp7IiRpZCI6IjEwMCIsIlRvcCI6MC4wLCJMZWZ0IjowLjAsIlJpZ2h0IjowLjAsIkJvdHRvbSI6MC4wfSwiUGFkZGluZyI6eyIkaWQiOiIxMDEiLCJUb3AiOjAuMCwiTGVmdCI6MC4wLCJSaWdodCI6MC4wLCJCb3R0b20iOjAuMH0sIkJhY2tncm91bmQiOnsiJGlkIjoiMTAyIiwiQ29sb3IiOnsiJGlkIjoiMTAzIiwiQSI6MCwiUiI6MCwiRyI6MCwiQiI6MH19LCJJc1Zpc2libGUiOnRydWUsIldpZHRoIjowLjAsIkhlaWdodCI6MC4wLCJCb3JkZXJTdHlsZSI6eyIkaWQiOiIxMDQiLCJMaW5lQ29sb3IiOm51bGwsIkxpbmVXZWlnaHQiOjAuMCwiTGluZVR5cGUiOjAsIlBhcmVudFN0eWxlIjpudWxsfSwiUGFyZW50U3R5bGUiOm51bGx9LCJEYXRlU3R5bGUiOnsiJGlkIjoiMTA1IiwiRm9udFNldHRpbmdzIjp7IiRpZCI6IjEwNiIsIkZvbnRTaXplIjoxMCwiRm9udE5hbWUiOiJDYWxpYnJpIiwiSXNCb2xkIjpmYWxzZSwiSXNJdGFsaWMiOmZhbHNlLCJJc1VuZGVybGluZWQiOmZhbHNlLCJQYXJlbnRTdHlsZSI6bnVsbH0sIkF1dG9TaXplIjowLCJGb3JlZ3JvdW5kIjp7IiRpZCI6IjEwNyIsIkNvbG9yIjp7IiRpZCI6IjEwOCIsIkEiOjI1NSwiUiI6NjgsIkciOjg0LCJCIjoxMDZ9fSwiTWF4V2lkdGgiOjIwMC4wLCJNYXhIZWlnaHQiOiJJbmZpbml0eSIsIlNtYXJ0Rm9yZWdyb3VuZElzQWN0aXZlIjpmYWxzZSwiSG9yaXpvbnRhbEFsaWdubWVudCI6MiwiVmVydGljYWxBbGlnbm1lbnQiOjAsIlNtYXJ0Rm9yZWdyb3VuZCI6bnVsbCwiQmFja2dyb3VuZEZpbGxUeXBlIjowLCJNYXJnaW4iOnsiJGlkIjoiMTA5IiwiVG9wIjowLjAsIkxlZnQiOjAuMCwiUmlnaHQiOjAuMCwiQm90dG9tIjowLjB9LCJQYWRkaW5nIjp7IiRpZCI6IjExMCIsIlRvcCI6MC4wLCJMZWZ0IjowLjAsIlJpZ2h0IjowLjAsIkJvdHRvbSI6MC4wfSwiQmFja2dyb3VuZCI6eyIkaWQiOiIxMTEiLCJDb2xvciI6eyIkaWQiOiIxMTIiLCJBIjowLCJSIjowLCJHIjowLCJCIjowfX0sIklzVmlzaWJsZSI6dHJ1ZSwiV2lkdGgiOjAuMCwiSGVpZ2h0IjowLjAsIkJvcmRlclN0eWxlIjp7IiRpZCI6IjExMyIsIkxpbmVDb2xvciI6bnVsbCwiTGluZVdlaWdodCI6MC4wLCJMaW5lVHlwZSI6MCwiUGFyZW50U3R5bGUiOm51bGx9LCJQYXJlbnRTdHlsZSI6bnVsbH0sIkRhdGVGb3JtYXQiOnsiJGlkIjoiMTE0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xMTUiLCJGb3JtYXQiOjAsIklzVmlzaWJsZSI6ZmFsc2UsIkxhc3RLbm93blZpc2liaWxpdHlTdGF0ZSI6ZmFsc2V9LCJJc1Zpc2libGUiOnRydWUsIlBhcmVudFN0eWxlIjpudWxsfSwiSW5kZXgiOjMsIlNtYXJ0RHVyYXRpb25BY3RpdmF0ZWQiOmZhbHNlLCJEYXRlRm9ybWF0Ijp7IiRyZWYiOiIxMTQifSwiV2Vla051bWJlcmluZyI6eyIkaWQiOiIxMTYiLCJGb3JtYXQiOjAsIklzVmlzaWJsZSI6ZmFsc2UsIkxhc3RLbm93blZpc2liaWxpdHlTdGF0ZSI6ZmFsc2V9LCJJZCI6ImY4YThlNjdjLWYyZDQtNGQ3Zi05ODY3LTE2MTYzOTFjZDA1YyIsIkltcG9ydElkIjpudWxsLCJUaXRsZSI6IlBoIElJIEZTUyAtIExTUyIsIk5vdGUiOm51bGwsIkh5cGVybGluayI6eyIkaWQiOiIxMTciLCJBZGRyZXNzIjpudWxsLCJTdWJBZGRyZXNzIjpudWxsfSwiSXNDaGFuZ2VkIjpmYWxzZSwiSXNOZXciOmZhbHNlfX1dLCJfbWlsZXN0b25lcyI6W10sIklkIjoiMDAwMDAwMDAtMDAwMC0wMDAwLTAwMDAtMDAwMDAwMDAwMDAwIiwiSXNTaW5nbGVJdGVtUm93Ijp0cnVlfSx7IiRpZCI6IjExOCIsIl90YXNrcyI6W10sIl9taWxlc3RvbmVzIjpbeyIkaWQiOiIxMTkiLCJJZCI6IjRmNDdmMWY4LTgxNzEtNDJhNy04NTEwLTUxODUyMmM0MzVkZiIsIkluZGV4Ijo0LCJHcm91cElkIjpudWxsLCJUaXRsZSI6ImtleSByZXN1bHRzIiwiRGF0ZVRpbWUiOiIyMDI3LTEyLTI3VDIzOjU5OjAwIiwiUGVyY2VudGFnZUNvbXBsZXRlIjpudWxsLCJOb3RlIjpudWxsLCJTdHlsZSI6eyIkaWQiOiIxMjAiLCJUaXRsZVBvc2l0aW9uIjoiTGVmdCIsIkRhdGVQb3NpdGlvbiI6IkxlZnQiLCJTaGFwZVR5cGUiOjIsIlNoYXBlU2l6ZSI6MSwiU2hhcGVTdHlsZSI6eyIkaWQiOiIxMjEiLCJNYXJnaW4iOnsiJHJlZiI6IjgifSwiUGFkZGluZyI6eyIkcmVmIjoiOSJ9LCJCYWNrZ3JvdW5kIjp7IiRpZCI6IjEyMiIsIkNvbG9yIjp7IiRpZCI6IjEyMyIsIkEiOjI1NSwiUiI6OCwiRyI6NDksIkIiOjQyfX0sIklzVmlzaWJsZSI6dHJ1ZSwiV2lkdGgiOjEzLjAsIkhlaWdodCI6MTMuMCwiQm9yZGVyU3R5bGUiOnsiJGlkIjoiMTI0IiwiTGluZUNvbG9yIjp7IiRyZWYiOiIxMyJ9LCJMaW5lV2VpZ2h0IjowLjAsIkxpbmVUeXBlIjowLCJQYXJlbnRTdHlsZSI6bnVsbH0sIlBhcmVudFN0eWxlIjpudWxsfSwiVGl0bGVTdHlsZSI6eyIkaWQiOiIxMjUiLCJGb250U2V0dGluZ3MiOnsiJGlkIjoiMTI2IiwiRm9udFNpemUiOjExLCJGb250TmFtZSI6IkNhbGlicmkiLCJJc0JvbGQiOnRydWUsIklzSXRhbGljIjpmYWxzZSwiSXNVbmRlcmxpbmVkIjpmYWxzZSwiUGFyZW50U3R5bGUiOm51bGx9LCJBdXRvU2l6ZSI6MCwiRm9yZWdyb3VuZCI6eyIkcmVmIjoiMTcifSwiTWF4V2lkdGgiOjIwMC4wLCJNYXhIZWlnaHQiOiJJbmZpbml0eSIsIlNtYXJ0Rm9yZWdyb3VuZElzQWN0aXZlIjpmYWxzZSwiSG9yaXpvbnRhbEFsaWdubWVudCI6MiwiVmVydGljYWxBbGlnbm1lbnQiOjAsIlNtYXJ0Rm9yZWdyb3VuZCI6bnVsbCwiQmFja2dyb3VuZEZpbGxUeXBlIjowLCJNYXJnaW4iOnsiJHJlZiI6IjE5In0sIlBhZGRpbmciOnsiJHJlZiI6IjIwIn0sIkJhY2tncm91bmQiOnsiJHJlZiI6IjIxIn0sIklzVmlzaWJsZSI6dHJ1ZSwiV2lkdGgiOjAuMCwiSGVpZ2h0IjowLjAsIkJvcmRlclN0eWxlIjpudWxsLCJQYXJlbnRTdHlsZSI6bnVsbH0sIkRhdGVTdHlsZSI6eyIkaWQiOiIxMjciLCJGb250U2V0dGluZ3MiOnsiJGlkIjoiMTI4IiwiRm9udFNpemUiOjEwLCJGb250TmFtZSI6IkNhbGlicmkiLCJJc0JvbGQiOmZhbHNlLCJJc0l0YWxpYyI6ZmFsc2UsIklzVW5kZXJsaW5lZCI6ZmFsc2UsIlBhcmVudFN0eWxlIjpudWxsfSwiQXV0b1NpemUiOjAsIkZvcmVncm91bmQiOnsiJHJlZiI6IjI1In0sIk1heFdpZHRoIjoyMDAuMCwiTWF4SGVpZ2h0IjoiSW5maW5pdHkiLCJTbWFydEZvcmVncm91bmRJc0FjdGl2ZSI6ZmFsc2UsIkhvcml6b250YWxBbGlnbm1lbnQiOjIsIlZlcnRpY2FsQWxpZ25tZW50IjowLCJTbWFydEZvcmVncm91bmQiOm51bGwsIkJhY2tncm91bmRGaWxsVHlwZSI6MCwiTWFyZ2luIjp7IiRyZWYiOiIyNyJ9LCJQYWRkaW5nIjp7IiRyZWYiOiIyOCJ9LCJCYWNrZ3JvdW5kIjp7IiRyZWYiOiIyOSJ9LCJJc1Zpc2libGUiOnRydWUsIldpZHRoIjowLjAsIkhlaWdodCI6MC4wLCJCb3JkZXJTdHlsZSI6bnVsbCwiUGFyZW50U3R5bGUiOm51bGx9LCJEYXRlRm9ybWF0Ijp7IiRpZCI6IjEyOSIsIkZvcm1hdFN0cmluZyI6Ik0vZC95eSIsIlNlcGFyYXRvciI6Ii8iLCJVc2VJbnRlcm5hdGlvbmFsRGF0ZUZvcm1hdCI6ZmFsc2UsIkRhdGVJc1Zpc2libGUiOnRydWUsIlRpbWVJc1Zpc2libGUiOmZhbHNlLCJIb3VyRGlnaXRzIjoxLCJBbVBtRGVzaWduYXRvciI6MiwiVHJpbTAwTWludXRlcyI6ZmFsc2UsIkxhc3RLbm93blZpc2liaWxpdHlTdGF0ZSI6eyIkaWQiOiIxMzAiLCJEYXRlUGFydElzVmlzaWJsZSI6dHJ1ZSwiVGltZVBhcnRJc1Zpc2libGUiOmZhbHNlfX0sIldlZWtOdW1iZXJpbmciOnsiJGlkIjoiMTMxIiwiRm9ybWF0IjowLCJJc1Zpc2libGUiOmZhbHNlLCJMYXN0S25vd25WaXNpYmlsaXR5U3RhdGUiOmZhbHNlfSwiSXNWaXNpYmxlIjp0cnVlLCJQYXJlbnRTdHlsZSI6bnVsbH0sIkh5cGVybGluayI6bnVsbCwiSW1wb3J0SWQiOiIifV0sIklkIjoiMDAwMDAwMDAtMDAwMC0wMDAwLTAwMDAtMDAwMDAwMDAwMDAwIiwiSXNTaW5nbGVJdGVtUm93Ijp0cnVlfV0sIkluZGV4IjowLCJJZCI6ImMyYzA3OGZjLWE4ZjYtNGZmNS04YjA1LThjMzJmOTJiMDhmYyIsIkhlYWRlclRleHQiOm51bGwsIklzRGVmYXVsdCI6dHJ1ZSwiU3R5bGUiOnsiJGlkIjoiMTMyIiwiSGVhZGVyU3R5bGUiOnsiJGlkIjoiMTMzIiwiVGV4dFN0eWxlIjp7IiRpZCI6IjEzNCIsIkZvbnRTZXR0aW5ncyI6eyIkaWQiOiIxMzUiLCJGb250U2l6ZSI6MTEsIkZvbnROYW1lIjoiQ2FsaWJyaSIsIklzQm9sZCI6ZmFsc2UsIklzSXRhbGljIjpmYWxzZSwiSXNVbmRlcmxpbmVkIjpmYWxzZSwiUGFyZW50U3R5bGUiOm51bGx9LCJBdXRvU2l6ZSI6MiwiRm9yZWdyb3VuZCI6eyIkaWQiOiIxMzYiLCJDb2xvciI6eyIkaWQiOiIxMzciLCJBIjoyNTUsIlIiOjAsIkciOjAsIkIiOjB9fSwiTWF4V2lkdGgiOiJJbmZpbml0eSIsIk1heEhlaWdodCI6MC4wLCJTbWFydEZvcmVncm91bmRJc0FjdGl2ZSI6ZmFsc2UsIkhvcml6b250YWxBbGlnbm1lbnQiOjAsIlZlcnRpY2FsQWxpZ25tZW50IjowLCJTbWFydEZvcmVncm91bmQiOm51bGwsIkJhY2tncm91bmRGaWxsVHlwZSI6MCwiTWFyZ2luIjp7IiRpZCI6IjEzOCIsIlRvcCI6MC4wLCJMZWZ0IjowLjAsIlJpZ2h0IjowLjAsIkJvdHRvbSI6MC4wfSwiUGFkZGluZyI6eyIkaWQiOiIxMzkiLCJUb3AiOjAuMCwiTGVmdCI6MC4wLCJSaWdodCI6MC4wLCJCb3R0b20iOjAuMH0sIkJhY2tncm91bmQiOm51bGwsIklzVmlzaWJsZSI6dHJ1ZSwiV2lkdGgiOjAuMCwiSGVpZ2h0IjowLjAsIkJvcmRlclN0eWxlIjpudWxsLCJQYXJlbnRTdHlsZSI6bnVsbH0sIlJlY3RhbmdsZVN0eWxlIjp7IiRpZCI6IjE0MCIsIk1hcmdpbiI6eyIkaWQiOiIxNDEiLCJUb3AiOjAuMCwiTGVmdCI6MC4wLCJSaWdodCI6MC4wLCJCb3R0b20iOjAuMH0sIlBhZGRpbmciOnsiJGlkIjoiMTQyIiwiVG9wIjowLjAsIkxlZnQiOjAuMCwiUmlnaHQiOjAuMCwiQm90dG9tIjowLjB9LCJCYWNrZ3JvdW5kIjp7IiRpZCI6IjE0MyIsIkNvbG9yIjp7IiRpZCI6IjE0NCIsIkEiOjYzLCJSIjoxOTcsIkciOjE5NSwiQiI6MjM4fX0sIklzVmlzaWJsZSI6dHJ1ZSwiV2lkdGgiOjAuMCwiSGVpZ2h0IjowLjAsIkJvcmRlclN0eWxlIjp7IiRpZCI6IjE0NSIsIkxpbmVDb2xvciI6eyIkaWQiOiIxNDYiLCIkdHlwZSI6Ik5MUkUuQ29tbW9uLkRvbS5Tb2xpZENvbG9yQnJ1c2gsIE5MUkUuQ29tbW9uIiwiQ29sb3IiOnsiJGlkIjoiMTQ3IiwiQSI6MjU1LCJSIjoyNTUsIkciOjAsIkIiOjB9fSwiTGluZVdlaWdodCI6MC4wLCJMaW5lVHlwZSI6MCwiUGFyZW50U3R5bGUiOm51bGx9LCJQYXJlbnRTdHlsZSI6bnVsbH0sIk1hcmdpbiI6eyIkaWQiOiIxNDgiLCJUb3AiOjAuMCwiTGVmdCI6MC4wLCJSaWdodCI6MC4wLCJCb3R0b20iOjAuMH0sIlBhZGRpbmciOnsiJGlkIjoiMTQ5IiwiVG9wIjowLjAsIkxlZnQiOjAuMCwiUmlnaHQiOjAuMCwiQm90dG9tIjowLjB9LCJCYWNrZ3JvdW5kIjpudWxsLCJJc1Zpc2libGUiOnRydWUsIldpZHRoIjowLjAsIkhlaWdodCI6MC4wLCJCb3JkZXJTdHlsZSI6bnVsbCwiUGFyZW50U3R5bGUiOm51bGx9LCJCYWNrZ3JvdW5kU3R5bGUiOnsiJGlkIjoiMTUwIiwiTWFyZ2luIjp7IiRpZCI6IjE1MSIsIlRvcCI6MC4wLCJMZWZ0IjowLjAsIlJpZ2h0IjowLjAsIkJvdHRvbSI6MC4wfSwiUGFkZGluZyI6eyIkaWQiOiIxNTIiLCJUb3AiOjAuMCwiTGVmdCI6MC4wLCJSaWdodCI6MC4wLCJCb3R0b20iOjAuMH0sIkJhY2tncm91bmQiOnsiJGlkIjoiMTUzIiwiQ29sb3IiOnsiJGlkIjoiMTU0IiwiQSI6NTEsIlIiOjE5NywiRyI6MTk1LCJCIjoyMzh9fSwiSXNWaXNpYmxlIjp0cnVlLCJXaWR0aCI6MC4wLCJIZWlnaHQiOjAuMCwiQm9yZGVyU3R5bGUiOnsiJGlkIjoiMTU1IiwiTGluZUNvbG9yIjp7IiRpZCI6IjE1NiIsIiR0eXBlIjoiTkxSRS5Db21tb24uRG9tLlNvbGlkQ29sb3JCcnVzaCwgTkxSRS5Db21tb24iLCJDb2xvciI6eyIkaWQiOiIxNTciLCJBIjoyNTUsIlIiOjI1NSwiRyI6MCwiQiI6MH19LCJMaW5lV2VpZ2h0IjowLjAsIkxpbmVUeXBlIjowLCJQYXJlbnRTdHlsZSI6bnVsbH0sIlBhcmVudFN0eWxlIjpudWxsfSwiTWFyZ2luIjp7IiRpZCI6IjE1OCIsIlRvcCI6MC4wLCJMZWZ0IjowLjAsIlJpZ2h0IjowLjAsIkJvdHRvbSI6MC4wfSwiUGFkZGluZyI6eyIkaWQiOiIxNTkiLCJUb3AiOjAuMCwiTGVmdCI6MC4wLCJSaWdodCI6MC4wLCJCb3R0b20iOjAuMH0sIklzVmlzaWJsZSI6ZmFsc2UsIldpZHRoIjowLjAsIkhlaWdodCI6MC4wLCJCb3JkZXJTdHlsZSI6bnVsbCwiUGFyZW50U3R5bGUiOm51bGx9fV0sIklkIjoiYjZhMGI0YWUtNzM0OS00MWRjLWIxOGEtMjViN2I4YjM1YWM0IiwiSW5kZXgiOjAsIkhlYWRlclRleHQiOiJHbG9iYWxccjE1MDctMDAwMlxyUGggSUkiLCJTdHlsZSI6eyIkaWQiOiIxNjAiLCJIZWFkZXJTdHlsZSI6eyIkaWQiOiIxNjEiLCJUZXh0SXNWZXJ0aWNhbCI6ZmFsc2UsIlRleHRTdHlsZSI6eyIkaWQiOiIxNjIiLCJGb250U2V0dGluZ3MiOnsiJGlkIjoiMTYzIiwiRm9udFNpemUiOjEyLCJGb250TmFtZSI6IkNhbGlicmkiLCJJc0JvbGQiOmZhbHNlLCJJc0l0YWxpYyI6ZmFsc2UsIklzVW5kZXJsaW5lZCI6ZmFsc2UsIlBhcmVudFN0eWxlIjpudWxsfSwiQXV0b1NpemUiOjIsIkZvcmVncm91bmQiOnsiJGlkIjoiMTY0IiwiQ29sb3IiOnsiJGlkIjoiMTY1IiwiQSI6MjU1LCJSIjoyNTUsIkciOjI1NSwiQiI6MjU1fX0sIk1heFdpZHRoIjoiSW5maW5pdHkiLCJNYXhIZWlnaHQiOjAuMCwiU21hcnRGb3JlZ3JvdW5kSXNBY3RpdmUiOmZhbHNlLCJIb3Jpem9udGFsQWxpZ25tZW50IjowLCJWZXJ0aWNhbEFsaWdubWVudCI6MCwiU21hcnRGb3JlZ3JvdW5kIjpudWxsLCJCYWNrZ3JvdW5kRmlsbFR5cGUiOjAsIk1hcmdpbiI6eyIkaWQiOiIxNjYiLCJUb3AiOjAuMCwiTGVmdCI6MC4wLCJSaWdodCI6MC4wLCJCb3R0b20iOjAuMH0sIlBhZGRpbmciOnsiJGlkIjoiMTY3IiwiVG9wIjowLjAsIkxlZnQiOjAuMCwiUmlnaHQiOjAuMCwiQm90dG9tIjowLjB9LCJCYWNrZ3JvdW5kIjpudWxsLCJJc1Zpc2libGUiOnRydWUsIldpZHRoIjowLjAsIkhlaWdodCI6MC4wLCJCb3JkZXJTdHlsZSI6bnVsbCwiUGFyZW50U3R5bGUiOm51bGx9LCJSZWN0YW5nbGVTdHlsZSI6eyIkaWQiOiIxNjgiLCJNYXJnaW4iOnsiJGlkIjoiMTY5IiwiVG9wIjowLjAsIkxlZnQiOjAuMCwiUmlnaHQiOjAuMCwiQm90dG9tIjowLjB9LCJQYWRkaW5nIjp7IiRpZCI6IjE3MCIsIlRvcCI6MC4wLCJMZWZ0IjowLjAsIlJpZ2h0IjowLjAsIkJvdHRvbSI6MC4wfSwiQmFja2dyb3VuZCI6eyIkaWQiOiIxNzEiLCJDb2xvciI6eyIkaWQiOiIxNzIiLCJBIjoyNTUsIlIiOjAsIkciOjIyOCwiQiI6MTI0fX0sIklzVmlzaWJsZSI6dHJ1ZSwiV2lkdGgiOjAuMCwiSGVpZ2h0IjowLjAsIkJvcmRlclN0eWxlIjp7IiRpZCI6IjE3MyIsIkxpbmVDb2xvciI6eyIkaWQiOiIxNzQiLCIkdHlwZSI6Ik5MUkUuQ29tbW9uLkRvbS5Tb2xpZENvbG9yQnJ1c2gsIE5MUkUuQ29tbW9uIiwiQ29sb3IiOnsiJGlkIjoiMTc1IiwiQSI6MjU1LCJSIjoyNTUsIkciOjI1NSwiQiI6MjU1fX0sIkxpbmVXZWlnaHQiOjAuMCwiTGluZVR5cGUiOjAsIlBhcmVudFN0eWxlIjpudWxsfSwiUGFyZW50U3R5bGUiOm51bGx9LCJNYXJnaW4iOnsiJGlkIjoiMTc2IiwiVG9wIjowLjAsIkxlZnQiOjAuMCwiUmlnaHQiOjAuMCwiQm90dG9tIjowLjB9LCJQYWRkaW5nIjp7IiRpZCI6IjE3NyIsIlRvcCI6MC4wLCJMZWZ0IjowLjAsIlJpZ2h0IjowLjAsIkJvdHRvbSI6MC4wfSwiQmFja2dyb3VuZCI6bnVsbCwiSXNWaXNpYmxlIjp0cnVlLCJXaWR0aCI6MC4wLCJIZWlnaHQiOjAuMCwiQm9yZGVyU3R5bGUiOm51bGwsIlBhcmVudFN0eWxlIjpudWxsfSwiQmFja2dyb3VuZFN0eWxlIjp7IiRpZCI6IjE3OCIsIk1hcmdpbiI6eyIkaWQiOiIxNzkiLCJUb3AiOjAuMCwiTGVmdCI6MC4wLCJSaWdodCI6MC4wLCJCb3R0b20iOjAuMH0sIlBhZGRpbmciOnsiJGlkIjoiMTgwIiwiVG9wIjowLjAsIkxlZnQiOjAuMCwiUmlnaHQiOjAuMCwiQm90dG9tIjowLjB9LCJCYWNrZ3JvdW5kIjp7IiRpZCI6IjE4MSIsIkNvbG9yIjp7IiRpZCI6IjE4MiIsIkEiOjUxLCJSIjoxOTcsIkciOjE5NSwiQiI6MjM4fX0sIklzVmlzaWJsZSI6dHJ1ZSwiV2lkdGgiOjAuMCwiSGVpZ2h0IjowLjAsIkJvcmRlclN0eWxlIjp7IiRpZCI6IjE4MyIsIkxpbmVDb2xvciI6eyIkaWQiOiIxODQiLCIkdHlwZSI6Ik5MUkUuQ29tbW9uLkRvbS5Tb2xpZENvbG9yQnJ1c2gsIE5MUkUuQ29tbW9uIiwiQ29sb3IiOnsiJGlkIjoiMTg1IiwiQSI6MjU1LCJSIjoyNTUsIkciOjAsIkIiOjB9fSwiTGluZVdlaWdodCI6MC4wLCJMaW5lVHlwZSI6MCwiUGFyZW50U3R5bGUiOm51bGx9LCJQYXJlbnRTdHlsZSI6bnVsbH0sIklzQWJvdmVUaW1lYmFuZCI6ZmFsc2UsIk1hcmdpbiI6eyIkaWQiOiIxODYiLCJUb3AiOjAuMCwiTGVmdCI6MC4wLCJSaWdodCI6MC4wLCJCb3R0b20iOjAuMH0sIlBhZGRpbmciOnsiJGlkIjoiMTg3IiwiVG9wIjowLjAsIkxlZnQiOjAuMCwiUmlnaHQiOjAuMCwiQm90dG9tIjowLjB9LCJJc1Zpc2libGUiOnRydWUsIldpZHRoIjowLjAsIkhlaWdodCI6MC4wLCJCb3JkZXJTdHlsZSI6eyIkaWQiOiIxODgiLCJMaW5lQ29sb3IiOm51bGwsIkxpbmVXZWlnaHQiOjAuMCwiTGluZVR5cGUiOjAsIlBhcmVudFN0eWxlIjpudWxsfSwiUGFyZW50U3R5bGUiOm51bGx9fSx7IiRpZCI6IjE4OSIsIl9hY3Rpdml0aWVzIjpbeyIkaWQiOiIxOTAiLCJfcm93cyI6W3siJGlkIjoiMTkxIiwiX3Rhc2tzIjpbeyIkaWQiOiIxOTIiLCJfYXR0YWNoZWRNaWxlc3RvbmVzIjpbXSwiVGFza0RlZmluaXRpb24iOnsiJGlkIjoiMTkzIiwiR3JvdXBOYW1lIjpudWxsLCJTdGFydERhdGUiOiIyMDI1LTExLTMwVDIzOjU5OjAwWiIsIkVuZERhdGUiOiIyMDI2LTAyLTI4VDIzOjU5OjAwWiIsIlBlcmNlbnRhZ2VDb21wbGV0ZSI6bnVsbCwiU3R5bGUiOnsiJGlkIjoiMTk0IiwiU2hhcGUiOjEsIlNoYXBlVGhpY2tuZXNzIjowLCJEdXJhdGlvbkZvcm1hdCI6MCwiSW5jbHVkZU5vbldvcmtpbmdEYXlzSW5EdXJhdGlvbiI6ZmFsc2UsIlBlcmNlbnRhZ2VDb21wbGV0ZVN0eWxlIjp7IiRpZCI6IjE5NSIsIkZvbnRTZXR0aW5ncyI6eyIkaWQiOiIxOTYiLCJGb250U2l6ZSI6MTAsIkZvbnROYW1lIjoiQ2FsaWJyaSIsIklzQm9sZCI6ZmFsc2UsIklzSXRhbGljIjpmYWxzZSwiSXNVbmRlcmxpbmVkIjpmYWxzZSwiUGFyZW50U3R5bGUiOm51bGx9LCJBdXRvU2l6ZSI6MCwiRm9yZWdyb3VuZCI6eyIkcmVmIjoiNjYifSwiTWF4V2lkdGgiOjIwMC4wLCJNYXhIZWlnaHQiOiJJbmZpbml0eSIsIlNtYXJ0Rm9yZWdyb3VuZElzQWN0aXZlIjpmYWxzZSwiSG9yaXpvbnRhbEFsaWdubWVudCI6MCwiVmVydGljYWxBbGlnbm1lbnQiOjAsIlNtYXJ0Rm9yZWdyb3VuZCI6bnVsbCwiQmFja2dyb3VuZEZpbGxUeXBlIjowLCJNYXJnaW4iOnsiJHJlZiI6IjY4In0sIlBhZGRpbmciOnsiJHJlZiI6IjY5In0sIkJhY2tncm91bmQiOnsiJHJlZiI6IjcwIn0sIklzVmlzaWJsZSI6dHJ1ZSwiV2lkdGgiOjAuMCwiSGVpZ2h0IjowLjAsIkJvcmRlclN0eWxlIjp7IiRpZCI6IjE5NyIsIkxpbmVDb2xvciI6bnVsbCwiTGluZVdlaWdodCI6MC4wLCJMaW5lVHlwZSI6MCwiUGFyZW50U3R5bGUiOm51bGx9LCJQYXJlbnRTdHlsZSI6bnVsbH0sIkR1cmF0aW9uU3R5bGUiOnsiJGlkIjoiMTk4IiwiRm9udFNldHRpbmdzIjp7IiRpZCI6IjE5OSIsIkZvbnRTaXplIjoxMCwiRm9udE5hbWUiOiJDYWxpYnJpIiwiSXNCb2xkIjpmYWxzZSwiSXNJdGFsaWMiOmZhbHNlLCJJc1VuZGVybGluZWQiOmZhbHNlLCJQYXJlbnRTdHlsZSI6bnVsbH0sIkF1dG9TaXplIjowLCJGb3JlZ3JvdW5kIjp7IiRyZWYiOiI3NSJ9LCJNYXhXaWR0aCI6MjAwLjAsIk1heEhlaWdodCI6IkluZmluaXR5IiwiU21hcnRGb3JlZ3JvdW5kSXNBY3RpdmUiOmZhbHNlLCJIb3Jpem9udGFsQWxpZ25tZW50IjowLCJWZXJ0aWNhbEFsaWdubWVudCI6MCwiU21hcnRGb3JlZ3JvdW5kIjpudWxsLCJCYWNrZ3JvdW5kRmlsbFR5cGUiOjAsIk1hcmdpbiI6eyIkcmVmIjoiNzcifSwiUGFkZGluZyI6eyIkcmVmIjoiNzgifSwiQmFja2dyb3VuZCI6eyIkcmVmIjoiNzkifSwiSXNWaXNpYmxlIjp0cnVlLCJXaWR0aCI6MC4wLCJIZWlnaHQiOjAuMCwiQm9yZGVyU3R5bGUiOnsiJGlkIjoiMjAwIiwiTGluZUNvbG9yIjpudWxsLCJMaW5lV2VpZ2h0IjowLjAsIkxpbmVUeXBlIjowLCJQYXJlbnRTdHlsZSI6bnVsbH0sIlBhcmVudFN0eWxlIjpudWxsfSwiSG9yaXpvbnRhbENvbm5lY3RvclN0eWxlIjp7IiRpZCI6IjIwMSIsIkxpbmVDb2xvciI6eyIkcmVmIjoiODMifSwiTGluZVdlaWdodCI6MS4wLCJMaW5lVHlwZSI6MCwiUGFyZW50U3R5bGUiOm51bGx9LCJWZXJ0aWNhbENvbm5lY3RvclN0eWxlIjp7IiRpZCI6IjIwMiIsIkxpbmVDb2xvciI6eyIkcmVmIjoiODY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yMDMiLCJNYXJnaW4iOnsiJHJlZiI6Ijg5In0sIlBhZGRpbmciOnsiJHJlZiI6IjkwIn0sIkJhY2tncm91bmQiOnsiJGlkIjoiMjA0IiwiQ29sb3IiOnsiJGlkIjoiMjA1IiwiQSI6MjU1LCJSIjowLCJHIjoyMjgsIkIiOjEyNH19LCJJc1Zpc2libGUiOnRydWUsIldpZHRoIjoxNTEuMCwiSGVpZ2h0IjoxMC4wLCJCb3JkZXJTdHlsZSI6eyIkaWQiOiIyMDYiLCJMaW5lQ29sb3IiOnsiJGlkIjoiMjA3IiwiJHR5cGUiOiJOTFJFLkNvbW1vbi5Eb20uU29saWRDb2xvckJydXNoLCBOTFJFLkNvbW1vbiIsIkNvbG9yIjp7IiRpZCI6IjIwOCIsIkEiOjI1NSwiUiI6MjU1LCJHIjoyNTUsIkIiOjI1NX19LCJMaW5lV2VpZ2h0IjowLjAsIkxpbmVUeXBlIjowLCJQYXJlbnRTdHlsZSI6bnVsbH0sIlBhcmVudFN0eWxlIjpudWxsfSwiVGl0bGVTdHlsZSI6eyIkaWQiOiIyMDkiLCJGb250U2V0dGluZ3MiOnsiJGlkIjoiMjEwIiwiRm9udFNpemUiOjExLCJGb250TmFtZSI6IkNhbGlicmkiLCJJc0JvbGQiOnRydWUsIklzSXRhbGljIjpmYWxzZSwiSXNVbmRlcmxpbmVkIjpmYWxzZSwiUGFyZW50U3R5bGUiOm51bGx9LCJBdXRvU2l6ZSI6MCwiRm9yZWdyb3VuZCI6eyIkcmVmIjoiOTgifSwiTWF4V2lkdGgiOjcyMC4wLCJNYXhIZWlnaHQiOiJJbmZpbml0eSIsIlNtYXJ0Rm9yZWdyb3VuZElzQWN0aXZlIjpmYWxzZSwiSG9yaXpvbnRhbEFsaWdubWVudCI6MCwiVmVydGljYWxBbGlnbm1lbnQiOjAsIlNtYXJ0Rm9yZWdyb3VuZCI6bnVsbCwiQmFja2dyb3VuZEZpbGxUeXBlIjowLCJNYXJnaW4iOnsiJHJlZiI6IjEwMCJ9LCJQYWRkaW5nIjp7IiRyZWYiOiIxMDEifSwiQmFja2dyb3VuZCI6eyIkcmVmIjoiMTAyIn0sIklzVmlzaWJsZSI6dHJ1ZSwiV2lkdGgiOjAuMCwiSGVpZ2h0IjowLjAsIkJvcmRlclN0eWxlIjp7IiRpZCI6IjIxMSIsIkxpbmVDb2xvciI6bnVsbCwiTGluZVdlaWdodCI6MC4wLCJMaW5lVHlwZSI6MCwiUGFyZW50U3R5bGUiOm51bGx9LCJQYXJlbnRTdHlsZSI6bnVsbH0sIkRhdGVTdHlsZSI6eyIkaWQiOiIyMTIiLCJGb250U2V0dGluZ3MiOnsiJGlkIjoiMjEzIiwiRm9udFNpemUiOjEwLCJGb250TmFtZSI6IkNhbGlicmkiLCJJc0JvbGQiOmZhbHNlLCJJc0l0YWxpYyI6ZmFsc2UsIklzVW5kZXJsaW5lZCI6ZmFsc2UsIlBhcmVudFN0eWxlIjpudWxsfSwiQXV0b1NpemUiOjAsIkZvcmVncm91bmQiOnsiJHJlZiI6IjEwNyJ9LCJNYXhXaWR0aCI6MjAwLjAsIk1heEhlaWdodCI6IkluZmluaXR5IiwiU21hcnRGb3JlZ3JvdW5kSXNBY3RpdmUiOmZhbHNlLCJIb3Jpem9udGFsQWxpZ25tZW50IjoyLCJWZXJ0aWNhbEFsaWdubWVudCI6MCwiU21hcnRGb3JlZ3JvdW5kIjpudWxsLCJCYWNrZ3JvdW5kRmlsbFR5cGUiOjAsIk1hcmdpbiI6eyIkcmVmIjoiMTA5In0sIlBhZGRpbmciOnsiJHJlZiI6IjExMCJ9LCJCYWNrZ3JvdW5kIjp7IiRyZWYiOiIxMTEifSwiSXNWaXNpYmxlIjp0cnVlLCJXaWR0aCI6MC4wLCJIZWlnaHQiOjAuMCwiQm9yZGVyU3R5bGUiOnsiJGlkIjoiMjE0IiwiTGluZUNvbG9yIjpudWxsLCJMaW5lV2VpZ2h0IjowLjAsIkxpbmVUeXBlIjowLCJQYXJlbnRTdHlsZSI6bnVsbH0sIlBhcmVudFN0eWxlIjpudWxsfSwiRGF0ZUZvcm1hdCI6eyIkaWQiOiIyMTU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IxNiIsIkZvcm1hdCI6MCwiSXNWaXNpYmxlIjpmYWxzZSwiTGFzdEtub3duVmlzaWJpbGl0eVN0YXRlIjpmYWxzZX0sIklzVmlzaWJsZSI6dHJ1ZSwiUGFyZW50U3R5bGUiOm51bGx9LCJJbmRleCI6MCwiU21hcnREdXJhdGlvbkFjdGl2YXRlZCI6ZmFsc2UsIkRhdGVGb3JtYXQiOnsiJHJlZiI6IjIxNSJ9LCJXZWVrTnVtYmVyaW5nIjp7IiRpZCI6IjIxNyIsIkZvcm1hdCI6MCwiSXNWaXNpYmxlIjpmYWxzZSwiTGFzdEtub3duVmlzaWJpbGl0eVN0YXRlIjpmYWxzZX0sIklkIjoiMWU1YmNmYjUtZjQ5OS00NGM0LTllZWItY2VhNjZiNjIwYTM3IiwiSW1wb3J0SWQiOm51bGwsIlRpdGxlIjoiUGggSUkgcHJlLUlORCBzdWIgLSBmZWVkYmFjayIsIk5vdGUiOm51bGwsIkh5cGVybGluayI6eyIkaWQiOiIyMTgiLCJBZGRyZXNzIjpudWxsLCJTdWJBZGRyZXNzIjpudWxsfSwiSXNDaGFuZ2VkIjpmYWxzZSwiSXNOZXciOmZhbHNlfX1dLCJfbWlsZXN0b25lcyI6W10sIklkIjoiMDAwMDAwMDAtMDAwMC0wMDAwLTAwMDAtMDAwMDAwMDAwMDAwIiwiSXNTaW5nbGVJdGVtUm93Ijp0cnVlfSx7IiRpZCI6IjIxOSIsIl90YXNrcyI6W3siJGlkIjoiMjIwIiwiX2F0dGFjaGVkTWlsZXN0b25lcyI6W10sIlRhc2tEZWZpbml0aW9uIjp7IiRpZCI6IjIyMSIsIkdyb3VwTmFtZSI6bnVsbCwiU3RhcnREYXRlIjoiMjAyNi0wMy0xM1QyMzo1OTowMFoiLCJFbmREYXRlIjoiMjAyNi0wNi0xMlQyMzo1OTowMFoiLCJQZXJjZW50YWdlQ29tcGxldGUiOm51bGwsIlN0eWxlIjp7IiRpZCI6IjIyMiIsIlNoYXBlIjoxLCJTaGFwZVRoaWNrbmVzcyI6MCwiRHVyYXRpb25Gb3JtYXQiOjAsIkluY2x1ZGVOb25Xb3JraW5nRGF5c0luRHVyYXRpb24iOmZhbHNlLCJQZXJjZW50YWdlQ29tcGxldGVTdHlsZSI6eyIkaWQiOiIyMjMiLCJGb250U2V0dGluZ3MiOnsiJGlkIjoiMjI0IiwiRm9udFNpemUiOjEwLCJGb250TmFtZSI6IkNhbGlicmkiLCJJc0JvbGQiOmZhbHNlLCJJc0l0YWxpYyI6ZmFsc2UsIklzVW5kZXJsaW5lZCI6ZmFsc2UsIlBhcmVudFN0eWxlIjpudWxsfSwiQXV0b1NpemUiOjAsIkZvcmVncm91bmQiOnsiJHJlZiI6IjY2In0sIk1heFdpZHRoIjoyMDAuMCwiTWF4SGVpZ2h0IjoiSW5maW5pdHkiLCJTbWFydEZvcmVncm91bmRJc0FjdGl2ZSI6ZmFsc2UsIkhvcml6b250YWxBbGlnbm1lbnQiOjAsIlZlcnRpY2FsQWxpZ25tZW50IjowLCJTbWFydEZvcmVncm91bmQiOm51bGwsIkJhY2tncm91bmRGaWxsVHlwZSI6MCwiTWFyZ2luIjp7IiRyZWYiOiI2OCJ9LCJQYWRkaW5nIjp7IiRyZWYiOiI2OSJ9LCJCYWNrZ3JvdW5kIjp7IiRyZWYiOiI3MCJ9LCJJc1Zpc2libGUiOnRydWUsIldpZHRoIjowLjAsIkhlaWdodCI6MC4wLCJCb3JkZXJTdHlsZSI6eyIkaWQiOiIyMjUiLCJMaW5lQ29sb3IiOm51bGwsIkxpbmVXZWlnaHQiOjAuMCwiTGluZVR5cGUiOjAsIlBhcmVudFN0eWxlIjpudWxsfSwiUGFyZW50U3R5bGUiOm51bGx9LCJEdXJhdGlvblN0eWxlIjp7IiRpZCI6IjIyNiIsIkZvbnRTZXR0aW5ncyI6eyIkaWQiOiIyMjciLCJGb250U2l6ZSI6MTAsIkZvbnROYW1lIjoiQ2FsaWJyaSIsIklzQm9sZCI6ZmFsc2UsIklzSXRhbGljIjpmYWxzZSwiSXNVbmRlcmxpbmVkIjpmYWxzZSwiUGFyZW50U3R5bGUiOm51bGx9LCJBdXRvU2l6ZSI6MCwiRm9yZWdyb3VuZCI6eyIkcmVmIjoiNzUifSwiTWF4V2lkdGgiOjIwMC4wLCJNYXhIZWlnaHQiOiJJbmZpbml0eSIsIlNtYXJ0Rm9yZWdyb3VuZElzQWN0aXZlIjpmYWxzZSwiSG9yaXpvbnRhbEFsaWdubWVudCI6MCwiVmVydGljYWxBbGlnbm1lbnQiOjAsIlNtYXJ0Rm9yZWdyb3VuZCI6bnVsbCwiQmFja2dyb3VuZEZpbGxUeXBlIjowLCJNYXJnaW4iOnsiJHJlZiI6Ijc3In0sIlBhZGRpbmciOnsiJHJlZiI6Ijc4In0sIkJhY2tncm91bmQiOnsiJHJlZiI6Ijc5In0sIklzVmlzaWJsZSI6dHJ1ZSwiV2lkdGgiOjAuMCwiSGVpZ2h0IjowLjAsIkJvcmRlclN0eWxlIjp7IiRpZCI6IjIyOCIsIkxpbmVDb2xvciI6bnVsbCwiTGluZVdlaWdodCI6MC4wLCJMaW5lVHlwZSI6MCwiUGFyZW50U3R5bGUiOm51bGx9LCJQYXJlbnRTdHlsZSI6bnVsbH0sIkhvcml6b250YWxDb25uZWN0b3JTdHlsZSI6eyIkaWQiOiIyMjkiLCJMaW5lQ29sb3IiOnsiJHJlZiI6IjgzIn0sIkxpbmVXZWlnaHQiOjEuMCwiTGluZVR5cGUiOjAsIlBhcmVudFN0eWxlIjpudWxsfSwiVmVydGljYWxDb25uZWN0b3JTdHlsZSI6eyIkaWQiOiIyMzAiLCJMaW5lQ29sb3IiOnsiJHJlZiI6Ijg2In0sIkxpbmVXZWlnaHQiOjAuMCwiTGluZVR5cGUiOjAsIlBhcmVudFN0eWxlIjpudWxsfSwiTWFyZ2luIjpudWxsLCJTdGFydERhdGVQb3NpdGlvbiI6MywiRW5kRGF0ZVBvc2l0aW9uIjozLCJEYXRlSXNWaXNpYmxlIjp0cnVlLCJUaXRsZVBvc2l0aW9uIjo0LCJEdXJhdGlvblBvc2l0aW9uIjo2LCJQZXJjZW50YWdlQ29tcGxldGVkUG9zaXRpb24iOjYsIlNwYWNpbmciOjUsIklzQmVsb3dUaW1lYmFuZCI6ZmFsc2UsIlBlcmNlbnRhZ2VDb21wbGV0ZVNoYXBlT3BhY2l0eSI6MzUsIlNoYXBlU3R5bGUiOnsiJGlkIjoiMjMxIiwiTWFyZ2luIjp7IiRyZWYiOiI4OSJ9LCJQYWRkaW5nIjp7IiRyZWYiOiI5MCJ9LCJCYWNrZ3JvdW5kIjp7IiRpZCI6IjIzMiIsIkNvbG9yIjp7IiRpZCI6IjIzMyIsIkEiOjI1NSwiUiI6OCwiRyI6NDksIkIiOjQyfX0sIklzVmlzaWJsZSI6dHJ1ZSwiV2lkdGgiOjE1MS4wLCJIZWlnaHQiOjEwLjAsIkJvcmRlclN0eWxlIjp7IiRpZCI6IjIzNCIsIkxpbmVDb2xvciI6eyIkcmVmIjoiOTQifSwiTGluZVdlaWdodCI6MC4wLCJMaW5lVHlwZSI6MCwiUGFyZW50U3R5bGUiOm51bGx9LCJQYXJlbnRTdHlsZSI6bnVsbH0sIlRpdGxlU3R5bGUiOnsiJGlkIjoiMjM1IiwiRm9udFNldHRpbmdzIjp7IiRpZCI6IjIzNiIsIkZvbnRTaXplIjoxMSwiRm9udE5hbWUiOiJDYWxpYnJpIiwiSXNCb2xkIjp0cnVlLCJJc0l0YWxpYyI6ZmFsc2UsIklzVW5kZXJsaW5lZCI6ZmFsc2UsIlBhcmVudFN0eWxlIjpudWxsfSwiQXV0b1NpemUiOjAsIkZvcmVncm91bmQiOnsiJHJlZiI6Ijk4In0sIk1heFdpZHRoIjo3MjAuMCwiTWF4SGVpZ2h0IjoiSW5maW5pdHkiLCJTbWFydEZvcmVncm91bmRJc0FjdGl2ZSI6ZmFsc2UsIkhvcml6b250YWxBbGlnbm1lbnQiOjAsIlZlcnRpY2FsQWxpZ25tZW50IjowLCJTbWFydEZvcmVncm91bmQiOm51bGwsIkJhY2tncm91bmRGaWxsVHlwZSI6MCwiTWFyZ2luIjp7IiRyZWYiOiIxMDAifSwiUGFkZGluZyI6eyIkcmVmIjoiMTAxIn0sIkJhY2tncm91bmQiOnsiJHJlZiI6IjEwMiJ9LCJJc1Zpc2libGUiOnRydWUsIldpZHRoIjowLjAsIkhlaWdodCI6MC4wLCJCb3JkZXJTdHlsZSI6eyIkaWQiOiIyMzciLCJMaW5lQ29sb3IiOm51bGwsIkxpbmVXZWlnaHQiOjAuMCwiTGluZVR5cGUiOjAsIlBhcmVudFN0eWxlIjpudWxsfSwiUGFyZW50U3R5bGUiOm51bGx9LCJEYXRlU3R5bGUiOnsiJGlkIjoiMjM4IiwiRm9udFNldHRpbmdzIjp7IiRpZCI6IjIzOSIsIkZvbnRTaXplIjoxMCwiRm9udE5hbWUiOiJDYWxpYnJpIiwiSXNCb2xkIjpmYWxzZSwiSXNJdGFsaWMiOmZhbHNlLCJJc1VuZGVybGluZWQiOmZhbHNlLCJQYXJlbnRTdHlsZSI6bnVsbH0sIkF1dG9TaXplIjowLCJGb3JlZ3JvdW5kIjp7IiRyZWYiOiIxMDcifSwiTWF4V2lkdGgiOjIwMC4wLCJNYXhIZWlnaHQiOiJJbmZpbml0eSIsIlNtYXJ0Rm9yZWdyb3VuZElzQWN0aXZlIjpmYWxzZSwiSG9yaXpvbnRhbEFsaWdubWVudCI6MiwiVmVydGljYWxBbGlnbm1lbnQiOjAsIlNtYXJ0Rm9yZWdyb3VuZCI6bnVsbCwiQmFja2dyb3VuZEZpbGxUeXBlIjowLCJNYXJnaW4iOnsiJHJlZiI6IjEwOSJ9LCJQYWRkaW5nIjp7IiRyZWYiOiIxMTAifSwiQmFja2dyb3VuZCI6eyIkcmVmIjoiMTExIn0sIklzVmlzaWJsZSI6dHJ1ZSwiV2lkdGgiOjAuMCwiSGVpZ2h0IjowLjAsIkJvcmRlclN0eWxlIjp7IiRpZCI6IjI0MCIsIkxpbmVDb2xvciI6bnVsbCwiTGluZVdlaWdodCI6MC4wLCJMaW5lVHlwZSI6MCwiUGFyZW50U3R5bGUiOm51bGx9LCJQYXJlbnRTdHlsZSI6bnVsbH0sIkRhdGVGb3JtYXQiOnsiJGlkIjoiMjQxIiwiRm9ybWF0U3RyaW5nIjoiTS9kL3l5IiwiU2VwYXJhdG9yIjoiLyIsIlVzZUludGVybmF0aW9uYWxEYXRlRm9ybWF0IjpmYWxzZSwiRGF0ZUlzVmlzaWJsZSI6dHJ1ZSwiVGltZUlzVmlzaWJsZSI6ZmFsc2UsIkhvdXJEaWdpdHMiOjEsIkFtUG1EZXNpZ25hdG9yIjoyLCJUcmltMDBNaW51dGVzIjpmYWxzZSwiTGFzdEtub3duVmlzaWJpbGl0eVN0YXRlIjpudWxsfSwiV2Vla051bWJlcmluZyI6eyIkaWQiOiIyNDIiLCJGb3JtYXQiOjAsIklzVmlzaWJsZSI6ZmFsc2UsIkxhc3RLbm93blZpc2liaWxpdHlTdGF0ZSI6ZmFsc2V9LCJJc1Zpc2libGUiOnRydWUsIlBhcmVudFN0eWxlIjpudWxsfSwiSW5kZXgiOjEsIlNtYXJ0RHVyYXRpb25BY3RpdmF0ZWQiOmZhbHNlLCJEYXRlRm9ybWF0Ijp7IiRyZWYiOiIyNDEifSwiV2Vla051bWJlcmluZyI6eyIkaWQiOiIyNDMiLCJGb3JtYXQiOjAsIklzVmlzaWJsZSI6ZmFsc2UsIkxhc3RLbm93blZpc2liaWxpdHlTdGF0ZSI6ZmFsc2V9LCJJZCI6ImFmM2U4MDc1LTRlZTgtNDM3NC04ODhkLTBmMjVmZDU0MmYwOCIsIkltcG9ydElkIjpudWxsLCJUaXRsZSI6IlBoIElJIENUQSBzdWIgLSBhcHAiLCJOb3RlIjpudWxsLCJIeXBlcmxpbmsiOnsiJGlkIjoiMjQ0IiwiQWRkcmVzcyI6bnVsbCwiU3ViQWRkcmVzcyI6bnVsbH0sIklzQ2hhbmdlZCI6ZmFsc2UsIklzTmV3IjpmYWxzZX19XSwiX21pbGVzdG9uZXMiOltdLCJJZCI6IjAwMDAwMDAwLTAwMDAtMDAwMC0wMDAwLTAwMDAwMDAwMDAwMCIsIklzU2luZ2xlSXRlbVJvdyI6dHJ1ZX0seyIkaWQiOiIyNDUiLCJfdGFza3MiOlt7IiRpZCI6IjI0NiIsIl9hdHRhY2hlZE1pbGVzdG9uZXMiOltdLCJUYXNrRGVmaW5pdGlvbiI6eyIkaWQiOiIyNDciLCJHcm91cE5hbWUiOm51bGwsIlN0YXJ0RGF0ZSI6IjIwMjYtMDktMTFUMjM6NTk6MDBaIiwiRW5kRGF0ZSI6IjIwMjYtMTEtMTdUMjM6NTk6MDBaIiwiUGVyY2VudGFnZUNvbXBsZXRlIjpudWxsLCJTdHlsZSI6eyIkaWQiOiIyNDgiLCJTaGFwZSI6MSwiU2hhcGVUaGlja25lc3MiOjAsIkR1cmF0aW9uRm9ybWF0IjowLCJJbmNsdWRlTm9uV29ya2luZ0RheXNJbkR1cmF0aW9uIjpmYWxzZSwiUGVyY2VudGFnZUNvbXBsZXRlU3R5bGUiOnsiJGlkIjoiMjQ5IiwiRm9udFNldHRpbmdzIjp7IiRpZCI6IjI1MCIsIkZvbnRTaXplIjoxMCwiRm9udE5hbWUiOiJDYWxpYnJpIiwiSXNCb2xkIjpmYWxzZSwiSXNJdGFsaWMiOmZhbHNlLCJJc1VuZGVybGluZWQiOmZhbHNlLCJQYXJlbnRTdHlsZSI6bnVsbH0sIkF1dG9TaXplIjowLCJGb3JlZ3JvdW5kIjp7IiRyZWYiOiI2NiJ9LCJNYXhXaWR0aCI6MjAwLjAsIk1heEhlaWdodCI6IkluZmluaXR5IiwiU21hcnRGb3JlZ3JvdW5kSXNBY3RpdmUiOmZhbHNlLCJIb3Jpem9udGFsQWxpZ25tZW50IjowLCJWZXJ0aWNhbEFsaWdubWVudCI6MCwiU21hcnRGb3JlZ3JvdW5kIjpudWxsLCJCYWNrZ3JvdW5kRmlsbFR5cGUiOjAsIk1hcmdpbiI6eyIkcmVmIjoiNjgifSwiUGFkZGluZyI6eyIkcmVmIjoiNjkifSwiQmFja2dyb3VuZCI6eyIkcmVmIjoiNzAifSwiSXNWaXNpYmxlIjp0cnVlLCJXaWR0aCI6MC4wLCJIZWlnaHQiOjAuMCwiQm9yZGVyU3R5bGUiOnsiJGlkIjoiMjUxIiwiTGluZUNvbG9yIjpudWxsLCJMaW5lV2VpZ2h0IjowLjAsIkxpbmVUeXBlIjowLCJQYXJlbnRTdHlsZSI6bnVsbH0sIlBhcmVudFN0eWxlIjpudWxsfSwiRHVyYXRpb25TdHlsZSI6eyIkaWQiOiIyNTIiLCJGb250U2V0dGluZ3MiOnsiJGlkIjoiMjUzIiwiRm9udFNpemUiOjEwLCJGb250TmFtZSI6IkNhbGlicmkiLCJJc0JvbGQiOmZhbHNlLCJJc0l0YWxpYyI6ZmFsc2UsIklzVW5kZXJsaW5lZCI6ZmFsc2UsIlBhcmVudFN0eWxlIjpudWxsfSwiQXV0b1NpemUiOjAsIkZvcmVncm91bmQiOnsiJHJlZiI6Ijc1In0sIk1heFdpZHRoIjoyMDAuMCwiTWF4SGVpZ2h0IjoiSW5maW5pdHkiLCJTbWFydEZvcmVncm91bmRJc0FjdGl2ZSI6ZmFsc2UsIkhvcml6b250YWxBbGlnbm1lbnQiOjAsIlZlcnRpY2FsQWxpZ25tZW50IjowLCJTbWFydEZvcmVncm91bmQiOm51bGwsIkJhY2tncm91bmRGaWxsVHlwZSI6MCwiTWFyZ2luIjp7IiRyZWYiOiI3NyJ9LCJQYWRkaW5nIjp7IiRyZWYiOiI3OCJ9LCJCYWNrZ3JvdW5kIjp7IiRyZWYiOiI3OSJ9LCJJc1Zpc2libGUiOnRydWUsIldpZHRoIjowLjAsIkhlaWdodCI6MC4wLCJCb3JkZXJTdHlsZSI6eyIkaWQiOiIyNTQiLCJMaW5lQ29sb3IiOm51bGwsIkxpbmVXZWlnaHQiOjAuMCwiTGluZVR5cGUiOjAsIlBhcmVudFN0eWxlIjpudWxsfSwiUGFyZW50U3R5bGUiOm51bGx9LCJIb3Jpem9udGFsQ29ubmVjdG9yU3R5bGUiOnsiJGlkIjoiMjU1IiwiTGluZUNvbG9yIjp7IiRyZWYiOiI4MyJ9LCJMaW5lV2VpZ2h0IjoxLjAsIkxpbmVUeXBlIjowLCJQYXJlbnRTdHlsZSI6bnVsbH0sIlZlcnRpY2FsQ29ubmVjdG9yU3R5bGUiOnsiJGlkIjoiMjU2IiwiTGluZUNvbG9yIjp7IiRyZWYiOiI4NiJ9LCJMaW5lV2VpZ2h0IjowLjAsIkxpbmVUeXBlIjowLCJQYXJlbnRTdHlsZSI6bnVsbH0sIk1hcmdpbiI6bnVsbCwiU3RhcnREYXRlUG9zaXRpb24iOjMsIkVuZERhdGVQb3NpdGlvbiI6MywiRGF0ZUlzVmlzaWJsZSI6dHJ1ZSwiVGl0bGVQb3NpdGlvbiI6NCwiRHVyYXRpb25Qb3NpdGlvbiI6NiwiUGVyY2VudGFnZUNvbXBsZXRlZFBvc2l0aW9uIjo2LCJTcGFjaW5nIjo1LCJJc0JlbG93VGltZWJhbmQiOmZhbHNlLCJQZXJjZW50YWdlQ29tcGxldGVTaGFwZU9wYWNpdHkiOjM1LCJTaGFwZVN0eWxlIjp7IiRpZCI6IjI1NyIsIk1hcmdpbiI6eyIkcmVmIjoiODkifSwiUGFkZGluZyI6eyIkcmVmIjoiOTAifSwiQmFja2dyb3VuZCI6eyIkaWQiOiIyNTgiLCJDb2xvciI6eyIkaWQiOiIyNTkiLCJBIjoyNTUsIlIiOjgsIkciOjQ5LCJCIjo0Mn19LCJJc1Zpc2libGUiOnRydWUsIldpZHRoIjoxMTMuMCwiSGVpZ2h0IjoxMC4wLCJCb3JkZXJTdHlsZSI6eyIkaWQiOiIyNjAiLCJMaW5lQ29sb3IiOnsiJHJlZiI6Ijk0In0sIkxpbmVXZWlnaHQiOjAuMCwiTGluZVR5cGUiOjAsIlBhcmVudFN0eWxlIjpudWxsfSwiUGFyZW50U3R5bGUiOm51bGx9LCJUaXRsZVN0eWxlIjp7IiRpZCI6IjI2MSIsIkZvbnRTZXR0aW5ncyI6eyIkaWQiOiIyNjIiLCJGb250U2l6ZSI6MTEsIkZvbnROYW1lIjoiQ2FsaWJyaSIsIklzQm9sZCI6dHJ1ZSwiSXNJdGFsaWMiOmZhbHNlLCJJc1VuZGVybGluZWQiOmZhbHNlLCJQYXJlbnRTdHlsZSI6bnVsbH0sIkF1dG9TaXplIjowLCJGb3JlZ3JvdW5kIjp7IiRyZWYiOiI5OCJ9LCJNYXhXaWR0aCI6NzIwLjAsIk1heEhlaWdodCI6IkluZmluaXR5IiwiU21hcnRGb3JlZ3JvdW5kSXNBY3RpdmUiOmZhbHNlLCJIb3Jpem9udGFsQWxpZ25tZW50IjowLCJWZXJ0aWNhbEFsaWdubWVudCI6MCwiU21hcnRGb3JlZ3JvdW5kIjpudWxsLCJCYWNrZ3JvdW5kRmlsbFR5cGUiOjAsIk1hcmdpbiI6eyIkcmVmIjoiMTAwIn0sIlBhZGRpbmciOnsiJHJlZiI6IjEwMSJ9LCJCYWNrZ3JvdW5kIjp7IiRyZWYiOiIxMDIifSwiSXNWaXNpYmxlIjp0cnVlLCJXaWR0aCI6MC4wLCJIZWlnaHQiOjAuMCwiQm9yZGVyU3R5bGUiOnsiJGlkIjoiMjYzIiwiTGluZUNvbG9yIjpudWxsLCJMaW5lV2VpZ2h0IjowLjAsIkxpbmVUeXBlIjowLCJQYXJlbnRTdHlsZSI6bnVsbH0sIlBhcmVudFN0eWxlIjpudWxsfSwiRGF0ZVN0eWxlIjp7IiRpZCI6IjI2NCIsIkZvbnRTZXR0aW5ncyI6eyIkaWQiOiIyNjUiLCJGb250U2l6ZSI6MTAsIkZvbnROYW1lIjoiQ2FsaWJyaSIsIklzQm9sZCI6ZmFsc2UsIklzSXRhbGljIjpmYWxzZSwiSXNVbmRlcmxpbmVkIjpmYWxzZSwiUGFyZW50U3R5bGUiOm51bGx9LCJBdXRvU2l6ZSI6MCwiRm9yZWdyb3VuZCI6eyIkcmVmIjoiMTA3In0sIk1heFdpZHRoIjoyMDAuMCwiTWF4SGVpZ2h0IjoiSW5maW5pdHkiLCJTbWFydEZvcmVncm91bmRJc0FjdGl2ZSI6ZmFsc2UsIkhvcml6b250YWxBbGlnbm1lbnQiOjIsIlZlcnRpY2FsQWxpZ25tZW50IjowLCJTbWFydEZvcmVncm91bmQiOm51bGwsIkJhY2tncm91bmRGaWxsVHlwZSI6MCwiTWFyZ2luIjp7IiRyZWYiOiIxMDkifSwiUGFkZGluZyI6eyIkcmVmIjoiMTEwIn0sIkJhY2tncm91bmQiOnsiJHJlZiI6IjExMSJ9LCJJc1Zpc2libGUiOnRydWUsIldpZHRoIjowLjAsIkhlaWdodCI6MC4wLCJCb3JkZXJTdHlsZSI6eyIkaWQiOiIyNjYiLCJMaW5lQ29sb3IiOm51bGwsIkxpbmVXZWlnaHQiOjAuMCwiTGluZVR5cGUiOjAsIlBhcmVudFN0eWxlIjpudWxsfSwiUGFyZW50U3R5bGUiOm51bGx9LCJEYXRlRm9ybWF0Ijp7IiRpZCI6IjI2NyIsIkZvcm1hdFN0cmluZyI6Ik0vZC95eSIsIlNlcGFyYXRvciI6Ii8iLCJVc2VJbnRlcm5hdGlvbmFsRGF0ZUZvcm1hdCI6ZmFsc2UsIkRhdGVJc1Zpc2libGUiOnRydWUsIlRpbWVJc1Zpc2libGUiOmZhbHNlLCJIb3VyRGlnaXRzIjoxLCJBbVBtRGVzaWduYXRvciI6MiwiVHJpbTAwTWludXRlcyI6ZmFsc2UsIkxhc3RLbm93blZpc2liaWxpdHlTdGF0ZSI6bnVsbH0sIldlZWtOdW1iZXJpbmciOnsiJGlkIjoiMjY4IiwiRm9ybWF0IjowLCJJc1Zpc2libGUiOmZhbHNlLCJMYXN0S25vd25WaXNpYmlsaXR5U3RhdGUiOmZhbHNlfSwiSXNWaXNpYmxlIjp0cnVlLCJQYXJlbnRTdHlsZSI6bnVsbH0sIkluZGV4IjoyLCJTbWFydER1cmF0aW9uQWN0aXZhdGVkIjpmYWxzZSwiRGF0ZUZvcm1hdCI6eyIkcmVmIjoiMjY3In0sIldlZWtOdW1iZXJpbmciOnsiJGlkIjoiMjY5IiwiRm9ybWF0IjowLCJJc1Zpc2libGUiOmZhbHNlLCJMYXN0S25vd25WaXNpYmlsaXR5U3RhdGUiOmZhbHNlfSwiSWQiOiIzZDhiMWRjYS1iNGY2LTQyYzgtYWRhZi00OTVmYzJmNGE5ZmQiLCJJbXBvcnRJZCI6bnVsbCwiVGl0bGUiOiJDaGluYSBmU0lWIC0gTFNTIiwiTm90ZSI6bnVsbCwiSHlwZXJsaW5rIjp7IiRpZCI6IjI3MCIsIkFkZHJlc3MiOm51bGwsIlN1YkFkZHJlc3MiOm51bGx9LCJJc0NoYW5nZWQiOmZhbHNlLCJJc05ldyI6ZmFsc2V9fV0sIl9taWxlc3RvbmVzIjpbXSwiSWQiOiIwMDAwMDAwMC0wMDAwLTAwMDAtMDAwMC0wMDAwMDAwMDAwMDAiLCJJc1NpbmdsZUl0ZW1Sb3ciOnRydWV9XSwiSW5kZXgiOjYsIklkIjoiNmVmMWY3ZWUtN2ViOC00ODM0LTk2NTMtMWZjMTU2MGQwNDU0IiwiSGVhZGVyVGV4dCI6bnVsbCwiSXNEZWZhdWx0Ijp0cnVlLCJTdHlsZSI6eyIkaWQiOiIyNzEiLCJIZWFkZXJTdHlsZSI6eyIkaWQiOiIyNzIiLCJUZXh0U3R5bGUiOnsiJGlkIjoiMjczIiwiRm9udFNldHRpbmdzIjp7IiRpZCI6IjI3NCIsIkZvbnRTaXplIjoxMSwiRm9udE5hbWUiOiJDYWxpYnJpIiwiSXNCb2xkIjpmYWxzZSwiSXNJdGFsaWMiOmZhbHNlLCJJc1VuZGVybGluZWQiOmZhbHNlLCJQYXJlbnRTdHlsZSI6bnVsbH0sIkF1dG9TaXplIjoyLCJGb3JlZ3JvdW5kIjp7IiRpZCI6IjI3NSIsIkNvbG9yIjp7IiRpZCI6IjI3NiIsIkEiOjI1NSwiUiI6MCwiRyI6MCwiQiI6MH19LCJNYXhXaWR0aCI6IkluZmluaXR5IiwiTWF4SGVpZ2h0IjoiSW5maW5pdHkiLCJTbWFydEZvcmVncm91bmRJc0FjdGl2ZSI6ZmFsc2UsIkhvcml6b250YWxBbGlnbm1lbnQiOjAsIlZlcnRpY2FsQWxpZ25tZW50IjowLCJTbWFydEZvcmVncm91bmQiOm51bGwsIkJhY2tncm91bmRGaWxsVHlwZSI6MCwiTWFyZ2luIjp7IiRpZCI6IjI3NyIsIlRvcCI6MC4wLCJMZWZ0IjowLjAsIlJpZ2h0IjowLjAsIkJvdHRvbSI6MC4wfSwiUGFkZGluZyI6eyIkaWQiOiIyNzgiLCJUb3AiOjAuMCwiTGVmdCI6MC4wLCJSaWdodCI6MC4wLCJCb3R0b20iOjAuMH0sIkJhY2tncm91bmQiOm51bGwsIklzVmlzaWJsZSI6dHJ1ZSwiV2lkdGgiOjAuMCwiSGVpZ2h0IjowLjAsIkJvcmRlclN0eWxlIjpudWxsLCJQYXJlbnRTdHlsZSI6bnVsbH0sIlJlY3RhbmdsZVN0eWxlIjp7IiRpZCI6IjI3OSIsIk1hcmdpbiI6eyIkaWQiOiIyODAiLCJUb3AiOjAuMCwiTGVmdCI6MC4wLCJSaWdodCI6MC4wLCJCb3R0b20iOjAuMH0sIlBhZGRpbmciOnsiJGlkIjoiMjgxIiwiVG9wIjowLjAsIkxlZnQiOjAuMCwiUmlnaHQiOjAuMCwiQm90dG9tIjowLjB9LCJCYWNrZ3JvdW5kIjp7IiRpZCI6IjI4MiIsIkNvbG9yIjp7IiRpZCI6IjI4MyIsIkEiOjYzLCJSIjoxOTcsIkciOjE5NSwiQiI6MjM4fX0sIklzVmlzaWJsZSI6dHJ1ZSwiV2lkdGgiOjAuMCwiSGVpZ2h0IjowLjAsIkJvcmRlclN0eWxlIjp7IiRpZCI6IjI4NCIsIkxpbmVDb2xvciI6eyIkaWQiOiIyODUiLCIkdHlwZSI6Ik5MUkUuQ29tbW9uLkRvbS5Tb2xpZENvbG9yQnJ1c2gsIE5MUkUuQ29tbW9uIiwiQ29sb3IiOnsiJGlkIjoiMjg2IiwiQSI6MjU1LCJSIjoyNTUsIkciOjAsIkIiOjB9fSwiTGluZVdlaWdodCI6MC4wLCJMaW5lVHlwZSI6MCwiUGFyZW50U3R5bGUiOm51bGx9LCJQYXJlbnRTdHlsZSI6bnVsbH0sIk1hcmdpbiI6eyIkaWQiOiIyODciLCJUb3AiOjAuMCwiTGVmdCI6MC4wLCJSaWdodCI6MC4wLCJCb3R0b20iOjAuMH0sIlBhZGRpbmciOnsiJGlkIjoiMjg4IiwiVG9wIjowLjAsIkxlZnQiOjAuMCwiUmlnaHQiOjAuMCwiQm90dG9tIjowLjB9LCJCYWNrZ3JvdW5kIjpudWxsLCJJc1Zpc2libGUiOnRydWUsIldpZHRoIjowLjAsIkhlaWdodCI6MC4wLCJCb3JkZXJTdHlsZSI6bnVsbCwiUGFyZW50U3R5bGUiOm51bGx9LCJCYWNrZ3JvdW5kU3R5bGUiOnsiJGlkIjoiMjg5IiwiTWFyZ2luIjp7IiRpZCI6IjI5MCIsIlRvcCI6MC4wLCJMZWZ0IjowLjAsIlJpZ2h0IjowLjAsIkJvdHRvbSI6MC4wfSwiUGFkZGluZyI6eyIkaWQiOiIyOTEiLCJUb3AiOjAuMCwiTGVmdCI6MC4wLCJSaWdodCI6MC4wLCJCb3R0b20iOjAuMH0sIkJhY2tncm91bmQiOnsiJGlkIjoiMjkyIiwiQ29sb3IiOnsiJGlkIjoiMjkzIiwiQSI6NTEsIlIiOjE5NywiRyI6MTk1LCJCIjoyMzh9fSwiSXNWaXNpYmxlIjp0cnVlLCJXaWR0aCI6MC4wLCJIZWlnaHQiOjAuMCwiQm9yZGVyU3R5bGUiOnsiJGlkIjoiMjk0IiwiTGluZUNvbG9yIjp7IiRpZCI6IjI5NSIsIiR0eXBlIjoiTkxSRS5Db21tb24uRG9tLlNvbGlkQ29sb3JCcnVzaCwgTkxSRS5Db21tb24iLCJDb2xvciI6eyIkaWQiOiIyOTYiLCJBIjoyNTUsIlIiOjI1NSwiRyI6MCwiQiI6MH19LCJMaW5lV2VpZ2h0IjowLjAsIkxpbmVUeXBlIjowLCJQYXJlbnRTdHlsZSI6bnVsbH0sIlBhcmVudFN0eWxlIjpudWxsfSwiTWFyZ2luIjp7IiRpZCI6IjI5NyIsIlRvcCI6MC4wLCJMZWZ0IjowLjAsIlJpZ2h0IjowLjAsIkJvdHRvbSI6MC4wfSwiUGFkZGluZyI6eyIkaWQiOiIyOTgiLCJUb3AiOjAuMCwiTGVmdCI6MC4wLCJSaWdodCI6MC4wLCJCb3R0b20iOjAuMH0sIklzVmlzaWJsZSI6ZmFsc2UsIldpZHRoIjowLjAsIkhlaWdodCI6MC4wLCJCb3JkZXJTdHlsZSI6bnVsbCwiUGFyZW50U3R5bGUiOm51bGx9fV0sIklkIjoiYjViMGRiYmYtMDNiNC00ZTc1LWEzZTgtNTE3YWJhOTkzMWYyIiwiSW5kZXgiOjEsIkhlYWRlclRleHQiOiJDaGluYVxyMTUwNy0wMDAyXHJQaCBJSSIsIlN0eWxlIjp7IiRpZCI6IjI5OSIsIkhlYWRlclN0eWxlIjp7IiRpZCI6IjMwMCIsIlRleHRJc1ZlcnRpY2FsIjpmYWxzZSwiVGV4dFN0eWxlIjp7IiRpZCI6IjMwMSIsIkZvbnRTZXR0aW5ncyI6eyIkaWQiOiIzMDIiLCJGb250U2l6ZSI6MTIsIkZvbnROYW1lIjoiQ2FsaWJyaSIsIklzQm9sZCI6ZmFsc2UsIklzSXRhbGljIjpmYWxzZSwiSXNVbmRlcmxpbmVkIjpmYWxzZSwiUGFyZW50U3R5bGUiOm51bGx9LCJBdXRvU2l6ZSI6MiwiRm9yZWdyb3VuZCI6eyIkcmVmIjoiMTY0In0sIk1heFdpZHRoIjoiSW5maW5pdHkiLCJNYXhIZWlnaHQiOjAuMCwiU21hcnRGb3JlZ3JvdW5kSXNBY3RpdmUiOmZhbHNlLCJIb3Jpem9udGFsQWxpZ25tZW50IjowLCJWZXJ0aWNhbEFsaWdubWVudCI6MCwiU21hcnRGb3JlZ3JvdW5kIjpudWxsLCJCYWNrZ3JvdW5kRmlsbFR5cGUiOjAsIk1hcmdpbiI6eyIkcmVmIjoiMTY2In0sIlBhZGRpbmciOnsiJHJlZiI6IjE2NyJ9LCJCYWNrZ3JvdW5kIjpudWxsLCJJc1Zpc2libGUiOnRydWUsIldpZHRoIjowLjAsIkhlaWdodCI6MC4wLCJCb3JkZXJTdHlsZSI6bnVsbCwiUGFyZW50U3R5bGUiOm51bGx9LCJSZWN0YW5nbGVTdHlsZSI6eyIkaWQiOiIzMDMiLCJNYXJnaW4iOnsiJGlkIjoiMzA0IiwiVG9wIjowLjAsIkxlZnQiOjAuMCwiUmlnaHQiOjAuMCwiQm90dG9tIjowLjB9LCJQYWRkaW5nIjp7IiRpZCI6IjMwNSIsIlRvcCI6MC4wLCJMZWZ0IjowLjAsIlJpZ2h0IjowLjAsIkJvdHRvbSI6MC4wfSwiQmFja2dyb3VuZCI6eyIkaWQiOiIzMDYiLCJDb2xvciI6eyIkaWQiOiIzMDciLCJBIjoyNTUsIlIiOjE5NywiRyI6MTk1LCJCIjoyMzh9fSwiSXNWaXNpYmxlIjp0cnVlLCJXaWR0aCI6MC4wLCJIZWlnaHQiOjAuMCwiQm9yZGVyU3R5bGUiOnsiJGlkIjoiMzA4IiwiTGluZUNvbG9yIjp7IiRpZCI6IjMwOSIsIiR0eXBlIjoiTkxSRS5Db21tb24uRG9tLlNvbGlkQ29sb3JCcnVzaCwgTkxSRS5Db21tb24iLCJDb2xvciI6eyIkaWQiOiIzMTAiLCJBIjoyNTUsIlIiOjI1NSwiRyI6MCwiQiI6MH19LCJMaW5lV2VpZ2h0IjowLjAsIkxpbmVUeXBlIjowLCJQYXJlbnRTdHlsZSI6bnVsbH0sIlBhcmVudFN0eWxlIjpudWxsfSwiTWFyZ2luIjp7IiRpZCI6IjMxMSIsIlRvcCI6MC4wLCJMZWZ0IjowLjAsIlJpZ2h0IjowLjAsIkJvdHRvbSI6MC4wfSwiUGFkZGluZyI6eyIkaWQiOiIzMTIiLCJUb3AiOjAuMCwiTGVmdCI6MC4wLCJSaWdodCI6MC4wLCJCb3R0b20iOjAuMH0sIkJhY2tncm91bmQiOm51bGwsIklzVmlzaWJsZSI6dHJ1ZSwiV2lkdGgiOjAuMCwiSGVpZ2h0IjowLjAsIkJvcmRlclN0eWxlIjpudWxsLCJQYXJlbnRTdHlsZSI6bnVsbH0sIkJhY2tncm91bmRTdHlsZSI6eyIkaWQiOiIzMTMiLCJNYXJnaW4iOnsiJGlkIjoiMzE0IiwiVG9wIjowLjAsIkxlZnQiOjAuMCwiUmlnaHQiOjAuMCwiQm90dG9tIjowLjB9LCJQYWRkaW5nIjp7IiRpZCI6IjMxNSIsIlRvcCI6MC4wLCJMZWZ0IjowLjAsIlJpZ2h0IjowLjAsIkJvdHRvbSI6MC4wfSwiQmFja2dyb3VuZCI6eyIkaWQiOiIzMTYiLCJDb2xvciI6eyIkaWQiOiIzMTciLCJBIjo1MSwiUiI6MTk3LCJHIjoxOTUsIkIiOjIzOH19LCJJc1Zpc2libGUiOnRydWUsIldpZHRoIjowLjAsIkhlaWdodCI6MC4wLCJCb3JkZXJTdHlsZSI6eyIkaWQiOiIzMTgiLCJMaW5lQ29sb3IiOnsiJGlkIjoiMzE5IiwiJHR5cGUiOiJOTFJFLkNvbW1vbi5Eb20uU29saWRDb2xvckJydXNoLCBOTFJFLkNvbW1vbiIsIkNvbG9yIjp7IiRpZCI6IjMyMCIsIkEiOjI1NSwiUiI6MjU1LCJHIjowLCJCIjowfX0sIkxpbmVXZWlnaHQiOjAuMCwiTGluZVR5cGUiOjAsIlBhcmVudFN0eWxlIjpudWxsfSwiUGFyZW50U3R5bGUiOm51bGx9LCJJc0Fib3ZlVGltZWJhbmQiOmZhbHNlLCJNYXJnaW4iOnsiJGlkIjoiMzIxIiwiVG9wIjowLjAsIkxlZnQiOjAuMCwiUmlnaHQiOjAuMCwiQm90dG9tIjowLjB9LCJQYWRkaW5nIjp7IiRpZCI6IjMyMiIsIlRvcCI6MC4wLCJMZWZ0IjowLjAsIlJpZ2h0IjowLjAsIkJvdHRvbSI6MC4wfSwiSXNWaXNpYmxlIjp0cnVlLCJXaWR0aCI6MC4wLCJIZWlnaHQiOjAuMCwiQm9yZGVyU3R5bGUiOnsiJGlkIjoiMzIzIiwiTGluZUNvbG9yIjpudWxsLCJMaW5lV2VpZ2h0IjowLjAsIkxpbmVUeXBlIjowLCJQYXJlbnRTdHlsZSI6bnVsbH0sIlBhcmVudFN0eWxlIjpudWxsfX1dLCJDdWx0dXJlSW5mb05hbWUiOiJlbi1VUyIsIlN0eWxlTmFtZSI6bnVsbCwiVmVyc2lvbiI6eyIkaWQiOiIzMjQiLCJWZXJzaW9uIjoiMy43LjMiLCJPcmlnaW5hbEFzc2VtYmx5VmVyc2lvbiI6IjcuMDAuMTYuMDAiLCJFZGl0aW9uIjpudWxsLCJMYXN0U2F2ZWRFZGl0aW9uIjowLCJJc1BsdXNFZGl0aW9uIjpmYWxzZSwiSXNQcm9FZGl0aW9uIjpmYWxzZX0sIkVmZmVjdCI6MSwiU3R5bGUiOnsiJGlkIjoiMzI1IiwiRGVmYXVsdERlcGVuZGVuY3lTdHlsZSI6eyIkaWQiOiIzMjYiLCJMaW5lU3R5bGUiOnsiJGlkIjoiMzI3IiwiTGluZUNvbG9yIjp7IiRpZCI6IjMyOCIsIiR0eXBlIjoiTkxSRS5Db21tb24uRG9tLlNvbGlkQ29sb3JCcnVzaCwgTkxSRS5Db21tb24iLCJDb2xvciI6eyIkaWQiOiIzMjkiLCJBIjoyNTUsIlIiOjAsIkciOjAsIkIiOjB9fSwiTGluZVdlaWdodCI6MS4wLCJMaW5lVHlwZSI6MCwiUGFyZW50U3R5bGUiOm51bGx9LCJFbmRBcnJvd2hlYWRMaW5lU3R5bGUiOnsiJGlkIjoiMzMwIiwiS2luZCI6MSwiV2lkdGgiOjEsIkxlbmd0aCI6MCwiUGFyZW50U3R5bGUiOm51bGx9LCJCcmluZ1RvRnJvbnQiOnRydWUsIkVsYm93UmFkaXVzIjowLjAsIk1hcmdpbiI6eyIkaWQiOiIzMzEiLCJUb3AiOjAuMCwiTGVmdCI6MC4wLCJSaWdodCI6MC4wLCJCb3R0b20iOjAuMH0sIlBhZGRpbmciOnsiJGlkIjoiMzMyIiwiVG9wIjowLjAsIkxlZnQiOjAuMCwiUmlnaHQiOjAuMCwiQm90dG9tIjowLjB9LCJCYWNrZ3JvdW5kIjpudWxsLCJJc1Zpc2libGUiOnRydWUsIldpZHRoIjowLjAsIkhlaWdodCI6MC4wLCJCb3JkZXJTdHlsZSI6bnVsbCwiUGFyZW50U3R5bGUiOm51bGx9LCJDcml0aWNhbFBhdGhTdHlsZSI6eyIkaWQiOiIzMzMiLCJDcml0aWNhbFBhdGhTdHlsZU9wdGlvbnMiOjE1LCJMaW5lU3R5bGUiOnsiJGlkIjoiMzM0IiwiTGluZUNvbG9yIjp7IiRpZCI6IjMzNSIsIiR0eXBlIjoiTkxSRS5Db21tb24uRG9tLlNvbGlkQ29sb3JCcnVzaCwgTkxSRS5Db21tb24iLCJDb2xvciI6eyIkaWQiOiIzMzYiLCJBIjoyNTUsIlIiOjIyMiwiRyI6NTAsIkIiOjUwfX0sIkxpbmVXZWlnaHQiOjEuMCwiTGluZVR5cGUiOjAsIlBhcmVudFN0eWxlIjpudWxsfSwiVGl0bGVGb3JlZ3JvdW5kIjp7IiRpZCI6IjMzNyIsIkNvbG9yIjp7IiRpZCI6IjMzOCIsIkEiOjI1NSwiUiI6MTc2LCJHIjoxOSwiQiI6MjV9fSwiU2hhcGVzQmFja2dyb3VuZCI6eyIkaWQiOiIzMzkiLCJDb2xvciI6eyIkaWQiOiIzNDAiLCJBIjoyNTUsIlIiOjI1MywiRyI6MjAzLCJCIjoyMDh9fSwiU2hhcGVzQm9yZGVyU3R5bGUiOnsiJGlkIjoiMzQxIiwiTGluZUNvbG9yIjp7IiRpZCI6IjM0MiIsIiR0eXBlIjoiTkxSRS5Db21tb24uRG9tLlNvbGlkQ29sb3JCcnVzaCwgTkxSRS5Db21tb24iLCJDb2xvciI6eyIkaWQiOiIzNDMiLCJBIjoyNTUsIlIiOjIyMiwiRyI6NTAsIkIiOjUwfX0sIkxpbmVXZWlnaHQiOjEuNSwiTGluZVR5cGUiOjAsIlBhcmVudFN0eWxlIjpudWxsfSwiTWFyZ2luIjp7IiRpZCI6IjM0NCIsIlRvcCI6MC4wLCJMZWZ0IjowLjAsIlJpZ2h0IjowLjAsIkJvdHRvbSI6MC4wfSwiUGFkZGluZyI6eyIkaWQiOiIzNDUiLCJUb3AiOjAuMCwiTGVmdCI6MC4wLCJSaWdodCI6MC4wLCJCb3R0b20iOjAuMH0sIkJhY2tncm91bmQiOm51bGwsIklzVmlzaWJsZSI6ZmFsc2UsIldpZHRoIjowLjAsIkhlaWdodCI6MC4wLCJCb3JkZXJTdHlsZSI6bnVsbCwiUGFyZW50U3R5bGUiOm51bGx9LCJUaW1lYmFuZFN0eWxlIjp7IiRpZCI6IjM0NiIsIlNjYWxlTWFya2luZyI6MSwiU2hhcGUiOjAsIlNoYXBlU3R5bGUiOnsiJGlkIjoiMzQ3IiwiTWFyZ2luIjp7IiRpZCI6IjM0OCIsIlRvcCI6MC4wLCJMZWZ0IjoxMC4wLCJSaWdodCI6MTAuMCwiQm90dG9tIjowLjB9LCJQYWRkaW5nIjp7IiRpZCI6IjM0OSIsIlRvcCI6My4wLCJMZWZ0IjowLjAsIlJpZ2h0IjowLjAsIkJvdHRvbSI6My4wfSwiQmFja2dyb3VuZCI6eyIkaWQiOiIzNTAiLCJDb2xvciI6eyIkaWQiOiIzNTEiLCJBIjoyNTUsIlIiOjY4LCJHIjo4NCwiQiI6MTA2fX0sIklzVmlzaWJsZSI6dHJ1ZSwiV2lkdGgiOjg1OC4wLCJIZWlnaHQiOjIwLjAsIkJvcmRlclN0eWxlIjp7IiRpZCI6IjM1MiIsIkxpbmVDb2xvciI6eyIkaWQiOiIzNTMiLCIkdHlwZSI6Ik5MUkUuQ29tbW9uLkRvbS5Tb2xpZENvbG9yQnJ1c2gsIE5MUkUuQ29tbW9uIiwiQ29sb3IiOnsiJGlkIjoiMzU0IiwiQSI6MjU1LCJSIjoyNTUsIkciOjAsIkIiOjB9fSwiTGluZVdlaWdodCI6MC4wLCJMaW5lVHlwZSI6MCwiUGFyZW50U3R5bGUiOm51bGx9LCJQYXJlbnRTdHlsZSI6bnVsbH0sIk1pZGRsZVRpZXJTaGFwZVN0eWxlIjp7IiRpZCI6IjM1NSIsIk1hcmdpbiI6eyIkaWQiOiIzNTYiLCJUb3AiOjAuMCwiTGVmdCI6MTAuMCwiUmlnaHQiOjEwLjAsIkJvdHRvbSI6MC4wfSwiUGFkZGluZyI6eyIkaWQiOiIzNTciLCJUb3AiOjMuMCwiTGVmdCI6MC4wLCJSaWdodCI6MC4wLCJCb3R0b20iOjMuMH0sIkJhY2tncm91bmQiOnsiJGlkIjoiMzU4IiwiQ29sb3IiOnsiJGlkIjoiMzU5IiwiQSI6MjU1LCJSIjo2OCwiRyI6ODQsIkIiOjEwNn19LCJJc1Zpc2libGUiOnRydWUsIldpZHRoIjo4NTguMCwiSGVpZ2h0IjoyMC4wLCJCb3JkZXJTdHlsZSI6eyIkaWQiOiIzNjAiLCJMaW5lQ29sb3IiOnsiJGlkIjoiMzYxIiwiJHR5cGUiOiJOTFJFLkNvbW1vbi5Eb20uU29saWRDb2xvckJydXNoLCBOTFJFLkNvbW1vbiIsIkNvbG9yIjp7IiRpZCI6IjM2MiIsIkEiOjI1NSwiUiI6MjU1LCJHIjowLCJCIjowfX0sIkxpbmVXZWlnaHQiOjAuMCwiTGluZVR5cGUiOjAsIlBhcmVudFN0eWxlIjpudWxsfSwiUGFyZW50U3R5bGUiOm51bGx9LCJCb3R0b21UaWVyU2hhcGVTdHlsZSI6eyIkaWQiOiIzNjMiLCJNYXJnaW4iOnsiJGlkIjoiMzY0IiwiVG9wIjowLjAsIkxlZnQiOjEwLjAsIlJpZ2h0IjoxMC4wLCJCb3R0b20iOjAuMH0sIlBhZGRpbmciOnsiJGlkIjoiMzY1IiwiVG9wIjozLjAsIkxlZnQiOjAuMCwiUmlnaHQiOjAuMCwiQm90dG9tIjozLjB9LCJCYWNrZ3JvdW5kIjp7IiRpZCI6IjM2NiIsIkNvbG9yIjp7IiRpZCI6IjM2NyIsIkEiOjI1NSwiUiI6NjgsIkciOjg0LCJCIjoxMDZ9fSwiSXNWaXNpYmxlIjp0cnVlLCJXaWR0aCI6ODU4LjAsIkhlaWdodCI6MjAuMCwiQm9yZGVyU3R5bGUiOnsiJGlkIjoiMzY4IiwiTGluZUNvbG9yIjp7IiRpZCI6IjM2OSIsIiR0eXBlIjoiTkxSRS5Db21tb24uRG9tLlNvbGlkQ29sb3JCcnVzaCwgTkxSRS5Db21tb24iLCJDb2xvciI6eyIkaWQiOiIzNzAiLCJBIjoyNTUsIlIiOjI1NSwiRyI6MCwiQiI6MH19LCJMaW5lV2VpZ2h0IjowLjAsIkxpbmVUeXBlIjowLCJQYXJlbnRTdHlsZSI6bnVsbH0sIlBhcmVudFN0eWxlIjpudWxsfSwiUmlnaHRFbmRDYXBzU3R5bGUiOnsiJGlkIjoiMzcxIiwiRm9udFNldHRpbmdzIjp7IiRpZCI6IjM3MiIsIkZvbnRTaXplIjoxOCwiRm9udE5hbWUiOiJDYWxpYnJpIiwiSXNCb2xkIjp0cnVlLCJJc0l0YWxpYyI6ZmFsc2UsIklzVW5kZXJsaW5lZCI6ZmFsc2UsIlBhcmVudFN0eWxlIjpudWxsfSwiQXV0b1NpemUiOjAsIkZvcmVncm91bmQiOnsiJGlkIjoiMzczIiwiQ29sb3IiOnsiJGlkIjoiMzc0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NzUiLCJUb3AiOjAuMCwiTGVmdCI6MC4wLCJSaWdodCI6MjAuMCwiQm90dG9tIjowLjB9LCJQYWRkaW5nIjp7IiRpZCI6IjM3NiIsIlRvcCI6MC4wLCJMZWZ0IjowLjAsIlJpZ2h0IjowLjAsIkJvdHRvbSI6MC4wfSwiQmFja2dyb3VuZCI6eyIkaWQiOiIzNzciLCJDb2xvciI6eyIkaWQiOiIzNzgiLCJBIjowLCJSIjowLCJHIjowLCJCIjowfX0sIklzVmlzaWJsZSI6dHJ1ZSwiV2lkdGgiOjAuMCwiSGVpZ2h0IjowLjAsIkJvcmRlclN0eWxlIjpudWxsLCJQYXJlbnRTdHlsZSI6bnVsbH0sIkxlZnRFbmRDYXBzU3R5bGUiOnsiJGlkIjoiMzc5IiwiRm9udFNldHRpbmdzIjp7IiRpZCI6IjM4MCIsIkZvbnRTaXplIjoxOCwiRm9udE5hbWUiOiJDYWxpYnJpIiwiSXNCb2xkIjp0cnVlLCJJc0l0YWxpYyI6ZmFsc2UsIklzVW5kZXJsaW5lZCI6ZmFsc2UsIlBhcmVudFN0eWxlIjpudWxsfSwiQXV0b1NpemUiOjAsIkZvcmVncm91bmQiOnsiJGlkIjoiMzgxIiwiQ29sb3IiOnsiJGlkIjoiMzgyIiwiQSI6MjU1LCJSIjoyMzcsIkciOjEyNSwiQiI6NDl9fSwiTWF4V2lkdGgiOiJJbmZpbml0eSIsIk1heEhlaWdodCI6IkluZmluaXR5IiwiU21hcnRGb3JlZ3JvdW5kSXNBY3RpdmUiOmZhbHNlLCJIb3Jpem9udGFsQWxpZ25tZW50IjowLCJWZXJ0aWNhbEFsaWdubWVudCI6MCwiU21hcnRGb3JlZ3JvdW5kIjpudWxsLCJCYWNrZ3JvdW5kRmlsbFR5cGUiOjAsIk1hcmdpbiI6eyIkaWQiOiIzODMiLCJUb3AiOjAuMCwiTGVmdCI6MzkuNTA2NjY2NjY2NjY2NjYxLCJSaWdodCI6MC4wLCJCb3R0b20iOjAuMH0sIlBhZGRpbmciOnsiJGlkIjoiMzg0IiwiVG9wIjowLjAsIkxlZnQiOjAuMCwiUmlnaHQiOjAuMCwiQm90dG9tIjowLjB9LCJCYWNrZ3JvdW5kIjp7IiRpZCI6IjM4NSIsIkNvbG9yIjp7IiRpZCI6IjM4NiIsIkEiOjAsIlIiOjAsIkciOjAsIkIiOjB9fSwiSXNWaXNpYmxlIjpmYWxzZSwiV2lkdGgiOjAuMCwiSGVpZ2h0IjowLjAsIkJvcmRlclN0eWxlIjpudWxsLCJQYXJlbnRTdHlsZSI6bnVsbH0sIlRvZGF5VGV4dFN0eWxlIjp7IiRpZCI6IjM4NyIsIkZvbnRTZXR0aW5ncyI6eyIkaWQiOiIzODgiLCJGb250U2l6ZSI6MTIsIkZvbnROYW1lIjoiQ2FsaWJyaSIsIklzQm9sZCI6ZmFsc2UsIklzSXRhbGljIjpmYWxzZSwiSXNVbmRlcmxpbmVkIjpmYWxzZSwiUGFyZW50U3R5bGUiOm51bGx9LCJBdXRvU2l6ZSI6MCwiRm9yZWdyb3VuZCI6eyIkaWQiOiIzODkiLCJDb2xvciI6eyIkaWQiOiIzOTAiLCJBIjoyNTUsIlIiOjAsIkciOjAsIkIiOjB9fSwiTWF4V2lkdGgiOjIwMC4wLCJNYXhIZWlnaHQiOiJJbmZpbml0eSIsIlNtYXJ0Rm9yZWdyb3VuZElzQWN0aXZlIjpmYWxzZSwiSG9yaXpvbnRhbEFsaWdubWVudCI6MCwiVmVydGljYWxBbGlnbm1lbnQiOjAsIlNtYXJ0Rm9yZWdyb3VuZCI6bnVsbCwiQmFja2dyb3VuZEZpbGxUeXBlIjowLCJNYXJnaW4iOnsiJGlkIjoiMzkxIiwiVG9wIjowLjAsIkxlZnQiOjAuMCwiUmlnaHQiOjAuMCwiQm90dG9tIjowLjB9LCJQYWRkaW5nIjp7IiRpZCI6IjM5MiIsIlRvcCI6MC4wLCJMZWZ0IjowLjAsIlJpZ2h0IjowLjAsIkJvdHRvbSI6MC4wfSwiQmFja2dyb3VuZCI6eyIkaWQiOiIzOTMiLCJDb2xvciI6eyIkaWQiOiIzOTQiLCJBIjowLCJSIjowLCJHIjowLCJCIjowfX0sIklzVmlzaWJsZSI6ZmFsc2UsIldpZHRoIjowLjAsIkhlaWdodCI6MC4wLCJCb3JkZXJTdHlsZSI6bnVsbCwiUGFyZW50U3R5bGUiOm51bGx9LCJUb2RheU1hcmtlclN0eWxlIjp7IiRpZCI6IjM5NSIsIk1hcmdpbiI6eyIkaWQiOiIzOTYiLCJUb3AiOjAuMCwiTGVmdCI6MC4wLCJSaWdodCI6MC4wLCJCb3R0b20iOjAuMH0sIlBhZGRpbmciOnsiJGlkIjoiMzk3IiwiVG9wIjowLjAsIkxlZnQiOjAuMCwiUmlnaHQiOjAuMCwiQm90dG9tIjowLjB9LCJCYWNrZ3JvdW5kIjp7IiRpZCI6IjM5OCIsIkNvbG9yIjp7IiRpZCI6IjM5OSIsIkEiOjI1NSwiUiI6MjU1LCJHIjowLCJCIjowfX0sIklzVmlzaWJsZSI6dHJ1ZSwiV2lkdGgiOjAuMCwiSGVpZ2h0IjowLjAsIkJvcmRlclN0eWxlIjpudWxsLCJQYXJlbnRTdHlsZSI6bnVsbH0sIlNjYWxlU3R5bGUiOnsiJGlkIjoiNDAwIiwiU2hhcGUiOjMsIlNob3dTZWdtZW50U2VwYXJhdG9ycyI6dHJ1ZSwiU2VnbWVudFNlcGFyYXRvck9wYWNpdHkiOjMwLCJIYXNCZWVuVmlzaWJsZUJlZm9yZSI6dHJ1ZSwiRm9udFNldHRpbmdzIjp7IiRpZCI6IjQwMSIsIkZvbnRTaXplIjoxMiwiRm9udE5hbWUiOiJDYWxpYnJpIiwiSXNCb2xkIjpmYWxzZSwiSXNJdGFsaWMiOmZhbHNlLCJJc1VuZGVybGluZWQiOmZhbHNlLCJQYXJlbnRTdHlsZSI6bnVsbH0sIkF1dG9TaXplIjowLCJGb3JlZ3JvdW5kIjp7IiRpZCI6IjQwMiIsIkNvbG9yIjp7IiRpZCI6IjQwMyIsIkEiOjI1NSwiUiI6MjU1LCJHIjoyNTUsIkIiOjI1NX19LCJNYXhXaWR0aCI6MjAwLjAsIk1heEhlaWdodCI6IkluZmluaXR5IiwiU21hcnRGb3JlZ3JvdW5kSXNBY3RpdmUiOmZhbHNlLCJIb3Jpem9udGFsQWxpZ25tZW50IjowLCJWZXJ0aWNhbEFsaWdubWVudCI6MSwiU21hcnRGb3JlZ3JvdW5kIjpudWxsLCJCYWNrZ3JvdW5kRmlsbFR5cGUiOjAsIk1hcmdpbiI6eyIkaWQiOiI0MDQiLCJUb3AiOjAuMCwiTGVmdCI6NS4wLCJSaWdodCI6MC4wLCJCb3R0b20iOjAuMH0sIlBhZGRpbmciOnsiJGlkIjoiNDA1IiwiVG9wIjowLjAsIkxlZnQiOjAuMCwiUmlnaHQiOjAuMCwiQm90dG9tIjowLjB9LCJCYWNrZ3JvdW5kIjp7IiRpZCI6IjQwNiIsIkNvbG9yIjp7IiRpZCI6IjQwNyIsIkEiOjAsIlIiOjAsIkciOjAsIkIiOjB9fSwiSXNWaXNpYmxlIjp0cnVlLCJXaWR0aCI6MC4wLCJIZWlnaHQiOjAuMCwiQm9yZGVyU3R5bGUiOm51bGwsIlBhcmVudFN0eWxlIjpudWxsfSwiU2luZ2xlU2NhbGVTaGFwZVN0eWxlIjp7IiRpZCI6IjQwOCIsIlNoYXBlIjowLCJIZWlnaHQiOjAuMH0sIk1pZGRsZVRpZXJTY2FsZVN0eWxlIjp7IiRpZCI6IjQwOSIsIlNoYXBlIjozLCJTaG93U2VnbWVudFNlcGFyYXRvcnMiOnRydWUsIlNlZ21lbnRTZXBhcmF0b3JPcGFjaXR5IjozMCwiSGFzQmVlblZpc2libGVCZWZvcmUiOmZhbHNlLCJGb250U2V0dGluZ3MiOnsiJGlkIjoiNDEwIiwiRm9udFNpemUiOjEyLCJGb250TmFtZSI6IkNhbGlicmkiLCJJc0JvbGQiOmZhbHNlLCJJc0l0YWxpYyI6ZmFsc2UsIklzVW5kZXJsaW5lZCI6ZmFsc2UsIlBhcmVudFN0eWxlIjpudWxsfSwiQXV0b1NpemUiOjAsIkZvcmVncm91bmQiOnsiJGlkIjoiNDExIiwiQ29sb3IiOnsiJGlkIjoiNDEyIiwiQSI6MjU1LCJSIjoyNTUsIkciOjI1NSwiQiI6MjU1fX0sIk1heFdpZHRoIjoyMDAuMCwiTWF4SGVpZ2h0IjoiSW5maW5pdHkiLCJTbWFydEZvcmVncm91bmRJc0FjdGl2ZSI6ZmFsc2UsIkhvcml6b250YWxBbGlnbm1lbnQiOjAsIlZlcnRpY2FsQWxpZ25tZW50IjoxLCJTbWFydEZvcmVncm91bmQiOm51bGwsIkJhY2tncm91bmRGaWxsVHlwZSI6MCwiTWFyZ2luIjp7IiRpZCI6IjQxMyIsIlRvcCI6MC4wLCJMZWZ0Ijo1LjAsIlJpZ2h0IjowLjAsIkJvdHRvbSI6MC4wfSwiUGFkZGluZyI6eyIkaWQiOiI0MTQiLCJUb3AiOjAuMCwiTGVmdCI6MC4wLCJSaWdodCI6MC4wLCJCb3R0b20iOjAuMH0sIkJhY2tncm91bmQiOnsiJGlkIjoiNDE1IiwiQ29sb3IiOnsiJGlkIjoiNDE2IiwiQSI6MCwiUiI6MCwiRyI6MCwiQiI6MH19LCJJc1Zpc2libGUiOmZhbHNlLCJXaWR0aCI6MC4wLCJIZWlnaHQiOjAuMCwiQm9yZGVyU3R5bGUiOm51bGwsIlBhcmVudFN0eWxlIjpudWxsfSwiQm90dG9tVGllclNjYWxlU3R5bGUiOnsiJGlkIjoiNDE3IiwiU2hhcGUiOjMsIlNob3dTZWdtZW50U2VwYXJhdG9ycyI6dHJ1ZSwiU2VnbWVudFNlcGFyYXRvck9wYWNpdHkiOjMwLCJIYXNCZWVuVmlzaWJsZUJlZm9yZSI6ZmFsc2UsIkZvbnRTZXR0aW5ncyI6eyIkaWQiOiI0MTgiLCJGb250U2l6ZSI6MTIsIkZvbnROYW1lIjoiQ2FsaWJyaSIsIklzQm9sZCI6ZmFsc2UsIklzSXRhbGljIjpmYWxzZSwiSXNVbmRlcmxpbmVkIjpmYWxzZSwiUGFyZW50U3R5bGUiOm51bGx9LCJBdXRvU2l6ZSI6MCwiRm9yZWdyb3VuZCI6eyIkaWQiOiI0MTkiLCJDb2xvciI6eyIkaWQiOiI0MjAiLCJBIjoyNTUsIlIiOjI1NSwiRyI6MjU1LCJCIjoyNTV9fSwiTWF4V2lkdGgiOjIwMC4wLCJNYXhIZWlnaHQiOiJJbmZpbml0eSIsIlNtYXJ0Rm9yZWdyb3VuZElzQWN0aXZlIjpmYWxzZSwiSG9yaXpvbnRhbEFsaWdubWVudCI6MCwiVmVydGljYWxBbGlnbm1lbnQiOjEsIlNtYXJ0Rm9yZWdyb3VuZCI6bnVsbCwiQmFja2dyb3VuZEZpbGxUeXBlIjowLCJNYXJnaW4iOnsiJGlkIjoiNDIxIiwiVG9wIjowLjAsIkxlZnQiOjUuMCwiUmlnaHQiOjAuMCwiQm90dG9tIjowLjB9LCJQYWRkaW5nIjp7IiRpZCI6IjQyMiIsIlRvcCI6MC4wLCJMZWZ0IjowLjAsIlJpZ2h0IjowLjAsIkJvdHRvbSI6MC4wfSwiQmFja2dyb3VuZCI6eyIkaWQiOiI0MjMiLCJDb2xvciI6eyIkaWQiOiI0MjQiLCJBIjowLCJSIjowLCJHIjowLCJCIjowfX0sIklzVmlzaWJsZSI6ZmFsc2UsIldpZHRoIjowLjAsIkhlaWdodCI6MC4wLCJCb3JkZXJTdHlsZSI6bnVsbCwiUGFyZW50U3R5bGUiOm51bGx9LCJFbGFwc2VkVGltZUJhY2tncm91bmQiOnsiJGlkIjoiNDI1IiwiQ29sb3IiOnsiJGlkIjoiNDI2IiwiQSI6MTkxLCJSIjoyNTUsIkciOjAsIkIiOjB9fSwiQXBwZW5kWWVhck9uWWVhckNoYW5nZSI6ZmFsc2UsIkVsYXBzZWRUaW1lRm9ybWF0IjoyLCJUb2RheU1hcmtlclBvc2l0aW9uIjoyLCJRdWlja1Bvc2l0aW9uIjozLCJBYnNvbHV0ZVBvc2l0aW9uIjo1NC42MDc1NiwiTWFyZ2luIjp7IiRpZCI6IjQyNyIsIlRvcCI6MC4wLCJMZWZ0IjoxMC4wLCJSaWdodCI6MTAuMCwiQm90dG9tIjowLjB9LCJQYWRkaW5nIjp7IiRpZCI6IjQyOCIsIlRvcCI6MC4wLCJMZWZ0IjowLjAsIlJpZ2h0IjowLjAsIkJvdHRvbSI6MC4wfSwiQmFja2dyb3VuZCI6eyIkaWQiOiI0MjkiLCJDb2xvciI6eyIkaWQiOiI0MzAiLCJBIjoyNTUsIlIiOjQ3LCJHIjo1NCwiQiI6MTUzfX0sIklzVmlzaWJsZSI6dHJ1ZSwiV2lkdGgiOjAuMCwiSGVpZ2h0IjowLjAsIkJvcmRlclN0eWxlIjpudWxsLCJQYXJlbnRTdHlsZSI6bnVsbH0sIkRlZmF1bHRNaWxlc3RvbmVTdHlsZSI6eyIkaWQiOiI0MzEiLCJTaGFwZSI6MiwiQ29ubmVjdG9yTWFyZ2luIjp7IiRpZCI6IjQzMiIsIlRvcCI6MC4wLCJMZWZ0IjoyLjAsIlJpZ2h0IjoyLjAsIkJvdHRvbSI6MC4wfSwiQ29ubmVjdG9yU3R5bGUiOnsiJGlkIjoiNDMzIiwiTGluZUNvbG9yIjp7IiRpZCI6IjQzNCIsIiR0eXBlIjoiTkxSRS5Db21tb24uRG9tLlNvbGlkQ29sb3JCcnVzaCwgTkxSRS5Db21tb24iLCJDb2xvciI6eyIkaWQiOiI0MzUiLCJBIjoxMjcsIlIiOjc5LCJHIjoxMjksIkIiOjE4OX19LCJMaW5lV2VpZ2h0IjoxLjAsIkxpbmVUeXBlIjowLCJQYXJlbnRTdHlsZSI6bnVsbH0sIklzQmVsb3dUaW1lYmFuZCI6ZmFsc2UsIlBvc2l0aW9uT25UYXNrIjowLCJIaWRlRGF0ZSI6ZmFsc2UsIlNoYXBlU2l6ZSI6MSwiU3BhY2luZyI6Mi4wLCJQYWRkaW5nIjp7IiRpZCI6IjQzNiIsIlRvcCI6Ny4wLCJMZWZ0IjozLjAsIlJpZ2h0IjowLjAsIkJvdHRvbSI6Mi4wfSwiU2hhcGVTdHlsZSI6eyIkaWQiOiI0MzciLCJNYXJnaW4iOnsiJHJlZiI6IjgifSwiUGFkZGluZyI6eyIkcmVmIjoiOSJ9LCJCYWNrZ3JvdW5kIjp7IiRpZCI6IjQzOCIsIkNvbG9yIjp7IiRpZCI6IjQzOSIsIkEiOjI1NSwiUiI6MCwiRyI6MTE0LCJCIjoxODh9fSwiSXNWaXNpYmxlIjp0cnVlLCJXaWR0aCI6MTMuMCwiSGVpZ2h0IjoxMy4wLCJCb3JkZXJTdHlsZSI6eyIkaWQiOiI0NDAiLCJMaW5lQ29sb3IiOnsiJHJlZiI6IjEzIn0sIkxpbmVXZWlnaHQiOjAuMCwiTGluZVR5cGUiOjAsIlBhcmVudFN0eWxlIjpudWxsfSwiUGFyZW50U3R5bGUiOm51bGx9LCJUaXRsZVN0eWxlIjp7IiRpZCI6IjQ0MSIsIkZvbnRTZXR0aW5ncyI6eyIkaWQiOiI0NDIiLCJGb250U2l6ZSI6MTEsIkZvbnROYW1lIjoiQ2FsaWJyaSIsIklzQm9sZCI6dHJ1ZSwiSXNJdGFsaWMiOmZhbHNlLCJJc1VuZGVybGluZWQiOmZhbHNlLCJQYXJlbnRTdHlsZSI6bnVsbH0sIkF1dG9TaXplIjowLCJGb3JlZ3JvdW5kIjp7IiRyZWYiOiIxNyJ9LCJNYXhXaWR0aCI6MjAwLjAsIk1heEhlaWdodCI6IkluZmluaXR5IiwiU21hcnRGb3JlZ3JvdW5kSXNBY3RpdmUiOmZhbHNlLCJIb3Jpem9udGFsQWxpZ25tZW50IjowLCJWZXJ0aWNhbEFsaWdubWVudCI6MCwiU21hcnRGb3JlZ3JvdW5kIjpudWxsLCJCYWNrZ3JvdW5kRmlsbFR5cGUiOjAsIk1hcmdpbiI6eyIkcmVmIjoiMTkifSwiUGFkZGluZyI6eyIkcmVmIjoiMjAifSwiQmFja2dyb3VuZCI6eyIkcmVmIjoiMjEifSwiSXNWaXNpYmxlIjp0cnVlLCJXaWR0aCI6MC4wLCJIZWlnaHQiOjAuMCwiQm9yZGVyU3R5bGUiOm51bGwsIlBhcmVudFN0eWxlIjpudWxsfSwiRGF0ZVN0eWxlIjp7IiRpZCI6IjQ0MyIsIkZvbnRTZXR0aW5ncyI6eyIkaWQiOiI0NDQiLCJGb250U2l6ZSI6MTAsIkZvbnROYW1lIjoiQ2FsaWJyaSIsIklzQm9sZCI6ZmFsc2UsIklzSXRhbGljIjpmYWxzZSwiSXNVbmRlcmxpbmVkIjpmYWxzZSwiUGFyZW50U3R5bGUiOm51bGx9LCJBdXRvU2l6ZSI6MCwiRm9yZWdyb3VuZCI6eyIkcmVmIjoiMjUifSwiTWF4V2lkdGgiOjIwMC4wLCJNYXhIZWlnaHQiOiJJbmZpbml0eSIsIlNtYXJ0Rm9yZWdyb3VuZElzQWN0aXZlIjpmYWxzZSwiSG9yaXpvbnRhbEFsaWdubWVudCI6MCwiVmVydGljYWxBbGlnbm1lbnQiOjAsIlNtYXJ0Rm9yZWdyb3VuZCI6bnVsbCwiQmFja2dyb3VuZEZpbGxUeXBlIjowLCJNYXJnaW4iOnsiJHJlZiI6IjI3In0sIlBhZGRpbmciOnsiJHJlZiI6IjI4In0sIkJhY2tncm91bmQiOnsiJHJlZiI6IjI5In0sIklzVmlzaWJsZSI6dHJ1ZSwiV2lkdGgiOjAuMCwiSGVpZ2h0IjowLjAsIkJvcmRlclN0eWxlIjpudWxsLCJQYXJlbnRTdHlsZSI6bnVsbH0sIkRhdGVGb3JtYXQiOnsiJHJlZiI6IjMxIn0sIldlZWtOdW1iZXJpbmciOnsiJGlkIjoiNDQ1IiwiRm9ybWF0IjowLCJJc1Zpc2libGUiOmZhbHNlLCJMYXN0S25vd25WaXNpYmlsaXR5U3RhdGUiOmZhbHNlfSwiSXNWaXNpYmxlIjp0cnVlLCJQYXJlbnRTdHlsZSI6bnVsbH0sIkRlZmF1bHRUYXNrU3R5bGUiOnsiJGlkIjoiNDQ2IiwiU2hhcGUiOjEsIlNoYXBlVGhpY2tuZXNzIjowLCJEdXJhdGlvbkZvcm1hdCI6MCwiSW5jbHVkZU5vbldvcmtpbmdEYXlzSW5EdXJhdGlvbiI6ZmFsc2UsIlBlcmNlbnRhZ2VDb21wbGV0ZVN0eWxlIjp7IiRpZCI6IjQ0NyIsIkZvbnRTZXR0aW5ncyI6eyIkaWQiOiI0NDgiLCJGb250U2l6ZSI6MTAsIkZvbnROYW1lIjoiQ2FsaWJyaSIsIklzQm9sZCI6ZmFsc2UsIklzSXRhbGljIjpmYWxzZSwiSXNVbmRlcmxpbmVkIjpmYWxzZSwiUGFyZW50U3R5bGUiOm51bGx9LCJBdXRvU2l6ZSI6MCwiRm9yZWdyb3VuZCI6eyIkcmVmIjoiNjYifSwiTWF4V2lkdGgiOjIwMC4wLCJNYXhIZWlnaHQiOiJJbmZpbml0eSIsIlNtYXJ0Rm9yZWdyb3VuZElzQWN0aXZlIjpmYWxzZSwiSG9yaXpvbnRhbEFsaWdubWVudCI6MCwiVmVydGljYWxBbGlnbm1lbnQiOjAsIlNtYXJ0Rm9yZWdyb3VuZCI6bnVsbCwiQmFja2dyb3VuZEZpbGxUeXBlIjowLCJNYXJnaW4iOnsiJHJlZiI6IjY4In0sIlBhZGRpbmciOnsiJHJlZiI6IjY5In0sIkJhY2tncm91bmQiOnsiJHJlZiI6IjcwIn0sIklzVmlzaWJsZSI6dHJ1ZSwiV2lkdGgiOjAuMCwiSGVpZ2h0IjowLjAsIkJvcmRlclN0eWxlIjpudWxsLCJQYXJlbnRTdHlsZSI6bnVsbH0sIkR1cmF0aW9uU3R5bGUiOnsiJGlkIjoiNDQ5IiwiRm9udFNldHRpbmdzIjp7IiRpZCI6IjQ1MCIsIkZvbnRTaXplIjoxMCwiRm9udE5hbWUiOiJDYWxpYnJpIiwiSXNCb2xkIjpmYWxzZSwiSXNJdGFsaWMiOmZhbHNlLCJJc1VuZGVybGluZWQiOmZhbHNlLCJQYXJlbnRTdHlsZSI6bnVsbH0sIkF1dG9TaXplIjowLCJGb3JlZ3JvdW5kIjp7IiRyZWYiOiI3NSJ9LCJNYXhXaWR0aCI6MjAwLjAsIk1heEhlaWdodCI6IkluZmluaXR5IiwiU21hcnRGb3JlZ3JvdW5kSXNBY3RpdmUiOmZhbHNlLCJIb3Jpem9udGFsQWxpZ25tZW50IjowLCJWZXJ0aWNhbEFsaWdubWVudCI6MCwiU21hcnRGb3JlZ3JvdW5kIjpudWxsLCJCYWNrZ3JvdW5kRmlsbFR5cGUiOjAsIk1hcmdpbiI6eyIkcmVmIjoiNzcifSwiUGFkZGluZyI6eyIkcmVmIjoiNzgifSwiQmFja2dyb3VuZCI6eyIkcmVmIjoiNzkifSwiSXNWaXNpYmxlIjp0cnVlLCJXaWR0aCI6MC4wLCJIZWlnaHQiOjAuMCwiQm9yZGVyU3R5bGUiOm51bGwsIlBhcmVudFN0eWxlIjpudWxsfSwiSG9yaXpvbnRhbENvbm5lY3RvclN0eWxlIjp7IiRpZCI6IjQ1MSIsIkxpbmVDb2xvciI6eyIkcmVmIjoiODMifSwiTGluZVdlaWdodCI6MS4wLCJMaW5lVHlwZSI6MCwiUGFyZW50U3R5bGUiOm51bGx9LCJWZXJ0aWNhbENvbm5lY3RvclN0eWxlIjp7IiRpZCI6IjQ1MiIsIkxpbmVDb2xvciI6eyIkcmVmIjoiODYifSwiTGluZVdlaWdodCI6MC4wLCJMaW5lVHlwZSI6MCwiUGFyZW50U3R5bGUiOm51bGx9LCJNYXJnaW4iOm51bGwsIlN0YXJ0RGF0ZVBvc2l0aW9uIjozLCJFbmREYXRlUG9zaXRpb24iOjMsIkRhdGVJc1Zpc2libGUiOnRydWUsIlRpdGxlUG9zaXRpb24iOjQsIkR1cmF0aW9uUG9zaXRpb24iOjYsIlBlcmNlbnRhZ2VDb21wbGV0ZWRQb3NpdGlvbiI6NiwiU3BhY2luZyI6NSwiSXNCZWxvd1RpbWViYW5kIjpmYWxzZSwiUGVyY2VudGFnZUNvbXBsZXRlU2hhcGVPcGFjaXR5IjozNSwiU2hhcGVTdHlsZSI6eyIkaWQiOiI0NTMiLCJNYXJnaW4iOnsiJHJlZiI6Ijg5In0sIlBhZGRpbmciOnsiJHJlZiI6IjkwIn0sIkJhY2tncm91bmQiOnsiJGlkIjoiNDU0IiwiQ29sb3IiOnsiJGlkIjoiNDU1IiwiQSI6MjU1LCJSIjowLCJHIjoxMTQsIkIiOjE4OH19LCJJc1Zpc2libGUiOnRydWUsIldpZHRoIjowLjAsIkhlaWdodCI6MTAuMCwiQm9yZGVyU3R5bGUiOnsiJGlkIjoiNDU2IiwiTGluZUNvbG9yIjp7IiRyZWYiOiI5NCJ9LCJMaW5lV2VpZ2h0IjowLjAsIkxpbmVUeXBlIjowLCJQYXJlbnRTdHlsZSI6bnVsbH0sIlBhcmVudFN0eWxlIjpudWxsfSwiVGl0bGVTdHlsZSI6eyIkaWQiOiI0NTciLCJGb250U2V0dGluZ3MiOnsiJGlkIjoiNDU4IiwiRm9udFNpemUiOjExLCJGb250TmFtZSI6IkNhbGlicmkiLCJJc0JvbGQiOnRydWUsIklzSXRhbGljIjpmYWxzZSwiSXNVbmRlcmxpbmVkIjpmYWxzZSwiUGFyZW50U3R5bGUiOm51bGx9LCJBdXRvU2l6ZSI6MCwiRm9yZWdyb3VuZCI6eyIkcmVmIjoiOTgifSwiTWF4V2lkdGgiOjk2MC4wLCJNYXhIZWlnaHQiOiJJbmZpbml0eSIsIlNtYXJ0Rm9yZWdyb3VuZElzQWN0aXZlIjpmYWxzZSwiSG9yaXpvbnRhbEFsaWdubWVudCI6MCwiVmVydGljYWxBbGlnbm1lbnQiOjAsIlNtYXJ0Rm9yZWdyb3VuZCI6bnVsbCwiQmFja2dyb3VuZEZpbGxUeXBlIjowLCJNYXJnaW4iOnsiJHJlZiI6IjEwMCJ9LCJQYWRkaW5nIjp7IiRyZWYiOiIxMDEifSwiQmFja2dyb3VuZCI6eyIkcmVmIjoiMTAyIn0sIklzVmlzaWJsZSI6dHJ1ZSwiV2lkdGgiOjAuMCwiSGVpZ2h0IjowLjAsIkJvcmRlclN0eWxlIjpudWxsLCJQYXJlbnRTdHlsZSI6bnVsbH0sIkRhdGVTdHlsZSI6eyIkaWQiOiI0NTkiLCJGb250U2V0dGluZ3MiOnsiJGlkIjoiNDYwIiwiRm9udFNpemUiOjEwLCJGb250TmFtZSI6IkNhbGlicmkiLCJJc0JvbGQiOmZhbHNlLCJJc0l0YWxpYyI6ZmFsc2UsIklzVW5kZXJsaW5lZCI6ZmFsc2UsIlBhcmVudFN0eWxlIjpudWxsfSwiQXV0b1NpemUiOjAsIkZvcmVncm91bmQiOnsiJHJlZiI6IjEwNyJ9LCJNYXhXaWR0aCI6MjAwLjAsIk1heEhlaWdodCI6IkluZmluaXR5IiwiU21hcnRGb3JlZ3JvdW5kSXNBY3RpdmUiOmZhbHNlLCJIb3Jpem9udGFsQWxpZ25tZW50IjoyLCJWZXJ0aWNhbEFsaWdubWVudCI6MCwiU21hcnRGb3JlZ3JvdW5kIjpudWxsLCJCYWNrZ3JvdW5kRmlsbFR5cGUiOjAsIk1hcmdpbiI6eyIkcmVmIjoiMTA5In0sIlBhZGRpbmciOnsiJHJlZiI6IjExMCJ9LCJCYWNrZ3JvdW5kIjp7IiRyZWYiOiIxMTEifSwiSXNWaXNpYmxlIjp0cnVlLCJXaWR0aCI6MC4wLCJIZWlnaHQiOjAuMCwiQm9yZGVyU3R5bGUiOm51bGwsIlBhcmVudFN0eWxlIjpudWxsfSwiRGF0ZUZvcm1hdCI6eyIkaWQiOiI0NjEiLCJGb3JtYXRTdHJpbmciOiJNL2QveXkiLCJTZXBhcmF0b3IiOiIvIiwiVXNlSW50ZXJuYXRpb25hbERhdGVGb3JtYXQiOmZhbHNlLCJEYXRlSXNWaXNpYmxlIjp0cnVlLCJUaW1lSXNWaXNpYmxlIjpmYWxzZSwiSG91ckRpZ2l0cyI6MSwiQW1QbURlc2lnbmF0b3IiOjIsIlRyaW0wME1pbnV0ZXMiOmZhbHNlLCJMYXN0S25vd25WaXNpYmlsaXR5U3RhdGUiOm51bGx9LCJXZWVrTnVtYmVyaW5nIjp7IiRpZCI6IjQ2MiIsIkZvcm1hdCI6MCwiSXNWaXNpYmxlIjpmYWxzZSwiTGFzdEtub3duVmlzaWJpbGl0eVN0YXRlIjpmYWxzZX0sIklzVmlzaWJsZSI6dHJ1ZSwiUGFyZW50U3R5bGUiOm51bGwsIl9leHBsaWNpdGx5U2V0Ijp7IiRpZCI6IjQ2MyIsIlNoYXBlU3R5bGUiOmZhbHNlLCJUaXRsZVN0eWxlIjpmYWxzZSwiRGF0ZVN0eWxlIjpmYWxzZSwiSG9yaXpvbnRhbENvbm5lY3RvclN0eWxlIjpmYWxzZSwiVmVydGljYWxDb25uZWN0b3JTdHlsZSI6ZmFsc2UsIlBlcmNlbnRhZ2VDb21wbGV0ZVNoYXBlT3BhY2l0eSI6ZmFsc2UsIlNoYXBlIjpmYWxzZSwiU2hhcGVUaGlja25lc3MiOmZhbHNlLCJEdXJhdGlvbkZvcm1hdCI6ZmFsc2UsIkluY2x1ZGVOb25Xb3JraW5nRGF5c0luRHVyYXRpb24iOmZhbHNlLCJNYXJnaW4iOmZhbHNlLCJTdGFydERhdGVQb3NpdGlvbiI6ZmFsc2UsIkVuZERhdGVQb3NpdGlvbiI6ZmFsc2UsIlRpdGxlUG9zaXRpb24iOmZhbHNlLCJEdXJhdGlvblBvc2l0aW9uIjpmYWxzZSwiUGVyY2VudGFnZUNvbXBsZXRlZFBvc2l0aW9uIjpmYWxzZSwiU3BhY2luZyI6ZmFsc2UsIklzQmVsb3dUaW1lYmFuZCI6ZmFsc2UsIkRhdGVGb3JtYXQiOmZhbHNlLCJXZWVrTnVtYmVyaW5nIjpmYWxzZSwiSXNWaXNpYmxlIjpmYWxzZX19LCJHcmlkbGluZVBhbmVsU3R5bGUiOnsiJGlkIjoiNDY0IiwiR3JpZGxpbmVTdHlsZSI6eyIkaWQiOiI0NjUiLCJMaW5lQ29sb3IiOnsiJGlkIjoiNDY2IiwiJHR5cGUiOiJOTFJFLkNvbW1vbi5Eb20uU29saWRDb2xvckJydXNoLCBOTFJFLkNvbW1vbiIsIkNvbG9yIjp7IiRpZCI6IjQ2NyIsIkEiOjM4LCJSIjo5MSwiRyI6MTU1LCJCIjoyMTN9fSwiTGluZVdlaWdodCI6MS4wLCJMaW5lVHlwZSI6MCwiUGFyZW50U3R5bGUiOm51bGx9LCJNYXJnaW4iOnsiJGlkIjoiNDY4IiwiVG9wIjowLjAsIkxlZnQiOjAuMCwiUmlnaHQiOjAuMCwiQm90dG9tIjowLjB9LCJQYWRkaW5nIjp7IiRpZCI6IjQ2OSIsIlRvcCI6MC4wLCJMZWZ0IjowLjAsIlJpZ2h0IjowLjAsIkJvdHRvbSI6MC4wfSwiQmFja2dyb3VuZCI6bnVsbCwiSXNWaXNpYmxlIjp0cnVlLCJXaWR0aCI6MC4wLCJIZWlnaHQiOjAuMCwiQm9yZGVyU3R5bGUiOnsiJGlkIjoiNDcwIiwiTGluZUNvbG9yIjpudWxsLCJMaW5lV2VpZ2h0IjowLjAsIkxpbmVUeXBlIjowLCJQYXJlbnRTdHlsZSI6bnVsbH0sIlBhcmVudFN0eWxlIjpudWxsfSwiQWN0aXZpdHlMaW5lUGFuZWxTdHlsZSI6eyIkaWQiOiI0NzEiLCJBY3Rpdml0eUxpbmVTdHlsZSI6eyIkaWQiOiI0NzIiLCJMaW5lQ29sb3IiOnsiJGlkIjoiNDczIiwiJHR5cGUiOiJOTFJFLkNvbW1vbi5Eb20uU29saWRDb2xvckJydXNoLCBOTFJFLkNvbW1vbiIsIkNvbG9yIjp7IiRpZCI6IjQ3NCIsIkEiOjM4LCJSIjo2OCwiRyI6MTE0LCJCIjoxOTZ9fSwiTGluZVdlaWdodCI6MS4wLCJMaW5lVHlwZSI6MCwiUGFyZW50U3R5bGUiOm51bGx9LCJNYXJnaW4iOnsiJGlkIjoiNDc1IiwiVG9wIjowLjAsIkxlZnQiOjAuMCwiUmlnaHQiOjAuMCwiQm90dG9tIjowLjB9LCJQYWRkaW5nIjp7IiRpZCI6IjQ3NiIsIlRvcCI6MC4wLCJMZWZ0IjowLjAsIlJpZ2h0IjowLjAsIkJvdHRvbSI6MC4wfSwiQmFja2dyb3VuZCI6bnVsbCwiSXNWaXNpYmxlIjp0cnVlLCJXaWR0aCI6MC4wLCJIZWlnaHQiOjAuMCwiQm9yZGVyU3R5bGUiOnsiJGlkIjoiNDc3IiwiTGluZUNvbG9yIjpudWxsLCJMaW5lV2VpZ2h0IjowLjAsIkxpbmVUeXBlIjowLCJQYXJlbnRTdHlsZSI6bnVsbH0sIlBhcmVudFN0eWxlIjpudWxsfSwiU2hvd0VsYXBzZWRUaW1lR3JhZGllbnRTdHlsZSI6ZmFsc2UsIlRpbWViYW5kUmVzZXJ2ZWRMZWZ0QXJlYVN0eWxlIjp7IiRpZCI6IjQ3OCIsIkFjdGl2aXR5SGVhZGVyV2lkdGgiOjAuMCwiSXNTZXQiOmZhbHNlfSwiRGVmYXVsdFN3aW1sYW5lU3R5bGUiOm51bGx9LCJTY2FsZSI6bnVsbCwiU2NhbGVWMiI6eyIkaWQiOiI0NzkiLCJTdGFydERhdGUiOiIwMDAxLTAxLTAxVDAwOjAwOjAwIiwiRW5kRGF0ZSI6IjIwMzMtMDQtMDhUMjM6NTk6MDAiLCJBdXRvRGF0ZVJhbmdlIjp0cnVlLCJXb3JraW5nRGF5cyI6MzEsIkZpc2NhbFllYXIiOnsiJGlkIjoiNDgwIiwiU3RhcnRNb250aCI6MSwiVXNlU3RhcnRpbmdZZWFyRm9yTnVtYmVyaW5nIjp0cnVlLCJTaG93RmlzY2FsWWVhckxhYmVsIjp0cnVlfSwiVG9kYXlNYXJrZXJUZXh0IjoiVG9kYXkiLCJBdXRvU2NhbGVUeXBlIjpmYWxzZSwiVGltZWJhbmRTY2FsZXMiOnsiJGlkIjoiNDgxIiwiVG9wU2NhbGVMYXllciI6eyIkaWQiOiI0ODIiLCJGb3JtYXQiOiJNTU0iLCJUeXBlIjozfSwiTWlkZGxlU2NhbGVMYXllciI6eyIkaWQiOiI0ODMiLCJGb3JtYXQiOm51bGwsIlR5cGUiOjB9LCJCb3R0b21TY2FsZUxheWVyIjp7IiRpZCI6IjQ4NCIsIkZvcm1hdCI6bnVsbCwiVHlwZSI6MH19fSwiTWlsZXN0b25lcyI6W10sIlRhc2tzIjpbXSwiU3dpbWxhbmVzIjpbXSwiTXNQcm9qZWN0SXRlbXNUcmVlIjp7IiRpZCI6IjQ4NSIsIlJvb3QiOnsiSW1wb3J0SWQiOm51bGwsIklzSW1wb3J0ZWQiOmZhbHNlLCJDaGlsZHJlbiI6W119fSwiTWV0YWRhdGEiOnsiJGlkIjoiNDg2IiwiUmVjZW50Q29sb3JzQ29sbGVjdGlvbiI6IltdIiwiU291cmNlVGVtcGxhdGUiOiJ7XCIkaWRcIjpcIjFcIixcIklkXCI6XCJjYzI2Zjg2My0yN2NlLTQ4MGUtYTU4OS1iM2YxMmYyZDZlYjBcIixcIkN1bHR1cmVJbmZvTmFtZVwiOlwiZW4tVVNcIixcIlZlcnNpb25cIjp7XCIkaWRcIjpcIjJcIixcIlRlbXBsYXRlRG9tVmVyc2lvblwiOlwiMS4zLjFcIn0sXCJFZmZlY3RcIjoxLFwiU3R5bGVcIjp7XCIkaWRcIjpcIjNcIixcIlRpbWViYW5kU3R5bGVcIjp7XCIkaWRcIjpcIjRcIixcIlNjYWxlTWFya2luZ1wiOjEsXCJTaGFwZVwiOjEwLFwiU2hhcGVTdHlsZVwiOntcIiRpZFwiOlwiNVwiLFwiTWFyZ2luXCI6e1wiJGlkXCI6XCI2XCIsXCJUb3BcIjowLjAsXCJMZWZ0XCI6MTAuMCxcIlJpZ2h0XCI6MTAuMCxcIkJvdHRvbVwiOjAuMH0sXCJQYWRkaW5nXCI6e1wiJGlkXCI6XCI3XCIsXCJUb3BcIjozLjAsXCJMZWZ0XCI6MC4wLFwiUmlnaHRcIjowLjAsXCJCb3R0b21cIjozLjB9LFwiQmFja2dyb3VuZFwiOntcIiRpZFwiOlwiOFwiLFwiQ29sb3JcIjp7XCIkaWRcIjpcIjlcIixcIkFcIjoyNTUsXCJSXCI6NjgsXCJHXCI6ODQsXCJCXCI6MTA2fX0sXCJJc1Zpc2libGVcIjp0cnVlLFwiV2lkdGhcIjo4NTguMCxcIkhlaWdodFwiOjIwLjAsXCJCb3JkZXJTdHlsZVwiOntcIiRpZFwiOlwiMTBcIixcIkxpbmVDb2xvclwiOntcIiRpZFwiOlwiMTFcIixcIiR0eXBlXCI6XCJOTFJFLkNvbW1vbi5Eb20uU29saWRDb2xvckJydXNoLCBOTFJFLkNvbW1vblwiLFwiQ29sb3JcIjp7XCIkaWRcIjpcIjEyXCIsXCJBXCI6MjU1LFwiUlwiOjI1NSxcIkdcIjowLFwiQlwiOjB9fSxcIkxpbmVXZWlnaHRcIjowLjAsXCJMaW5lVHlwZVwiOjB9fSxcIk1pZGRsZVRpZXJTaGFwZVN0eWxlXCI6e1wiJGlkXCI6XCIxM1wiLFwiTWFyZ2luXCI6e1wiJGlkXCI6XCIxNFwiLFwiVG9wXCI6MC4wLFwiTGVmdFwiOjEwLjAsXCJSaWdodFwiOjEwLjAsXCJCb3R0b21cIjowLjB9LFwiUGFkZGluZ1wiOntcIiRpZFwiOlwiMTVcIixcIlRvcFwiOjMuMCxcIkxlZnRcIjowLjAsXCJSaWdodFwiOjAuMCxcIkJvdHRvbVwiOjMuMH0sXCJCYWNrZ3JvdW5kXCI6e1wiJGlkXCI6XCIxNlwiLFwiQ29sb3JcIjp7XCIkaWRcIjpcIjE3XCIsXCJBXCI6MjU1LFwiUlwiOjY4LFwiR1wiOjg0LFwiQlwiOjEwNn19LFwiSXNWaXNpYmxlXCI6dHJ1ZSxcIldpZHRoXCI6ODU4LjAsXCJIZWlnaHRcIjoyMC4wLFwiQm9yZGVyU3R5bGVcIjp7XCIkaWRcIjpcIjE4XCIsXCJMaW5lQ29sb3JcIjp7XCIkaWRcIjpcIjE5XCIsXCIkdHlwZVwiOlwiTkxSRS5Db21tb24uRG9tLlNvbGlkQ29sb3JCcnVzaCwgTkxSRS5Db21tb25cIixcIkNvbG9yXCI6e1wiJGlkXCI6XCIyMFwiLFwiQVwiOjI1NSxcIlJcIjoyNTUsXCJHXCI6MCxcIkJcIjowfX0sXCJMaW5lV2VpZ2h0XCI6MC4wLFwiTGluZVR5cGVcIjowfX0sXCJCb3R0b21UaWVyU2hhcGVTdHlsZVwiOntcIiRpZFwiOlwiMjFcIixcIk1hcmdpblwiOntcIiRpZFwiOlwiMjJcIixcIlRvcFwiOjAuMCxcIkxlZnRcIjoxMC4wLFwiUmlnaHRcIjoxMC4wLFwiQm90dG9tXCI6MC4wfSxcIlBhZGRpbmdcIjp7XCIkaWRcIjpcIjIzXCIsXCJUb3BcIjozLjAsXCJMZWZ0XCI6MC4wLFwiUmlnaHRcIjowLjAsXCJCb3R0b21cIjozLjB9LFwiQmFja2dyb3VuZFwiOntcIiRpZFwiOlwiMjRcIixcIkNvbG9yXCI6e1wiJGlkXCI6XCIyNVwiLFwiQVwiOjI1NSxcIlJcIjo2OCxcIkdcIjo4NCxcIkJcIjoxMDZ9fSxcIklzVmlzaWJsZVwiOnRydWUsXCJXaWR0aFwiOjg1OC4wLFwiSGVpZ2h0XCI6MjAuMCxcIkJvcmRlclN0eWxlXCI6e1wiJGlkXCI6XCIyNlwiLFwiTGluZUNvbG9yXCI6e1wiJGlkXCI6XCIyN1wiLFwiJHR5cGVcIjpcIk5MUkUuQ29tbW9uLkRvbS5Tb2xpZENvbG9yQnJ1c2gsIE5MUkUuQ29tbW9uXCIsXCJDb2xvclwiOntcIiRpZFwiOlwiMjhcIixcIkFcIjoyNTUsXCJSXCI6MjU1LFwiR1wiOjAsXCJCXCI6MH19LFwiTGluZVdlaWdodFwiOjAuMCxcIkxpbmVUeXBlXCI6MH19LFwiUmlnaHRFbmRDYXBzU3R5bGVcIjp7XCIkaWRcIjpcIjI5XCIsXCJGb250U2V0dGluZ3NcIjp7XCIkaWRcIjpcIjMwXCIsXCJGb250U2l6ZVwiOjE4LFwiRm9udE5hbWVcIjpcIkNhbGlicmlcIixcIklzQm9sZFwiOnRydWUsXCJJc0l0YWxpY1wiOmZhbHNlLFwiSXNVbmRlcmxpbmVkXCI6ZmFsc2V9LFwiQXV0b1NpemVcIjowLFwiRm9yZWdyb3VuZFwiOntcIiRpZFwiOlwiMzFcIixcIkNvbG9yXCI6e1wiJGlkXCI6XCIzMlwiLFwiQVwiOjI1NSxcIlJcIjoyMzcsXCJHXCI6MTI1LFwiQlwiOjQ5fX0sXCJCYWNrZ3JvdW5kRmlsbFR5cGVcIjowLFwiTWF4V2lkdGhcIjpcIkluZmluaXR5XCIsXCJNYXhIZWlnaHRcIjpcIkluZmluaXR5XCIsXCJTbWFydEZvcmVncm91bmRJc0FjdGl2ZVwiOmZhbHNlLFwiSG9yaXpvbnRhbEFsaWdubWVudFwiOjAsXCJWZXJ0aWNhbEFsaWdubWVudFwiOjAsXCJTbWFydEZvcmVncm91bmRcIjpudWxsLFwiTWFyZ2luXCI6e1wiJGlkXCI6XCIzM1wiLFwiVG9wXCI6MC4wLFwiTGVmdFwiOjAuMCxcIlJpZ2h0XCI6MjAuMCxcIkJvdHRvbVwiOjAuMH0sXCJQYWRkaW5nXCI6e1wiJGlkXCI6XCIzNFwiLFwiVG9wXCI6MC4wLFwiTGVmdFwiOjAuMCxcIlJpZ2h0XCI6MC4wLFwiQm90dG9tXCI6MC4wfSxcIkJhY2tncm91bmRcIjp7XCIkaWRcIjpcIjM1XCIsXCJDb2xvclwiOntcIiRpZFwiOlwiMzZcIixcIkFcIjowLFwiUlwiOjAsXCJHXCI6MCxcIkJcIjowfX0sXCJJc1Zpc2libGVcIjp0cnVlLFwiV2lkdGhcIjowLjAsXCJIZWlnaHRcIjowLjAsXCJCb3JkZXJTdHlsZVwiOm51bGx9LFwiTGVmdEVuZENhcHNTdHlsZVwiOntcIiRpZFwiOlwiMzdcIixcIkZvbnRTZXR0aW5nc1wiOntcIiRpZFwiOlwiMzhcIixcIkZvbnRTaXplXCI6MTgsXCJGb250TmFtZVwiOlwiQ2FsaWJyaVwiLFwiSXNCb2xkXCI6dHJ1ZSxcIklzSXRhbGljXCI6ZmFsc2UsXCJJc1VuZGVybGluZWRcIjpmYWxzZX0sXCJBdXRvU2l6ZVwiOjAsXCJGb3JlZ3JvdW5kXCI6e1wiJGlkXCI6XCIzOVwiLFwiQ29sb3JcIjp7XCIkaWRcIjpcIjQwXCIsXCJBXCI6MjU1LFwiUlwiOjIzNyxcIkdcIjoxMjUsXCJCXCI6NDl9fSxcIkJhY2tncm91bmRGaWxsVHlwZVwiOjAsXCJNYXhXaWR0aFwiOlwiSW5maW5pdHlcIixcIk1heEhlaWdodFwiOlwiSW5maW5pdHlcIixcIlNtYXJ0Rm9yZWdyb3VuZElzQWN0aXZlXCI6ZmFsc2UsXCJIb3Jpem9udGFsQWxpZ25tZW50XCI6MCxcIlZlcnRpY2FsQWxpZ25tZW50XCI6MCxcIlNtYXJ0Rm9yZWdyb3VuZFwiOm51bGwsXCJNYXJnaW5cIjp7XCIkaWRcIjpcIjQxXCIsXCJUb3BcIjowLjAsXCJMZWZ0XCI6MjAuMCxcIlJpZ2h0XCI6MC4wLFwiQm90dG9tXCI6MC4wfSxcIlBhZGRpbmdcIjp7XCIkaWRcIjpcIjQyXCIsXCJUb3BcIjowLjAsXCJMZWZ0XCI6MC4wLFwiUmlnaHRcIjowLjAsXCJCb3R0b21cIjowLjB9LFwiQmFja2dyb3VuZFwiOntcIiRpZFwiOlwiNDNcIixcIkNvbG9yXCI6e1wiJHJlZlwiOlwiMzZcIn19LFwiSXNWaXNpYmxlXCI6ZmFsc2UsXCJXaWR0aFwiOjAuMCxcIkhlaWdodFwiOjAuMCxcIkJvcmRlclN0eWxlXCI6bnVsbH0sXCJUb2RheVRleHRTdHlsZVwiOntcIiRpZFwiOlwiNDRcIixcIkZvbnRTZXR0aW5nc1wiOntcIiRpZFwiOlwiNDVcIixcIkZvbnRTaXplXCI6MTIsXCJGb250TmFtZVwiOlwiQ2FsaWJyaVwiLFwiSXNCb2xkXCI6ZmFsc2UsXCJJc0l0YWxpY1wiOmZhbHNlLFwiSXNVbmRlcmxpbmVkXCI6ZmFsc2V9LFwiQXV0b1NpemVcIjowLFwiRm9yZWdyb3VuZFwiOntcIiRpZFwiOlwiNDZcIixcIkNvbG9yXCI6e1wiJGlkXCI6XCI0N1wiLFwiQVwiOjI1NSxcIlJcIjowLFwiR1wiOjAsXCJCXCI6MH19LFwiQmFja2dyb3VuZEZpbGxUeXBlXCI6MCxcIk1heFdpZHRoXCI6MjAwLjAsXCJNYXhIZWlnaHRcIjpcIkluZmluaXR5XCIsXCJTbWFydEZvcmVncm91bmRJc0FjdGl2ZVwiOmZhbHNlLFwiSG9yaXpvbnRhbEFsaWdubWVudFwiOjAsXCJWZXJ0aWNhbEFsaWdubWVudFwiOjAsXCJTbWFydEZvcmVncm91bmRcIjpudWxsLFwiTWFyZ2luXCI6e1wiJGlkXCI6XCI0OFwiLFwiVG9wXCI6MC4wLFwiTGVmdFwiOjAuMCxcIlJpZ2h0XCI6MC4wLFwiQm90dG9tXCI6MC4wfSxcIlBhZGRpbmdcIjp7XCIkaWRcIjpcIjQ5XCIsXCJUb3BcIjowLjAsXCJMZWZ0XCI6MC4wLFwiUmlnaHRcIjowLjAsXCJCb3R0b21cIjowLjB9LFwiQmFja2dyb3VuZFwiOntcIiRpZFwiOlwiNTBcIixcIkNvbG9yXCI6e1wiJHJlZlwiOlwiMzZcIn19LFwiSXNWaXNpYmxlXCI6dHJ1ZSxcIldpZHRoXCI6MC4wLFwiSGVpZ2h0XCI6MC4wLFwiQm9yZGVyU3R5bGVcIjpudWxsfSxcIlRvZGF5TWFya2VyU3R5bGVcIjp7XCIkaWRcIjpcIjUxXCIsXCJNYXJnaW5cIjp7XCIkaWRcIjpcIjUyXCIsXCJUb3BcIjowLjAsXCJMZWZ0XCI6MC4wLFwiUmlnaHRcIjowLjAsXCJCb3R0b21cIjowLjB9LFwiUGFkZGluZ1wiOntcIiRpZFwiOlwiNTNcIixcIlRvcFwiOjAuMCxcIkxlZnRcIjowLjAsXCJSaWdodFwiOjAuMCxcIkJvdHRvbVwiOjAuMH0sXCJCYWNrZ3JvdW5kXCI6e1wiJGlkXCI6XCI1NFwiLFwiQ29sb3JcIjp7XCIkaWRcIjpcIjU1XCIsXCJBXCI6MjU1LFwiUlwiOjI1NSxcIkdcIjowLFwiQlwiOjB9fSxcIklzVmlzaWJsZVwiOnRydWUsXCJXaWR0aFwiOjAuMCxcIkhlaWdodFwiOjAuMCxcIkJvcmRlclN0eWxlXCI6bnVsbH0sXCJTY2FsZVN0eWxlXCI6e1wiJGlkXCI6XCI1NlwiLFwiU2hvd1NlZ21lbnRTZXBhcmF0b3JzXCI6dHJ1ZSxcIlNlZ21lbnRTZXBhcmF0b3JPcGFjaXR5XCI6MzAsXCJTaGFwZVwiOjMsXCJIYXNCZWVuVmlzaWJsZUJlZm9yZVwiOnRydWUsXCJGb250U2V0dGluZ3NcIjp7XCIkaWRcIjpcIjU3XCIsXCJGb250U2l6ZVwiOjEyLFwiRm9udE5hbWVcIjpcIkNhbGlicmlcIixcIklzQm9sZFwiOmZhbHNlLFwiSXNJdGFsaWNcIjpmYWxzZSxcIklzVW5kZXJsaW5lZFwiOmZhbHNlfSxcIkF1dG9TaXplXCI6MCxcIkZvcmVncm91bmRcIjp7XCIkaWRcIjpcIjU4XCIsXCJDb2xvclwiOntcIiRpZFwiOlwiNTl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jBcIixcIlRvcFwiOjAuMCxcIkxlZnRcIjo1LjAsXCJSaWdodFwiOjAuMCxcIkJvdHRvbVwiOjAuMH0sXCJQYWRkaW5nXCI6e1wiJGlkXCI6XCI2MVwiLFwiVG9wXCI6MC4wLFwiTGVmdFwiOjAuMCxcIlJpZ2h0XCI6MC4wLFwiQm90dG9tXCI6MC4wfSxcIkJhY2tncm91bmRcIjp7XCIkaWRcIjpcIjYyXCIsXCJDb2xvclwiOntcIiRyZWZcIjpcIjM2XCJ9fSxcIklzVmlzaWJsZVwiOnRydWUsXCJXaWR0aFwiOjAuMCxcIkhlaWdodFwiOjAuMCxcIkJvcmRlclN0eWxlXCI6bnVsbH0sXCJNaWRkbGVUaWVyU2NhbGVTdHlsZVwiOntcIiRpZFwiOlwiNjNcIixcIlNob3dTZWdtZW50U2VwYXJhdG9yc1wiOnRydWUsXCJTZWdtZW50U2VwYXJhdG9yT3BhY2l0eVwiOjMwLFwiU2hhcGVcIjozLFwiSGFzQmVlblZpc2libGVCZWZvcmVcIjpmYWxzZSxcIkZvbnRTZXR0aW5nc1wiOntcIiRpZFwiOlwiNjRcIixcIkZvbnRTaXplXCI6MTIsXCJGb250TmFtZVwiOlwiQ2FsaWJyaVwiLFwiSXNCb2xkXCI6ZmFsc2UsXCJJc0l0YWxpY1wiOmZhbHNlLFwiSXNVbmRlcmxpbmVkXCI6ZmFsc2V9LFwiQXV0b1NpemVcIjowLFwiRm9yZWdyb3VuZFwiOntcIiRpZFwiOlwiNjVcIixcIkNvbG9yXCI6e1wiJGlkXCI6XCI2NlwiLFwiQVwiOjI1NSxcIlJcIjoyNTUsXCJHXCI6MjU1LFwiQlwiOjI1NX19LFwiQmFja2dyb3VuZEZpbGxUeXBlXCI6MCxcIk1heFdpZHRoXCI6MjAwLjAsXCJNYXhIZWlnaHRcIjpcIkluZmluaXR5XCIsXCJTbWFydEZvcmVncm91bmRJc0FjdGl2ZVwiOmZhbHNlLFwiSG9yaXpvbnRhbEFsaWdubWVudFwiOjAsXCJWZXJ0aWNhbEFsaWdubWVudFwiOjEsXCJTbWFydEZvcmVncm91bmRcIjpudWxsLFwiTWFyZ2luXCI6e1wiJGlkXCI6XCI2N1wiLFwiVG9wXCI6MC4wLFwiTGVmdFwiOjUuMCxcIlJpZ2h0XCI6MC4wLFwiQm90dG9tXCI6MC4wfSxcIlBhZGRpbmdcIjp7XCIkaWRcIjpcIjY4XCIsXCJUb3BcIjowLjAsXCJMZWZ0XCI6MC4wLFwiUmlnaHRcIjowLjAsXCJCb3R0b21cIjowLjB9LFwiQmFja2dyb3VuZFwiOntcIiRpZFwiOlwiNjlcIixcIkNvbG9yXCI6e1wiJGlkXCI6XCI3MFwiLFwiQVwiOjAsXCJSXCI6MCxcIkdcIjowLFwiQlwiOjB9fSxcIklzVmlzaWJsZVwiOmZhbHNlLFwiV2lkdGhcIjowLjAsXCJIZWlnaHRcIjowLjAsXCJCb3JkZXJTdHlsZVwiOm51bGx9LFwiQm90dG9tVGllclNjYWxlU3R5bGVcIjp7XCIkaWRcIjpcIjcxXCIsXCJTaG93U2VnbWVudFNlcGFyYXRvcnNcIjp0cnVlLFwiU2VnbWVudFNlcGFyYXRvck9wYWNpdHlcIjozMCxcIlNoYXBlXCI6MyxcIkhhc0JlZW5WaXNpYmxlQmVmb3JlXCI6ZmFsc2UsXCJGb250U2V0dGluZ3NcIjp7XCIkaWRcIjpcIjcyXCIsXCJGb250U2l6ZVwiOjEyLFwiRm9udE5hbWVcIjpcIkNhbGlicmlcIixcIklzQm9sZFwiOmZhbHNlLFwiSXNJdGFsaWNcIjpmYWxzZSxcIklzVW5kZXJsaW5lZFwiOmZhbHNlfSxcIkF1dG9TaXplXCI6MCxcIkZvcmVncm91bmRcIjp7XCIkaWRcIjpcIjczXCIsXCJDb2xvclwiOntcIiRpZFwiOlwiNzRcIixcIkFcIjoyNTUsXCJSXCI6MjU1LFwiR1wiOjI1NSxcIkJcIjoyNTV9fSxcIkJhY2tncm91bmRGaWxsVHlwZVwiOjAsXCJNYXhXaWR0aFwiOjIwMC4wLFwiTWF4SGVpZ2h0XCI6XCJJbmZpbml0eVwiLFwiU21hcnRGb3JlZ3JvdW5kSXNBY3RpdmVcIjpmYWxzZSxcIkhvcml6b250YWxBbGlnbm1lbnRcIjowLFwiVmVydGljYWxBbGlnbm1lbnRcIjoxLFwiU21hcnRGb3JlZ3JvdW5kXCI6bnVsbCxcIk1hcmdpblwiOntcIiRpZFwiOlwiNzVcIixcIlRvcFwiOjAuMCxcIkxlZnRcIjo1LjAsXCJSaWdodFwiOjAuMCxcIkJvdHRvbVwiOjAuMH0sXCJQYWRkaW5nXCI6e1wiJGlkXCI6XCI3NlwiLFwiVG9wXCI6MC4wLFwiTGVmdFwiOjAuMCxcIlJpZ2h0XCI6MC4wLFwiQm90dG9tXCI6MC4wfSxcIkJhY2tncm91bmRcIjp7XCIkaWRcIjpcIjc3XCIsXCJDb2xvclwiOntcIiRpZFwiOlwiNzhcIixcIkFcIjowLFwiUlwiOjAsXCJHXCI6MCxcIkJcIjowfX0sXCJJc1Zpc2libGVcIjpmYWxzZSxcIldpZHRoXCI6MC4wLFwiSGVpZ2h0XCI6MC4wLFwiQm9yZGVyU3R5bGVcIjpudWxsfSxcIlNpbmdsZVNjYWxlU2hhcGVTdHlsZVwiOm51bGwsXCJFbGFwc2VkVGltZUJhY2tncm91bmRcIjp7XCIkaWRcIjpcIjc5XCIsXCJDb2xvclwiOntcIiRpZFwiOlwiODBcIixcIkFcIjoxOTEsXCJSXCI6MjU1LFwiR1wiOjAsXCJCXCI6MH19LFwiQXBwZW5kWWVhck9uWWVhckNoYW5nZVwiOmZhbHNlLFwiRWxhcHNlZFRpbWVGb3JtYXRcIjoyLFwiVG9kYXlNYXJrZXJQb3NpdGlvblwiOjMsXCJRdWlja1Bvc2l0aW9uXCI6MixcIkFic29sdXRlUG9zaXRpb25cIjo0MDUuMCxcIk1hcmdpblwiOntcIiRpZFwiOlwiODFcIixcIlRvcFwiOjAuMCxcIkxlZnRcIjoxMC4wLFwiUmlnaHRcIjoxMC4wLFwiQm90dG9tXCI6MC4wfSxcIlBhZGRpbmdcIjp7XCIkaWRcIjpcIjgyXCIsXCJUb3BcIjowLjAsXCJMZWZ0XCI6MC4wLFwiUmlnaHRcIjowLjAsXCJCb3R0b21cIjowLjB9LFwiQmFja2dyb3VuZFwiOntcIiRpZFwiOlwiODNcIixcIkNvbG9yXCI6e1wiJGlkXCI6XCI4NFwiLFwiQVwiOjI1NSxcIlJcIjo0NyxcIkdcIjo1NCxcIkJcIjoxNTN9fSxcIklzVmlzaWJsZVwiOnRydWUsXCJXaWR0aFwiOjAuMCxcIkhlaWdodFwiOjAuMCxcIkJvcmRlclN0eWxlXCI6bnVsbH0sXCJEZWZhdWx0TWlsZXN0b25lU3R5bGVcIjp7XCIkaWRcIjpcIjg1XCIsXCJTaGFwZVwiOjIsXCJDb25uZWN0b3JNYXJnaW5cIjp7XCIkaWRcIjpcIjg2XCIsXCJUb3BcIjowLjAsXCJMZWZ0XCI6Mi4wLFwiUmlnaHRcIjoyLjAsXCJCb3R0b21cIjowLjB9LFwiQ29ubmVjdG9yU3R5bGVcIjp7XCIkaWRcIjpcIjg3XCIsXCJMaW5lQ29sb3JcIjp7XCIkaWRcIjpcIjg4XCIsXCIkdHlwZVwiOlwiTkxSRS5Db21tb24uRG9tLlNvbGlkQ29sb3JCcnVzaCwgTkxSRS5Db21tb25cIixcIkNvbG9yXCI6e1wiJGlkXCI6XCI4OVwiLFwiQVwiOjEyNyxcIlJcIjo3OSxcIkdcIjoxMjksXCJCXCI6MTg5fX0sXCJMaW5lV2VpZ2h0XCI6MS4wLFwiTGluZVR5cGVcIjowfSxcIklzQmVsb3dUaW1lYmFuZFwiOmZhbHNlLFwiSGlkZURhdGVcIjpmYWxzZSxcIlNoYXBlU2l6ZVwiOjEsXCJTcGFjaW5nXCI6Mi4wLFwiUGFkZGluZ1wiOntcIiRpZFwiOlwiOTBcIixcIlRvcFwiOjcuMCxcIkxlZnRcIjozLjAsXCJSaWdodFwiOjAuMCxcIkJvdHRvbVwiOjIuMH0sXCJQb3NpdGlvblwiOm51bGwsXCJQb3NpdGlvbk9uVGFza1wiOjAsXCJTaGFwZVN0eWxlXCI6e1wiJGlkXCI6XCI5MVwiLFwiTWFyZ2luXCI6e1wiJGlkXCI6XCI5MlwiLFwiVG9wXCI6MC4wLFwiTGVmdFwiOjAuMCxcIlJpZ2h0XCI6MC4wLFwiQm90dG9tXCI6MC4wfSxcIlBhZGRpbmdcIjp7XCIkaWRcIjpcIjkzXCIsXCJUb3BcIjowLjAsXCJMZWZ0XCI6MC4wLFwiUmlnaHRcIjowLjAsXCJCb3R0b21cIjowLjB9LFwiQmFja2dyb3VuZFwiOntcIiRpZFwiOlwiOTRcIixcIkNvbG9yXCI6e1wiJGlkXCI6XCI5NVwiLFwiQVwiOjI1NSxcIlJcIjowLFwiR1wiOjExNCxcIkJcIjoxODh9fSxcIklzVmlzaWJsZVwiOnRydWUsXCJXaWR0aFwiOjEzLjAsXCJIZWlnaHRcIjoxMy4wLFwiQm9yZGVyU3R5bGVcIjp7XCIkaWRcIjpcIjk2XCIsXCJMaW5lQ29sb3JcIjp7XCIkaWRcIjpcIjk3XCIsXCIkdHlwZVwiOlwiTkxSRS5Db21tb24uRG9tLlNvbGlkQ29sb3JCcnVzaCwgTkxSRS5Db21tb25cIixcIkNvbG9yXCI6e1wiJGlkXCI6XCI5OFwiLFwiQVwiOjI1NSxcIlJcIjoyNTUsXCJHXCI6MCxcIkJcIjowfX0sXCJMaW5lV2VpZ2h0XCI6MC4wLFwiTGluZVR5cGVcIjowfX0sXCJUaXRsZVN0eWxlXCI6e1wiJGlkXCI6XCI5OVwiLFwiRm9udFNldHRpbmdzXCI6e1wiJGlkXCI6XCIxMDBcIixcIkZvbnRTaXplXCI6MTEsXCJGb250TmFtZVwiOlwiQ2FsaWJyaVwiLFwiSXNCb2xkXCI6dHJ1ZSxcIklzSXRhbGljXCI6ZmFsc2UsXCJJc1VuZGVybGluZWRcIjpmYWxzZX0sXCJBdXRvU2l6ZVwiOjAsXCJGb3JlZ3JvdW5kXCI6e1wiJGlkXCI6XCIxMDFcIixcIkNvbG9yXCI6e1wiJGlkXCI6XCIxMDJcIixcIkFcIjoyNTUsXCJSXCI6MCxcIkdcIjowLFwiQlwiOjB9fSxcIkJhY2tncm91bmRGaWxsVHlwZVwiOjAsXCJNYXhXaWR0aFwiOjIwMC4wLFwiTWF4SGVpZ2h0XCI6XCJJbmZpbml0eVwiLFwiU21hcnRGb3JlZ3JvdW5kSXNBY3RpdmVcIjpmYWxzZSxcIkhvcml6b250YWxBbGlnbm1lbnRcIjowLFwiVmVydGljYWxBbGlnbm1lbnRcIjowLFwiU21hcnRGb3JlZ3JvdW5kXCI6bnVsbCxcIk1hcmdpblwiOntcIiRpZFwiOlwiMTAzXCIsXCJUb3BcIjowLjAsXCJMZWZ0XCI6MC4wLFwiUmlnaHRcIjowLjAsXCJCb3R0b21cIjowLjB9LFwiUGFkZGluZ1wiOntcIiRpZFwiOlwiMTA0XCIsXCJUb3BcIjowLjAsXCJMZWZ0XCI6MC4wLFwiUmlnaHRcIjowLjAsXCJCb3R0b21cIjowLjB9LFwiQmFja2dyb3VuZFwiOntcIiRpZFwiOlwiMTA1XCIsXCJDb2xvclwiOntcIiRyZWZcIjpcIjM2XCJ9fSxcIklzVmlzaWJsZVwiOnRydWUsXCJXaWR0aFwiOjAuMCxcIkhlaWdodFwiOjAuMCxcIkJvcmRlclN0eWxlXCI6bnVsbH0sXCJEYXRlU3R5bGVcIjp7XCIkaWRcIjpcIjEwNlwiLFwiRm9udFNldHRpbmdzXCI6e1wiJGlkXCI6XCIxMDdcIixcIkZvbnRTaXplXCI6MTAsXCJGb250TmFtZVwiOlwiQ2FsaWJyaVwiLFwiSXNCb2xkXCI6ZmFsc2UsXCJJc0l0YWxpY1wiOmZhbHNlLFwiSXNVbmRlcmxpbmVkXCI6ZmFsc2V9LFwiQXV0b1NpemVcIjowLFwiRm9yZWdyb3VuZFwiOntcIiRpZFwiOlwiMTA4XCIsXCJDb2xvclwiOntcIiRpZFwiOlwiMTA5XCIsXCJBXCI6MjU1LFwiUlwiOjY4LFwiR1wiOjg0LFwiQlwiOjEwNn19LFwiQmFja2dyb3VuZEZpbGxUeXBlXCI6MCxcIk1heFdpZHRoXCI6MjAwLjAsXCJNYXhIZWlnaHRcIjpcIkluZmluaXR5XCIsXCJTbWFydEZvcmVncm91bmRJc0FjdGl2ZVwiOmZhbHNlLFwiSG9yaXpvbnRhbEFsaWdubWVudFwiOjAsXCJWZXJ0aWNhbEFsaWdubWVudFwiOjAsXCJTbWFydEZvcmVncm91bmRcIjpudWxsLFwiTWFyZ2luXCI6e1wiJGlkXCI6XCIxMTBcIixcIlRvcFwiOjAuMCxcIkxlZnRcIjowLjAsXCJSaWdodFwiOjAuMCxcIkJvdHRvbVwiOjAuMH0sXCJQYWRkaW5nXCI6e1wiJGlkXCI6XCIxMTFcIixcIlRvcFwiOjAuMCxcIkxlZnRcIjowLjAsXCJSaWdodFwiOjAuMCxcIkJvdHRvbVwiOjAuMH0sXCJCYWNrZ3JvdW5kXCI6e1wiJGlkXCI6XCIxMTJcIixcIkNvbG9yXCI6e1wiJHJlZlwiOlwiMzZcIn19LFwiSXNWaXNpYmxlXCI6dHJ1ZSxcIldpZHRoXCI6MC4wLFwiSGVpZ2h0XCI6MC4wLFwiQm9yZGVyU3R5bGVcIjpudWxsfSxcIkRhdGVGb3JtYXRcIjp7XCIkaWRcIjpcIjExM1wiLFwiRm9ybWF0U3RyaW5nXCI6XCJNTU0gZFwiLFwiU2VwYXJhdG9yXCI6XCIvXCIsXCJVc2VJbnRlcm5hdGlvbmFsRGF0ZUZvcm1hdFwiOmZhbHNlLFwiRGF0ZUlzVmlzaWJsZVwiOnRydWUsXCJUaW1lSXNWaXNpYmxlXCI6ZmFsc2UsXCJIb3VyRGlnaXRzXCI6MSxcIkFtUG1EZXNpZ25hdG9yXCI6MixcIlRyaW0wME1pbnV0ZXNcIjpmYWxzZSxcIkxhc3RLbm93blZpc2liaWxpdHlTdGF0ZVwiOm51bGx9LFwiSXNWaXNpYmxlXCI6dHJ1ZX0sXCJEZWZhdWx0VGFza1N0eWxlXCI6e1wiJGlkXCI6XCIxMTRcIixcIlNoYXBlXCI6MSxcIlNoYXBlVGhpY2tuZXNzXCI6MCxcIkR1cmF0aW9uRm9ybWF0XCI6MCxcIlBlcmNlbnRhZ2VDb21wbGV0ZVN0eWxlXCI6e1wiJGlkXCI6XCIxMTVcIixcIkZvbnRTZXR0aW5nc1wiOntcIiRpZFwiOlwiMTE2XCIsXCJGb250U2l6ZVwiOjEwLFwiRm9udE5hbWVcIjpcIkNhbGlicmlcIixcIklzQm9sZFwiOmZhbHNlLFwiSXNJdGFsaWNcIjpmYWxzZSxcIklzVW5kZXJsaW5lZFwiOmZhbHNlfSxcIkF1dG9TaXplXCI6MCxcIkZvcmVncm91bmRcIjp7XCIkaWRcIjpcIjExN1wiLFwiQ29sb3JcIjp7XCIkaWRcIjpcIjExOFwiLFwiQVwiOjI1NSxcIlJcIjoyMzcsXCJHXCI6MTI1LFwiQlwiOjQ5fX0sXCJCYWNrZ3JvdW5kRmlsbFR5cGVcIjowLFwiTWF4V2lkdGhcIjoyMDAuMCxcIk1heEhlaWdodFwiOlwiSW5maW5pdHlcIixcIlNtYXJ0Rm9yZWdyb3VuZElzQWN0aXZlXCI6ZmFsc2UsXCJIb3Jpem9udGFsQWxpZ25tZW50XCI6MCxcIlZlcnRpY2FsQWxpZ25tZW50XCI6MCxcIlNtYXJ0Rm9yZWdyb3VuZFwiOm51bGwsXCJNYXJnaW5cIjp7XCIkaWRcIjpcIjExOVwiLFwiVG9wXCI6MC4wLFwiTGVmdFwiOjAuMCxcIlJpZ2h0XCI6MC4wLFwiQm90dG9tXCI6MC4wfSxcIlBhZGRpbmdcIjp7XCIkaWRcIjpcIjEyMFwiLFwiVG9wXCI6MC4wLFwiTGVmdFwiOjAuMCxcIlJpZ2h0XCI6MC4wLFwiQm90dG9tXCI6MC4wfSxcIkJhY2tncm91bmRcIjp7XCIkaWRcIjpcIjEyMVwiLFwiQ29sb3JcIjp7XCIkcmVmXCI6XCIzNlwifX0sXCJJc1Zpc2libGVcIjp0cnVlLFwiV2lkdGhcIjowLjAsXCJIZWlnaHRcIjowLjAsXCJCb3JkZXJTdHlsZVwiOm51bGx9LFwiRHVyYXRpb25TdHlsZVwiOntcIiRpZFwiOlwiMTIyXCIsXCJGb250U2V0dGluZ3NcIjp7XCIkaWRcIjpcIjEyM1wiLFwiRm9udFNpemVcIjoxMCxcIkZvbnROYW1lXCI6XCJDYWxpYnJpXCIsXCJJc0JvbGRcIjpmYWxzZSxcIklzSXRhbGljXCI6ZmFsc2UsXCJJc1VuZGVybGluZWRcIjpmYWxzZX0sXCJBdXRvU2l6ZVwiOjAsXCJGb3JlZ3JvdW5kXCI6e1wiJGlkXCI6XCIxMjRcIixcIkNvbG9yXCI6e1wiJGlkXCI6XCIxMjVcIixcIkFcIjoyNTUsXCJSXCI6MjM3LFwiR1wiOjEyNSxcIkJcIjo0OX19LFwiQmFja2dyb3VuZEZpbGxUeXBlXCI6MCxcIk1heFdpZHRoXCI6MjAwLjAsXCJNYXhIZWlnaHRcIjpcIkluZmluaXR5XCIsXCJTbWFydEZvcmVncm91bmRJc0FjdGl2ZVwiOmZhbHNlLFwiSG9yaXpvbnRhbEFsaWdubWVudFwiOjAsXCJWZXJ0aWNhbEFsaWdubWVudFwiOjAsXCJTbWFydEZvcmVncm91bmRcIjpudWxsLFwiTWFyZ2luXCI6e1wiJGlkXCI6XCIxMjZcIixcIlRvcFwiOjAuMCxcIkxlZnRcIjowLjAsXCJSaWdodFwiOjAuMCxcIkJvdHRvbVwiOjAuMH0sXCJQYWRkaW5nXCI6e1wiJGlkXCI6XCIxMjdcIixcIlRvcFwiOjAuMCxcIkxlZnRcIjowLjAsXCJSaWdodFwiOjAuMCxcIkJvdHRvbVwiOjAuMH0sXCJCYWNrZ3JvdW5kXCI6e1wiJGlkXCI6XCIxMjhcIixcIkNvbG9yXCI6e1wiJHJlZlwiOlwiMzZcIn19LFwiSXNWaXNpYmxlXCI6dHJ1ZSxcIldpZHRoXCI6MC4wLFwiSGVpZ2h0XCI6MC4wLFwiQm9yZGVyU3R5bGVcIjpudWxsfSxcIkhvcml6b250YWxDb25uZWN0b3JTdHlsZVwiOntcIiRpZFwiOlwiMTI5XCIsXCJMaW5lQ29sb3JcIjp7XCIkaWRcIjpcIjEzMFwiLFwiJHR5cGVcIjpcIk5MUkUuQ29tbW9uLkRvbS5Tb2xpZENvbG9yQnJ1c2gsIE5MUkUuQ29tbW9uXCIsXCJDb2xvclwiOntcIiRpZFwiOlwiMTMxXCIsXCJBXCI6MjU1LFwiUlwiOjIwNCxcIkdcIjoyMDQsXCJCXCI6MjA0fX0sXCJMaW5lV2VpZ2h0XCI6MS4wLFwiTGluZVR5cGVcIjowfSxcIlZlcnRpY2FsQ29ubmVjdG9yU3R5bGVcIjp7XCIkaWRcIjpcIjEzMlwiLFwiTGluZUNvbG9yXCI6e1wiJGlkXCI6XCIxMzNcIixcIiR0eXBlXCI6XCJOTFJFLkNvbW1vbi5Eb20uU29saWRDb2xvckJydXNoLCBOTFJFLkNvbW1vblwiLFwiQ29sb3JcIjp7XCIkaWRcIjpcIjEzNFwiLFwiQVwiOjI1NSxcIlJcIjoyMDQsXCJHXCI6MjA0LFwiQlwiOjIwNH19LFwiTGluZVdlaWdodFwiOjAuMCxcIkxpbmVUeXBlXCI6MH0sXCJNYXJnaW5cIjpudWxsLFwiU3RhcnREYXRlUG9zaXRpb25cIjozLFwiRW5kRGF0ZVBvc2l0aW9uXCI6MyxcIlRpdGxlUG9zaXRpb25cIjo0LFwiRHVyYXRpb25Qb3NpdGlvblwiOjYsXCJQZXJjZW50YWdlQ29tcGxldGVkUG9zaXRpb25cIjo2LFwiU3BhY2luZ1wiOjUsXCJJc0JlbG93VGltZWJhbmRcIjpmYWxzZSxcIlBlcmNlbnRhZ2VDb21wbGV0ZVNoYXBlT3BhY2l0eVwiOjM1LFwiR3JvdXBOYW1lXCI6bnVsbCxcIkF0dGFjaGVkTWlsZXN0b25lc1N0eWxlc1wiOm51bGwsXCJTaGFwZVN0eWxlXCI6e1wiJGlkXCI6XCIxMzVcIixcIk1hcmdpblwiOntcIiRpZFwiOlwiMTM2XCIsXCJUb3BcIjowLjAsXCJMZWZ0XCI6NC4wLFwiUmlnaHRcIjo0LjAsXCJCb3R0b21cIjowLjB9LFwiUGFkZGluZ1wiOntcIiRpZFwiOlwiMTM3XCIsXCJUb3BcIjowLjAsXCJMZWZ0XCI6MC4wLFwiUmlnaHRcIjowLjAsXCJCb3R0b21cIjowLjB9LFwiQmFja2dyb3VuZFwiOntcIiRpZFwiOlwiMTM4XCIsXCJDb2xvclwiOntcIiRpZFwiOlwiMTM5XCIsXCJBXCI6MjU1LFwiUlwiOjAsXCJHXCI6MTE0LFwiQlwiOjE4OH19LFwiSXNWaXNpYmxlXCI6dHJ1ZSxcIldpZHRoXCI6MC4wLFwiSGVpZ2h0XCI6MTAuMCxcIkJvcmRlclN0eWxlXCI6e1wiJGlkXCI6XCIxNDBcIixcIkxpbmVDb2xvclwiOntcIiRpZFwiOlwiMTQxXCIsXCIkdHlwZVwiOlwiTkxSRS5Db21tb24uRG9tLlNvbGlkQ29sb3JCcnVzaCwgTkxSRS5Db21tb25cIixcIkNvbG9yXCI6e1wiJGlkXCI6XCIxNDJcIixcIkFcIjoyNTUsXCJSXCI6MjU1LFwiR1wiOjAsXCJCXCI6MH19LFwiTGluZVdlaWdodFwiOjAuMCxcIkxpbmVUeXBlXCI6MH19LFwiVGl0bGVTdHlsZVwiOntcIiRpZFwiOlwiMTQzXCIsXCJGb250U2V0dGluZ3NcIjp7XCIkaWRcIjpcIjE0NFwiLFwiRm9udFNpemVcIjoxMSxcIkZvbnROYW1lXCI6XCJDYWxpYnJpXCIsXCJJc0JvbGRcIjp0cnVlLFwiSXNJdGFsaWNcIjpmYWxzZSxcIklzVW5kZXJsaW5lZFwiOmZhbHNlfSxcIkF1dG9TaXplXCI6MCxcIkZvcmVncm91bmRcIjp7XCIkaWRcIjpcIjE0NVwiLFwiQ29sb3JcIjp7XCIkaWRcIjpcIjE0NlwiLFwiQVwiOjI1NSxcIlJcIjowLFwiR1wiOjAsXCJCXCI6MH19LFwiQmFja2dyb3VuZEZpbGxUeXBlXCI6MCxcIk1heFdpZHRoXCI6OTYwLjAsXCJNYXhIZWlnaHRcIjpcIkluZmluaXR5XCIsXCJTbWFydEZvcmVncm91bmRJc0FjdGl2ZVwiOmZhbHNlLFwiSG9yaXpvbnRhbEFsaWdubWVudFwiOjAsXCJWZXJ0aWNhbEFsaWdubWVudFwiOjAsXCJTbWFydEZvcmVncm91bmRcIjpudWxsLFwiTWFyZ2luXCI6e1wiJGlkXCI6XCIxNDdcIixcIlRvcFwiOjAuMCxcIkxlZnRcIjowLjAsXCJSaWdodFwiOjAuMCxcIkJvdHRvbVwiOjAuMH0sXCJQYWRkaW5nXCI6e1wiJGlkXCI6XCIxNDhcIixcIlRvcFwiOjAuMCxcIkxlZnRcIjowLjAsXCJSaWdodFwiOjAuMCxcIkJvdHRvbVwiOjAuMH0sXCJCYWNrZ3JvdW5kXCI6e1wiJGlkXCI6XCIxNDlcIixcIkNvbG9yXCI6e1wiJHJlZlwiOlwiMzZcIn19LFwiSXNWaXNpYmxlXCI6dHJ1ZSxcIldpZHRoXCI6MC4wLFwiSGVpZ2h0XCI6MC4wLFwiQm9yZGVyU3R5bGVcIjpudWxsfSxcIkRhdGVTdHlsZVwiOntcIiRpZFwiOlwiMTUwXCIsXCJGb250U2V0dGluZ3NcIjp7XCIkaWRcIjpcIjE1MVwiLFwiRm9udFNpemVcIjoxMCxcIkZvbnROYW1lXCI6XCJDYWxpYnJpXCIsXCJJc0JvbGRcIjpmYWxzZSxcIklzSXRhbGljXCI6ZmFsc2UsXCJJc1VuZGVybGluZWRcIjpmYWxzZX0sXCJBdXRvU2l6ZVwiOjAsXCJGb3JlZ3JvdW5kXCI6e1wiJGlkXCI6XCIxNTJcIixcIkNvbG9yXCI6e1wiJGlkXCI6XCIxNTNcIixcIkFcIjoyNTUsXCJSXCI6NjgsXCJHXCI6ODQsXCJCXCI6MTA2fX0sXCJCYWNrZ3JvdW5kRmlsbFR5cGVcIjowLFwiTWF4V2lkdGhcIjoyMDAuMCxcIk1heEhlaWdodFwiOlwiSW5maW5pdHlcIixcIlNtYXJ0Rm9yZWdyb3VuZElzQWN0aXZlXCI6ZmFsc2UsXCJIb3Jpem9udGFsQWxpZ25tZW50XCI6MixcIlZlcnRpY2FsQWxpZ25tZW50XCI6MCxcIlNtYXJ0Rm9yZWdyb3VuZFwiOm51bGwsXCJNYXJnaW5cIjp7XCIkaWRcIjpcIjE1NFwiLFwiVG9wXCI6MC4wLFwiTGVmdFwiOjAuMCxcIlJpZ2h0XCI6MC4wLFwiQm90dG9tXCI6MC4wfSxcIlBhZGRpbmdcIjp7XCIkaWRcIjpcIjE1NVwiLFwiVG9wXCI6MC4wLFwiTGVmdFwiOjAuMCxcIlJpZ2h0XCI6MC4wLFwiQm90dG9tXCI6MC4wfSxcIkJhY2tncm91bmRcIjp7XCIkaWRcIjpcIjE1NlwiLFwiQ29sb3JcIjp7XCIkcmVmXCI6XCIzNlwifX0sXCJJc1Zpc2libGVcIjp0cnVlLFwiV2lkdGhcIjowLjAsXCJIZWlnaHRcIjowLjAsXCJCb3JkZXJTdHlsZVwiOm51bGx9LFwiRGF0ZUZvcm1hdFwiOntcIiRpZFwiOlwiMTU3XCIsXCJGb3JtYXRTdHJpbmdcIjpcIk1NTSBkXCIsXCJTZXBhcmF0b3JcIjpcIi9cIixcIlVzZUludGVybmF0aW9uYWxEYXRlRm9ybWF0XCI6ZmFsc2UsXCJEYXRlSXNWaXNpYmxlXCI6dHJ1ZSxcIlRpbWVJc1Zpc2libGVcIjpmYWxzZSxcIkhvdXJEaWdpdHNcIjoxLFwiQW1QbURlc2lnbmF0b3JcIjoyLFwiVHJpbTAwTWludXRlc1wiOmZhbHNlLFwiTGFzdEtub3duVmlzaWJpbGl0eVN0YXRlXCI6bnVsbH0sXCJJc1Zpc2libGVcIjp0cnVlfSxcIlNob3dFbGFwc2VkVGltZUdyYWRpZW50U3R5bGVcIjpmYWxzZSxcIlRpbWViYW5kUmVzZXJ2ZWRMZWZ0QXJlYVN0eWxlXCI6bnVsbCxcIkRlZmF1bHRTd2ltbGFuZVN0eWxlXCI6e1wiJGlkXCI6XCIxNThcIixcIkhlYWRlclN0eWxlXCI6e1wiJGlkXCI6XCIxNTlcIixcIlRleHRTdHlsZVwiOntcIiRpZFwiOlwiMTYwXCIsXCJGb250U2V0dGluZ3NcIjp7XCIkaWRcIjpcIjE2MVwiLFwiRm9udFNpemVcIjoxMixcIkZvbnROYW1lXCI6XCJDYWxpYnJpXCIsXCJJc0JvbGRcIjpmYWxzZSxcIklzSXRhbGljXCI6ZmFsc2UsXCJJc1VuZGVybGluZWRcIjpmYWxzZX0sXCJBdXRvU2l6ZVwiOjAsXCJGb3JlZ3JvdW5kXCI6e1wiJGlkXCI6XCIxNjJcIixcIkNvbG9yXCI6e1wiJGlkXCI6XCIxNjNcIixcIkFcIjoyNTUsXCJSXCI6MzIsXCJHXCI6NTYsXCJCXCI6MTAwfX0sXCJCYWNrZ3JvdW5kRmlsbFR5cGVcIjowLFwiTWF4V2lkdGhcIjowLjAsXCJNYXhIZWlnaHRcIjowLjAsXCJTbWFydEZvcmVncm91bmRJc0FjdGl2ZVwiOmZhbHNlLFwiSG9yaXpvbnRhbEFsaWdubWVudFwiOjAsXCJWZXJ0aWNhbEFsaWdubWVudFwiOjAsXCJTbWFydEZvcmVncm91bmRcIjpudWxsLFwiTWFyZ2luXCI6e1wiJGlkXCI6XCIxNjRcIixcIlRvcFwiOjAuMCxcIkxlZnRcIjowLjAsXCJSaWdodFwiOjAuMCxcIkJvdHRvbVwiOjAuMH0sXCJQYWRkaW5nXCI6e1wiJGlkXCI6XCIxNjVcIixcIlRvcFwiOjAuMCxcIkxlZnRcIjowLjAsXCJSaWdodFwiOjAuMCxcIkJvdHRvbVwiOjAuMH0sXCJCYWNrZ3JvdW5kXCI6bnVsbCxcIklzVmlzaWJsZVwiOmZhbHNlLFwiV2lkdGhcIjowLjAsXCJIZWlnaHRcIjowLjAsXCJCb3JkZXJTdHlsZVwiOm51bGx9LFwiUmVjdGFuZ2xlU3R5bGVcIjp7XCIkaWRcIjpcIjE2NlwiLFwiTWFyZ2luXCI6e1wiJGlkXCI6XCIxNjdcIixcIlRvcFwiOjAuMCxcIkxlZnRcIjowLjAsXCJSaWdodFwiOjAuMCxcIkJvdHRvbVwiOjAuMH0sXCJQYWRkaW5nXCI6e1wiJGlkXCI6XCIxNjhcIixcIlRvcFwiOjAuMCxcIkxlZnRcIjowLjAsXCJSaWdodFwiOjAuMCxcIkJvdHRvbVwiOjAuMH0sXCJCYWNrZ3JvdW5kXCI6e1wiJGlkXCI6XCIxNjlcIixcIkNvbG9yXCI6e1wiJGlkXCI6XCIxNzBcIixcIkFcIjoxMjcsXCJSXCI6OTEsXCJHXCI6MTU1LFwiQlwiOjIxM319LFwiSXNWaXNpYmxlXCI6ZmFsc2UsXCJXaWR0aFwiOjAuMCxcIkhlaWdodFwiOjAuMCxcIkJvcmRlclN0eWxlXCI6e1wiJGlkXCI6XCIxNzFcIixcIkxpbmVDb2xvclwiOntcIiRpZFwiOlwiMTcyXCIsXCIkdHlwZVwiOlwiTkxSRS5Db21tb24uRG9tLlNvbGlkQ29sb3JCcnVzaCwgTkxSRS5Db21tb25cIixcIkNvbG9yXCI6e1wiJGlkXCI6XCIxNzNcIixcIkFcIjoyNTUsXCJSXCI6MjU1LFwiR1wiOjAsXCJCXCI6MH19LFwiTGluZVdlaWdodFwiOjAuMCxcIkxpbmVUeXBlXCI6MH19LFwiVGV4dElzVmVydGljYWxcIjpmYWxzZX0sXCJCYWNrZ3JvdW5kU3R5bGVcIjp7XCIkaWRcIjpcIjE3NFwiLFwiTWFyZ2luXCI6e1wiJGlkXCI6XCIxNzVcIixcIlRvcFwiOjAuMCxcIkxlZnRcIjowLjAsXCJSaWdodFwiOjAuMCxcIkJvdHRvbVwiOjAuMH0sXCJQYWRkaW5nXCI6e1wiJGlkXCI6XCIxNzZcIixcIlRvcFwiOjAuMCxcIkxlZnRcIjowLjAsXCJSaWdodFwiOjAuMCxcIkJvdHRvbVwiOjAuMH0sXCJCYWNrZ3JvdW5kXCI6e1wiJGlkXCI6XCIxNzdcIixcIkNvbG9yXCI6e1wiJGlkXCI6XCIxNzhcIixcIkFcIjozOCxcIlJcIjo5MSxcIkdcIjoxNTUsXCJCXCI6MjEzfX0sXCJJc1Zpc2libGVcIjp0cnVlLFwiV2lkdGhcIjowLjAsXCJIZWlnaHRcIjowLjAsXCJCb3JkZXJTdHlsZVwiOntcIiRpZFwiOlwiMTc5XCIsXCJMaW5lQ29sb3JcIjp7XCIkaWRcIjpcIjE4MFwiLFwiJHR5cGVcIjpcIk5MUkUuQ29tbW9uLkRvbS5Tb2xpZENvbG9yQnJ1c2gsIE5MUkUuQ29tbW9uXCIsXCJDb2xvclwiOntcIiRpZFwiOlwiMTgxXCIsXCJBXCI6MjU1LFwiUlwiOjI1NSxcIkdcIjowLFwiQlwiOjB9fSxcIkxpbmVXZWlnaHRcIjowLjAsXCJMaW5lVHlwZVwiOjB9fSxcIklzQWJvdmVUaW1lYmFuZFwiOmZhbHNlfSxcIkN1c3RvbU1pbGVzdG9uZVN0eWxlTGlzdFwiOltdLFwiQ3VzdG9tVGFza1N0eWxlTGlzdFwiOltdLFwiQ3VzdG9tU3dpbWxhbmVEZWZpbml0aW9uU3R5bGVMaXN0XCI6W10sXCJDdXN0b21Td2ltbGFuZVYyU3R5bGVMaXN0XCI6W10sXCJHcmlkbGluZVBhbmVsU3R5bGVcIjp7XCIkaWRcIjpcIjE4MlwiLFwiR3JpZGxpbmVTdHlsZVwiOntcIiRpZFwiOlwiMTgzXCIsXCJMaW5lQ29sb3JcIjp7XCIkaWRcIjpcIjE4NFwiLFwiJHR5cGVcIjpcIk5MUkUuQ29tbW9uLkRvbS5Tb2xpZENvbG9yQnJ1c2gsIE5MUkUuQ29tbW9uXCIsXCJDb2xvclwiOntcIiRpZFwiOlwiMTg1XCIsXCJBXCI6MzgsXCJSXCI6OTEsXCJHXCI6MTU1LFwiQlwiOjIxM319LFwiTGluZVdlaWdodFwiOjEuMCxcIkxpbmVUeXBlXCI6MH0sXCJJc1Zpc2libGVcIjp0cnVlfSxcIkFjdGl2aXR5TGluZVBhbmVsU3R5bGVcIjp7XCIkaWRcIjpcIjE4NlwiLFwiQWN0aXZpdHlMaW5lU3R5bGVcIjp7XCIkaWRcIjpcIjE4N1wiLFwiTGluZUNvbG9yXCI6e1wiJGlkXCI6XCIxODhcIixcIiR0eXBlXCI6XCJOTFJFLkNvbW1vbi5Eb20uU29saWRDb2xvckJydXNoLCBOTFJFLkNvbW1vblwiLFwiQ29sb3JcIjp7XCIkaWRcIjpcIjE4OVwiLFwiQVwiOjM4LFwiUlwiOjY4LFwiR1wiOjExNCxcIkJcIjoxOTZ9fSxcIkxpbmVXZWlnaHRcIjoxLjAsXCJMaW5lVHlwZVwiOjB9LFwiSXNWaXNpYmxlXCI6dHJ1ZX0sXCJEZWZhdWx0RGVwZW5kZW5jeVN0eWxlXCI6e1wiJGlkXCI6XCIxOTBcIixcIkxpbmVTdHlsZVwiOntcIiRpZFwiOlwiMTkxXCIsXCJMaW5lQ29sb3JcIjp7XCIkaWRcIjpcIjE5MlwiLFwiJHR5cGVcIjpcIk5MUkUuQ29tbW9uLkRvbS5Tb2xpZENvbG9yQnJ1c2gsIE5MUkUuQ29tbW9uXCIsXCJDb2xvclwiOntcIiRpZFwiOlwiMTkzXCIsXCJBXCI6MjU1LFwiUlwiOjAsXCJHXCI6MCxcIkJcIjowfX0sXCJMaW5lV2VpZ2h0XCI6MS4wLFwiTGluZVR5cGVcIjowfSxcIkVuZEFycm93aGVhZExpbmVTdHlsZVwiOntcIiRpZFwiOlwiMTk0XCIsXCJLaW5kXCI6MSxcIldpZHRoXCI6MSxcIkxlbmd0aFwiOjAsXCJQYXJlbnRTdHlsZVwiOm51bGx9LFwiQnJpbmdUb0Zyb250XCI6dHJ1ZSxcIklzVmlzaWJsZVwiOnRydWUsXCJSYWRpdXNcIjowLjB9LFwiQ3JpdGljYWxQYXRoU3R5bGVcIjp7XCIkaWRcIjpcIjE5NVwiLFwiQ3JpdGljYWxQYXRoU3R5bGVPcHRpb25zXCI6MTUsXCJMaW5lU3R5bGVcIjp7XCIkaWRcIjpcIjE5NlwiLFwiTGluZUNvbG9yXCI6e1wiJGlkXCI6XCIxOTdcIixcIiR0eXBlXCI6XCJOTFJFLkNvbW1vbi5Eb20uU29saWRDb2xvckJydXNoLCBOTFJFLkNvbW1vblwiLFwiQ29sb3JcIjp7XCIkaWRcIjpcIjE5OFwiLFwiQVwiOjI1NSxcIlJcIjoyMjIsXCJHXCI6NTAsXCJCXCI6NTB9fSxcIkxpbmVXZWlnaHRcIjoxLjAsXCJMaW5lVHlwZVwiOjB9LFwiVGl0bGVGb3JlZ3JvdW5kXCI6e1wiJGlkXCI6XCIxOTlcIixcIkNvbG9yXCI6e1wiJGlkXCI6XCIyMDBcIixcIkFcIjoyNTUsXCJSXCI6MTc2LFwiR1wiOjE5LFwiQlwiOjI1fX0sXCJTaGFwZXNCYWNrZ3JvdW5kXCI6e1wiJGlkXCI6XCIyMDFcIixcIkNvbG9yXCI6e1wiJGlkXCI6XCIyMDJcIixcIkFcIjoyNTUsXCJSXCI6MjUzLFwiR1wiOjIwMyxcIkJcIjoyMDh9fSxcIlNoYXBlc0JvcmRlclN0eWxlXCI6e1wiJGlkXCI6XCIyMDNcIixcIkxpbmVDb2xvclwiOntcIiRpZFwiOlwiMjA0XCIsXCIkdHlwZVwiOlwiTkxSRS5Db21tb24uRG9tLlNvbGlkQ29sb3JCcnVzaCwgTkxSRS5Db21tb25cIixcIkNvbG9yXCI6e1wiJGlkXCI6XCIyMDVcIixcIkFcIjoyNTUsXCJSXCI6MjIyLFwiR1wiOjUwLFwiQlwiOjUwfX0sXCJMaW5lV2VpZ2h0XCI6MS41LFwiTGluZVR5cGVcIjowfSxcIklzVmlzaWJsZVwiOmZhbHNlfX0sXCJTY2FsZVwiOntcIiRpZFwiOlwiMjA2XCIsXCJTdGFydERhdGVcIjpcIjAwMDEtMDEtMDFUMDA6MDA6MDBcIixcIkVuZERhdGVcIjpcIjAwMDEtMDEtMDFUMDA6MDA6MDBcIixcIkZvcm1hdFwiOlwid1wiLFwiVHlwZVwiOjEsXCJBdXRvRGF0ZVJhbmdlXCI6dHJ1ZSxcIldvcmtpbmdEYXlzXCI6MzEsXCJUb2RheU1hcmtlclRleHRcIjpcIlRvZGF5XCIsXCJBdXRvU2NhbGVUeXBlXCI6dHJ1ZX0sXCJTY2FsZVYyXCI6e1wiJGlkXCI6XCIyMDdcIixcIlN0YXJ0RGF0ZVwiOlwiMDAwMS0wMS0wMVQwMDowMDowMFwiLFwiRW5kRGF0ZVwiOlwiMDAwMS0wMS0wMVQwMDowMDowMFwiLFwiQXV0b0RhdGVSYW5nZVwiOnRydWUsXCJXb3JraW5nRGF5c1wiOjMxLFwiVG9kYXlNYXJrZXJUZXh0XCI6XCJUb2RheVwiLFwiQXV0b1NjYWxlVHlwZVwiOnRydWUsXCJUaW1lYmFuZFNjYWxlc1wiOntcIiRpZFwiOlwiMjA4XCIsXCJUb3BTY2FsZUxheWVyXCI6e1wiJGlkXCI6XCIyMDlcIixcIkZvcm1hdFwiOlwid1wiLFwiVHlwZVwiOjF9LFwiTWlkZGxlU2NhbGVMYXllclwiOntcIiRpZFwiOlwiMjEwXCIsXCJGb3JtYXRcIjpudWxsLFwiVHlwZVwiOjB9LFwiQm90dG9tU2NhbGVMYXllclwiOntcIiRpZFwiOlwiMjExXCIsXCJGb3JtYXRcIjpudWxsLFwiVHlwZVwiOjB9fX0sXCJNaWxlc3RvbmVzXCI6W10sXCJUYXNrc1wiOltdLFwiU3dpbWxhbmVzXCI6W10sXCJTd2ltbGFuZXNWMlwiOltdLFwiRGVwZW5kZW5jaWVzXCI6W10sXCJEZXBlbmRlbmN5U2V0dGluZ3NcIjp7XCIkaWRcIjpcIjIxMlwiLFwiRGVwZW5kZW5jeU1vZHVsZUVuYWJsZWRcIjpmYWxzZSxcIlNjaGVkdWxpbmdTZXR0aW5nc1wiOntcIiRpZFwiOlwiMjEzXCIsXCJEZXBlbmRlbmNpZXNTY2hlZHVsaW5nTW9kZVNldHRpbmdcIjoxLFwiRGVwZW5kZW5jaWVzUHJldmlvdXNTY2hlZHVsaW5nTW9kZVwiOjEsXCJPbkJyZWFraW5nRmxleGlibGVTY2hlZHVsaW5nTW9kZVNldHRpbmdcIjowLFwiT25CcmVha2luZ1N0cmljdFNjaGVkdWxpbmdNb2RlU2V0dGluZ1wiOjB9fSxcIlNldHRpbmdzXCI6e1wiJGlkXCI6XCIyMTRcIixcIkltcGFPcHRpb25zXCI6e1wiJGlkXCI6XCIyMTVcIixcIkxlZnRUb1JpZ2h0XCI6ZmFsc2UsXCJQYXlsb2FkT3B0aW9uc1wiOjJ9fSxcIlRpbWVDb25maWd1cmF0aW9uXCI6e1wiJGlkXCI6XCIyMTZcIixcIlVzZVRpbWVcIjpmYWxzZSxcIldvcmtEYXlTdGFydFwiOlwiMDA6MDA6MDBcIixcIldvcmtEYXlFbmRcIjpcIjIzOjU5OjAwXCJ9fSJ9LCJTZXR0aW5ncyI6eyIkaWQiOiI0ODciLCJJbXBhT3B0aW9ucyI6eyIkaWQiOiI0ODgiLCJMZWZ0VG9SaWdodCI6ZmFsc2UsIlBheWxvYWRPcHRpb25zIjoyfSwiVXNlQ29tcHJlc3Npb24iOmZhbHNlLCJDb21wcmVzaW9uUGVyY2VudGFnZSI6NTAuMCwiSW5hY3RpdmVJbnRlcnZhbFdpZHRoVGhyZXNob2xkIjozMC4wLCJJbmFjdGl2ZUludGVydmFsV2lkdGgiOjEuMCwiU3BsaXRUYXNrcyI6ZmFsc2UsIlVzZUNsdXN0ZXIiOmZhbHNlLCJFcHNpbG9uIjo1LjAsIk1pblBvaW50c1RvRm9ybUFDbHVzdGVyIjoyLCJHZW5lcmF0ZUludmlzaWJsZVNoYXBlcyI6ZmFsc2UsIlNtYXJ0VGltZWxpbmVUYXNrUGVyY2VudGFnZUZpdCI6ZmFsc2V9LCJJc05ldyI6ZmFsc2UsIkltcG9ydFR5cGUiOjAsIkZpbGVQYXRoIjpudWxsLCJUaW1lQ29uZmlndXJhdGlvbiI6eyIkaWQiOiI0ODkiLCJVc2VUaW1lIjpmYWxzZSwiV29ya0RheVN0YXJ0IjoiMDA6MDA6MDAiLCJXb3JrRGF5RW5kIjoiMjM6NTk6MDAifSwiTGFzdFVzZWRUZW1wbGF0ZUlkIjoiY2MyNmY4NjMtMjdjZS00ODBlLWE1ODktYjNmMTJmMmQ2ZWIwIiwiRmlyc3RXZWVrT2ZZZWFyIjowLCJQbGFjZU1pbGVzdG9uZUF0VGhlQmVnaW5uaW5nT2ZUaGVEYXkiOmZhbHNlLCJEZXBlbmRlbmN5U2NoZWR1bGluZ1NldHRpbmdzIjp7IiRpZCI6IjQ5MCIsIkRlcGVuZGVuY2llc1NjaGVkdWxpbmdNb2RlU2V0dGluZyI6IkZsZXhpYmxlIiwiRGVwZW5kZW5jaWVzUHJldmlvdXNTY2hlZHVsaW5nTW9kZSI6IkZsZXhpYmxlIiwiT25CcmVha2luZ0ZsZXhpYmxlU2NoZWR1bGluZ01vZGVTZXR0aW5nIjoiQXNrRXZlcnl0aW1lIiwiT25CcmVha2luZ1N0cmljdFNjaGVkdWxpbmdNb2RlU2V0dGluZyI6IkFza0V2ZXJ5dGltZSJ9LCJEZXBlbmRlbmN5TW9kdWxlRW5hYmxlZCI6ZmFsc2UsIkRlcGVuZGVuY2llcyI6eyJfZGVwZW5kZW5jaWVzIjpbXX19"/>
  <p:tag name="__MASTER" val="__part_0"/>
</p:tagLst>
</file>

<file path=ppt/tags/tag443.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444.xml><?xml version="1.0" encoding="utf-8"?>
<p:tagLst xmlns:a="http://schemas.openxmlformats.org/drawingml/2006/main" xmlns:r="http://schemas.openxmlformats.org/officeDocument/2006/relationships" xmlns:p="http://schemas.openxmlformats.org/presentationml/2006/main">
  <p:tag name="OTLMARKERSHAPE" val="OTL"/>
</p:tagLst>
</file>

<file path=ppt/tags/tag445.xml><?xml version="1.0" encoding="utf-8"?>
<p:tagLst xmlns:a="http://schemas.openxmlformats.org/drawingml/2006/main" xmlns:r="http://schemas.openxmlformats.org/officeDocument/2006/relationships" xmlns:p="http://schemas.openxmlformats.org/presentationml/2006/main">
  <p:tag name="OTLMARKERSHAPE" val="OTL"/>
</p:tagLst>
</file>

<file path=ppt/tags/tag446.xml><?xml version="1.0" encoding="utf-8"?>
<p:tagLst xmlns:a="http://schemas.openxmlformats.org/drawingml/2006/main" xmlns:r="http://schemas.openxmlformats.org/officeDocument/2006/relationships" xmlns:p="http://schemas.openxmlformats.org/presentationml/2006/main">
  <p:tag name="OTLMARKERSHAPE" val="OTL"/>
</p:tagLst>
</file>

<file path=ppt/tags/tag447.xml><?xml version="1.0" encoding="utf-8"?>
<p:tagLst xmlns:a="http://schemas.openxmlformats.org/drawingml/2006/main" xmlns:r="http://schemas.openxmlformats.org/officeDocument/2006/relationships" xmlns:p="http://schemas.openxmlformats.org/presentationml/2006/main">
  <p:tag name="OTLMARKERSHAPE" val="OTL"/>
</p:tagLst>
</file>

<file path=ppt/tags/tag448.xml><?xml version="1.0" encoding="utf-8"?>
<p:tagLst xmlns:a="http://schemas.openxmlformats.org/drawingml/2006/main" xmlns:r="http://schemas.openxmlformats.org/officeDocument/2006/relationships" xmlns:p="http://schemas.openxmlformats.org/presentationml/2006/main">
  <p:tag name="OTLMARKERSHAPE" val="OTL"/>
</p:tagLst>
</file>

<file path=ppt/tags/tag449.xml><?xml version="1.0" encoding="utf-8"?>
<p:tagLst xmlns:a="http://schemas.openxmlformats.org/drawingml/2006/main" xmlns:r="http://schemas.openxmlformats.org/officeDocument/2006/relationships" xmlns:p="http://schemas.openxmlformats.org/presentationml/2006/main">
  <p:tag name="OTLMARKERSHAPE" val="OTL"/>
</p:tagLst>
</file>

<file path=ppt/tags/tag450.xml><?xml version="1.0" encoding="utf-8"?>
<p:tagLst xmlns:a="http://schemas.openxmlformats.org/drawingml/2006/main" xmlns:r="http://schemas.openxmlformats.org/officeDocument/2006/relationships" xmlns:p="http://schemas.openxmlformats.org/presentationml/2006/main">
  <p:tag name="OTLMARKERSHAPE" val="OTL"/>
</p:tagLst>
</file>

<file path=ppt/tags/tag451.xml><?xml version="1.0" encoding="utf-8"?>
<p:tagLst xmlns:a="http://schemas.openxmlformats.org/drawingml/2006/main" xmlns:r="http://schemas.openxmlformats.org/officeDocument/2006/relationships" xmlns:p="http://schemas.openxmlformats.org/presentationml/2006/main">
  <p:tag name="OTLMARKERSHAPE" val="OTL"/>
</p:tagLst>
</file>

<file path=ppt/tags/tag452.xml><?xml version="1.0" encoding="utf-8"?>
<p:tagLst xmlns:a="http://schemas.openxmlformats.org/drawingml/2006/main" xmlns:r="http://schemas.openxmlformats.org/officeDocument/2006/relationships" xmlns:p="http://schemas.openxmlformats.org/presentationml/2006/main">
  <p:tag name="OTLMARKERSHAPE" val="OTL"/>
</p:tagLst>
</file>

<file path=ppt/tags/tag453.xml><?xml version="1.0" encoding="utf-8"?>
<p:tagLst xmlns:a="http://schemas.openxmlformats.org/drawingml/2006/main" xmlns:r="http://schemas.openxmlformats.org/officeDocument/2006/relationships" xmlns:p="http://schemas.openxmlformats.org/presentationml/2006/main">
  <p:tag name="OTLMARKERSHAPE" val="OTL"/>
</p:tagLst>
</file>

<file path=ppt/tags/tag454.xml><?xml version="1.0" encoding="utf-8"?>
<p:tagLst xmlns:a="http://schemas.openxmlformats.org/drawingml/2006/main" xmlns:r="http://schemas.openxmlformats.org/officeDocument/2006/relationships" xmlns:p="http://schemas.openxmlformats.org/presentationml/2006/main">
  <p:tag name="OTLMARKERSHAPE" val="OTL"/>
</p:tagLst>
</file>

<file path=ppt/tags/tag455.xml><?xml version="1.0" encoding="utf-8"?>
<p:tagLst xmlns:a="http://schemas.openxmlformats.org/drawingml/2006/main" xmlns:r="http://schemas.openxmlformats.org/officeDocument/2006/relationships" xmlns:p="http://schemas.openxmlformats.org/presentationml/2006/main">
  <p:tag name="OTLMARKERSHAPE" val="OTL"/>
</p:tagLst>
</file>

<file path=ppt/tags/tag456.xml><?xml version="1.0" encoding="utf-8"?>
<p:tagLst xmlns:a="http://schemas.openxmlformats.org/drawingml/2006/main" xmlns:r="http://schemas.openxmlformats.org/officeDocument/2006/relationships" xmlns:p="http://schemas.openxmlformats.org/presentationml/2006/main">
  <p:tag name="OTLMARKERSHAPE" val="OTL"/>
</p:tagLst>
</file>

<file path=ppt/tags/tag457.xml><?xml version="1.0" encoding="utf-8"?>
<p:tagLst xmlns:a="http://schemas.openxmlformats.org/drawingml/2006/main" xmlns:r="http://schemas.openxmlformats.org/officeDocument/2006/relationships" xmlns:p="http://schemas.openxmlformats.org/presentationml/2006/main">
  <p:tag name="OTLMARKERSHAPE" val="OTL"/>
</p:tagLst>
</file>

<file path=ppt/tags/tag458.xml><?xml version="1.0" encoding="utf-8"?>
<p:tagLst xmlns:a="http://schemas.openxmlformats.org/drawingml/2006/main" xmlns:r="http://schemas.openxmlformats.org/officeDocument/2006/relationships" xmlns:p="http://schemas.openxmlformats.org/presentationml/2006/main">
  <p:tag name="OTLMARKERSHAPE" val="OTL"/>
</p:tagLst>
</file>

<file path=ppt/tags/tag459.xml><?xml version="1.0" encoding="utf-8"?>
<p:tagLst xmlns:a="http://schemas.openxmlformats.org/drawingml/2006/main" xmlns:r="http://schemas.openxmlformats.org/officeDocument/2006/relationships" xmlns:p="http://schemas.openxmlformats.org/presentationml/2006/main">
  <p:tag name="OTLMARKERSHAPE" val="OTL"/>
</p:tagLst>
</file>

<file path=ppt/tags/tag460.xml><?xml version="1.0" encoding="utf-8"?>
<p:tagLst xmlns:a="http://schemas.openxmlformats.org/drawingml/2006/main" xmlns:r="http://schemas.openxmlformats.org/officeDocument/2006/relationships" xmlns:p="http://schemas.openxmlformats.org/presentationml/2006/main">
  <p:tag name="OTLMARKERSHAPE" val="OTL"/>
</p:tagLst>
</file>

<file path=ppt/tags/tag461.xml><?xml version="1.0" encoding="utf-8"?>
<p:tagLst xmlns:a="http://schemas.openxmlformats.org/drawingml/2006/main" xmlns:r="http://schemas.openxmlformats.org/officeDocument/2006/relationships" xmlns:p="http://schemas.openxmlformats.org/presentationml/2006/main">
  <p:tag name="OTLMARKERSHAPE" val="OTL"/>
</p:tagLst>
</file>

<file path=ppt/tags/tag462.xml><?xml version="1.0" encoding="utf-8"?>
<p:tagLst xmlns:a="http://schemas.openxmlformats.org/drawingml/2006/main" xmlns:r="http://schemas.openxmlformats.org/officeDocument/2006/relationships" xmlns:p="http://schemas.openxmlformats.org/presentationml/2006/main">
  <p:tag name="OTLMARKERSHAPE" val="OTL"/>
</p:tagLst>
</file>

<file path=ppt/tags/tag463.xml><?xml version="1.0" encoding="utf-8"?>
<p:tagLst xmlns:a="http://schemas.openxmlformats.org/drawingml/2006/main" xmlns:r="http://schemas.openxmlformats.org/officeDocument/2006/relationships" xmlns:p="http://schemas.openxmlformats.org/presentationml/2006/main">
  <p:tag name="OTLMARKERSHAPE" val="OTL"/>
</p:tagLst>
</file>

<file path=ppt/tags/tag464.xml><?xml version="1.0" encoding="utf-8"?>
<p:tagLst xmlns:a="http://schemas.openxmlformats.org/drawingml/2006/main" xmlns:r="http://schemas.openxmlformats.org/officeDocument/2006/relationships" xmlns:p="http://schemas.openxmlformats.org/presentationml/2006/main">
  <p:tag name="OTLMARKERSHAPE" val="OTL"/>
</p:tagLst>
</file>

<file path=ppt/tags/tag465.xml><?xml version="1.0" encoding="utf-8"?>
<p:tagLst xmlns:a="http://schemas.openxmlformats.org/drawingml/2006/main" xmlns:r="http://schemas.openxmlformats.org/officeDocument/2006/relationships" xmlns:p="http://schemas.openxmlformats.org/presentationml/2006/main">
  <p:tag name="OTLMARKERSHAPE" val="OTL"/>
</p:tagLst>
</file>

<file path=ppt/tags/tag466.xml><?xml version="1.0" encoding="utf-8"?>
<p:tagLst xmlns:a="http://schemas.openxmlformats.org/drawingml/2006/main" xmlns:r="http://schemas.openxmlformats.org/officeDocument/2006/relationships" xmlns:p="http://schemas.openxmlformats.org/presentationml/2006/main">
  <p:tag name="OTLMARKERSHAPE" val="OTL"/>
</p:tagLst>
</file>

<file path=ppt/tags/tag467.xml><?xml version="1.0" encoding="utf-8"?>
<p:tagLst xmlns:a="http://schemas.openxmlformats.org/drawingml/2006/main" xmlns:r="http://schemas.openxmlformats.org/officeDocument/2006/relationships" xmlns:p="http://schemas.openxmlformats.org/presentationml/2006/main">
  <p:tag name="OTLMARKERSHAPE" val="OTL"/>
</p:tagLst>
</file>

<file path=ppt/tags/tag468.xml><?xml version="1.0" encoding="utf-8"?>
<p:tagLst xmlns:a="http://schemas.openxmlformats.org/drawingml/2006/main" xmlns:r="http://schemas.openxmlformats.org/officeDocument/2006/relationships" xmlns:p="http://schemas.openxmlformats.org/presentationml/2006/main">
  <p:tag name="OTLMARKERSHAPE" val="OTL"/>
</p:tagLst>
</file>

<file path=ppt/tags/tag469.xml><?xml version="1.0" encoding="utf-8"?>
<p:tagLst xmlns:a="http://schemas.openxmlformats.org/drawingml/2006/main" xmlns:r="http://schemas.openxmlformats.org/officeDocument/2006/relationships" xmlns:p="http://schemas.openxmlformats.org/presentationml/2006/main">
  <p:tag name="OTLMARKERSHAPE" val="OTL"/>
</p:tagLst>
</file>

<file path=ppt/tags/tag470.xml><?xml version="1.0" encoding="utf-8"?>
<p:tagLst xmlns:a="http://schemas.openxmlformats.org/drawingml/2006/main" xmlns:r="http://schemas.openxmlformats.org/officeDocument/2006/relationships" xmlns:p="http://schemas.openxmlformats.org/presentationml/2006/main">
  <p:tag name="OTLMARKERSHAPE" val="OTL"/>
</p:tagLst>
</file>

<file path=ppt/tags/tag471.xml><?xml version="1.0" encoding="utf-8"?>
<p:tagLst xmlns:a="http://schemas.openxmlformats.org/drawingml/2006/main" xmlns:r="http://schemas.openxmlformats.org/officeDocument/2006/relationships" xmlns:p="http://schemas.openxmlformats.org/presentationml/2006/main">
  <p:tag name="OTLMARKERSHAPE" val="OTL"/>
</p:tagLst>
</file>

<file path=ppt/tags/tag472.xml><?xml version="1.0" encoding="utf-8"?>
<p:tagLst xmlns:a="http://schemas.openxmlformats.org/drawingml/2006/main" xmlns:r="http://schemas.openxmlformats.org/officeDocument/2006/relationships" xmlns:p="http://schemas.openxmlformats.org/presentationml/2006/main">
  <p:tag name="OTLMARKERSHAPE" val="OTL"/>
</p:tagLst>
</file>

<file path=ppt/tags/tag473.xml><?xml version="1.0" encoding="utf-8"?>
<p:tagLst xmlns:a="http://schemas.openxmlformats.org/drawingml/2006/main" xmlns:r="http://schemas.openxmlformats.org/officeDocument/2006/relationships" xmlns:p="http://schemas.openxmlformats.org/presentationml/2006/main">
  <p:tag name="OTLMARKERSHAPE" val="OTL"/>
</p:tagLst>
</file>

<file path=ppt/tags/tag474.xml><?xml version="1.0" encoding="utf-8"?>
<p:tagLst xmlns:a="http://schemas.openxmlformats.org/drawingml/2006/main" xmlns:r="http://schemas.openxmlformats.org/officeDocument/2006/relationships" xmlns:p="http://schemas.openxmlformats.org/presentationml/2006/main">
  <p:tag name="OTLMARKERSHAPE" val="OTL"/>
  <p:tag name="OTLTIMEBANDSCALEFORMAT" val="MMM"/>
  <p:tag name="OTLTIMEBANDSHAPETYPE" val="RoundedCornerRectangleTimeband"/>
  <p:tag name="OTLTIMEBANDSHAPEHEIGHT" val="20"/>
  <p:tag name="OTLTIMEBANDSHAPEPADDINGLEFT" val="0"/>
  <p:tag name="OTLTIMEBANDCULTUREINFO" val="en-US"/>
  <p:tag name="OTLTIMEBANDTHREEDEFFECTS" val="Gel"/>
  <p:tag name="OTLTIMEBANDAUTODATERANGE" val="True"/>
  <p:tag name="OTLTIMEBANDSTARTDATE" val="0001-01-01T00:00:00.0000000"/>
  <p:tag name="OTLTIMEBANDWORKINGDAYS" val="Standard"/>
  <p:tag name="OTLTIMEBANDELAPSEDTIMEEXTENSION" val="False"/>
  <p:tag name="OTLTIMEBANDUSETIME" val="False"/>
  <p:tag name="OTLTIMEBANDTIMECONFIGWORKDAYSTART" val="00:00:00"/>
  <p:tag name="OTLTIMEBANDTIMECONFIGWORKDAYEND" val="23:59:00"/>
  <p:tag name="OTLTIMEBANDAPPENDYEARONYEARCHANGE" val="False"/>
  <p:tag name="OTLTIMEBANDSCALEMARKING" val="Years"/>
  <p:tag name="OTLRIGHTENDCAPSMARGINRIGHT" val="20"/>
  <p:tag name="OTLLEFTENDCAPSMARGINLEFT" val="39.5066666666667"/>
  <p:tag name="OTLTIMEBANDFYSTARTMONTH" val="January"/>
  <p:tag name="OTLTIMEBANDSHOWFYLABEL" val="True"/>
  <p:tag name="OTLTIMEBANDUSESTARTINGOFTHEYEARFORFYNUMBERING" val="True"/>
  <p:tag name="OTLTIMEBANDRESERVEDLEFTAREAWIDTH" val="0"/>
  <p:tag name="OTLTIMEBANDRESERVEDLEFTAREAISSET" val="False"/>
  <p:tag name="OTLTIMEBANDDEPENABLED" val="False"/>
  <p:tag name="OTLTIMEBANDDEPSCHEDULINGMODE" val="Flexible"/>
  <p:tag name="OTLTIMEBANDDEPPREVIOUSSCHEDULINGMODE" val="Flexible"/>
  <p:tag name="OTLTIMEBANDDEPONBREAKINGSTRICTSCHEDULINGMODE" val="AskEverytime"/>
  <p:tag name="OTLTIMEBANDDEPONBREAKINGFLEXIBLESCHEDULINGMODE" val="AskEverytime"/>
  <p:tag name="OTLTIMEBANDQUICKPOSITION" val="Custom"/>
  <p:tag name="OTLTIMEBANDENDDATE" val="2033-04-08T23:59:00.0000000"/>
  <p:tag name="OTLTIMEBANDSCALETYPE" val="Quarters"/>
</p:tagLst>
</file>

<file path=ppt/tags/tag475.xml><?xml version="1.0" encoding="utf-8"?>
<p:tagLst xmlns:a="http://schemas.openxmlformats.org/drawingml/2006/main" xmlns:r="http://schemas.openxmlformats.org/officeDocument/2006/relationships" xmlns:p="http://schemas.openxmlformats.org/presentationml/2006/main">
  <p:tag name="OTLMARKERSHAPE" val="OTL"/>
</p:tagLst>
</file>

<file path=ppt/tags/tag476.xml><?xml version="1.0" encoding="utf-8"?>
<p:tagLst xmlns:a="http://schemas.openxmlformats.org/drawingml/2006/main" xmlns:r="http://schemas.openxmlformats.org/officeDocument/2006/relationships" xmlns:p="http://schemas.openxmlformats.org/presentationml/2006/main">
  <p:tag name="OTLMARKERSHAPE" val="OTL"/>
</p:tagLst>
</file>

<file path=ppt/tags/tag477.xml><?xml version="1.0" encoding="utf-8"?>
<p:tagLst xmlns:a="http://schemas.openxmlformats.org/drawingml/2006/main" xmlns:r="http://schemas.openxmlformats.org/officeDocument/2006/relationships" xmlns:p="http://schemas.openxmlformats.org/presentationml/2006/main">
  <p:tag name="OTLMARKERSHAPE" val="OTL"/>
</p:tagLst>
</file>

<file path=ppt/tags/tag478.xml><?xml version="1.0" encoding="utf-8"?>
<p:tagLst xmlns:a="http://schemas.openxmlformats.org/drawingml/2006/main" xmlns:r="http://schemas.openxmlformats.org/officeDocument/2006/relationships" xmlns:p="http://schemas.openxmlformats.org/presentationml/2006/main">
  <p:tag name="OTLMARKERSHAPE" val="OTL"/>
</p:tagLst>
</file>

<file path=ppt/tags/tag479.xml><?xml version="1.0" encoding="utf-8"?>
<p:tagLst xmlns:a="http://schemas.openxmlformats.org/drawingml/2006/main" xmlns:r="http://schemas.openxmlformats.org/officeDocument/2006/relationships" xmlns:p="http://schemas.openxmlformats.org/presentationml/2006/main">
  <p:tag name="OTLMARKERSHAPE" val="OTL"/>
</p:tagLst>
</file>

<file path=ppt/tags/tag480.xml><?xml version="1.0" encoding="utf-8"?>
<p:tagLst xmlns:a="http://schemas.openxmlformats.org/drawingml/2006/main" xmlns:r="http://schemas.openxmlformats.org/officeDocument/2006/relationships" xmlns:p="http://schemas.openxmlformats.org/presentationml/2006/main">
  <p:tag name="OTLMARKERSHAPE" val="OTL"/>
</p:tagLst>
</file>

<file path=ppt/tags/tag481.xml><?xml version="1.0" encoding="utf-8"?>
<p:tagLst xmlns:a="http://schemas.openxmlformats.org/drawingml/2006/main" xmlns:r="http://schemas.openxmlformats.org/officeDocument/2006/relationships" xmlns:p="http://schemas.openxmlformats.org/presentationml/2006/main">
  <p:tag name="OTLMARKERSHAPE" val="OTL"/>
</p:tagLst>
</file>

<file path=ppt/tags/tag482.xml><?xml version="1.0" encoding="utf-8"?>
<p:tagLst xmlns:a="http://schemas.openxmlformats.org/drawingml/2006/main" xmlns:r="http://schemas.openxmlformats.org/officeDocument/2006/relationships" xmlns:p="http://schemas.openxmlformats.org/presentationml/2006/main">
  <p:tag name="OTLMARKERSHAPE" val="OTL"/>
</p:tagLst>
</file>

<file path=ppt/tags/tag483.xml><?xml version="1.0" encoding="utf-8"?>
<p:tagLst xmlns:a="http://schemas.openxmlformats.org/drawingml/2006/main" xmlns:r="http://schemas.openxmlformats.org/officeDocument/2006/relationships" xmlns:p="http://schemas.openxmlformats.org/presentationml/2006/main">
  <p:tag name="OTLMARKERSHAPE" val="OTL"/>
</p:tagLst>
</file>

<file path=ppt/tags/tag484.xml><?xml version="1.0" encoding="utf-8"?>
<p:tagLst xmlns:a="http://schemas.openxmlformats.org/drawingml/2006/main" xmlns:r="http://schemas.openxmlformats.org/officeDocument/2006/relationships" xmlns:p="http://schemas.openxmlformats.org/presentationml/2006/main">
  <p:tag name="OTLMARKERSHAPE" val="OTL"/>
</p:tagLst>
</file>

<file path=ppt/tags/tag485.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486.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9-11T23:59:00.0000000Z"/>
  <p:tag name="OTLWEEKNUMBERINGFORMAT" val="WNFormat1"/>
  <p:tag name="OTLWEEKNUMBERINGISVISIBLE" val="False"/>
</p:tagLst>
</file>

<file path=ppt/tags/tag487.xml><?xml version="1.0" encoding="utf-8"?>
<p:tagLst xmlns:a="http://schemas.openxmlformats.org/drawingml/2006/main" xmlns:r="http://schemas.openxmlformats.org/officeDocument/2006/relationships" xmlns:p="http://schemas.openxmlformats.org/presentationml/2006/main">
  <p:tag name="OTLMARKERSHAPE" val="OTL"/>
</p:tagLst>
</file>

<file path=ppt/tags/tag488.xml><?xml version="1.0" encoding="utf-8"?>
<p:tagLst xmlns:a="http://schemas.openxmlformats.org/drawingml/2006/main" xmlns:r="http://schemas.openxmlformats.org/officeDocument/2006/relationships" xmlns:p="http://schemas.openxmlformats.org/presentationml/2006/main">
  <p:tag name="OTLMARKERSHAPE" val="OTL"/>
</p:tagLst>
</file>

<file path=ppt/tags/tag489.xml><?xml version="1.0" encoding="utf-8"?>
<p:tagLst xmlns:a="http://schemas.openxmlformats.org/drawingml/2006/main" xmlns:r="http://schemas.openxmlformats.org/officeDocument/2006/relationships" xmlns:p="http://schemas.openxmlformats.org/presentationml/2006/main">
  <p:tag name="OTLMARKERSHAPE" val="OTL"/>
</p:tagLst>
</file>

<file path=ppt/tags/tag490.xml><?xml version="1.0" encoding="utf-8"?>
<p:tagLst xmlns:a="http://schemas.openxmlformats.org/drawingml/2006/main" xmlns:r="http://schemas.openxmlformats.org/officeDocument/2006/relationships" xmlns:p="http://schemas.openxmlformats.org/presentationml/2006/main">
  <p:tag name="OTLMARKERSHAPE" val="OTL"/>
</p:tagLst>
</file>

<file path=ppt/tags/tag491.xml><?xml version="1.0" encoding="utf-8"?>
<p:tagLst xmlns:a="http://schemas.openxmlformats.org/drawingml/2006/main" xmlns:r="http://schemas.openxmlformats.org/officeDocument/2006/relationships" xmlns:p="http://schemas.openxmlformats.org/presentationml/2006/main">
  <p:tag name="OTLMARKERSHAPE" val="OTL"/>
</p:tagLst>
</file>

<file path=ppt/tags/tag492.xml><?xml version="1.0" encoding="utf-8"?>
<p:tagLst xmlns:a="http://schemas.openxmlformats.org/drawingml/2006/main" xmlns:r="http://schemas.openxmlformats.org/officeDocument/2006/relationships" xmlns:p="http://schemas.openxmlformats.org/presentationml/2006/main">
  <p:tag name="OTLMARKERSHAPE" val="OTL"/>
</p:tagLst>
</file>

<file path=ppt/tags/tag493.xml><?xml version="1.0" encoding="utf-8"?>
<p:tagLst xmlns:a="http://schemas.openxmlformats.org/drawingml/2006/main" xmlns:r="http://schemas.openxmlformats.org/officeDocument/2006/relationships" xmlns:p="http://schemas.openxmlformats.org/presentationml/2006/main">
  <p:tag name="OTLMARKERSHAPE" val="OTL"/>
</p:tagLst>
</file>

<file path=ppt/tags/tag494.xml><?xml version="1.0" encoding="utf-8"?>
<p:tagLst xmlns:a="http://schemas.openxmlformats.org/drawingml/2006/main" xmlns:r="http://schemas.openxmlformats.org/officeDocument/2006/relationships" xmlns:p="http://schemas.openxmlformats.org/presentationml/2006/main">
  <p:tag name="OTLMARKERSHAPE" val="OTL"/>
</p:tagLst>
</file>

<file path=ppt/tags/tag495.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496.xml><?xml version="1.0" encoding="utf-8"?>
<p:tagLst xmlns:a="http://schemas.openxmlformats.org/drawingml/2006/main" xmlns:r="http://schemas.openxmlformats.org/officeDocument/2006/relationships" xmlns:p="http://schemas.openxmlformats.org/presentationml/2006/main">
  <p:tag name="OTLMARKERSHAPE" val="OTL"/>
</p:tagLst>
</file>

<file path=ppt/tags/tag497.xml><?xml version="1.0" encoding="utf-8"?>
<p:tagLst xmlns:a="http://schemas.openxmlformats.org/drawingml/2006/main" xmlns:r="http://schemas.openxmlformats.org/officeDocument/2006/relationships" xmlns:p="http://schemas.openxmlformats.org/presentationml/2006/main">
  <p:tag name="OTLMARKERSHAPE" val="OTL"/>
</p:tagLst>
</file>

<file path=ppt/tags/tag498.xml><?xml version="1.0" encoding="utf-8"?>
<p:tagLst xmlns:a="http://schemas.openxmlformats.org/drawingml/2006/main" xmlns:r="http://schemas.openxmlformats.org/officeDocument/2006/relationships" xmlns:p="http://schemas.openxmlformats.org/presentationml/2006/main">
  <p:tag name="OTLMARKERSHAPE" val="OTL"/>
</p:tagLst>
</file>

<file path=ppt/tags/tag499.xml><?xml version="1.0" encoding="utf-8"?>
<p:tagLst xmlns:a="http://schemas.openxmlformats.org/drawingml/2006/main" xmlns:r="http://schemas.openxmlformats.org/officeDocument/2006/relationships" xmlns:p="http://schemas.openxmlformats.org/presentationml/2006/main">
  <p:tag name="OTLMARKERSHAPE" val="OTL"/>
</p:tagLst>
</file>

<file path=ppt/tags/tag500.xml><?xml version="1.0" encoding="utf-8"?>
<p:tagLst xmlns:a="http://schemas.openxmlformats.org/drawingml/2006/main" xmlns:r="http://schemas.openxmlformats.org/officeDocument/2006/relationships" xmlns:p="http://schemas.openxmlformats.org/presentationml/2006/main">
  <p:tag name="OTLMARKERSHAPE" val="OTL"/>
</p:tagLst>
</file>

<file path=ppt/tags/tag501.xml><?xml version="1.0" encoding="utf-8"?>
<p:tagLst xmlns:a="http://schemas.openxmlformats.org/drawingml/2006/main" xmlns:r="http://schemas.openxmlformats.org/officeDocument/2006/relationships" xmlns:p="http://schemas.openxmlformats.org/presentationml/2006/main">
  <p:tag name="OTLMARKERSHAPE" val="OTL"/>
</p:tagLst>
</file>

<file path=ppt/tags/tag502.xml><?xml version="1.0" encoding="utf-8"?>
<p:tagLst xmlns:a="http://schemas.openxmlformats.org/drawingml/2006/main" xmlns:r="http://schemas.openxmlformats.org/officeDocument/2006/relationships" xmlns:p="http://schemas.openxmlformats.org/presentationml/2006/main">
  <p:tag name="OTLMARKERSHAPE" val="OTL"/>
</p:tagLst>
</file>

<file path=ppt/tags/tag503.xml><?xml version="1.0" encoding="utf-8"?>
<p:tagLst xmlns:a="http://schemas.openxmlformats.org/drawingml/2006/main" xmlns:r="http://schemas.openxmlformats.org/officeDocument/2006/relationships" xmlns:p="http://schemas.openxmlformats.org/presentationml/2006/main">
  <p:tag name="OTLMARKERSHAPE" val="OTL"/>
</p:tagLst>
</file>

<file path=ppt/tags/tag504.xml><?xml version="1.0" encoding="utf-8"?>
<p:tagLst xmlns:a="http://schemas.openxmlformats.org/drawingml/2006/main" xmlns:r="http://schemas.openxmlformats.org/officeDocument/2006/relationships" xmlns:p="http://schemas.openxmlformats.org/presentationml/2006/main">
  <p:tag name="OTLMARKERSHAPE" val="OTL"/>
</p:tagLst>
</file>

<file path=ppt/tags/tag505.xml><?xml version="1.0" encoding="utf-8"?>
<p:tagLst xmlns:a="http://schemas.openxmlformats.org/drawingml/2006/main" xmlns:r="http://schemas.openxmlformats.org/officeDocument/2006/relationships" xmlns:p="http://schemas.openxmlformats.org/presentationml/2006/main">
  <p:tag name="OTLMARKERSHAPE" val="OTL"/>
</p:tagLst>
</file>

<file path=ppt/tags/tag506.xml><?xml version="1.0" encoding="utf-8"?>
<p:tagLst xmlns:a="http://schemas.openxmlformats.org/drawingml/2006/main" xmlns:r="http://schemas.openxmlformats.org/officeDocument/2006/relationships" xmlns:p="http://schemas.openxmlformats.org/presentationml/2006/main">
  <p:tag name="OTLMARKERSHAPE" val="OTL"/>
</p:tagLst>
</file>

<file path=ppt/tags/tag507.xml><?xml version="1.0" encoding="utf-8"?>
<p:tagLst xmlns:a="http://schemas.openxmlformats.org/drawingml/2006/main" xmlns:r="http://schemas.openxmlformats.org/officeDocument/2006/relationships" xmlns:p="http://schemas.openxmlformats.org/presentationml/2006/main">
  <p:tag name="OTLMARKERSHAPE" val="OTL"/>
</p:tagLst>
</file>

<file path=ppt/tags/tag508.xml><?xml version="1.0" encoding="utf-8"?>
<p:tagLst xmlns:a="http://schemas.openxmlformats.org/drawingml/2006/main" xmlns:r="http://schemas.openxmlformats.org/officeDocument/2006/relationships" xmlns:p="http://schemas.openxmlformats.org/presentationml/2006/main">
  <p:tag name="OTLMARKERSHAPE" val="OTL"/>
</p:tagLst>
</file>

<file path=ppt/tags/tag509.xml><?xml version="1.0" encoding="utf-8"?>
<p:tagLst xmlns:a="http://schemas.openxmlformats.org/drawingml/2006/main" xmlns:r="http://schemas.openxmlformats.org/officeDocument/2006/relationships" xmlns:p="http://schemas.openxmlformats.org/presentationml/2006/main">
  <p:tag name="OTLMARKERSHAPE" val="OTL"/>
</p:tagLst>
</file>

<file path=ppt/tags/tag510.xml><?xml version="1.0" encoding="utf-8"?>
<p:tagLst xmlns:a="http://schemas.openxmlformats.org/drawingml/2006/main" xmlns:r="http://schemas.openxmlformats.org/officeDocument/2006/relationships" xmlns:p="http://schemas.openxmlformats.org/presentationml/2006/main">
  <p:tag name="OTLMARKERSHAPE" val="OTL"/>
</p:tagLst>
</file>

<file path=ppt/tags/tag511.xml><?xml version="1.0" encoding="utf-8"?>
<p:tagLst xmlns:a="http://schemas.openxmlformats.org/drawingml/2006/main" xmlns:r="http://schemas.openxmlformats.org/officeDocument/2006/relationships" xmlns:p="http://schemas.openxmlformats.org/presentationml/2006/main">
  <p:tag name="OTLMARKERSHAPE" val="OTL"/>
</p:tagLst>
</file>

<file path=ppt/tags/tag512.xml><?xml version="1.0" encoding="utf-8"?>
<p:tagLst xmlns:a="http://schemas.openxmlformats.org/drawingml/2006/main" xmlns:r="http://schemas.openxmlformats.org/officeDocument/2006/relationships" xmlns:p="http://schemas.openxmlformats.org/presentationml/2006/main">
  <p:tag name="OTLMARKERSHAPE" val="OTL"/>
</p:tagLst>
</file>

<file path=ppt/tags/tag513.xml><?xml version="1.0" encoding="utf-8"?>
<p:tagLst xmlns:a="http://schemas.openxmlformats.org/drawingml/2006/main" xmlns:r="http://schemas.openxmlformats.org/officeDocument/2006/relationships" xmlns:p="http://schemas.openxmlformats.org/presentationml/2006/main">
  <p:tag name="OTLMARKERSHAPE" val="OTL"/>
</p:tagLst>
</file>

<file path=ppt/tags/tag514.xml><?xml version="1.0" encoding="utf-8"?>
<p:tagLst xmlns:a="http://schemas.openxmlformats.org/drawingml/2006/main" xmlns:r="http://schemas.openxmlformats.org/officeDocument/2006/relationships" xmlns:p="http://schemas.openxmlformats.org/presentationml/2006/main">
  <p:tag name="OTLMARKERSHAPE" val="OTL"/>
</p:tagLst>
</file>

<file path=ppt/tags/tag515.xml><?xml version="1.0" encoding="utf-8"?>
<p:tagLst xmlns:a="http://schemas.openxmlformats.org/drawingml/2006/main" xmlns:r="http://schemas.openxmlformats.org/officeDocument/2006/relationships" xmlns:p="http://schemas.openxmlformats.org/presentationml/2006/main">
  <p:tag name="OTLMARKERSHAPE" val="OTL"/>
</p:tagLst>
</file>

<file path=ppt/tags/tag516.xml><?xml version="1.0" encoding="utf-8"?>
<p:tagLst xmlns:a="http://schemas.openxmlformats.org/drawingml/2006/main" xmlns:r="http://schemas.openxmlformats.org/officeDocument/2006/relationships" xmlns:p="http://schemas.openxmlformats.org/presentationml/2006/main">
  <p:tag name="OTLMARKERSHAPE" val="OTL"/>
</p:tagLst>
</file>

<file path=ppt/tags/tag517.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518.xml><?xml version="1.0" encoding="utf-8"?>
<p:tagLst xmlns:a="http://schemas.openxmlformats.org/drawingml/2006/main" xmlns:r="http://schemas.openxmlformats.org/officeDocument/2006/relationships" xmlns:p="http://schemas.openxmlformats.org/presentationml/2006/main">
  <p:tag name="OTLMARKERSHAPE" val="OTL"/>
</p:tagLst>
</file>

<file path=ppt/tags/tag519.xml><?xml version="1.0" encoding="utf-8"?>
<p:tagLst xmlns:a="http://schemas.openxmlformats.org/drawingml/2006/main" xmlns:r="http://schemas.openxmlformats.org/officeDocument/2006/relationships" xmlns:p="http://schemas.openxmlformats.org/presentationml/2006/main">
  <p:tag name="OTLMARKERSHAPE" val="OTL"/>
</p:tagLst>
</file>

<file path=ppt/tags/tag520.xml><?xml version="1.0" encoding="utf-8"?>
<p:tagLst xmlns:a="http://schemas.openxmlformats.org/drawingml/2006/main" xmlns:r="http://schemas.openxmlformats.org/officeDocument/2006/relationships" xmlns:p="http://schemas.openxmlformats.org/presentationml/2006/main">
  <p:tag name="OTLMARKERSHAPE" val="OTL"/>
</p:tagLst>
</file>

<file path=ppt/tags/tag521.xml><?xml version="1.0" encoding="utf-8"?>
<p:tagLst xmlns:a="http://schemas.openxmlformats.org/drawingml/2006/main" xmlns:r="http://schemas.openxmlformats.org/officeDocument/2006/relationships" xmlns:p="http://schemas.openxmlformats.org/presentationml/2006/main">
  <p:tag name="OTLMARKERSHAPE" val="OTL"/>
</p:tagLst>
</file>

<file path=ppt/tags/tag522.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523.xml><?xml version="1.0" encoding="utf-8"?>
<p:tagLst xmlns:a="http://schemas.openxmlformats.org/drawingml/2006/main" xmlns:r="http://schemas.openxmlformats.org/officeDocument/2006/relationships" xmlns:p="http://schemas.openxmlformats.org/presentationml/2006/main">
  <p:tag name="OTLMARKERSHAPE" val="OTL"/>
</p:tagLst>
</file>

<file path=ppt/tags/tag524.xml><?xml version="1.0" encoding="utf-8"?>
<p:tagLst xmlns:a="http://schemas.openxmlformats.org/drawingml/2006/main" xmlns:r="http://schemas.openxmlformats.org/officeDocument/2006/relationships" xmlns:p="http://schemas.openxmlformats.org/presentationml/2006/main">
  <p:tag name="OTLMARKERSHAPE" val="OTL"/>
</p:tagLst>
</file>

<file path=ppt/tags/tag525.xml><?xml version="1.0" encoding="utf-8"?>
<p:tagLst xmlns:a="http://schemas.openxmlformats.org/drawingml/2006/main" xmlns:r="http://schemas.openxmlformats.org/officeDocument/2006/relationships" xmlns:p="http://schemas.openxmlformats.org/presentationml/2006/main">
  <p:tag name="OTLMARKERSHAPE" val="OTL"/>
</p:tagLst>
</file>

<file path=ppt/tags/tag526.xml><?xml version="1.0" encoding="utf-8"?>
<p:tagLst xmlns:a="http://schemas.openxmlformats.org/drawingml/2006/main" xmlns:r="http://schemas.openxmlformats.org/officeDocument/2006/relationships" xmlns:p="http://schemas.openxmlformats.org/presentationml/2006/main">
  <p:tag name="OTLDATE" val="2026-02-13T23:59:00.0000000"/>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MARKERSHAPE" val="OTL"/>
  <p:tag name="OTLMTITLE" val="Final CTA package"/>
  <p:tag name="OTLPOSITIONONTASK" val="None"/>
  <p:tag name="OTLRELATEDTASKID" val="00000000-0000-0000-0000-000000000000"/>
  <p:tag name="OTLWEEKNUMBERINGFORMAT" val="WNFormat1"/>
  <p:tag name="OTLWEEKNUMBERINGISVISIBLE" val="False"/>
</p:tagLst>
</file>

<file path=ppt/tags/tag527.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11-17T23:59:00.0000000Z"/>
  <p:tag name="OTLMARKERSHAPE" val="OTL"/>
  <p:tag name="OTLSHAPETHICKNESSTYPE" val="Thin"/>
  <p:tag name="OTLSPACING" val="5"/>
  <p:tag name="OTLSTARTDATE" val="2026-07-06T23:59:00.0000000Z"/>
  <p:tag name="OTLWEEKNUMBERINGFORMAT" val="WNFormat1"/>
  <p:tag name="OTLWEEKNUMBERINGISVISIBLE" val="False"/>
</p:tagLst>
</file>

<file path=ppt/tags/tag528.xml><?xml version="1.0" encoding="utf-8"?>
<p:tagLst xmlns:a="http://schemas.openxmlformats.org/drawingml/2006/main" xmlns:r="http://schemas.openxmlformats.org/officeDocument/2006/relationships" xmlns:p="http://schemas.openxmlformats.org/presentationml/2006/main">
  <p:tag name="OTLMARKERSHAPE" val="OTL"/>
</p:tagLst>
</file>

<file path=ppt/tags/tag529.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530.xml><?xml version="1.0" encoding="utf-8"?>
<p:tagLst xmlns:a="http://schemas.openxmlformats.org/drawingml/2006/main" xmlns:r="http://schemas.openxmlformats.org/officeDocument/2006/relationships" xmlns:p="http://schemas.openxmlformats.org/presentationml/2006/main">
  <p:tag name="OTLMARKERSHAPE" val="OTL"/>
</p:tagLst>
</file>

<file path=ppt/tags/tag531.xml><?xml version="1.0" encoding="utf-8"?>
<p:tagLst xmlns:a="http://schemas.openxmlformats.org/drawingml/2006/main" xmlns:r="http://schemas.openxmlformats.org/officeDocument/2006/relationships" xmlns:p="http://schemas.openxmlformats.org/presentationml/2006/main">
  <p:tag name="OTLDATEFORMATAMPMDESIGNATOR" val="AmPmLowerCase"/>
  <p:tag name="OTLDATEFORMATDATEISVISIBLE" val="True"/>
  <p:tag name="OTLDATEFORMATHOURDIGITS" val="H"/>
  <p:tag name="OTLDATEFORMATSEPARATOR" val="/"/>
  <p:tag name="OTLDATEFORMATSTRING" val="M/d/yy"/>
  <p:tag name="OTLDATEFORMATTIMEISVISIBLE" val="False"/>
  <p:tag name="OTLDATEFORMATTRIM00MINUTES" val="False"/>
  <p:tag name="OTLDATEFORMATUSEUS" val="True"/>
  <p:tag name="OTLDURATIONFORMAT" val="day"/>
  <p:tag name="OTLENDDATE" val="2026-06-12T23:59:00.0000000Z"/>
  <p:tag name="OTLMARKERSHAPE" val="OTL"/>
  <p:tag name="OTLSHAPETHICKNESSTYPE" val="Thin"/>
  <p:tag name="OTLSPACING" val="5"/>
  <p:tag name="OTLSTARTDATE" val="2026-03-13T23:59:00.0000000Z"/>
  <p:tag name="OTLWEEKNUMBERINGFORMAT" val="WNFormat1"/>
  <p:tag name="OTLWEEKNUMBERINGISVISIBLE" val="False"/>
</p:tagLst>
</file>

<file path=ppt/tags/tag532.xml><?xml version="1.0" encoding="utf-8"?>
<p:tagLst xmlns:a="http://schemas.openxmlformats.org/drawingml/2006/main" xmlns:r="http://schemas.openxmlformats.org/officeDocument/2006/relationships" xmlns:p="http://schemas.openxmlformats.org/presentationml/2006/main">
  <p:tag name="OTLMARKERSHAPE" val="OTL"/>
</p:tagLst>
</file>

<file path=ppt/tags/tag533.xml><?xml version="1.0" encoding="utf-8"?>
<p:tagLst xmlns:a="http://schemas.openxmlformats.org/drawingml/2006/main" xmlns:r="http://schemas.openxmlformats.org/officeDocument/2006/relationships" xmlns:p="http://schemas.openxmlformats.org/presentationml/2006/main">
  <p:tag name="OTLMARKERSHAPE" val="OTL"/>
</p:tagLst>
</file>

<file path=ppt/tags/tag534.xml><?xml version="1.0" encoding="utf-8"?>
<p:tagLst xmlns:a="http://schemas.openxmlformats.org/drawingml/2006/main" xmlns:r="http://schemas.openxmlformats.org/officeDocument/2006/relationships" xmlns:p="http://schemas.openxmlformats.org/presentationml/2006/main">
  <p:tag name="OTLELAPSEDSTYLE" val="Thin"/>
  <p:tag name="OTLMARKERSHAPE" val="OTL"/>
</p:tagLst>
</file>

<file path=ppt/tags/tag535.xml><?xml version="1.0" encoding="utf-8"?>
<p:tagLst xmlns:a="http://schemas.openxmlformats.org/drawingml/2006/main" xmlns:r="http://schemas.openxmlformats.org/officeDocument/2006/relationships" xmlns:p="http://schemas.openxmlformats.org/presentationml/2006/main">
  <p:tag name="OTLMARKERSHAPE" val="OTL"/>
  <p:tag name="OTLTODAYPOSITION" val="Below"/>
</p:tagLst>
</file>

<file path=ppt/tags/tag536.xml><?xml version="1.0" encoding="utf-8"?>
<p:tagLst xmlns:a="http://schemas.openxmlformats.org/drawingml/2006/main" xmlns:r="http://schemas.openxmlformats.org/officeDocument/2006/relationships" xmlns:p="http://schemas.openxmlformats.org/presentationml/2006/main">
  <p:tag name="OTLMARKERSHAPE" val="OTL"/>
</p:tagLst>
</file>

<file path=ppt/tags/tag537.xml><?xml version="1.0" encoding="utf-8"?>
<p:tagLst xmlns:a="http://schemas.openxmlformats.org/drawingml/2006/main" xmlns:r="http://schemas.openxmlformats.org/officeDocument/2006/relationships" xmlns:p="http://schemas.openxmlformats.org/presentationml/2006/main">
  <p:tag name="OTLMARKERSHAPE" val="OTL"/>
</p:tagLst>
</file>

<file path=ppt/tags/tag538.xml><?xml version="1.0" encoding="utf-8"?>
<p:tagLst xmlns:a="http://schemas.openxmlformats.org/drawingml/2006/main" xmlns:r="http://schemas.openxmlformats.org/officeDocument/2006/relationships" xmlns:p="http://schemas.openxmlformats.org/presentationml/2006/main">
  <p:tag name="OTLMARKERSHAPE" val="OTL"/>
</p:tagLst>
</file>

<file path=ppt/tags/tag539.xml><?xml version="1.0" encoding="utf-8"?>
<p:tagLst xmlns:a="http://schemas.openxmlformats.org/drawingml/2006/main" xmlns:r="http://schemas.openxmlformats.org/officeDocument/2006/relationships" xmlns:p="http://schemas.openxmlformats.org/presentationml/2006/main">
  <p:tag name="OTLMARKERSHAPE" val="OTL"/>
</p:tagLst>
</file>

<file path=ppt/tags/tag540.xml><?xml version="1.0" encoding="utf-8"?>
<p:tagLst xmlns:a="http://schemas.openxmlformats.org/drawingml/2006/main" xmlns:r="http://schemas.openxmlformats.org/officeDocument/2006/relationships" xmlns:p="http://schemas.openxmlformats.org/presentationml/2006/main">
  <p:tag name="OTLMARKERSHAPE" val="OTL"/>
</p:tagLst>
</file>

<file path=ppt/tags/tag541.xml><?xml version="1.0" encoding="utf-8"?>
<p:tagLst xmlns:a="http://schemas.openxmlformats.org/drawingml/2006/main" xmlns:r="http://schemas.openxmlformats.org/officeDocument/2006/relationships" xmlns:p="http://schemas.openxmlformats.org/presentationml/2006/main">
  <p:tag name="OTLMARKERSHAPE" val="OTL"/>
</p:tagLst>
</file>

<file path=ppt/tags/tag542.xml><?xml version="1.0" encoding="utf-8"?>
<p:tagLst xmlns:a="http://schemas.openxmlformats.org/drawingml/2006/main" xmlns:r="http://schemas.openxmlformats.org/officeDocument/2006/relationships" xmlns:p="http://schemas.openxmlformats.org/presentationml/2006/main">
  <p:tag name="OTLMARKERSHAPE" val="OTL"/>
</p:tagLst>
</file>

<file path=ppt/tags/tag543.xml><?xml version="1.0" encoding="utf-8"?>
<p:tagLst xmlns:a="http://schemas.openxmlformats.org/drawingml/2006/main" xmlns:r="http://schemas.openxmlformats.org/officeDocument/2006/relationships" xmlns:p="http://schemas.openxmlformats.org/presentationml/2006/main">
  <p:tag name="OTLDATE" val="2027-06-05T23:59:00.0000000"/>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MARKERSHAPE" val="OTL"/>
  <p:tag name="OTLMILESTONESPACING" val="3"/>
  <p:tag name="OTLMTITLE" val="PoCP"/>
  <p:tag name="OTLPOSITIONONTASK" val="None"/>
  <p:tag name="OTLRELATEDTASKID" val="00000000-0000-0000-0000-000000000000"/>
  <p:tag name="OTLWEEKNUMBERINGFORMAT" val="WNFormat1"/>
  <p:tag name="OTLWEEKNUMBERINGISVISIBLE" val="False"/>
</p:tagLst>
</file>

<file path=ppt/tags/tag544.xml><?xml version="1.0" encoding="utf-8"?>
<p:tagLst xmlns:a="http://schemas.openxmlformats.org/drawingml/2006/main" xmlns:r="http://schemas.openxmlformats.org/officeDocument/2006/relationships" xmlns:p="http://schemas.openxmlformats.org/presentationml/2006/main">
  <p:tag name="OTLDATE" val="2026-07-06T23:59:00.0000000"/>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MARKERSHAPE" val="OTL"/>
  <p:tag name="OTLMILESTONESPACING" val="5"/>
  <p:tag name="OTLMTITLE" val="DEC"/>
  <p:tag name="OTLPOSITIONONTASK" val="None"/>
  <p:tag name="OTLRELATEDTASKID" val="00000000-0000-0000-0000-000000000000"/>
  <p:tag name="OTLWEEKNUMBERINGFORMAT" val="WNFormat1"/>
  <p:tag name="OTLWEEKNUMBERINGISVISIBLE" val="False"/>
</p:tagLst>
</file>

<file path=ppt/tags/tag545.xml><?xml version="1.0" encoding="utf-8"?>
<p:tagLst xmlns:a="http://schemas.openxmlformats.org/drawingml/2006/main" xmlns:r="http://schemas.openxmlformats.org/officeDocument/2006/relationships" xmlns:p="http://schemas.openxmlformats.org/presentationml/2006/main">
  <p:tag name="OTLDATE" val="2026-07-06T23:59:00.0000000"/>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MARKERSHAPE" val="OTL"/>
  <p:tag name="OTLMILESTONESPACING" val="5"/>
  <p:tag name="OTLMTITLE" val="DEC"/>
  <p:tag name="OTLPOSITIONONTASK" val="None"/>
  <p:tag name="OTLRELATEDTASKID" val="00000000-0000-0000-0000-000000000000"/>
  <p:tag name="OTLWEEKNUMBERINGFORMAT" val="WNFormat1"/>
  <p:tag name="OTLWEEKNUMBERINGISVISIBLE" val="False"/>
</p:tagLst>
</file>

<file path=ppt/tags/tag546.xml><?xml version="1.0" encoding="utf-8"?>
<p:tagLst xmlns:a="http://schemas.openxmlformats.org/drawingml/2006/main" xmlns:r="http://schemas.openxmlformats.org/officeDocument/2006/relationships" xmlns:p="http://schemas.openxmlformats.org/presentationml/2006/main">
  <p:tag name="OTLDATE" val="2027-06-05T23:59:00.0000000"/>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MARKERSHAPE" val="OTL"/>
  <p:tag name="OTLMILESTONESPACING" val="3"/>
  <p:tag name="OTLMTITLE" val="PoCP"/>
  <p:tag name="OTLPOSITIONONTASK" val="None"/>
  <p:tag name="OTLRELATEDTASKID" val="00000000-0000-0000-0000-000000000000"/>
  <p:tag name="OTLWEEKNUMBERINGFORMAT" val="WNFormat1"/>
  <p:tag name="OTLWEEKNUMBERINGISVISIBLE" val="False"/>
</p:tagLst>
</file>

<file path=ppt/tags/tag547.xml><?xml version="1.0" encoding="utf-8"?>
<p:tagLst xmlns:a="http://schemas.openxmlformats.org/drawingml/2006/main" xmlns:r="http://schemas.openxmlformats.org/officeDocument/2006/relationships" xmlns:p="http://schemas.openxmlformats.org/presentationml/2006/main">
  <p:tag name="OTLDATE" val="2027-06-05T23:59:00.0000000"/>
  <p:tag name="OTLDATEFORMATAMPMDESIGNATOR" val="AmPmLowerCase"/>
  <p:tag name="OTLDATEFORMATDATEISVISIBLE" val="True"/>
  <p:tag name="OTLDATEFORMATHOURDIGITS" val="H"/>
  <p:tag name="OTLDATEFORMATSEPARATOR" val="/"/>
  <p:tag name="OTLDATEFORMATSTRING" val="MMM d"/>
  <p:tag name="OTLDATEFORMATTIMEISVISIBLE" val="False"/>
  <p:tag name="OTLDATEFORMATTRIM00MINUTES" val="False"/>
  <p:tag name="OTLDATEFORMATUSEUS" val="True"/>
  <p:tag name="OTLMARKERSHAPE" val="OTL"/>
  <p:tag name="OTLMILESTONESPACING" val="3"/>
  <p:tag name="OTLMTITLE" val="PoCP"/>
  <p:tag name="OTLPOSITIONONTASK" val="None"/>
  <p:tag name="OTLRELATEDTASKID" val="00000000-0000-0000-0000-000000000000"/>
  <p:tag name="OTLWEEKNUMBERINGFORMAT" val="WNFormat1"/>
  <p:tag name="OTLWEEKNUMBERINGISVISIBLE" val="False"/>
</p:tagLst>
</file>

<file path=ppt/theme/theme1.xml><?xml version="1.0" encoding="utf-8"?>
<a:theme xmlns:a="http://schemas.openxmlformats.org/drawingml/2006/main" name="13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PPT-Slide-Library_Version_2.0_August_2025.pptx" id="{72BAD0FD-B305-4ECE-B714-13F510B44DA5}" vid="{84260866-2919-420B-8636-DC6FC79584D5}"/>
    </a:ext>
  </a:extLst>
</a:theme>
</file>

<file path=ppt/theme/theme2.xml><?xml version="1.0" encoding="utf-8"?>
<a:theme xmlns:a="http://schemas.openxmlformats.org/drawingml/2006/main" name="1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Ingelheim_Slide_library_1.0.pptx" id="{5908B920-57D7-4ED1-928D-C904C10EC231}" vid="{29E26ED5-3A1A-4603-9964-4C266823EF94}"/>
    </a:ext>
  </a:extLst>
</a:theme>
</file>

<file path=ppt/theme/theme3.xml><?xml version="1.0" encoding="utf-8"?>
<a:theme xmlns:a="http://schemas.openxmlformats.org/drawingml/2006/main" name="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4.xml><?xml version="1.0" encoding="utf-8"?>
<a:theme xmlns:a="http://schemas.openxmlformats.org/drawingml/2006/main" name="4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Ingelheim_Slide_library_1.0.pptx" id="{5908B920-57D7-4ED1-928D-C904C10EC231}" vid="{29E26ED5-3A1A-4603-9964-4C266823EF94}"/>
    </a:ext>
  </a:extLst>
</a:theme>
</file>

<file path=ppt/theme/theme5.xml><?xml version="1.0" encoding="utf-8"?>
<a:theme xmlns:a="http://schemas.openxmlformats.org/drawingml/2006/main" name="15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6.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3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Custom 1">
      <a:majorFont>
        <a:latin typeface="Boehringer Forward Head"/>
        <a:ea typeface="Meiryo UI"/>
        <a:cs typeface=""/>
      </a:majorFont>
      <a:minorFont>
        <a:latin typeface="Boehringer Forward Text"/>
        <a:ea typeface="Meiryo UI"/>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8.xml><?xml version="1.0" encoding="utf-8"?>
<a:theme xmlns:a="http://schemas.openxmlformats.org/drawingml/2006/main" name="12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Presentation1" id="{8E73A1CE-C297-4B48-8EE7-ACD211E1B6BA}" vid="{70C47F2D-1438-4C71-8D10-E835C49F7593}"/>
    </a:ext>
  </a:extLst>
</a:theme>
</file>

<file path=ppt/theme/theme9.xml><?xml version="1.0" encoding="utf-8"?>
<a:theme xmlns:a="http://schemas.openxmlformats.org/drawingml/2006/main" name="10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Ingelheim_Slide_library_1.0.pptx" id="{5908B920-57D7-4ED1-928D-C904C10EC231}" vid="{29E26ED5-3A1A-4603-9964-4C266823EF94}"/>
    </a:ext>
  </a:extLst>
</a:theme>
</file>

<file path=ppt/theme/theme10.xml><?xml version="1.0" encoding="utf-8"?>
<a:theme xmlns:a="http://schemas.openxmlformats.org/drawingml/2006/main" name="Theme - BI simple">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Theme - BI simple" id="{B61621FA-6069-4F8A-B565-349C71BE0248}" vid="{EC9C3C2E-1936-4DAF-982E-7CA059A59591}"/>
    </a:ext>
  </a:extLst>
</a:theme>
</file>

<file path=ppt/theme/theme11.xml><?xml version="1.0" encoding="utf-8"?>
<a:theme xmlns:a="http://schemas.openxmlformats.org/drawingml/2006/main" name="2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12.xml><?xml version="1.0" encoding="utf-8"?>
<a:theme xmlns:a="http://schemas.openxmlformats.org/drawingml/2006/main" name="5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Ingelheim_Slide_library_1.0.pptx" id="{5908B920-57D7-4ED1-928D-C904C10EC231}" vid="{29E26ED5-3A1A-4603-9964-4C266823EF94}"/>
    </a:ext>
  </a:extLst>
</a:theme>
</file>

<file path=ppt/theme/theme13.xml><?xml version="1.0" encoding="utf-8"?>
<a:theme xmlns:a="http://schemas.openxmlformats.org/drawingml/2006/main" name="9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14.xml><?xml version="1.0" encoding="utf-8"?>
<a:theme xmlns:a="http://schemas.openxmlformats.org/drawingml/2006/main" name="11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rgbClr val="FFC000"/>
        </a:solidFill>
        <a:ln w="6350">
          <a:solidFill>
            <a:schemeClr val="tx1"/>
          </a:solidFill>
        </a:ln>
      </a:spPr>
      <a:bodyPr rtlCol="0" anchor="ctr"/>
      <a:lstStyle>
        <a:defPPr algn="ctr">
          <a:lnSpc>
            <a:spcPct val="140000"/>
          </a:lnSpc>
          <a:defRPr sz="1600"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K16_Boehringer-Ingelheim_Master_2023-10-27.potx" id="{2C6D375D-DD9D-4CF0-B688-7F4CCBA49DFF}" vid="{6088006B-833E-4326-9B9C-8EE8922CBC59}"/>
    </a:ext>
  </a:extLst>
</a:theme>
</file>

<file path=ppt/theme/theme15.xml><?xml version="1.0" encoding="utf-8"?>
<a:theme xmlns:a="http://schemas.openxmlformats.org/drawingml/2006/main" name="6_Boehringer Ingelheim 16:9">
  <a:themeElements>
    <a:clrScheme name="BI_FINAL">
      <a:dk1>
        <a:sysClr val="windowText" lastClr="000000"/>
      </a:dk1>
      <a:lt1>
        <a:sysClr val="window" lastClr="FFFFFF"/>
      </a:lt1>
      <a:dk2>
        <a:srgbClr val="00E47C"/>
      </a:dk2>
      <a:lt2>
        <a:srgbClr val="08312A"/>
      </a:lt2>
      <a:accent1>
        <a:srgbClr val="08312A"/>
      </a:accent1>
      <a:accent2>
        <a:srgbClr val="00E47C"/>
      </a:accent2>
      <a:accent3>
        <a:srgbClr val="C5C3EE"/>
      </a:accent3>
      <a:accent4>
        <a:srgbClr val="FFE667"/>
      </a:accent4>
      <a:accent5>
        <a:srgbClr val="F58A68"/>
      </a:accent5>
      <a:accent6>
        <a:srgbClr val="A3E5EE"/>
      </a:accent6>
      <a:hlink>
        <a:srgbClr val="898885"/>
      </a:hlink>
      <a:folHlink>
        <a:srgbClr val="B7B6B2"/>
      </a:folHlink>
    </a:clrScheme>
    <a:fontScheme name="Boehringer">
      <a:majorFont>
        <a:latin typeface="Boehringer Forward Head"/>
        <a:ea typeface=""/>
        <a:cs typeface=""/>
      </a:majorFont>
      <a:minorFont>
        <a:latin typeface="Boehringer Forward Tex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bg1"/>
        </a:solidFill>
        <a:ln w="6350">
          <a:solidFill>
            <a:schemeClr val="tx1"/>
          </a:solidFill>
        </a:ln>
      </a:spPr>
      <a:bodyPr rtlCol="0" anchor="ctr"/>
      <a:lstStyle>
        <a:defPPr algn="ctr">
          <a:lnSpc>
            <a:spcPct val="140000"/>
          </a:lnSpc>
          <a:defRPr sz="16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bwMode="gray">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marL="180000" indent="-180000" algn="l">
          <a:lnSpc>
            <a:spcPct val="140000"/>
          </a:lnSpc>
          <a:buFont typeface="Arial" panose="020B0604020202020204" pitchFamily="34" charset="0"/>
          <a:buChar char="•"/>
          <a:defRPr sz="1600" dirty="0"/>
        </a:defPPr>
      </a:lstStyle>
    </a:txDef>
  </a:objectDefaults>
  <a:extraClrSchemeLst/>
  <a:custClrLst>
    <a:custClr name="Light Red">
      <a:srgbClr val="F5CDB9"/>
    </a:custClr>
    <a:custClr name="Red">
      <a:srgbClr val="F58A68"/>
    </a:custClr>
    <a:custClr name="Medium Red">
      <a:srgbClr val="EE6541"/>
    </a:custClr>
    <a:custClr name="Dark Red">
      <a:srgbClr val="86251B"/>
    </a:custClr>
    <a:custClr>
      <a:srgbClr val="FFFFFF"/>
    </a:custClr>
    <a:custClr>
      <a:srgbClr val="FFFFFF"/>
    </a:custClr>
    <a:custClr name="Gray 1">
      <a:srgbClr val="FAF9F8"/>
    </a:custClr>
    <a:custClr name="Light Gray">
      <a:srgbClr val="F6F5F3"/>
    </a:custClr>
    <a:custClr name="Gray 3">
      <a:srgbClr val="EFEEEB"/>
    </a:custClr>
    <a:custClr name="Warm Gray">
      <a:srgbClr val="E5E3DE"/>
    </a:custClr>
    <a:custClr name="Light Blue">
      <a:srgbClr val="D2F2F7"/>
    </a:custClr>
    <a:custClr name="Blue">
      <a:srgbClr val="A3E5EE"/>
    </a:custClr>
    <a:custClr name="Medium Blue">
      <a:srgbClr val="6AD2E2"/>
    </a:custClr>
    <a:custClr name="Dark Blue">
      <a:srgbClr val="076D7E"/>
    </a:custClr>
    <a:custClr>
      <a:srgbClr val="FFFFFF"/>
    </a:custClr>
    <a:custClr>
      <a:srgbClr val="FFFFFF"/>
    </a:custClr>
    <a:custClr name="Gray 5">
      <a:srgbClr val="B7B6B2"/>
    </a:custClr>
    <a:custClr name="Gray 6">
      <a:srgbClr val="898885"/>
    </a:custClr>
    <a:custClr name="Gray 7">
      <a:srgbClr val="5C5B59"/>
    </a:custClr>
    <a:custClr name="Gray 8">
      <a:srgbClr val="2E2D2C"/>
    </a:custClr>
    <a:custClr name="Light Yellow">
      <a:srgbClr val="FBF9AA"/>
    </a:custClr>
    <a:custClr name="Yellow">
      <a:srgbClr val="FFE667"/>
    </a:custClr>
    <a:custClr name="Medium Yellow">
      <a:srgbClr val="FFD03D"/>
    </a:custClr>
    <a:custClr name="Dark Yellow">
      <a:srgbClr val="E18600"/>
    </a:custClr>
    <a:custClr>
      <a:srgbClr val="FFFFFF"/>
    </a:custClr>
    <a:custClr>
      <a:srgbClr val="FFFFFF"/>
    </a:custClr>
    <a:custClr>
      <a:srgbClr val="FFFFFF"/>
    </a:custClr>
    <a:custClr>
      <a:srgbClr val="FFFFFF"/>
    </a:custClr>
    <a:custClr>
      <a:srgbClr val="FFFFFF"/>
    </a:custClr>
    <a:custClr>
      <a:srgbClr val="FFFFFF"/>
    </a:custClr>
    <a:custClr name="Light Violet">
      <a:srgbClr val="E0E1F6"/>
    </a:custClr>
    <a:custClr name="Violet">
      <a:srgbClr val="C5C3EE"/>
    </a:custClr>
    <a:custClr name="Medium Violet">
      <a:srgbClr val="928BDE"/>
    </a:custClr>
    <a:custClr name="Dark Violet">
      <a:srgbClr val="5D4495"/>
    </a:custClr>
    <a:custClr>
      <a:srgbClr val="FFFFFF"/>
    </a:custClr>
    <a:custClr>
      <a:srgbClr val="FFFFFF"/>
    </a:custClr>
    <a:custClr>
      <a:srgbClr val="FFFFFF"/>
    </a:custClr>
    <a:custClr name="Signal Red">
      <a:srgbClr val="F62B2B"/>
    </a:custClr>
    <a:custClr name="Signal Yellow">
      <a:srgbClr val="FF8413"/>
    </a:custClr>
    <a:custClr name="Signal Green">
      <a:srgbClr val="1EAD1B"/>
    </a:custClr>
  </a:custClrLst>
  <a:extLst>
    <a:ext uri="{05A4C25C-085E-4340-85A3-A5531E510DB2}">
      <thm15:themeFamily xmlns:thm15="http://schemas.microsoft.com/office/thememl/2012/main" name="Boehringer_Ingelheim_Slide_library_1.0.potx" id="{11FD0CF5-D6FB-4153-81EA-F7D1DFFA8983}" vid="{B31C96F5-B030-4DCF-82B8-2EC65F9B81F6}"/>
    </a:ext>
  </a:extLst>
</a:theme>
</file>

<file path=ppt/theme/theme1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9242DF3D1D04D43AAE539FB642C880D" ma:contentTypeVersion="19" ma:contentTypeDescription="Create a new document." ma:contentTypeScope="" ma:versionID="216cf6b9bc403f004b8b7e86d8e72cfc">
  <xsd:schema xmlns:xsd="http://www.w3.org/2001/XMLSchema" xmlns:xs="http://www.w3.org/2001/XMLSchema" xmlns:p="http://schemas.microsoft.com/office/2006/metadata/properties" xmlns:ns2="abec3d6c-dc49-43d8-9f5f-fe75434a2497" xmlns:ns3="38988128-37ab-443d-bda8-e0f28155c68c" xmlns:ns4="e47812bf-c8f0-415c-9dc6-756594725798" targetNamespace="http://schemas.microsoft.com/office/2006/metadata/properties" ma:root="true" ma:fieldsID="22e1a6cbe640582aedff401e2d7c7a09" ns2:_="" ns3:_="" ns4:_="">
    <xsd:import namespace="abec3d6c-dc49-43d8-9f5f-fe75434a2497"/>
    <xsd:import namespace="38988128-37ab-443d-bda8-e0f28155c68c"/>
    <xsd:import namespace="e47812bf-c8f0-415c-9dc6-756594725798"/>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DateTaken" minOccurs="0"/>
                <xsd:element ref="ns2:MediaServiceAutoTags" minOccurs="0"/>
                <xsd:element ref="ns2:MediaServiceGenerationTime" minOccurs="0"/>
                <xsd:element ref="ns2:MediaServiceEventHashCode" minOccurs="0"/>
                <xsd:element ref="ns2:MediaServiceOCR" minOccurs="0"/>
                <xsd:element ref="ns2:MediaLengthInSeconds" minOccurs="0"/>
                <xsd:element ref="ns2:MediaServiceAutoKeyPoints" minOccurs="0"/>
                <xsd:element ref="ns2:MediaServiceKeyPoints" minOccurs="0"/>
                <xsd:element ref="ns2:lcf76f155ced4ddcb4097134ff3c332f" minOccurs="0"/>
                <xsd:element ref="ns4:TaxCatchAll" minOccurs="0"/>
                <xsd:element ref="ns2:MediaServiceObjectDetectorVersions" minOccurs="0"/>
                <xsd:element ref="ns2:MediaServiceLocation"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bec3d6c-dc49-43d8-9f5f-fe75434a249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LengthInSeconds" ma:index="17" nillable="true" ma:displayName="Length (seconds)" ma:internalName="MediaLengthInSeconds" ma:readOnly="true">
      <xsd:simpleType>
        <xsd:restriction base="dms:Unknown"/>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element name="lcf76f155ced4ddcb4097134ff3c332f" ma:index="21" nillable="true" ma:taxonomy="true" ma:internalName="lcf76f155ced4ddcb4097134ff3c332f" ma:taxonomyFieldName="MediaServiceImageTags" ma:displayName="Image Tags" ma:readOnly="false" ma:fieldId="{5cf76f15-5ced-4ddc-b409-7134ff3c332f}" ma:taxonomyMulti="true" ma:sspId="798f3110-b2b7-48bc-b5f0-a137367be0c9"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element name="MediaServiceLocation" ma:index="24" nillable="true" ma:displayName="Location" ma:indexed="true" ma:internalName="MediaServiceLocation"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element name="MediaServiceBillingMetadata" ma:index="26"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38988128-37ab-443d-bda8-e0f28155c68c"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e47812bf-c8f0-415c-9dc6-756594725798" elementFormDefault="qualified">
    <xsd:import namespace="http://schemas.microsoft.com/office/2006/documentManagement/types"/>
    <xsd:import namespace="http://schemas.microsoft.com/office/infopath/2007/PartnerControls"/>
    <xsd:element name="TaxCatchAll" ma:index="22" nillable="true" ma:displayName="Taxonomy Catch All Column" ma:hidden="true" ma:list="{289bc802-be5d-4ad1-8fa5-936a0ef32c64}" ma:internalName="TaxCatchAll" ma:showField="CatchAllData" ma:web="38988128-37ab-443d-bda8-e0f28155c68c">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SharedWithUsers xmlns="38988128-37ab-443d-bda8-e0f28155c68c">
      <UserInfo>
        <DisplayName/>
        <AccountId xsi:nil="true"/>
        <AccountType/>
      </UserInfo>
    </SharedWithUsers>
    <lcf76f155ced4ddcb4097134ff3c332f xmlns="abec3d6c-dc49-43d8-9f5f-fe75434a2497">
      <Terms xmlns="http://schemas.microsoft.com/office/infopath/2007/PartnerControls"/>
    </lcf76f155ced4ddcb4097134ff3c332f>
    <TaxCatchAll xmlns="e47812bf-c8f0-415c-9dc6-756594725798" xsi:nil="true"/>
  </documentManagement>
</p:properties>
</file>

<file path=customXml/itemProps1.xml><?xml version="1.0" encoding="utf-8"?>
<ds:datastoreItem xmlns:ds="http://schemas.openxmlformats.org/officeDocument/2006/customXml" ds:itemID="{5ECD82C6-FF10-415E-8D22-07EFCB8863F7}"/>
</file>

<file path=customXml/itemProps2.xml><?xml version="1.0" encoding="utf-8"?>
<ds:datastoreItem xmlns:ds="http://schemas.openxmlformats.org/officeDocument/2006/customXml" ds:itemID="{60E89AE9-096C-4008-8F14-FF16F0553995}">
  <ds:schemaRefs>
    <ds:schemaRef ds:uri="http://schemas.microsoft.com/sharepoint/v3/contenttype/forms"/>
  </ds:schemaRefs>
</ds:datastoreItem>
</file>

<file path=customXml/itemProps3.xml><?xml version="1.0" encoding="utf-8"?>
<ds:datastoreItem xmlns:ds="http://schemas.openxmlformats.org/officeDocument/2006/customXml" ds:itemID="{5D0452D6-F2D9-4FC2-9863-71052AA7BDFA}">
  <ds:schemaRefs>
    <ds:schemaRef ds:uri="http://schemas.microsoft.com/office/2006/documentManagement/types"/>
    <ds:schemaRef ds:uri="http://purl.org/dc/terms/"/>
    <ds:schemaRef ds:uri="http://schemas.openxmlformats.org/package/2006/metadata/core-properties"/>
    <ds:schemaRef ds:uri="http://purl.org/dc/dcmitype/"/>
    <ds:schemaRef ds:uri="http://schemas.microsoft.com/office/infopath/2007/PartnerControls"/>
    <ds:schemaRef ds:uri="http://purl.org/dc/elements/1.1/"/>
    <ds:schemaRef ds:uri="http://schemas.microsoft.com/office/2006/metadata/properties"/>
    <ds:schemaRef ds:uri="6105e471-a007-4c69-b034-cfd36128fabd"/>
    <ds:schemaRef ds:uri="545a336c-45ba-4242-ba8b-2a24159e5b92"/>
    <ds:schemaRef ds:uri="http://www.w3.org/XML/1998/namespace"/>
  </ds:schemaRefs>
</ds:datastoreItem>
</file>

<file path=docMetadata/LabelInfo.xml><?xml version="1.0" encoding="utf-8"?>
<clbl:labelList xmlns:clbl="http://schemas.microsoft.com/office/2020/mipLabelMetadata">
  <clbl:label id="{bfd0b529-4a04-4616-88d2-531082d94bb8}" enabled="1" method="Standard" siteId="{e1f8af86-ee95-4718-bd0d-375b37366c83}" removed="0"/>
</clbl:labelList>
</file>

<file path=docProps/app.xml><?xml version="1.0" encoding="utf-8"?>
<Properties xmlns="http://schemas.openxmlformats.org/officeDocument/2006/extended-properties" xmlns:vt="http://schemas.openxmlformats.org/officeDocument/2006/docPropsVTypes">
  <TotalTime>398</TotalTime>
  <Words>17689</Words>
  <Application>Microsoft Office PowerPoint</Application>
  <PresentationFormat>Widescreen</PresentationFormat>
  <Paragraphs>4580</Paragraphs>
  <Slides>99</Slides>
  <Notes>58</Notes>
  <HiddenSlides>22</HiddenSlides>
  <MMClips>0</MMClips>
  <ScaleCrop>false</ScaleCrop>
  <HeadingPairs>
    <vt:vector size="8" baseType="variant">
      <vt:variant>
        <vt:lpstr>Fonts Used</vt:lpstr>
      </vt:variant>
      <vt:variant>
        <vt:i4>27</vt:i4>
      </vt:variant>
      <vt:variant>
        <vt:lpstr>Theme</vt:lpstr>
      </vt:variant>
      <vt:variant>
        <vt:i4>15</vt:i4>
      </vt:variant>
      <vt:variant>
        <vt:lpstr>Embedded OLE Servers</vt:lpstr>
      </vt:variant>
      <vt:variant>
        <vt:i4>3</vt:i4>
      </vt:variant>
      <vt:variant>
        <vt:lpstr>Slide Titles</vt:lpstr>
      </vt:variant>
      <vt:variant>
        <vt:i4>99</vt:i4>
      </vt:variant>
    </vt:vector>
  </HeadingPairs>
  <TitlesOfParts>
    <vt:vector size="144" baseType="lpstr">
      <vt:lpstr>Arial,Sans-Serif</vt:lpstr>
      <vt:lpstr>BoehringerForward Text</vt:lpstr>
      <vt:lpstr>DengXian</vt:lpstr>
      <vt:lpstr>DengXian</vt:lpstr>
      <vt:lpstr>Helvetica Neue Thin</vt:lpstr>
      <vt:lpstr>Inter</vt:lpstr>
      <vt:lpstr>Microsoft YaHei</vt:lpstr>
      <vt:lpstr>Microsoft YaHei UI</vt:lpstr>
      <vt:lpstr>OPPOSans M</vt:lpstr>
      <vt:lpstr>SansSerif</vt:lpstr>
      <vt:lpstr>SimHei</vt:lpstr>
      <vt:lpstr>Aptos</vt:lpstr>
      <vt:lpstr>Arial</vt:lpstr>
      <vt:lpstr>Arial Narrow</vt:lpstr>
      <vt:lpstr>BISans</vt:lpstr>
      <vt:lpstr>BISansCond</vt:lpstr>
      <vt:lpstr>BISansOpti</vt:lpstr>
      <vt:lpstr>BISansOptiCond</vt:lpstr>
      <vt:lpstr>Boehringer Forward Head</vt:lpstr>
      <vt:lpstr>Boehringer Forward Text</vt:lpstr>
      <vt:lpstr>Boehringer Forward Text</vt:lpstr>
      <vt:lpstr>Calibri</vt:lpstr>
      <vt:lpstr>Calibri Light</vt:lpstr>
      <vt:lpstr>Helvetica</vt:lpstr>
      <vt:lpstr>Times New Roman</vt:lpstr>
      <vt:lpstr>Times New Roman</vt:lpstr>
      <vt:lpstr>Wingdings</vt:lpstr>
      <vt:lpstr>13_Boehringer Ingelheim 16:9</vt:lpstr>
      <vt:lpstr>1_Boehringer Ingelheim 16:9</vt:lpstr>
      <vt:lpstr>Boehringer Ingelheim 16:9</vt:lpstr>
      <vt:lpstr>4_Boehringer Ingelheim 16:9</vt:lpstr>
      <vt:lpstr>15_Boehringer Ingelheim 16:9</vt:lpstr>
      <vt:lpstr>Custom Design</vt:lpstr>
      <vt:lpstr>3_Boehringer Ingelheim 16:9</vt:lpstr>
      <vt:lpstr>12_Boehringer Ingelheim 16:9</vt:lpstr>
      <vt:lpstr>10_Boehringer Ingelheim 16:9</vt:lpstr>
      <vt:lpstr>Theme - BI simple</vt:lpstr>
      <vt:lpstr>2_Boehringer Ingelheim 16:9</vt:lpstr>
      <vt:lpstr>5_Boehringer Ingelheim 16:9</vt:lpstr>
      <vt:lpstr>9_Boehringer Ingelheim 16:9</vt:lpstr>
      <vt:lpstr>11_Boehringer Ingelheim 16:9</vt:lpstr>
      <vt:lpstr>6_Boehringer Ingelheim 16:9</vt:lpstr>
      <vt:lpstr>Document</vt:lpstr>
      <vt:lpstr>think-cell Slide</vt:lpstr>
      <vt:lpstr>Worksheet</vt:lpstr>
      <vt:lpstr>Portfolio Executive Committee (PEC) Review Meeting  TA CRM</vt:lpstr>
      <vt:lpstr>Action Follow-up</vt:lpstr>
      <vt:lpstr>Portfolio &amp; PMS Update</vt:lpstr>
      <vt:lpstr>PowerPoint Presentation</vt:lpstr>
      <vt:lpstr>Study Status</vt:lpstr>
      <vt:lpstr>Mature Product/PMS Overview – CRM (Lytics)</vt:lpstr>
      <vt:lpstr>Mature Product/PMS Overview – CRM (Survodutide)</vt:lpstr>
      <vt:lpstr>Mature Product/PMS Overview – CRM (Jardicance)</vt:lpstr>
      <vt:lpstr>Mature Product/PMS Overview – CRM (VicaEmpa) </vt:lpstr>
      <vt:lpstr>Survodutide</vt:lpstr>
      <vt:lpstr>PowerPoint Presentation</vt:lpstr>
      <vt:lpstr>PowerPoint Presentation</vt:lpstr>
      <vt:lpstr>QC sample request joint discussion (China and Global)</vt:lpstr>
      <vt:lpstr>2. Regulatory scenarios with challenges for QC samples</vt:lpstr>
      <vt:lpstr>PowerPoint Presentation</vt:lpstr>
      <vt:lpstr>China NDA submission pathway</vt:lpstr>
      <vt:lpstr>Survodutide – China PI – indication proposal weight reduction  </vt:lpstr>
      <vt:lpstr>Comparison of the Chinese label</vt:lpstr>
      <vt:lpstr>Rationales for proposing MASLD as comorbidity</vt:lpstr>
      <vt:lpstr>CN Participant Discontinuation in SYNCHRONIZE trials (Cut off Date for CN: 30-Jan-2026)</vt:lpstr>
      <vt:lpstr>Projects/Studies with Red-Light – Hong Kong  </vt:lpstr>
      <vt:lpstr>1404-0044 LiverageTM dated on 17Apr2026 (Global recruitment status)</vt:lpstr>
      <vt:lpstr>1404-0044 LiverageTM dated on 17Apr2026 (China recruitment status)</vt:lpstr>
      <vt:lpstr>1404-0044 LiverageTM dated on 17Apr2026 (Taiwan recruitment status)</vt:lpstr>
      <vt:lpstr>1404-0044 LiverageTM dated on 17Apr2026 (Hong Kong recruitment status)</vt:lpstr>
      <vt:lpstr>Projects/Studies with Red-Light – China Mainland  </vt:lpstr>
      <vt:lpstr>Projects/Studies with Red-Light - Taiwan  </vt:lpstr>
      <vt:lpstr>1404-0064 LiverageTM - Cirrhosis dated on 17Apr2026 (Global recruitment status)</vt:lpstr>
      <vt:lpstr>1404-0064 LiverageTM - Cirrhosis dated on 17Apr2026 (China recruitment status)</vt:lpstr>
      <vt:lpstr>1404-0064 LiverageTM - Cirrhosis dated on 17Apr2026 (Taiwan recruitment status)</vt:lpstr>
      <vt:lpstr>1404-0064 LiverageTM - Cirrhosis dated on 17Apr2026 (Hong Kong recruitment status)</vt:lpstr>
      <vt:lpstr>Projects/Studies with Red-Light – China Mainland  </vt:lpstr>
      <vt:lpstr>Projects/Studies with Red-Light – Taiwan </vt:lpstr>
      <vt:lpstr>VicaEmpa</vt:lpstr>
      <vt:lpstr>VicaEmpa/CKD Development Plan (both global and local)</vt:lpstr>
      <vt:lpstr>VicaEmpa/HF Development Plan (both global and local)</vt:lpstr>
      <vt:lpstr>VicaEmpa/CVRR Development Plan (both global and local)</vt:lpstr>
      <vt:lpstr>Most likely China launch scenario - waiting for endorsement from BUEC</vt:lpstr>
      <vt:lpstr>1378-0006 EASi-KIDNEY </vt:lpstr>
      <vt:lpstr>Global randomization progress versus original projections</vt:lpstr>
      <vt:lpstr>Recruitment Progress in China, and revised projections</vt:lpstr>
      <vt:lpstr>Protocol Amendments</vt:lpstr>
      <vt:lpstr>1378-0020 EASi-HF Preserved </vt:lpstr>
      <vt:lpstr>Site Enrollment Status (cut-off 13Apr2026)</vt:lpstr>
      <vt:lpstr>EASi-HF preserved - Projected 4.1 Month Acceleration Potential Predicted  Event Rates* Following Capping Indicate a Shortened Trial Duration Via Risk Patient Enrichment</vt:lpstr>
      <vt:lpstr>EASi-HF Preserved” – Timelines Base Case vs Best Case</vt:lpstr>
      <vt:lpstr>Status Update Summary </vt:lpstr>
      <vt:lpstr>1378-0018 EASi-HF Reduced </vt:lpstr>
      <vt:lpstr>Recruitment status_ As of 15Apr2026 </vt:lpstr>
      <vt:lpstr>1378-0041 EASi-PROTKT </vt:lpstr>
      <vt:lpstr>1378-0041 EASi-PROTKTTM dated on 11th April 2026 (Global recruitment status)</vt:lpstr>
      <vt:lpstr>1378-0041 EASi-PROTKTTM dated on 11th April 2026(China recruitment status)</vt:lpstr>
      <vt:lpstr>1378-0041 EASi-PROTKT™ Hong Kong recruitment - 16-Apr-2026</vt:lpstr>
      <vt:lpstr>1378-0041 EASi-PROTKT™ Taiwan recruitment status- 21-Apr-2026</vt:lpstr>
      <vt:lpstr>Actions of Boost Enrollment</vt:lpstr>
      <vt:lpstr>Metalyse</vt:lpstr>
      <vt:lpstr>TA Portfolio Key Update - Late Stage Assets </vt:lpstr>
      <vt:lpstr>Metalyse Development Plan - TENACITY</vt:lpstr>
      <vt:lpstr>1123-0060 Tenacity dated on 6May 2026 (Global recruitment status)</vt:lpstr>
      <vt:lpstr>1120-0060 Tenacity dated on 6May 2026 (China recruitment status)</vt:lpstr>
      <vt:lpstr>Metalyse Development Plan – PersisTENce</vt:lpstr>
      <vt:lpstr>Apecotrep </vt:lpstr>
      <vt:lpstr>TA Portfolio Key Update - Late Stage Assets </vt:lpstr>
      <vt:lpstr>Apecotrep (TRPC6i), FSGS Development Plan</vt:lpstr>
      <vt:lpstr>Apecotrep (TRPC6i), 1434-0017 Recruitment Status_Global</vt:lpstr>
      <vt:lpstr>Apecotrep (TRPC6i), 1434-0017 Recruitment Status_China</vt:lpstr>
      <vt:lpstr>Apecotrep (TRPC6i), 1434-0017 Recruitment Status_Taiwan</vt:lpstr>
      <vt:lpstr>Apecotrep (TRPC6i), Podocytopathies Development Plan</vt:lpstr>
      <vt:lpstr>PowerPoint Presentation</vt:lpstr>
      <vt:lpstr>Rationale for termination of Apecotrep (TRPC6i) DMD </vt:lpstr>
      <vt:lpstr>Early Assets</vt:lpstr>
      <vt:lpstr>BI 3034701 (GGY2Ra.)</vt:lpstr>
      <vt:lpstr>BI 3034701 (GGY2Ra.), Obesity China Development Plan</vt:lpstr>
      <vt:lpstr>China Leading PI Selection for 1507-0010 (GGY2Ra in obesity, Phase III) study  </vt:lpstr>
      <vt:lpstr>Executive Summary</vt:lpstr>
      <vt:lpstr>Phase III trial design (1507-0010) DRAFT_ design as of 24Mar2026 for dose strategy consideration </vt:lpstr>
      <vt:lpstr>BI 3034701 (GGY2Ra.) China Development Plan</vt:lpstr>
      <vt:lpstr>Phase 3 Design_Updated Global Sample Size N=5850 </vt:lpstr>
      <vt:lpstr>Potential Leading PI Discussed with Evidence Team </vt:lpstr>
      <vt:lpstr>Leading PI information collection &amp; evaluation (only for internal reference)</vt:lpstr>
      <vt:lpstr>CDE registered Phase 3 Trials_纪立农  </vt:lpstr>
      <vt:lpstr>Leading PI information collection &amp; evaluation (only for internal reference)</vt:lpstr>
      <vt:lpstr>CDE registered Phase 3 Trials_洪天配  </vt:lpstr>
      <vt:lpstr>PowerPoint Presentation</vt:lpstr>
      <vt:lpstr>Backup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BI 3802876 (FAP/TRAILR2)</vt:lpstr>
      <vt:lpstr>TA Portfolio Key Update- BI 3802876 (FAP/TRAILR2)— MASH cirrhosis</vt:lpstr>
      <vt:lpstr>PowerPoint Presentation</vt:lpstr>
      <vt:lpstr>BI 3804379 (IL-11)</vt:lpstr>
      <vt:lpstr>TA Portfolio Key Update- BI 3804379 (IL-11) in MASH cirrhosis</vt:lpstr>
      <vt:lpstr>IPF/PPF &amp; MASH Timelines for Clinical Development Programs </vt:lpstr>
      <vt:lpstr>Summary FR s.c. formulation is possible in IPF/PPF but not in MASH NG s.c. allows monthly rather than weekly dosing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Zhu,Julia (HP Medicine) BII-CN-S</dc:creator>
  <cp:lastModifiedBy>Liu,Dr.,Meiruo (HP Medicine) BII-CN-S</cp:lastModifiedBy>
  <cp:revision>1</cp:revision>
  <dcterms:created xsi:type="dcterms:W3CDTF">2023-11-09T09:11:57Z</dcterms:created>
  <dcterms:modified xsi:type="dcterms:W3CDTF">2026-05-14T09:06:08Z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0x010100B9242DF3D1D04D43AAE539FB642C880D</vt:lpwstr>
  </property>
  <property fmtid="{D5CDD505-2E9C-101B-9397-08002B2CF9AE}" pid="3" name="MediaServiceImageTags">
    <vt:lpwstr/>
  </property>
  <property fmtid="{D5CDD505-2E9C-101B-9397-08002B2CF9AE}" pid="4" name="Order">
    <vt:r8>2090800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ies>
</file>