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theme/theme2.xml" ContentType="application/vnd.openxmlformats-officedocument.theme+xml"/>
  <Override PartName="/ppt/comments/modernComment_7FFFFFFB_6F95B518.xml" ContentType="application/vnd.ms-powerpoint.comments+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theme/themeOverride1.xml" ContentType="application/vnd.openxmlformats-officedocument.themeOverrid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14"/>
  </p:notesMasterIdLst>
  <p:sldIdLst>
    <p:sldId id="2147483637" r:id="rId5"/>
    <p:sldId id="2147483643" r:id="rId6"/>
    <p:sldId id="2147483644" r:id="rId7"/>
    <p:sldId id="2147483641" r:id="rId8"/>
    <p:sldId id="2147483645" r:id="rId9"/>
    <p:sldId id="2147483646" r:id="rId10"/>
    <p:sldId id="2147483647" r:id="rId11"/>
    <p:sldId id="2147483640" r:id="rId12"/>
    <p:sldId id="12020" r:id="rId13"/>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496E202B-72C0-70E2-E62D-6BDF130C6502}" name="Zhang,Yuling (HP Medicine) BII-CN-S" initials="ZB" userId="S::yuling.zhang@boehringer-ingelheim.com::24db68a3-72fd-4402-9c50-85d9827d4146" providerId="AD"/>
  <p188:author id="{FFC120A5-3AF7-2E32-EA83-F5205523C8AD}" name="Rong,Anne (MED CDO) BII-CN-S" initials="LR" userId="S::anne.rong@boehringer-ingelheim.com::b3ae8519-173b-4255-a343-2058dd6eeda3" providerId="AD"/>
  <p188:author id="{BAC40BFD-B933-6ADE-2082-6E0960AE2C33}" name="Zhang,Alex (MED CDO) BII-CN-B" initials="XZ" userId="S::alex_3.zhang@boehringer-ingelheim.com::b3349a35-e289-415d-9c30-d47a097a0658" providerId="AD"/>
</p188: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A4C6429-70E2-43B0-9ED1-3E59EFA28FDA}" v="1" dt="2026-04-22T07:45:49.66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980" autoAdjust="0"/>
    <p:restoredTop sz="94660"/>
  </p:normalViewPr>
  <p:slideViewPr>
    <p:cSldViewPr snapToGrid="0">
      <p:cViewPr varScale="1">
        <p:scale>
          <a:sx n="70" d="100"/>
          <a:sy n="70" d="100"/>
        </p:scale>
        <p:origin x="460" y="6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tableStyles" Target="tableStyles.xml"/><Relationship Id="rId3" Type="http://schemas.openxmlformats.org/officeDocument/2006/relationships/customXml" Target="../customXml/item3.xml"/><Relationship Id="rId21" Type="http://schemas.microsoft.com/office/2018/10/relationships/authors" Target="author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viewProps" Target="viewProps.xml"/><Relationship Id="rId20"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presProps" Target="presProps.xml"/><Relationship Id="rId10" Type="http://schemas.openxmlformats.org/officeDocument/2006/relationships/slide" Target="slides/slide6.xml"/><Relationship Id="rId19" Type="http://schemas.microsoft.com/office/2016/11/relationships/changesInfo" Target="changesInfos/changesInfo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Zhang,Yuling (HP Medicine) BII-CN-S" userId="24db68a3-72fd-4402-9c50-85d9827d4146" providerId="ADAL" clId="{24007F79-EFFB-40E9-A502-F2AAB8CE1891}"/>
    <pc:docChg chg="addSld delSld modSld">
      <pc:chgData name="Zhang,Yuling (HP Medicine) BII-CN-S" userId="24db68a3-72fd-4402-9c50-85d9827d4146" providerId="ADAL" clId="{24007F79-EFFB-40E9-A502-F2AAB8CE1891}" dt="2026-04-22T07:45:56.203" v="46" actId="47"/>
      <pc:docMkLst>
        <pc:docMk/>
      </pc:docMkLst>
      <pc:sldChg chg="add">
        <pc:chgData name="Zhang,Yuling (HP Medicine) BII-CN-S" userId="24db68a3-72fd-4402-9c50-85d9827d4146" providerId="ADAL" clId="{24007F79-EFFB-40E9-A502-F2AAB8CE1891}" dt="2026-04-22T07:45:49.651" v="45"/>
        <pc:sldMkLst>
          <pc:docMk/>
          <pc:sldMk cId="154282737" sldId="12020"/>
        </pc:sldMkLst>
      </pc:sldChg>
      <pc:sldChg chg="del">
        <pc:chgData name="Zhang,Yuling (HP Medicine) BII-CN-S" userId="24db68a3-72fd-4402-9c50-85d9827d4146" providerId="ADAL" clId="{24007F79-EFFB-40E9-A502-F2AAB8CE1891}" dt="2026-04-22T07:45:56.203" v="46" actId="47"/>
        <pc:sldMkLst>
          <pc:docMk/>
          <pc:sldMk cId="434521348" sldId="2147483630"/>
        </pc:sldMkLst>
      </pc:sldChg>
      <pc:sldChg chg="del">
        <pc:chgData name="Zhang,Yuling (HP Medicine) BII-CN-S" userId="24db68a3-72fd-4402-9c50-85d9827d4146" providerId="ADAL" clId="{24007F79-EFFB-40E9-A502-F2AAB8CE1891}" dt="2026-04-22T07:45:56.203" v="46" actId="47"/>
        <pc:sldMkLst>
          <pc:docMk/>
          <pc:sldMk cId="2020978498" sldId="2147483633"/>
        </pc:sldMkLst>
      </pc:sldChg>
      <pc:sldChg chg="addSp modSp mod">
        <pc:chgData name="Zhang,Yuling (HP Medicine) BII-CN-S" userId="24db68a3-72fd-4402-9c50-85d9827d4146" providerId="ADAL" clId="{24007F79-EFFB-40E9-A502-F2AAB8CE1891}" dt="2026-04-21T05:43:04.640" v="44" actId="20577"/>
        <pc:sldMkLst>
          <pc:docMk/>
          <pc:sldMk cId="2748048439" sldId="2147483637"/>
        </pc:sldMkLst>
        <pc:spChg chg="add mod">
          <ac:chgData name="Zhang,Yuling (HP Medicine) BII-CN-S" userId="24db68a3-72fd-4402-9c50-85d9827d4146" providerId="ADAL" clId="{24007F79-EFFB-40E9-A502-F2AAB8CE1891}" dt="2026-04-21T05:43:04.640" v="44" actId="20577"/>
          <ac:spMkLst>
            <pc:docMk/>
            <pc:sldMk cId="2748048439" sldId="2147483637"/>
            <ac:spMk id="3" creationId="{F80DA0AA-CF63-60CC-DB0B-67090B0FBF31}"/>
          </ac:spMkLst>
        </pc:spChg>
      </pc:sldChg>
      <pc:sldChg chg="del">
        <pc:chgData name="Zhang,Yuling (HP Medicine) BII-CN-S" userId="24db68a3-72fd-4402-9c50-85d9827d4146" providerId="ADAL" clId="{24007F79-EFFB-40E9-A502-F2AAB8CE1891}" dt="2026-04-22T07:45:56.203" v="46" actId="47"/>
        <pc:sldMkLst>
          <pc:docMk/>
          <pc:sldMk cId="2717860403" sldId="2147483638"/>
        </pc:sldMkLst>
      </pc:sldChg>
      <pc:sldChg chg="del">
        <pc:chgData name="Zhang,Yuling (HP Medicine) BII-CN-S" userId="24db68a3-72fd-4402-9c50-85d9827d4146" providerId="ADAL" clId="{24007F79-EFFB-40E9-A502-F2AAB8CE1891}" dt="2026-04-22T07:45:56.203" v="46" actId="47"/>
        <pc:sldMkLst>
          <pc:docMk/>
          <pc:sldMk cId="1730723614" sldId="2147483639"/>
        </pc:sldMkLst>
      </pc:sldChg>
      <pc:sldChg chg="add">
        <pc:chgData name="Zhang,Yuling (HP Medicine) BII-CN-S" userId="24db68a3-72fd-4402-9c50-85d9827d4146" providerId="ADAL" clId="{24007F79-EFFB-40E9-A502-F2AAB8CE1891}" dt="2026-04-22T07:45:49.651" v="45"/>
        <pc:sldMkLst>
          <pc:docMk/>
          <pc:sldMk cId="3416047416" sldId="2147483640"/>
        </pc:sldMkLst>
      </pc:sldChg>
      <pc:sldChg chg="add">
        <pc:chgData name="Zhang,Yuling (HP Medicine) BII-CN-S" userId="24db68a3-72fd-4402-9c50-85d9827d4146" providerId="ADAL" clId="{24007F79-EFFB-40E9-A502-F2AAB8CE1891}" dt="2026-04-22T07:45:49.651" v="45"/>
        <pc:sldMkLst>
          <pc:docMk/>
          <pc:sldMk cId="4121494572" sldId="2147483641"/>
        </pc:sldMkLst>
      </pc:sldChg>
      <pc:sldChg chg="del">
        <pc:chgData name="Zhang,Yuling (HP Medicine) BII-CN-S" userId="24db68a3-72fd-4402-9c50-85d9827d4146" providerId="ADAL" clId="{24007F79-EFFB-40E9-A502-F2AAB8CE1891}" dt="2026-04-22T07:45:56.203" v="46" actId="47"/>
        <pc:sldMkLst>
          <pc:docMk/>
          <pc:sldMk cId="4084636618" sldId="2147483642"/>
        </pc:sldMkLst>
      </pc:sldChg>
      <pc:sldChg chg="add">
        <pc:chgData name="Zhang,Yuling (HP Medicine) BII-CN-S" userId="24db68a3-72fd-4402-9c50-85d9827d4146" providerId="ADAL" clId="{24007F79-EFFB-40E9-A502-F2AAB8CE1891}" dt="2026-04-22T07:45:49.651" v="45"/>
        <pc:sldMkLst>
          <pc:docMk/>
          <pc:sldMk cId="1872082200" sldId="2147483643"/>
        </pc:sldMkLst>
      </pc:sldChg>
      <pc:sldChg chg="add">
        <pc:chgData name="Zhang,Yuling (HP Medicine) BII-CN-S" userId="24db68a3-72fd-4402-9c50-85d9827d4146" providerId="ADAL" clId="{24007F79-EFFB-40E9-A502-F2AAB8CE1891}" dt="2026-04-22T07:45:49.651" v="45"/>
        <pc:sldMkLst>
          <pc:docMk/>
          <pc:sldMk cId="3236650065" sldId="2147483644"/>
        </pc:sldMkLst>
      </pc:sldChg>
      <pc:sldChg chg="add">
        <pc:chgData name="Zhang,Yuling (HP Medicine) BII-CN-S" userId="24db68a3-72fd-4402-9c50-85d9827d4146" providerId="ADAL" clId="{24007F79-EFFB-40E9-A502-F2AAB8CE1891}" dt="2026-04-22T07:45:49.651" v="45"/>
        <pc:sldMkLst>
          <pc:docMk/>
          <pc:sldMk cId="1361802065" sldId="2147483645"/>
        </pc:sldMkLst>
      </pc:sldChg>
      <pc:sldChg chg="add">
        <pc:chgData name="Zhang,Yuling (HP Medicine) BII-CN-S" userId="24db68a3-72fd-4402-9c50-85d9827d4146" providerId="ADAL" clId="{24007F79-EFFB-40E9-A502-F2AAB8CE1891}" dt="2026-04-22T07:45:49.651" v="45"/>
        <pc:sldMkLst>
          <pc:docMk/>
          <pc:sldMk cId="1684230675" sldId="2147483646"/>
        </pc:sldMkLst>
      </pc:sldChg>
      <pc:sldChg chg="add">
        <pc:chgData name="Zhang,Yuling (HP Medicine) BII-CN-S" userId="24db68a3-72fd-4402-9c50-85d9827d4146" providerId="ADAL" clId="{24007F79-EFFB-40E9-A502-F2AAB8CE1891}" dt="2026-04-22T07:45:49.651" v="45"/>
        <pc:sldMkLst>
          <pc:docMk/>
          <pc:sldMk cId="270215865" sldId="2147483647"/>
        </pc:sldMkLst>
      </pc:sldChg>
    </pc:docChg>
  </pc:docChgLst>
</pc:chgInfo>
</file>

<file path=ppt/charts/_rels/chart1.xml.rels><?xml version="1.0" encoding="UTF-8" standalone="yes"?>
<Relationships xmlns="http://schemas.openxmlformats.org/package/2006/relationships"><Relationship Id="rId3" Type="http://schemas.openxmlformats.org/officeDocument/2006/relationships/themeOverride" Target="../theme/themeOverride1.xml"/><Relationship Id="rId2" Type="http://schemas.microsoft.com/office/2011/relationships/chartColorStyle" Target="colors1.xml"/><Relationship Id="rId1" Type="http://schemas.microsoft.com/office/2011/relationships/chartStyle" Target="style1.xml"/><Relationship Id="rId4"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defRPr sz="1800" b="1" i="0" u="none" strike="noStrike" kern="1200" baseline="0">
                <a:solidFill>
                  <a:schemeClr val="dk1">
                    <a:lumMod val="75000"/>
                    <a:lumOff val="25000"/>
                  </a:schemeClr>
                </a:solidFill>
                <a:latin typeface="+mn-lt"/>
                <a:ea typeface="+mn-ea"/>
                <a:cs typeface="+mn-cs"/>
              </a:defRPr>
            </a:pPr>
            <a:r>
              <a:rPr lang="sv-SE" altLang="zh-CN"/>
              <a:t>C</a:t>
            </a:r>
            <a:r>
              <a:rPr lang="en-US" altLang="zh-CN" err="1"/>
              <a:t>hina</a:t>
            </a:r>
            <a:r>
              <a:rPr lang="en-US" altLang="zh-CN"/>
              <a:t> </a:t>
            </a:r>
            <a:r>
              <a:rPr lang="sv-SE" altLang="zh-CN"/>
              <a:t>Pre-Screen Failure Data Analysis</a:t>
            </a:r>
            <a:endParaRPr lang="zh-CN"/>
          </a:p>
        </c:rich>
      </c:tx>
      <c:overlay val="0"/>
      <c:spPr>
        <a:noFill/>
        <a:ln>
          <a:noFill/>
        </a:ln>
        <a:effectLst/>
      </c:spPr>
      <c:txPr>
        <a:bodyPr rot="0" spcFirstLastPara="1" vertOverflow="ellipsis" vert="horz" wrap="square" anchor="ctr" anchorCtr="1"/>
        <a:lstStyle/>
        <a:p>
          <a:pPr>
            <a:defRPr sz="1800" b="1" i="0" u="none" strike="noStrike" kern="1200" baseline="0">
              <a:solidFill>
                <a:schemeClr val="dk1">
                  <a:lumMod val="75000"/>
                  <a:lumOff val="25000"/>
                </a:schemeClr>
              </a:solidFill>
              <a:latin typeface="+mn-lt"/>
              <a:ea typeface="+mn-ea"/>
              <a:cs typeface="+mn-cs"/>
            </a:defRPr>
          </a:pPr>
          <a:endParaRPr lang="zh-CN"/>
        </a:p>
      </c:txPr>
    </c:title>
    <c:autoTitleDeleted val="0"/>
    <c:view3D>
      <c:rotX val="50"/>
      <c:rotY val="0"/>
      <c:depthPercent val="100"/>
      <c:rAngAx val="0"/>
    </c:view3D>
    <c:floor>
      <c:thickness val="0"/>
      <c:spPr>
        <a:noFill/>
        <a:ln>
          <a:noFill/>
        </a:ln>
        <a:effectLst/>
        <a:sp3d/>
      </c:spPr>
    </c:floor>
    <c:sideWall>
      <c:thickness val="0"/>
      <c:spPr>
        <a:noFill/>
        <a:ln>
          <a:noFill/>
        </a:ln>
        <a:effectLst/>
        <a:sp3d/>
      </c:spPr>
    </c:sideWall>
    <c:backWall>
      <c:thickness val="0"/>
      <c:spPr>
        <a:noFill/>
        <a:ln>
          <a:noFill/>
        </a:ln>
        <a:effectLst/>
        <a:sp3d/>
      </c:spPr>
    </c:backWall>
    <c:plotArea>
      <c:layout>
        <c:manualLayout>
          <c:layoutTarget val="inner"/>
          <c:xMode val="edge"/>
          <c:yMode val="edge"/>
          <c:x val="1.7886178861788619E-2"/>
          <c:y val="0.102921830423371"/>
          <c:w val="0.53697138467447669"/>
          <c:h val="0.73982589473299598"/>
        </c:manualLayout>
      </c:layout>
      <c:pie3DChart>
        <c:varyColors val="1"/>
        <c:ser>
          <c:idx val="0"/>
          <c:order val="0"/>
          <c:dPt>
            <c:idx val="0"/>
            <c:bubble3D val="0"/>
            <c:spPr>
              <a:solidFill>
                <a:schemeClr val="accent1"/>
              </a:solidFill>
              <a:ln>
                <a:noFill/>
              </a:ln>
              <a:effectLst>
                <a:outerShdw blurRad="254000" sx="102000" sy="102000" algn="ctr" rotWithShape="0">
                  <a:prstClr val="black">
                    <a:alpha val="20000"/>
                  </a:prstClr>
                </a:outerShdw>
              </a:effectLst>
              <a:sp3d/>
            </c:spPr>
            <c:extLst>
              <c:ext xmlns:c16="http://schemas.microsoft.com/office/drawing/2014/chart" uri="{C3380CC4-5D6E-409C-BE32-E72D297353CC}">
                <c16:uniqueId val="{00000001-6E35-4D6F-882A-F072585A79C4}"/>
              </c:ext>
            </c:extLst>
          </c:dPt>
          <c:dPt>
            <c:idx val="1"/>
            <c:bubble3D val="0"/>
            <c:spPr>
              <a:solidFill>
                <a:schemeClr val="accent2"/>
              </a:solidFill>
              <a:ln>
                <a:noFill/>
              </a:ln>
              <a:effectLst>
                <a:outerShdw blurRad="254000" sx="102000" sy="102000" algn="ctr" rotWithShape="0">
                  <a:prstClr val="black">
                    <a:alpha val="20000"/>
                  </a:prstClr>
                </a:outerShdw>
              </a:effectLst>
              <a:sp3d/>
            </c:spPr>
            <c:extLst>
              <c:ext xmlns:c16="http://schemas.microsoft.com/office/drawing/2014/chart" uri="{C3380CC4-5D6E-409C-BE32-E72D297353CC}">
                <c16:uniqueId val="{00000003-6E35-4D6F-882A-F072585A79C4}"/>
              </c:ext>
            </c:extLst>
          </c:dPt>
          <c:dPt>
            <c:idx val="2"/>
            <c:bubble3D val="0"/>
            <c:spPr>
              <a:solidFill>
                <a:schemeClr val="accent3"/>
              </a:solidFill>
              <a:ln>
                <a:noFill/>
              </a:ln>
              <a:effectLst>
                <a:outerShdw blurRad="254000" sx="102000" sy="102000" algn="ctr" rotWithShape="0">
                  <a:prstClr val="black">
                    <a:alpha val="20000"/>
                  </a:prstClr>
                </a:outerShdw>
              </a:effectLst>
              <a:sp3d/>
            </c:spPr>
            <c:extLst>
              <c:ext xmlns:c16="http://schemas.microsoft.com/office/drawing/2014/chart" uri="{C3380CC4-5D6E-409C-BE32-E72D297353CC}">
                <c16:uniqueId val="{00000005-6E35-4D6F-882A-F072585A79C4}"/>
              </c:ext>
            </c:extLst>
          </c:dPt>
          <c:dPt>
            <c:idx val="3"/>
            <c:bubble3D val="0"/>
            <c:spPr>
              <a:solidFill>
                <a:schemeClr val="accent4"/>
              </a:solidFill>
              <a:ln>
                <a:noFill/>
              </a:ln>
              <a:effectLst>
                <a:outerShdw blurRad="254000" sx="102000" sy="102000" algn="ctr" rotWithShape="0">
                  <a:prstClr val="black">
                    <a:alpha val="20000"/>
                  </a:prstClr>
                </a:outerShdw>
              </a:effectLst>
              <a:sp3d/>
            </c:spPr>
            <c:extLst>
              <c:ext xmlns:c16="http://schemas.microsoft.com/office/drawing/2014/chart" uri="{C3380CC4-5D6E-409C-BE32-E72D297353CC}">
                <c16:uniqueId val="{00000007-6E35-4D6F-882A-F072585A79C4}"/>
              </c:ext>
            </c:extLst>
          </c:dPt>
          <c:dPt>
            <c:idx val="4"/>
            <c:bubble3D val="0"/>
            <c:spPr>
              <a:solidFill>
                <a:schemeClr val="accent5"/>
              </a:solidFill>
              <a:ln>
                <a:noFill/>
              </a:ln>
              <a:effectLst>
                <a:outerShdw blurRad="254000" sx="102000" sy="102000" algn="ctr" rotWithShape="0">
                  <a:prstClr val="black">
                    <a:alpha val="20000"/>
                  </a:prstClr>
                </a:outerShdw>
              </a:effectLst>
              <a:sp3d/>
            </c:spPr>
            <c:extLst>
              <c:ext xmlns:c16="http://schemas.microsoft.com/office/drawing/2014/chart" uri="{C3380CC4-5D6E-409C-BE32-E72D297353CC}">
                <c16:uniqueId val="{00000009-6E35-4D6F-882A-F072585A79C4}"/>
              </c:ext>
            </c:extLst>
          </c:dPt>
          <c:dPt>
            <c:idx val="5"/>
            <c:bubble3D val="0"/>
            <c:spPr>
              <a:solidFill>
                <a:schemeClr val="accent6"/>
              </a:solidFill>
              <a:ln>
                <a:noFill/>
              </a:ln>
              <a:effectLst>
                <a:outerShdw blurRad="254000" sx="102000" sy="102000" algn="ctr" rotWithShape="0">
                  <a:prstClr val="black">
                    <a:alpha val="20000"/>
                  </a:prstClr>
                </a:outerShdw>
              </a:effectLst>
              <a:sp3d/>
            </c:spPr>
            <c:extLst>
              <c:ext xmlns:c16="http://schemas.microsoft.com/office/drawing/2014/chart" uri="{C3380CC4-5D6E-409C-BE32-E72D297353CC}">
                <c16:uniqueId val="{0000000B-6E35-4D6F-882A-F072585A79C4}"/>
              </c:ext>
            </c:extLst>
          </c:dPt>
          <c:dPt>
            <c:idx val="6"/>
            <c:bubble3D val="0"/>
            <c:spPr>
              <a:solidFill>
                <a:schemeClr val="accent1">
                  <a:lumMod val="60000"/>
                </a:schemeClr>
              </a:solidFill>
              <a:ln>
                <a:noFill/>
              </a:ln>
              <a:effectLst>
                <a:outerShdw blurRad="254000" sx="102000" sy="102000" algn="ctr" rotWithShape="0">
                  <a:prstClr val="black">
                    <a:alpha val="20000"/>
                  </a:prstClr>
                </a:outerShdw>
              </a:effectLst>
              <a:sp3d/>
            </c:spPr>
            <c:extLst>
              <c:ext xmlns:c16="http://schemas.microsoft.com/office/drawing/2014/chart" uri="{C3380CC4-5D6E-409C-BE32-E72D297353CC}">
                <c16:uniqueId val="{0000000D-6E35-4D6F-882A-F072585A79C4}"/>
              </c:ext>
            </c:extLst>
          </c:dPt>
          <c:dPt>
            <c:idx val="7"/>
            <c:bubble3D val="0"/>
            <c:spPr>
              <a:solidFill>
                <a:schemeClr val="accent2">
                  <a:lumMod val="60000"/>
                </a:schemeClr>
              </a:solidFill>
              <a:ln>
                <a:noFill/>
              </a:ln>
              <a:effectLst>
                <a:outerShdw blurRad="254000" sx="102000" sy="102000" algn="ctr" rotWithShape="0">
                  <a:prstClr val="black">
                    <a:alpha val="20000"/>
                  </a:prstClr>
                </a:outerShdw>
              </a:effectLst>
              <a:sp3d/>
            </c:spPr>
            <c:extLst>
              <c:ext xmlns:c16="http://schemas.microsoft.com/office/drawing/2014/chart" uri="{C3380CC4-5D6E-409C-BE32-E72D297353CC}">
                <c16:uniqueId val="{0000000F-6E35-4D6F-882A-F072585A79C4}"/>
              </c:ext>
            </c:extLst>
          </c:dPt>
          <c:dPt>
            <c:idx val="8"/>
            <c:bubble3D val="0"/>
            <c:spPr>
              <a:solidFill>
                <a:schemeClr val="accent3">
                  <a:lumMod val="60000"/>
                </a:schemeClr>
              </a:solidFill>
              <a:ln>
                <a:noFill/>
              </a:ln>
              <a:effectLst>
                <a:outerShdw blurRad="254000" sx="102000" sy="102000" algn="ctr" rotWithShape="0">
                  <a:prstClr val="black">
                    <a:alpha val="20000"/>
                  </a:prstClr>
                </a:outerShdw>
              </a:effectLst>
              <a:sp3d/>
            </c:spPr>
            <c:extLst>
              <c:ext xmlns:c16="http://schemas.microsoft.com/office/drawing/2014/chart" uri="{C3380CC4-5D6E-409C-BE32-E72D297353CC}">
                <c16:uniqueId val="{00000011-6E35-4D6F-882A-F072585A79C4}"/>
              </c:ext>
            </c:extLst>
          </c:dPt>
          <c:dPt>
            <c:idx val="9"/>
            <c:bubble3D val="0"/>
            <c:spPr>
              <a:solidFill>
                <a:schemeClr val="accent4">
                  <a:lumMod val="60000"/>
                </a:schemeClr>
              </a:solidFill>
              <a:ln>
                <a:noFill/>
              </a:ln>
              <a:effectLst>
                <a:outerShdw blurRad="254000" sx="102000" sy="102000" algn="ctr" rotWithShape="0">
                  <a:prstClr val="black">
                    <a:alpha val="20000"/>
                  </a:prstClr>
                </a:outerShdw>
              </a:effectLst>
              <a:sp3d/>
            </c:spPr>
            <c:extLst>
              <c:ext xmlns:c16="http://schemas.microsoft.com/office/drawing/2014/chart" uri="{C3380CC4-5D6E-409C-BE32-E72D297353CC}">
                <c16:uniqueId val="{00000013-6E35-4D6F-882A-F072585A79C4}"/>
              </c:ext>
            </c:extLst>
          </c:dPt>
          <c:dPt>
            <c:idx val="10"/>
            <c:bubble3D val="0"/>
            <c:spPr>
              <a:solidFill>
                <a:schemeClr val="accent5">
                  <a:lumMod val="60000"/>
                </a:schemeClr>
              </a:solidFill>
              <a:ln>
                <a:noFill/>
              </a:ln>
              <a:effectLst>
                <a:outerShdw blurRad="254000" sx="102000" sy="102000" algn="ctr" rotWithShape="0">
                  <a:prstClr val="black">
                    <a:alpha val="20000"/>
                  </a:prstClr>
                </a:outerShdw>
              </a:effectLst>
              <a:sp3d/>
            </c:spPr>
            <c:extLst>
              <c:ext xmlns:c16="http://schemas.microsoft.com/office/drawing/2014/chart" uri="{C3380CC4-5D6E-409C-BE32-E72D297353CC}">
                <c16:uniqueId val="{00000015-6E35-4D6F-882A-F072585A79C4}"/>
              </c:ext>
            </c:extLst>
          </c:dPt>
          <c:dPt>
            <c:idx val="11"/>
            <c:bubble3D val="0"/>
            <c:spPr>
              <a:solidFill>
                <a:schemeClr val="accent6">
                  <a:lumMod val="60000"/>
                </a:schemeClr>
              </a:solidFill>
              <a:ln>
                <a:noFill/>
              </a:ln>
              <a:effectLst>
                <a:outerShdw blurRad="254000" sx="102000" sy="102000" algn="ctr" rotWithShape="0">
                  <a:prstClr val="black">
                    <a:alpha val="20000"/>
                  </a:prstClr>
                </a:outerShdw>
              </a:effectLst>
              <a:sp3d/>
            </c:spPr>
            <c:extLst>
              <c:ext xmlns:c16="http://schemas.microsoft.com/office/drawing/2014/chart" uri="{C3380CC4-5D6E-409C-BE32-E72D297353CC}">
                <c16:uniqueId val="{00000017-6E35-4D6F-882A-F072585A79C4}"/>
              </c:ext>
            </c:extLst>
          </c:dPt>
          <c:dPt>
            <c:idx val="12"/>
            <c:bubble3D val="0"/>
            <c:spPr>
              <a:solidFill>
                <a:schemeClr val="accent1">
                  <a:lumMod val="80000"/>
                  <a:lumOff val="20000"/>
                </a:schemeClr>
              </a:solidFill>
              <a:ln>
                <a:noFill/>
              </a:ln>
              <a:effectLst>
                <a:outerShdw blurRad="254000" sx="102000" sy="102000" algn="ctr" rotWithShape="0">
                  <a:prstClr val="black">
                    <a:alpha val="20000"/>
                  </a:prstClr>
                </a:outerShdw>
              </a:effectLst>
              <a:sp3d/>
            </c:spPr>
            <c:extLst>
              <c:ext xmlns:c16="http://schemas.microsoft.com/office/drawing/2014/chart" uri="{C3380CC4-5D6E-409C-BE32-E72D297353CC}">
                <c16:uniqueId val="{00000019-6E35-4D6F-882A-F072585A79C4}"/>
              </c:ext>
            </c:extLst>
          </c:dPt>
          <c:dLbls>
            <c:dLbl>
              <c:idx val="0"/>
              <c:dLblPos val="bestFit"/>
              <c:showLegendKey val="0"/>
              <c:showVal val="0"/>
              <c:showCatName val="1"/>
              <c:showSerName val="0"/>
              <c:showPercent val="1"/>
              <c:showBubbleSize val="0"/>
              <c:extLst>
                <c:ext xmlns:c15="http://schemas.microsoft.com/office/drawing/2012/chart" uri="{CE6537A1-D6FC-4f65-9D91-7224C49458BB}"/>
                <c:ext xmlns:c16="http://schemas.microsoft.com/office/drawing/2014/chart" uri="{C3380CC4-5D6E-409C-BE32-E72D297353CC}">
                  <c16:uniqueId val="{00000001-6E35-4D6F-882A-F072585A79C4}"/>
                </c:ext>
              </c:extLst>
            </c:dLbl>
            <c:dLbl>
              <c:idx val="1"/>
              <c:dLblPos val="bestFit"/>
              <c:showLegendKey val="0"/>
              <c:showVal val="0"/>
              <c:showCatName val="1"/>
              <c:showSerName val="0"/>
              <c:showPercent val="1"/>
              <c:showBubbleSize val="0"/>
              <c:extLst>
                <c:ext xmlns:c15="http://schemas.microsoft.com/office/drawing/2012/chart" uri="{CE6537A1-D6FC-4f65-9D91-7224C49458BB}"/>
                <c:ext xmlns:c16="http://schemas.microsoft.com/office/drawing/2014/chart" uri="{C3380CC4-5D6E-409C-BE32-E72D297353CC}">
                  <c16:uniqueId val="{00000003-6E35-4D6F-882A-F072585A79C4}"/>
                </c:ext>
              </c:extLst>
            </c:dLbl>
            <c:dLbl>
              <c:idx val="2"/>
              <c:dLblPos val="bestFit"/>
              <c:showLegendKey val="0"/>
              <c:showVal val="0"/>
              <c:showCatName val="1"/>
              <c:showSerName val="0"/>
              <c:showPercent val="1"/>
              <c:showBubbleSize val="0"/>
              <c:extLst>
                <c:ext xmlns:c15="http://schemas.microsoft.com/office/drawing/2012/chart" uri="{CE6537A1-D6FC-4f65-9D91-7224C49458BB}"/>
                <c:ext xmlns:c16="http://schemas.microsoft.com/office/drawing/2014/chart" uri="{C3380CC4-5D6E-409C-BE32-E72D297353CC}">
                  <c16:uniqueId val="{00000005-6E35-4D6F-882A-F072585A79C4}"/>
                </c:ext>
              </c:extLst>
            </c:dLbl>
            <c:dLbl>
              <c:idx val="3"/>
              <c:dLblPos val="bestFit"/>
              <c:showLegendKey val="0"/>
              <c:showVal val="0"/>
              <c:showCatName val="1"/>
              <c:showSerName val="0"/>
              <c:showPercent val="1"/>
              <c:showBubbleSize val="0"/>
              <c:extLst>
                <c:ext xmlns:c15="http://schemas.microsoft.com/office/drawing/2012/chart" uri="{CE6537A1-D6FC-4f65-9D91-7224C49458BB}"/>
                <c:ext xmlns:c16="http://schemas.microsoft.com/office/drawing/2014/chart" uri="{C3380CC4-5D6E-409C-BE32-E72D297353CC}">
                  <c16:uniqueId val="{00000007-6E35-4D6F-882A-F072585A79C4}"/>
                </c:ext>
              </c:extLst>
            </c:dLbl>
            <c:dLbl>
              <c:idx val="12"/>
              <c:dLblPos val="bestFit"/>
              <c:showLegendKey val="0"/>
              <c:showVal val="0"/>
              <c:showCatName val="1"/>
              <c:showSerName val="0"/>
              <c:showPercent val="1"/>
              <c:showBubbleSize val="0"/>
              <c:extLst>
                <c:ext xmlns:c15="http://schemas.microsoft.com/office/drawing/2012/chart" uri="{CE6537A1-D6FC-4f65-9D91-7224C49458BB}"/>
                <c:ext xmlns:c16="http://schemas.microsoft.com/office/drawing/2014/chart" uri="{C3380CC4-5D6E-409C-BE32-E72D297353CC}">
                  <c16:uniqueId val="{00000019-6E35-4D6F-882A-F072585A79C4}"/>
                </c:ext>
              </c:extLst>
            </c:dLbl>
            <c:spPr>
              <a:pattFill prst="pct75">
                <a:fgClr>
                  <a:schemeClr val="dk1">
                    <a:lumMod val="75000"/>
                    <a:lumOff val="25000"/>
                  </a:schemeClr>
                </a:fgClr>
                <a:bgClr>
                  <a:schemeClr val="dk1">
                    <a:lumMod val="65000"/>
                    <a:lumOff val="35000"/>
                  </a:schemeClr>
                </a:bgClr>
              </a:pattFill>
              <a:ln>
                <a:noFill/>
              </a:ln>
              <a:effectLst>
                <a:outerShdw blurRad="50800" dist="38100" dir="2700000" algn="tl" rotWithShape="0">
                  <a:prstClr val="black">
                    <a:alpha val="40000"/>
                  </a:prstClr>
                </a:outerShdw>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lt1"/>
                    </a:solidFill>
                    <a:latin typeface="+mn-lt"/>
                    <a:ea typeface="+mn-ea"/>
                    <a:cs typeface="+mn-cs"/>
                  </a:defRPr>
                </a:pPr>
                <a:endParaRPr lang="zh-CN"/>
              </a:p>
            </c:txPr>
            <c:dLblPos val="bestFit"/>
            <c:showLegendKey val="0"/>
            <c:showVal val="0"/>
            <c:showCatName val="0"/>
            <c:showSerName val="0"/>
            <c:showPercent val="1"/>
            <c:showBubbleSize val="0"/>
            <c:showLeaderLines val="1"/>
            <c:leaderLines>
              <c:spPr>
                <a:ln w="9525">
                  <a:solidFill>
                    <a:schemeClr val="dk1">
                      <a:lumMod val="50000"/>
                      <a:lumOff val="50000"/>
                    </a:schemeClr>
                  </a:solidFill>
                </a:ln>
                <a:effectLst/>
              </c:spPr>
            </c:leaderLines>
            <c:extLst>
              <c:ext xmlns:c15="http://schemas.microsoft.com/office/drawing/2012/chart" uri="{CE6537A1-D6FC-4f65-9D91-7224C49458BB}"/>
            </c:extLst>
          </c:dLbls>
          <c:cat>
            <c:strRef>
              <c:f>'Recruitment analysis'!$A$14:$A$26</c:f>
              <c:strCache>
                <c:ptCount val="13"/>
                <c:pt idx="0">
                  <c:v>NIHSS ≤5 or &gt;25</c:v>
                </c:pt>
                <c:pt idx="1">
                  <c:v>Planned/Performed Thrombectomy</c:v>
                </c:pt>
                <c:pt idx="2">
                  <c:v>Imaging/Perfusion Mismatch</c:v>
                </c:pt>
                <c:pt idx="3">
                  <c:v>Family Requested Conservative Treatment</c:v>
                </c:pt>
                <c:pt idx="4">
                  <c:v>Thrombolysis Already Performed at Another Hospital</c:v>
                </c:pt>
                <c:pt idx="5">
                  <c:v>History of Stroke with Diabetes</c:v>
                </c:pt>
                <c:pt idx="6">
                  <c:v>Family Strongly Requested Thrombolysis</c:v>
                </c:pt>
                <c:pt idx="7">
                  <c:v>Pre-Stroke mRS Score of 2</c:v>
                </c:pt>
                <c:pt idx="8">
                  <c:v>May exceed 24 hours prior to randomization</c:v>
                </c:pt>
                <c:pt idx="9">
                  <c:v>Large Cerebral Infarction/Brain Herniation</c:v>
                </c:pt>
                <c:pt idx="10">
                  <c:v>Transferred Back to Local Hospital Without Treatment</c:v>
                </c:pt>
                <c:pt idx="11">
                  <c:v>Bleeding Disorders/History of Hemorrhagic Stroke</c:v>
                </c:pt>
                <c:pt idx="12">
                  <c:v>Other Comorbidities or Untraceable Cases</c:v>
                </c:pt>
              </c:strCache>
            </c:strRef>
          </c:cat>
          <c:val>
            <c:numRef>
              <c:f>'Recruitment analysis'!$B$14:$B$26</c:f>
              <c:numCache>
                <c:formatCode>General</c:formatCode>
                <c:ptCount val="13"/>
                <c:pt idx="0">
                  <c:v>106</c:v>
                </c:pt>
                <c:pt idx="1">
                  <c:v>28</c:v>
                </c:pt>
                <c:pt idx="2">
                  <c:v>26</c:v>
                </c:pt>
                <c:pt idx="3">
                  <c:v>14</c:v>
                </c:pt>
                <c:pt idx="4">
                  <c:v>12</c:v>
                </c:pt>
                <c:pt idx="5">
                  <c:v>7</c:v>
                </c:pt>
                <c:pt idx="6">
                  <c:v>5</c:v>
                </c:pt>
                <c:pt idx="7">
                  <c:v>4</c:v>
                </c:pt>
                <c:pt idx="8">
                  <c:v>3</c:v>
                </c:pt>
                <c:pt idx="9">
                  <c:v>3</c:v>
                </c:pt>
                <c:pt idx="10">
                  <c:v>2</c:v>
                </c:pt>
                <c:pt idx="11">
                  <c:v>2</c:v>
                </c:pt>
                <c:pt idx="12">
                  <c:v>35</c:v>
                </c:pt>
              </c:numCache>
            </c:numRef>
          </c:val>
          <c:extLst>
            <c:ext xmlns:c16="http://schemas.microsoft.com/office/drawing/2014/chart" uri="{C3380CC4-5D6E-409C-BE32-E72D297353CC}">
              <c16:uniqueId val="{0000001A-6E35-4D6F-882A-F072585A79C4}"/>
            </c:ext>
          </c:extLst>
        </c:ser>
        <c:ser>
          <c:idx val="1"/>
          <c:order val="1"/>
          <c:dPt>
            <c:idx val="0"/>
            <c:bubble3D val="0"/>
            <c:spPr>
              <a:solidFill>
                <a:schemeClr val="accent1"/>
              </a:solidFill>
              <a:ln>
                <a:noFill/>
              </a:ln>
              <a:effectLst>
                <a:outerShdw blurRad="254000" sx="102000" sy="102000" algn="ctr" rotWithShape="0">
                  <a:prstClr val="black">
                    <a:alpha val="20000"/>
                  </a:prstClr>
                </a:outerShdw>
              </a:effectLst>
              <a:sp3d/>
            </c:spPr>
            <c:extLst>
              <c:ext xmlns:c16="http://schemas.microsoft.com/office/drawing/2014/chart" uri="{C3380CC4-5D6E-409C-BE32-E72D297353CC}">
                <c16:uniqueId val="{0000001C-6E35-4D6F-882A-F072585A79C4}"/>
              </c:ext>
            </c:extLst>
          </c:dPt>
          <c:dPt>
            <c:idx val="1"/>
            <c:bubble3D val="0"/>
            <c:spPr>
              <a:solidFill>
                <a:schemeClr val="accent2"/>
              </a:solidFill>
              <a:ln>
                <a:noFill/>
              </a:ln>
              <a:effectLst>
                <a:outerShdw blurRad="254000" sx="102000" sy="102000" algn="ctr" rotWithShape="0">
                  <a:prstClr val="black">
                    <a:alpha val="20000"/>
                  </a:prstClr>
                </a:outerShdw>
              </a:effectLst>
              <a:sp3d/>
            </c:spPr>
            <c:extLst>
              <c:ext xmlns:c16="http://schemas.microsoft.com/office/drawing/2014/chart" uri="{C3380CC4-5D6E-409C-BE32-E72D297353CC}">
                <c16:uniqueId val="{0000001E-6E35-4D6F-882A-F072585A79C4}"/>
              </c:ext>
            </c:extLst>
          </c:dPt>
          <c:dPt>
            <c:idx val="2"/>
            <c:bubble3D val="0"/>
            <c:spPr>
              <a:solidFill>
                <a:schemeClr val="accent3"/>
              </a:solidFill>
              <a:ln>
                <a:noFill/>
              </a:ln>
              <a:effectLst>
                <a:outerShdw blurRad="254000" sx="102000" sy="102000" algn="ctr" rotWithShape="0">
                  <a:prstClr val="black">
                    <a:alpha val="20000"/>
                  </a:prstClr>
                </a:outerShdw>
              </a:effectLst>
              <a:sp3d/>
            </c:spPr>
            <c:extLst>
              <c:ext xmlns:c16="http://schemas.microsoft.com/office/drawing/2014/chart" uri="{C3380CC4-5D6E-409C-BE32-E72D297353CC}">
                <c16:uniqueId val="{00000020-6E35-4D6F-882A-F072585A79C4}"/>
              </c:ext>
            </c:extLst>
          </c:dPt>
          <c:dPt>
            <c:idx val="3"/>
            <c:bubble3D val="0"/>
            <c:spPr>
              <a:solidFill>
                <a:schemeClr val="accent4"/>
              </a:solidFill>
              <a:ln>
                <a:noFill/>
              </a:ln>
              <a:effectLst>
                <a:outerShdw blurRad="254000" sx="102000" sy="102000" algn="ctr" rotWithShape="0">
                  <a:prstClr val="black">
                    <a:alpha val="20000"/>
                  </a:prstClr>
                </a:outerShdw>
              </a:effectLst>
              <a:sp3d/>
            </c:spPr>
            <c:extLst>
              <c:ext xmlns:c16="http://schemas.microsoft.com/office/drawing/2014/chart" uri="{C3380CC4-5D6E-409C-BE32-E72D297353CC}">
                <c16:uniqueId val="{00000022-6E35-4D6F-882A-F072585A79C4}"/>
              </c:ext>
            </c:extLst>
          </c:dPt>
          <c:dPt>
            <c:idx val="4"/>
            <c:bubble3D val="0"/>
            <c:spPr>
              <a:solidFill>
                <a:schemeClr val="accent5"/>
              </a:solidFill>
              <a:ln>
                <a:noFill/>
              </a:ln>
              <a:effectLst>
                <a:outerShdw blurRad="254000" sx="102000" sy="102000" algn="ctr" rotWithShape="0">
                  <a:prstClr val="black">
                    <a:alpha val="20000"/>
                  </a:prstClr>
                </a:outerShdw>
              </a:effectLst>
              <a:sp3d/>
            </c:spPr>
            <c:extLst>
              <c:ext xmlns:c16="http://schemas.microsoft.com/office/drawing/2014/chart" uri="{C3380CC4-5D6E-409C-BE32-E72D297353CC}">
                <c16:uniqueId val="{00000024-6E35-4D6F-882A-F072585A79C4}"/>
              </c:ext>
            </c:extLst>
          </c:dPt>
          <c:dPt>
            <c:idx val="5"/>
            <c:bubble3D val="0"/>
            <c:spPr>
              <a:solidFill>
                <a:schemeClr val="accent6"/>
              </a:solidFill>
              <a:ln>
                <a:noFill/>
              </a:ln>
              <a:effectLst>
                <a:outerShdw blurRad="254000" sx="102000" sy="102000" algn="ctr" rotWithShape="0">
                  <a:prstClr val="black">
                    <a:alpha val="20000"/>
                  </a:prstClr>
                </a:outerShdw>
              </a:effectLst>
              <a:sp3d/>
            </c:spPr>
            <c:extLst>
              <c:ext xmlns:c16="http://schemas.microsoft.com/office/drawing/2014/chart" uri="{C3380CC4-5D6E-409C-BE32-E72D297353CC}">
                <c16:uniqueId val="{00000026-6E35-4D6F-882A-F072585A79C4}"/>
              </c:ext>
            </c:extLst>
          </c:dPt>
          <c:dPt>
            <c:idx val="6"/>
            <c:bubble3D val="0"/>
            <c:spPr>
              <a:solidFill>
                <a:schemeClr val="accent1">
                  <a:lumMod val="60000"/>
                </a:schemeClr>
              </a:solidFill>
              <a:ln>
                <a:noFill/>
              </a:ln>
              <a:effectLst>
                <a:outerShdw blurRad="254000" sx="102000" sy="102000" algn="ctr" rotWithShape="0">
                  <a:prstClr val="black">
                    <a:alpha val="20000"/>
                  </a:prstClr>
                </a:outerShdw>
              </a:effectLst>
              <a:sp3d/>
            </c:spPr>
            <c:extLst>
              <c:ext xmlns:c16="http://schemas.microsoft.com/office/drawing/2014/chart" uri="{C3380CC4-5D6E-409C-BE32-E72D297353CC}">
                <c16:uniqueId val="{00000028-6E35-4D6F-882A-F072585A79C4}"/>
              </c:ext>
            </c:extLst>
          </c:dPt>
          <c:dPt>
            <c:idx val="7"/>
            <c:bubble3D val="0"/>
            <c:spPr>
              <a:solidFill>
                <a:schemeClr val="accent2">
                  <a:lumMod val="60000"/>
                </a:schemeClr>
              </a:solidFill>
              <a:ln>
                <a:noFill/>
              </a:ln>
              <a:effectLst>
                <a:outerShdw blurRad="254000" sx="102000" sy="102000" algn="ctr" rotWithShape="0">
                  <a:prstClr val="black">
                    <a:alpha val="20000"/>
                  </a:prstClr>
                </a:outerShdw>
              </a:effectLst>
              <a:sp3d/>
            </c:spPr>
            <c:extLst>
              <c:ext xmlns:c16="http://schemas.microsoft.com/office/drawing/2014/chart" uri="{C3380CC4-5D6E-409C-BE32-E72D297353CC}">
                <c16:uniqueId val="{0000002A-6E35-4D6F-882A-F072585A79C4}"/>
              </c:ext>
            </c:extLst>
          </c:dPt>
          <c:dPt>
            <c:idx val="8"/>
            <c:bubble3D val="0"/>
            <c:spPr>
              <a:solidFill>
                <a:schemeClr val="accent3">
                  <a:lumMod val="60000"/>
                </a:schemeClr>
              </a:solidFill>
              <a:ln>
                <a:noFill/>
              </a:ln>
              <a:effectLst>
                <a:outerShdw blurRad="254000" sx="102000" sy="102000" algn="ctr" rotWithShape="0">
                  <a:prstClr val="black">
                    <a:alpha val="20000"/>
                  </a:prstClr>
                </a:outerShdw>
              </a:effectLst>
              <a:sp3d/>
            </c:spPr>
            <c:extLst>
              <c:ext xmlns:c16="http://schemas.microsoft.com/office/drawing/2014/chart" uri="{C3380CC4-5D6E-409C-BE32-E72D297353CC}">
                <c16:uniqueId val="{0000002C-6E35-4D6F-882A-F072585A79C4}"/>
              </c:ext>
            </c:extLst>
          </c:dPt>
          <c:dPt>
            <c:idx val="9"/>
            <c:bubble3D val="0"/>
            <c:spPr>
              <a:solidFill>
                <a:schemeClr val="accent4">
                  <a:lumMod val="60000"/>
                </a:schemeClr>
              </a:solidFill>
              <a:ln>
                <a:noFill/>
              </a:ln>
              <a:effectLst>
                <a:outerShdw blurRad="254000" sx="102000" sy="102000" algn="ctr" rotWithShape="0">
                  <a:prstClr val="black">
                    <a:alpha val="20000"/>
                  </a:prstClr>
                </a:outerShdw>
              </a:effectLst>
              <a:sp3d/>
            </c:spPr>
            <c:extLst>
              <c:ext xmlns:c16="http://schemas.microsoft.com/office/drawing/2014/chart" uri="{C3380CC4-5D6E-409C-BE32-E72D297353CC}">
                <c16:uniqueId val="{0000002E-6E35-4D6F-882A-F072585A79C4}"/>
              </c:ext>
            </c:extLst>
          </c:dPt>
          <c:dPt>
            <c:idx val="10"/>
            <c:bubble3D val="0"/>
            <c:spPr>
              <a:solidFill>
                <a:schemeClr val="accent5">
                  <a:lumMod val="60000"/>
                </a:schemeClr>
              </a:solidFill>
              <a:ln>
                <a:noFill/>
              </a:ln>
              <a:effectLst>
                <a:outerShdw blurRad="254000" sx="102000" sy="102000" algn="ctr" rotWithShape="0">
                  <a:prstClr val="black">
                    <a:alpha val="20000"/>
                  </a:prstClr>
                </a:outerShdw>
              </a:effectLst>
              <a:sp3d/>
            </c:spPr>
            <c:extLst>
              <c:ext xmlns:c16="http://schemas.microsoft.com/office/drawing/2014/chart" uri="{C3380CC4-5D6E-409C-BE32-E72D297353CC}">
                <c16:uniqueId val="{00000030-6E35-4D6F-882A-F072585A79C4}"/>
              </c:ext>
            </c:extLst>
          </c:dPt>
          <c:dPt>
            <c:idx val="11"/>
            <c:bubble3D val="0"/>
            <c:spPr>
              <a:solidFill>
                <a:schemeClr val="accent6">
                  <a:lumMod val="60000"/>
                </a:schemeClr>
              </a:solidFill>
              <a:ln>
                <a:noFill/>
              </a:ln>
              <a:effectLst>
                <a:outerShdw blurRad="254000" sx="102000" sy="102000" algn="ctr" rotWithShape="0">
                  <a:prstClr val="black">
                    <a:alpha val="20000"/>
                  </a:prstClr>
                </a:outerShdw>
              </a:effectLst>
              <a:sp3d/>
            </c:spPr>
            <c:extLst>
              <c:ext xmlns:c16="http://schemas.microsoft.com/office/drawing/2014/chart" uri="{C3380CC4-5D6E-409C-BE32-E72D297353CC}">
                <c16:uniqueId val="{00000032-6E35-4D6F-882A-F072585A79C4}"/>
              </c:ext>
            </c:extLst>
          </c:dPt>
          <c:dPt>
            <c:idx val="12"/>
            <c:bubble3D val="0"/>
            <c:spPr>
              <a:solidFill>
                <a:schemeClr val="accent1">
                  <a:lumMod val="80000"/>
                  <a:lumOff val="20000"/>
                </a:schemeClr>
              </a:solidFill>
              <a:ln>
                <a:noFill/>
              </a:ln>
              <a:effectLst>
                <a:outerShdw blurRad="254000" sx="102000" sy="102000" algn="ctr" rotWithShape="0">
                  <a:prstClr val="black">
                    <a:alpha val="20000"/>
                  </a:prstClr>
                </a:outerShdw>
              </a:effectLst>
              <a:sp3d/>
            </c:spPr>
            <c:extLst>
              <c:ext xmlns:c16="http://schemas.microsoft.com/office/drawing/2014/chart" uri="{C3380CC4-5D6E-409C-BE32-E72D297353CC}">
                <c16:uniqueId val="{00000034-6E35-4D6F-882A-F072585A79C4}"/>
              </c:ext>
            </c:extLst>
          </c:dPt>
          <c:dLbls>
            <c:spPr>
              <a:pattFill prst="pct75">
                <a:fgClr>
                  <a:schemeClr val="dk1">
                    <a:lumMod val="75000"/>
                    <a:lumOff val="25000"/>
                  </a:schemeClr>
                </a:fgClr>
                <a:bgClr>
                  <a:schemeClr val="dk1">
                    <a:lumMod val="65000"/>
                    <a:lumOff val="35000"/>
                  </a:schemeClr>
                </a:bgClr>
              </a:pattFill>
              <a:ln>
                <a:noFill/>
              </a:ln>
              <a:effectLst>
                <a:outerShdw blurRad="50800" dist="38100" dir="2700000" algn="tl" rotWithShape="0">
                  <a:prstClr val="black">
                    <a:alpha val="40000"/>
                  </a:prstClr>
                </a:outerShdw>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lt1"/>
                    </a:solidFill>
                    <a:latin typeface="+mn-lt"/>
                    <a:ea typeface="+mn-ea"/>
                    <a:cs typeface="+mn-cs"/>
                  </a:defRPr>
                </a:pPr>
                <a:endParaRPr lang="zh-CN"/>
              </a:p>
            </c:txPr>
            <c:dLblPos val="bestFit"/>
            <c:showLegendKey val="0"/>
            <c:showVal val="0"/>
            <c:showCatName val="0"/>
            <c:showSerName val="0"/>
            <c:showPercent val="1"/>
            <c:showBubbleSize val="0"/>
            <c:showLeaderLines val="1"/>
            <c:leaderLines>
              <c:spPr>
                <a:ln w="9525">
                  <a:solidFill>
                    <a:schemeClr val="dk1">
                      <a:lumMod val="50000"/>
                      <a:lumOff val="50000"/>
                    </a:schemeClr>
                  </a:solidFill>
                </a:ln>
                <a:effectLst/>
              </c:spPr>
            </c:leaderLines>
            <c:extLst>
              <c:ext xmlns:c15="http://schemas.microsoft.com/office/drawing/2012/chart" uri="{CE6537A1-D6FC-4f65-9D91-7224C49458BB}"/>
            </c:extLst>
          </c:dLbls>
          <c:cat>
            <c:strRef>
              <c:f>'Recruitment analysis'!$A$14:$A$26</c:f>
              <c:strCache>
                <c:ptCount val="13"/>
                <c:pt idx="0">
                  <c:v>NIHSS ≤5 or &gt;25</c:v>
                </c:pt>
                <c:pt idx="1">
                  <c:v>Planned/Performed Thrombectomy</c:v>
                </c:pt>
                <c:pt idx="2">
                  <c:v>Imaging/Perfusion Mismatch</c:v>
                </c:pt>
                <c:pt idx="3">
                  <c:v>Family Requested Conservative Treatment</c:v>
                </c:pt>
                <c:pt idx="4">
                  <c:v>Thrombolysis Already Performed at Another Hospital</c:v>
                </c:pt>
                <c:pt idx="5">
                  <c:v>History of Stroke with Diabetes</c:v>
                </c:pt>
                <c:pt idx="6">
                  <c:v>Family Strongly Requested Thrombolysis</c:v>
                </c:pt>
                <c:pt idx="7">
                  <c:v>Pre-Stroke mRS Score of 2</c:v>
                </c:pt>
                <c:pt idx="8">
                  <c:v>May exceed 24 hours prior to randomization</c:v>
                </c:pt>
                <c:pt idx="9">
                  <c:v>Large Cerebral Infarction/Brain Herniation</c:v>
                </c:pt>
                <c:pt idx="10">
                  <c:v>Transferred Back to Local Hospital Without Treatment</c:v>
                </c:pt>
                <c:pt idx="11">
                  <c:v>Bleeding Disorders/History of Hemorrhagic Stroke</c:v>
                </c:pt>
                <c:pt idx="12">
                  <c:v>Other Comorbidities or Untraceable Cases</c:v>
                </c:pt>
              </c:strCache>
            </c:strRef>
          </c:cat>
          <c:val>
            <c:numRef>
              <c:f>'Recruitment analysis'!$C$14:$C$26</c:f>
              <c:numCache>
                <c:formatCode>0.00%</c:formatCode>
                <c:ptCount val="13"/>
                <c:pt idx="0">
                  <c:v>0.42899999999999999</c:v>
                </c:pt>
                <c:pt idx="1">
                  <c:v>0.113</c:v>
                </c:pt>
                <c:pt idx="2">
                  <c:v>0.105</c:v>
                </c:pt>
                <c:pt idx="3">
                  <c:v>5.7000000000000002E-2</c:v>
                </c:pt>
                <c:pt idx="4">
                  <c:v>4.9000000000000002E-2</c:v>
                </c:pt>
                <c:pt idx="5">
                  <c:v>2.8000000000000001E-2</c:v>
                </c:pt>
                <c:pt idx="6">
                  <c:v>0.02</c:v>
                </c:pt>
                <c:pt idx="7">
                  <c:v>1.6E-2</c:v>
                </c:pt>
                <c:pt idx="8">
                  <c:v>1.2E-2</c:v>
                </c:pt>
                <c:pt idx="9">
                  <c:v>1.2E-2</c:v>
                </c:pt>
                <c:pt idx="10">
                  <c:v>8.0000000000000002E-3</c:v>
                </c:pt>
                <c:pt idx="11">
                  <c:v>8.0000000000000002E-3</c:v>
                </c:pt>
                <c:pt idx="12">
                  <c:v>0.14199999999999999</c:v>
                </c:pt>
              </c:numCache>
            </c:numRef>
          </c:val>
          <c:extLst>
            <c:ext xmlns:c16="http://schemas.microsoft.com/office/drawing/2014/chart" uri="{C3380CC4-5D6E-409C-BE32-E72D297353CC}">
              <c16:uniqueId val="{00000035-6E35-4D6F-882A-F072585A79C4}"/>
            </c:ext>
          </c:extLst>
        </c:ser>
        <c:dLbls>
          <c:dLblPos val="bestFit"/>
          <c:showLegendKey val="0"/>
          <c:showVal val="0"/>
          <c:showCatName val="0"/>
          <c:showSerName val="0"/>
          <c:showPercent val="1"/>
          <c:showBubbleSize val="0"/>
          <c:showLeaderLines val="1"/>
        </c:dLbls>
      </c:pie3DChart>
      <c:spPr>
        <a:noFill/>
        <a:ln>
          <a:noFill/>
        </a:ln>
        <a:effectLst/>
      </c:spPr>
    </c:plotArea>
    <c:legend>
      <c:legendPos val="r"/>
      <c:layout>
        <c:manualLayout>
          <c:xMode val="edge"/>
          <c:yMode val="edge"/>
          <c:x val="0.59238864521779744"/>
          <c:y val="0.12022277919974597"/>
          <c:w val="0.36709365597592986"/>
          <c:h val="0.83701408553629175"/>
        </c:manualLayout>
      </c:layout>
      <c:overlay val="0"/>
      <c:spPr>
        <a:solidFill>
          <a:schemeClr val="lt1">
            <a:lumMod val="95000"/>
            <a:alpha val="39000"/>
          </a:schemeClr>
        </a:solidFill>
        <a:ln>
          <a:noFill/>
        </a:ln>
        <a:effectLst/>
      </c:spPr>
      <c:txPr>
        <a:bodyPr rot="0" spcFirstLastPara="1" vertOverflow="ellipsis" vert="horz" wrap="square" anchor="ctr" anchorCtr="1"/>
        <a:lstStyle/>
        <a:p>
          <a:pPr>
            <a:defRPr sz="1000" b="0" i="0" u="none" strike="noStrike" kern="1200" baseline="0">
              <a:solidFill>
                <a:schemeClr val="dk1">
                  <a:lumMod val="75000"/>
                  <a:lumOff val="25000"/>
                </a:schemeClr>
              </a:solidFill>
              <a:latin typeface="+mn-lt"/>
              <a:ea typeface="+mn-ea"/>
              <a:cs typeface="+mn-cs"/>
            </a:defRPr>
          </a:pPr>
          <a:endParaRPr lang="zh-CN"/>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gradFill flip="none" rotWithShape="1">
      <a:gsLst>
        <a:gs pos="0">
          <a:schemeClr val="lt1"/>
        </a:gs>
        <a:gs pos="39000">
          <a:schemeClr val="lt1"/>
        </a:gs>
        <a:gs pos="100000">
          <a:schemeClr val="lt1">
            <a:lumMod val="75000"/>
          </a:schemeClr>
        </a:gs>
      </a:gsLst>
      <a:path path="circle">
        <a:fillToRect l="50000" t="-80000" r="50000" b="180000"/>
      </a:path>
      <a:tileRect/>
    </a:gradFill>
    <a:ln w="9525" cap="flat" cmpd="sng" algn="ctr">
      <a:solidFill>
        <a:schemeClr val="dk1">
          <a:lumMod val="25000"/>
          <a:lumOff val="75000"/>
        </a:schemeClr>
      </a:solidFill>
      <a:round/>
    </a:ln>
    <a:effectLst/>
  </c:spPr>
  <c:txPr>
    <a:bodyPr/>
    <a:lstStyle/>
    <a:p>
      <a:pPr>
        <a:defRPr/>
      </a:pPr>
      <a:endParaRPr lang="zh-CN"/>
    </a:p>
  </c:txPr>
  <c:externalData r:id="rId4">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64">
  <cs:axisTitle>
    <cs:lnRef idx="0"/>
    <cs:fillRef idx="0"/>
    <cs:effectRef idx="0"/>
    <cs:fontRef idx="minor">
      <a:schemeClr val="dk1">
        <a:lumMod val="75000"/>
        <a:lumOff val="25000"/>
      </a:schemeClr>
    </cs:fontRef>
    <cs:defRPr sz="900" b="1" kern="1200"/>
  </cs:axisTitle>
  <cs:categoryAxis>
    <cs:lnRef idx="0"/>
    <cs:fillRef idx="0"/>
    <cs:effectRef idx="0"/>
    <cs:fontRef idx="minor">
      <a:schemeClr val="dk1">
        <a:lumMod val="75000"/>
        <a:lumOff val="25000"/>
      </a:schemeClr>
    </cs:fontRef>
    <cs:spPr>
      <a:ln w="19050" cap="flat" cmpd="sng" algn="ctr">
        <a:solidFill>
          <a:schemeClr val="dk1">
            <a:lumMod val="75000"/>
            <a:lumOff val="25000"/>
          </a:schemeClr>
        </a:solidFill>
        <a:round/>
      </a:ln>
    </cs:spPr>
    <cs:defRPr sz="900" kern="1200" cap="all" baseline="0"/>
  </cs:categoryAxis>
  <cs:chartArea>
    <cs:lnRef idx="0"/>
    <cs:fillRef idx="0"/>
    <cs:effectRef idx="0"/>
    <cs:fontRef idx="minor">
      <a:schemeClr val="dk1"/>
    </cs:fontRef>
    <cs:spPr>
      <a:gradFill flip="none" rotWithShape="1">
        <a:gsLst>
          <a:gs pos="0">
            <a:schemeClr val="lt1"/>
          </a:gs>
          <a:gs pos="39000">
            <a:schemeClr val="lt1"/>
          </a:gs>
          <a:gs pos="100000">
            <a:schemeClr val="lt1">
              <a:lumMod val="75000"/>
            </a:schemeClr>
          </a:gs>
        </a:gsLst>
        <a:path path="circle">
          <a:fillToRect l="50000" t="-80000" r="50000" b="180000"/>
        </a:path>
        <a:tileRect/>
      </a:gradFill>
      <a:ln w="9525" cap="flat" cmpd="sng" algn="ctr">
        <a:solidFill>
          <a:schemeClr val="dk1">
            <a:lumMod val="25000"/>
            <a:lumOff val="75000"/>
          </a:schemeClr>
        </a:solidFill>
        <a:round/>
      </a:ln>
    </cs:spPr>
    <cs:defRPr sz="900" kern="1200"/>
  </cs:chartArea>
  <cs:dataLabel>
    <cs:lnRef idx="0"/>
    <cs:fillRef idx="0"/>
    <cs:effectRef idx="0"/>
    <cs:fontRef idx="minor">
      <a:schemeClr val="lt1"/>
    </cs:fontRef>
    <cs:spPr>
      <a:pattFill prst="pct75">
        <a:fgClr>
          <a:schemeClr val="dk1">
            <a:lumMod val="75000"/>
            <a:lumOff val="25000"/>
          </a:schemeClr>
        </a:fgClr>
        <a:bgClr>
          <a:schemeClr val="dk1">
            <a:lumMod val="65000"/>
            <a:lumOff val="35000"/>
          </a:schemeClr>
        </a:bgClr>
      </a:pattFill>
      <a:effectLst>
        <a:outerShdw blurRad="50800" dist="38100" dir="2700000" algn="tl" rotWithShape="0">
          <a:prstClr val="black">
            <a:alpha val="40000"/>
          </a:prstClr>
        </a:outerShdw>
      </a:effectLst>
    </cs:spPr>
    <cs:defRPr sz="1000" b="1" i="0" u="none" strike="noStrike" kern="1200" baseline="0"/>
  </cs:dataLabel>
  <cs:dataLabelCallout>
    <cs:lnRef idx="0"/>
    <cs:fillRef idx="0"/>
    <cs:effectRef idx="0"/>
    <cs:fontRef idx="minor">
      <a:schemeClr val="lt1"/>
    </cs:fontRef>
    <cs:spPr>
      <a:pattFill prst="pct75">
        <a:fgClr>
          <a:schemeClr val="dk1">
            <a:lumMod val="75000"/>
            <a:lumOff val="25000"/>
          </a:schemeClr>
        </a:fgClr>
        <a:bgClr>
          <a:schemeClr val="dk1">
            <a:lumMod val="65000"/>
            <a:lumOff val="35000"/>
          </a:schemeClr>
        </a:bgClr>
      </a:pattFill>
      <a:effectLst>
        <a:outerShdw blurRad="50800" dist="38100" dir="2700000" algn="tl" rotWithShape="0">
          <a:prstClr val="black">
            <a:alpha val="40000"/>
          </a:prstClr>
        </a:outerShdw>
      </a:effectLst>
    </cs:spPr>
    <cs:defRPr sz="1000" b="1" i="0" u="none" strike="noStrike" kern="1200" baseline="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a:effectLst>
        <a:outerShdw blurRad="254000" sx="102000" sy="102000" algn="ctr" rotWithShape="0">
          <a:prstClr val="black">
            <a:alpha val="20000"/>
          </a:prstClr>
        </a:outerShdw>
      </a:effectLst>
    </cs:spPr>
  </cs:dataPoint>
  <cs:dataPoint3D>
    <cs:lnRef idx="0"/>
    <cs:fillRef idx="0">
      <cs:styleClr val="auto"/>
    </cs:fillRef>
    <cs:effectRef idx="0"/>
    <cs:fontRef idx="minor">
      <a:schemeClr val="dk1"/>
    </cs:fontRef>
    <cs:spPr>
      <a:solidFill>
        <a:schemeClr val="phClr"/>
      </a:solidFill>
      <a:effectLst>
        <a:outerShdw blurRad="254000" sx="102000" sy="102000" algn="ctr" rotWithShape="0">
          <a:prstClr val="black">
            <a:alpha val="20000"/>
          </a:prstClr>
        </a:outerShdw>
      </a:effectLst>
    </cs:spPr>
  </cs:dataPoint3D>
  <cs:dataPointLine>
    <cs:lnRef idx="0">
      <cs:styleClr val="auto"/>
    </cs:lnRef>
    <cs:fillRef idx="0"/>
    <cs:effectRef idx="0"/>
    <cs:fontRef idx="minor">
      <a:schemeClr val="dk1"/>
    </cs:fontRef>
    <cs:spPr>
      <a:ln w="31750" cap="rnd">
        <a:solidFill>
          <a:schemeClr val="phClr">
            <a:alpha val="85000"/>
          </a:schemeClr>
        </a:solidFill>
        <a:round/>
      </a:ln>
    </cs:spPr>
  </cs:dataPointLine>
  <cs:dataPointMarker>
    <cs:lnRef idx="0"/>
    <cs:fillRef idx="0">
      <cs:styleClr val="auto"/>
    </cs:fillRef>
    <cs:effectRef idx="0"/>
    <cs:fontRef idx="minor">
      <a:schemeClr val="dk1"/>
    </cs:fontRef>
    <cs:spPr>
      <a:solidFill>
        <a:schemeClr val="phClr">
          <a:alpha val="85000"/>
        </a:schemeClr>
      </a:solidFill>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dk1">
        <a:lumMod val="75000"/>
        <a:lumOff val="25000"/>
      </a:schemeClr>
    </cs:fontRef>
    <cs:spPr>
      <a:ln w="9525">
        <a:solidFill>
          <a:schemeClr val="dk1">
            <a:lumMod val="35000"/>
            <a:lumOff val="65000"/>
          </a:schemeClr>
        </a:solidFill>
      </a:ln>
    </cs:spPr>
    <cs:defRPr sz="900" kern="1200"/>
  </cs:dataTable>
  <cs:downBar>
    <cs:lnRef idx="0"/>
    <cs:fillRef idx="0"/>
    <cs:effectRef idx="0"/>
    <cs:fontRef idx="minor">
      <a:schemeClr val="dk1"/>
    </cs:fontRef>
    <cs:spPr>
      <a:solidFill>
        <a:schemeClr val="dk1">
          <a:lumMod val="50000"/>
          <a:lumOff val="50000"/>
        </a:schemeClr>
      </a:solidFill>
      <a:ln w="9525">
        <a:solidFill>
          <a:schemeClr val="dk1">
            <a:lumMod val="65000"/>
            <a:lumOff val="35000"/>
          </a:schemeClr>
        </a:solidFill>
      </a:ln>
    </cs:spPr>
  </cs:downBar>
  <cs:dropLine>
    <cs:lnRef idx="0"/>
    <cs:fillRef idx="0"/>
    <cs:effectRef idx="0"/>
    <cs:fontRef idx="minor">
      <a:schemeClr val="dk1"/>
    </cs:fontRef>
    <cs:spPr>
      <a:ln w="9525">
        <a:solidFill>
          <a:schemeClr val="dk1">
            <a:lumMod val="35000"/>
            <a:lumOff val="65000"/>
          </a:schemeClr>
        </a:solidFill>
        <a:prstDash val="dash"/>
      </a:ln>
    </cs:spPr>
  </cs:dropLine>
  <cs:errorBar>
    <cs:lnRef idx="0"/>
    <cs:fillRef idx="0"/>
    <cs:effectRef idx="0"/>
    <cs:fontRef idx="minor">
      <a:schemeClr val="dk1"/>
    </cs:fontRef>
    <cs:spPr>
      <a:ln w="9525">
        <a:solidFill>
          <a:schemeClr val="dk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gradFill>
          <a:gsLst>
            <a:gs pos="100000">
              <a:schemeClr val="dk1">
                <a:lumMod val="95000"/>
                <a:lumOff val="5000"/>
                <a:alpha val="42000"/>
              </a:schemeClr>
            </a:gs>
            <a:gs pos="0">
              <a:schemeClr val="lt1">
                <a:lumMod val="75000"/>
                <a:alpha val="36000"/>
              </a:schemeClr>
            </a:gs>
          </a:gsLst>
          <a:lin ang="5400000" scaled="0"/>
        </a:gradFill>
        <a:round/>
      </a:ln>
    </cs:spPr>
  </cs:gridlineMajor>
  <cs:gridlineMinor>
    <cs:lnRef idx="0"/>
    <cs:fillRef idx="0"/>
    <cs:effectRef idx="0"/>
    <cs:fontRef idx="minor">
      <a:schemeClr val="dk1"/>
    </cs:fontRef>
    <cs:spPr>
      <a:ln>
        <a:gradFill>
          <a:gsLst>
            <a:gs pos="100000">
              <a:schemeClr val="dk1">
                <a:lumMod val="95000"/>
                <a:lumOff val="5000"/>
                <a:alpha val="42000"/>
              </a:schemeClr>
            </a:gs>
            <a:gs pos="0">
              <a:schemeClr val="lt1">
                <a:lumMod val="75000"/>
                <a:alpha val="36000"/>
              </a:schemeClr>
            </a:gs>
          </a:gsLst>
          <a:lin ang="5400000" scaled="0"/>
        </a:gradFill>
      </a:ln>
    </cs:spPr>
  </cs:gridlineMinor>
  <cs:hiLoLine>
    <cs:lnRef idx="0"/>
    <cs:fillRef idx="0"/>
    <cs:effectRef idx="0"/>
    <cs:fontRef idx="minor">
      <a:schemeClr val="dk1"/>
    </cs:fontRef>
    <cs:spPr>
      <a:ln w="9525">
        <a:solidFill>
          <a:schemeClr val="dk1">
            <a:lumMod val="35000"/>
            <a:lumOff val="65000"/>
          </a:schemeClr>
        </a:solidFill>
        <a:prstDash val="dash"/>
      </a:ln>
    </cs:spPr>
  </cs:hiLoLine>
  <cs:leaderLine>
    <cs:lnRef idx="0"/>
    <cs:fillRef idx="0"/>
    <cs:effectRef idx="0"/>
    <cs:fontRef idx="minor">
      <a:schemeClr val="dk1"/>
    </cs:fontRef>
    <cs:spPr>
      <a:ln w="9525">
        <a:solidFill>
          <a:schemeClr val="dk1">
            <a:lumMod val="50000"/>
            <a:lumOff val="50000"/>
          </a:schemeClr>
        </a:solidFill>
      </a:ln>
    </cs:spPr>
  </cs:leaderLine>
  <cs:legend>
    <cs:lnRef idx="0"/>
    <cs:fillRef idx="0"/>
    <cs:effectRef idx="0"/>
    <cs:fontRef idx="minor">
      <a:schemeClr val="dk1">
        <a:lumMod val="75000"/>
        <a:lumOff val="25000"/>
      </a:schemeClr>
    </cs:fontRef>
    <cs:spPr>
      <a:solidFill>
        <a:schemeClr val="lt1">
          <a:lumMod val="95000"/>
          <a:alpha val="39000"/>
        </a:schemeClr>
      </a:solidFill>
    </cs:spPr>
    <cs:defRPr sz="900" kern="1200"/>
  </cs:legend>
  <cs:plotArea>
    <cs:lnRef idx="0"/>
    <cs:fillRef idx="0"/>
    <cs:effectRef idx="0"/>
    <cs:fontRef idx="minor">
      <a:schemeClr val="dk1"/>
    </cs:fontRef>
  </cs:plotArea>
  <cs:plotArea3D>
    <cs:lnRef idx="0"/>
    <cs:fillRef idx="0"/>
    <cs:effectRef idx="0"/>
    <cs:fontRef idx="minor">
      <a:schemeClr val="dk1"/>
    </cs:fontRef>
  </cs:plotArea3D>
  <cs:seriesAxis>
    <cs:lnRef idx="0"/>
    <cs:fillRef idx="0"/>
    <cs:effectRef idx="0"/>
    <cs:fontRef idx="minor">
      <a:schemeClr val="dk1">
        <a:lumMod val="75000"/>
        <a:lumOff val="25000"/>
      </a:schemeClr>
    </cs:fontRef>
    <cs:spPr>
      <a:ln w="31750" cap="flat" cmpd="sng" algn="ctr">
        <a:solidFill>
          <a:schemeClr val="dk1">
            <a:lumMod val="75000"/>
            <a:lumOff val="25000"/>
          </a:schemeClr>
        </a:solidFill>
        <a:round/>
      </a:ln>
    </cs:spPr>
    <cs:defRPr sz="900" kern="1200"/>
  </cs:seriesAxis>
  <cs:seriesLine>
    <cs:lnRef idx="0"/>
    <cs:fillRef idx="0"/>
    <cs:effectRef idx="0"/>
    <cs:fontRef idx="minor">
      <a:schemeClr val="dk1"/>
    </cs:fontRef>
    <cs:spPr>
      <a:ln w="9525">
        <a:solidFill>
          <a:schemeClr val="dk1">
            <a:lumMod val="50000"/>
            <a:lumOff val="50000"/>
          </a:schemeClr>
        </a:solidFill>
        <a:round/>
      </a:ln>
    </cs:spPr>
  </cs:seriesLine>
  <cs:title>
    <cs:lnRef idx="0"/>
    <cs:fillRef idx="0"/>
    <cs:effectRef idx="0"/>
    <cs:fontRef idx="minor">
      <a:schemeClr val="dk1">
        <a:lumMod val="75000"/>
        <a:lumOff val="25000"/>
      </a:schemeClr>
    </cs:fontRef>
    <cs:defRPr sz="1800" b="1" kern="1200" baseline="0"/>
  </cs:title>
  <cs:trendline>
    <cs:lnRef idx="0">
      <cs:styleClr val="auto"/>
    </cs:lnRef>
    <cs:fillRef idx="0"/>
    <cs:effectRef idx="0"/>
    <cs:fontRef idx="minor">
      <a:schemeClr val="dk1"/>
    </cs:fontRef>
    <cs:spPr>
      <a:ln w="19050" cap="rnd">
        <a:solidFill>
          <a:schemeClr val="phClr"/>
        </a:solidFill>
      </a:ln>
    </cs:spPr>
  </cs:trendline>
  <cs:trendlineLabel>
    <cs:lnRef idx="0"/>
    <cs:fillRef idx="0"/>
    <cs:effectRef idx="0"/>
    <cs:fontRef idx="minor">
      <a:schemeClr val="dk1">
        <a:lumMod val="75000"/>
        <a:lumOff val="25000"/>
      </a:schemeClr>
    </cs:fontRef>
    <cs:defRPr sz="900" kern="1200"/>
  </cs:trendlineLabel>
  <cs:upBar>
    <cs:lnRef idx="0"/>
    <cs:fillRef idx="0"/>
    <cs:effectRef idx="0"/>
    <cs:fontRef idx="minor">
      <a:schemeClr val="dk1"/>
    </cs:fontRef>
    <cs:spPr>
      <a:solidFill>
        <a:schemeClr val="lt1"/>
      </a:solidFill>
      <a:ln w="9525">
        <a:solidFill>
          <a:schemeClr val="dk1">
            <a:lumMod val="65000"/>
            <a:lumOff val="35000"/>
          </a:schemeClr>
        </a:solidFill>
      </a:ln>
    </cs:spPr>
  </cs:upBar>
  <cs:valueAxis>
    <cs:lnRef idx="0"/>
    <cs:fillRef idx="0"/>
    <cs:effectRef idx="0"/>
    <cs:fontRef idx="minor">
      <a:schemeClr val="dk1">
        <a:lumMod val="75000"/>
        <a:lumOff val="25000"/>
      </a:schemeClr>
    </cs:fontRef>
    <cs:spPr>
      <a:ln>
        <a:noFill/>
      </a:ln>
    </cs:spPr>
    <cs:defRPr sz="900" kern="1200"/>
  </cs:valueAxis>
  <cs:wall>
    <cs:lnRef idx="0"/>
    <cs:fillRef idx="0"/>
    <cs:effectRef idx="0"/>
    <cs:fontRef idx="minor">
      <a:schemeClr val="dk1"/>
    </cs:fontRef>
  </cs:wall>
</cs:chartStyle>
</file>

<file path=ppt/comments/modernComment_7FFFFFFB_6F95B518.xml><?xml version="1.0" encoding="utf-8"?>
<p188:cmLst xmlns:a="http://schemas.openxmlformats.org/drawingml/2006/main" xmlns:r="http://schemas.openxmlformats.org/officeDocument/2006/relationships" xmlns:p188="http://schemas.microsoft.com/office/powerpoint/2018/8/main">
  <p188:cm id="{E8D69008-579B-4A7B-93C0-0C7DFFA0BFCB}" authorId="{FFC120A5-3AF7-2E32-EA83-F5205523C8AD}" created="2026-04-21T02:11:58.291">
    <ac:txMkLst xmlns:ac="http://schemas.microsoft.com/office/drawing/2013/main/command">
      <pc:docMk xmlns:pc="http://schemas.microsoft.com/office/powerpoint/2013/main/command"/>
      <pc:sldMk xmlns:pc="http://schemas.microsoft.com/office/powerpoint/2013/main/command" cId="1872082200" sldId="2147483643"/>
      <ac:graphicFrameMk id="12" creationId="{708F5746-B91D-A9FB-39C3-0ED26F0C4789}"/>
      <ac:tblMk/>
      <ac:tcMk rowId="345431999" colId="1231502940"/>
      <ac:txMk cp="1" len="46">
        <ac:context len="48" hash="1079631973"/>
      </ac:txMk>
    </ac:txMkLst>
    <p188:pos x="2001078" y="334697"/>
    <p188:txBody>
      <a:bodyPr/>
      <a:lstStyle/>
      <a:p>
        <a:r>
          <a:rPr lang="en-US"/>
          <a:t>Reflect the pt who is excluded by any one of the eligibility criteria, so only that specific criterion is provided for each patient.</a:t>
        </a:r>
      </a:p>
    </p188:txBody>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77A7AF6-31C4-4193-950B-598D87978EF7}" type="datetimeFigureOut">
              <a:rPr lang="zh-CN" altLang="en-US" smtClean="0"/>
              <a:t>2026/4/22</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756A63C-6C1A-4881-B461-66A75B15E56A}" type="slidenum">
              <a:rPr lang="zh-CN" altLang="en-US" smtClean="0"/>
              <a:t>‹#›</a:t>
            </a:fld>
            <a:endParaRPr lang="zh-CN" altLang="en-US"/>
          </a:p>
        </p:txBody>
      </p:sp>
    </p:spTree>
    <p:extLst>
      <p:ext uri="{BB962C8B-B14F-4D97-AF65-F5344CB8AC3E}">
        <p14:creationId xmlns:p14="http://schemas.microsoft.com/office/powerpoint/2010/main" val="76996004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C7AC8C-E9AE-2164-85E9-F47EE8484CE9}"/>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F31879A8-1FA8-5451-D330-368B7E57A8D5}"/>
              </a:ext>
            </a:extLst>
          </p:cNvPr>
          <p:cNvSpPr>
            <a:spLocks noGrp="1" noRot="1" noChangeAspect="1"/>
          </p:cNvSpPr>
          <p:nvPr>
            <p:ph type="sldImg"/>
          </p:nvPr>
        </p:nvSpPr>
        <p:spPr>
          <a:xfrm>
            <a:off x="476250" y="611188"/>
            <a:ext cx="5903913" cy="3321050"/>
          </a:xfrm>
        </p:spPr>
      </p:sp>
      <p:sp>
        <p:nvSpPr>
          <p:cNvPr id="3" name="备注占位符 2">
            <a:extLst>
              <a:ext uri="{FF2B5EF4-FFF2-40B4-BE49-F238E27FC236}">
                <a16:creationId xmlns:a16="http://schemas.microsoft.com/office/drawing/2014/main" id="{1874EA57-965F-E5F7-CCC1-CEB446FB7047}"/>
              </a:ext>
            </a:extLst>
          </p:cNvPr>
          <p:cNvSpPr>
            <a:spLocks noGrp="1"/>
          </p:cNvSpPr>
          <p:nvPr>
            <p:ph type="body" idx="1"/>
          </p:nvPr>
        </p:nvSpPr>
        <p:spPr/>
        <p:txBody>
          <a:bodyPr/>
          <a:lstStyle/>
          <a:p>
            <a:pPr marL="0" indent="0">
              <a:buNone/>
            </a:pPr>
            <a:endParaRPr lang="zh-CN" altLang="en-US"/>
          </a:p>
        </p:txBody>
      </p:sp>
      <p:sp>
        <p:nvSpPr>
          <p:cNvPr id="4" name="页脚占位符 3">
            <a:extLst>
              <a:ext uri="{FF2B5EF4-FFF2-40B4-BE49-F238E27FC236}">
                <a16:creationId xmlns:a16="http://schemas.microsoft.com/office/drawing/2014/main" id="{53734976-358A-9E02-AB7A-1640AB8BE18B}"/>
              </a:ext>
            </a:extLst>
          </p:cNvPr>
          <p:cNvSpPr>
            <a:spLocks noGrp="1"/>
          </p:cNvSpPr>
          <p:nvPr>
            <p:ph type="ftr" sz="quarter" idx="4"/>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8312A"/>
                </a:solidFill>
                <a:effectLst/>
                <a:uLnTx/>
                <a:uFillTx/>
                <a:latin typeface="Boehringer Forward Text" panose="02000500000000020000" pitchFamily="2" charset="0"/>
                <a:ea typeface="+mn-ea"/>
                <a:cs typeface="+mn-cs"/>
              </a:rPr>
              <a:t>Presentation title    |    ONLY FOR INTERNAL USE</a:t>
            </a:r>
          </a:p>
        </p:txBody>
      </p:sp>
      <p:sp>
        <p:nvSpPr>
          <p:cNvPr id="5" name="灯片编号占位符 4">
            <a:extLst>
              <a:ext uri="{FF2B5EF4-FFF2-40B4-BE49-F238E27FC236}">
                <a16:creationId xmlns:a16="http://schemas.microsoft.com/office/drawing/2014/main" id="{17E55550-E786-983F-041D-5A19A86E341A}"/>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388EF01-4040-4B6C-80FD-9D313BD6F632}" type="slidenum">
              <a:rPr kumimoji="0" lang="en-US" sz="800" b="0" i="0" u="none" strike="noStrike" kern="1200" cap="none" spc="0" normalizeH="0" baseline="0" noProof="0" smtClean="0">
                <a:ln>
                  <a:noFill/>
                </a:ln>
                <a:solidFill>
                  <a:srgbClr val="08312A"/>
                </a:solidFill>
                <a:effectLst/>
                <a:uLnTx/>
                <a:uFillTx/>
                <a:latin typeface="Boehringer Forward Text" panose="02000500000000020000" pitchFamily="2"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US" sz="800" b="0" i="0" u="none" strike="noStrike" kern="1200" cap="none" spc="0" normalizeH="0" baseline="0" noProof="0">
              <a:ln>
                <a:noFill/>
              </a:ln>
              <a:solidFill>
                <a:srgbClr val="08312A"/>
              </a:solidFill>
              <a:effectLst/>
              <a:uLnTx/>
              <a:uFillTx/>
              <a:latin typeface="Boehringer Forward Text" panose="02000500000000020000" pitchFamily="2" charset="0"/>
              <a:ea typeface="+mn-ea"/>
              <a:cs typeface="+mn-cs"/>
            </a:endParaRPr>
          </a:p>
        </p:txBody>
      </p:sp>
    </p:spTree>
    <p:extLst>
      <p:ext uri="{BB962C8B-B14F-4D97-AF65-F5344CB8AC3E}">
        <p14:creationId xmlns:p14="http://schemas.microsoft.com/office/powerpoint/2010/main" val="608928135"/>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 Id="rId5" Type="http://schemas.openxmlformats.org/officeDocument/2006/relationships/image" Target="../media/image6.svg"/><Relationship Id="rId4" Type="http://schemas.openxmlformats.org/officeDocument/2006/relationships/image" Target="../media/image5.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Master" Target="../slideMasters/slideMaster1.xml"/><Relationship Id="rId5" Type="http://schemas.openxmlformats.org/officeDocument/2006/relationships/image" Target="../media/image10.svg"/><Relationship Id="rId4" Type="http://schemas.openxmlformats.org/officeDocument/2006/relationships/image" Target="../media/image9.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1.xml"/><Relationship Id="rId6" Type="http://schemas.openxmlformats.org/officeDocument/2006/relationships/image" Target="../media/image15.png"/><Relationship Id="rId5" Type="http://schemas.openxmlformats.org/officeDocument/2006/relationships/image" Target="../media/image14.svg"/><Relationship Id="rId4" Type="http://schemas.openxmlformats.org/officeDocument/2006/relationships/image" Target="../media/image13.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15.png"/><Relationship Id="rId5" Type="http://schemas.openxmlformats.org/officeDocument/2006/relationships/image" Target="../media/image6.svg"/><Relationship Id="rId4" Type="http://schemas.openxmlformats.org/officeDocument/2006/relationships/image" Target="../media/image5.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16.png"/><Relationship Id="rId1" Type="http://schemas.openxmlformats.org/officeDocument/2006/relationships/slideMaster" Target="../slideMasters/slideMaster1.xml"/><Relationship Id="rId6" Type="http://schemas.openxmlformats.org/officeDocument/2006/relationships/image" Target="../media/image15.png"/><Relationship Id="rId5" Type="http://schemas.openxmlformats.org/officeDocument/2006/relationships/image" Target="../media/image19.svg"/><Relationship Id="rId4" Type="http://schemas.openxmlformats.org/officeDocument/2006/relationships/image" Target="../media/image18.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16.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16.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16.png"/><Relationship Id="rId1" Type="http://schemas.openxmlformats.org/officeDocument/2006/relationships/slideMaster" Target="../slideMasters/slideMaster1.xml"/><Relationship Id="rId4" Type="http://schemas.openxmlformats.org/officeDocument/2006/relationships/image" Target="../media/image15.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16.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16.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1.xml"/><Relationship Id="rId4" Type="http://schemas.openxmlformats.org/officeDocument/2006/relationships/image" Target="../media/image15.png"/></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16.png"/><Relationship Id="rId1" Type="http://schemas.openxmlformats.org/officeDocument/2006/relationships/slideMaster" Target="../slideMasters/slideMaster1.xml"/><Relationship Id="rId4" Type="http://schemas.openxmlformats.org/officeDocument/2006/relationships/image" Target="../media/image15.png"/></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16.png"/><Relationship Id="rId1" Type="http://schemas.openxmlformats.org/officeDocument/2006/relationships/slideMaster" Target="../slideMasters/slideMaster1.xml"/><Relationship Id="rId4" Type="http://schemas.openxmlformats.org/officeDocument/2006/relationships/image" Target="../media/image15.png"/></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1.xml"/><Relationship Id="rId4" Type="http://schemas.openxmlformats.org/officeDocument/2006/relationships/image" Target="../media/image15.png"/></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1.xml"/><Relationship Id="rId4" Type="http://schemas.openxmlformats.org/officeDocument/2006/relationships/image" Target="../media/image15.png"/></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1.xml"/><Relationship Id="rId4" Type="http://schemas.openxmlformats.org/officeDocument/2006/relationships/image" Target="../media/image15.png"/></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1.xml"/><Relationship Id="rId4" Type="http://schemas.openxmlformats.org/officeDocument/2006/relationships/image" Target="../media/image15.png"/></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1.xml"/><Relationship Id="rId4" Type="http://schemas.openxmlformats.org/officeDocument/2006/relationships/image" Target="../media/image15.pn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16.png"/><Relationship Id="rId1" Type="http://schemas.openxmlformats.org/officeDocument/2006/relationships/slideMaster" Target="../slideMasters/slideMaster1.xml"/><Relationship Id="rId4" Type="http://schemas.openxmlformats.org/officeDocument/2006/relationships/image" Target="../media/image15.png"/></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16.png"/><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16.png"/><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16.png"/><Relationship Id="rId1" Type="http://schemas.openxmlformats.org/officeDocument/2006/relationships/slideMaster" Target="../slideMasters/slideMaster1.xml"/><Relationship Id="rId4" Type="http://schemas.openxmlformats.org/officeDocument/2006/relationships/image" Target="../media/image15.png"/></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16.png"/><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1.xml"/><Relationship Id="rId4" Type="http://schemas.openxmlformats.org/officeDocument/2006/relationships/image" Target="../media/image15.png"/></Relationships>
</file>

<file path=ppt/slideLayouts/_rels/slideLayout51.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16.png"/><Relationship Id="rId1" Type="http://schemas.openxmlformats.org/officeDocument/2006/relationships/slideMaster" Target="../slideMasters/slideMaster1.xml"/><Relationship Id="rId4" Type="http://schemas.openxmlformats.org/officeDocument/2006/relationships/image" Target="../media/image15.png"/></Relationships>
</file>

<file path=ppt/slideLayouts/_rels/slideLayout52.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16.png"/><Relationship Id="rId1" Type="http://schemas.openxmlformats.org/officeDocument/2006/relationships/slideMaster" Target="../slideMasters/slideMaster1.xml"/><Relationship Id="rId4" Type="http://schemas.openxmlformats.org/officeDocument/2006/relationships/image" Target="../media/image15.png"/></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16.png"/><Relationship Id="rId1" Type="http://schemas.openxmlformats.org/officeDocument/2006/relationships/slideMaster" Target="../slideMasters/slideMaster1.xml"/><Relationship Id="rId4" Type="http://schemas.openxmlformats.org/officeDocument/2006/relationships/image" Target="../media/image15.png"/></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bright)">
    <p:bg bwMode="gray">
      <p:bgPr>
        <a:solidFill>
          <a:schemeClr val="tx2"/>
        </a:solidFill>
        <a:effectLst/>
      </p:bgPr>
    </p:bg>
    <p:spTree>
      <p:nvGrpSpPr>
        <p:cNvPr id="1" name=""/>
        <p:cNvGrpSpPr/>
        <p:nvPr/>
      </p:nvGrpSpPr>
      <p:grpSpPr>
        <a:xfrm>
          <a:off x="0" y="0"/>
          <a:ext cx="0" cy="0"/>
          <a:chOff x="0" y="0"/>
          <a:chExt cx="0" cy="0"/>
        </a:xfrm>
      </p:grpSpPr>
      <p:sp>
        <p:nvSpPr>
          <p:cNvPr id="2" name="Titel 1"/>
          <p:cNvSpPr>
            <a:spLocks noGrp="1"/>
          </p:cNvSpPr>
          <p:nvPr>
            <p:ph type="ctrTitle" hasCustomPrompt="1"/>
          </p:nvPr>
        </p:nvSpPr>
        <p:spPr bwMode="gray">
          <a:xfrm>
            <a:off x="479425" y="2637000"/>
            <a:ext cx="8280755" cy="1584000"/>
          </a:xfrm>
        </p:spPr>
        <p:txBody>
          <a:bodyPr anchor="b"/>
          <a:lstStyle>
            <a:lvl1pPr algn="l">
              <a:defRPr sz="4800" b="1" i="0">
                <a:solidFill>
                  <a:schemeClr val="bg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6" y="4437120"/>
            <a:ext cx="8281375"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2"/>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2"/>
                </a:solidFill>
              </a:defRPr>
            </a:lvl2pPr>
            <a:lvl3pPr marL="0" indent="0" algn="l">
              <a:lnSpc>
                <a:spcPct val="100000"/>
              </a:lnSpc>
              <a:spcBef>
                <a:spcPts val="0"/>
              </a:spcBef>
              <a:spcAft>
                <a:spcPts val="0"/>
              </a:spcAft>
              <a:buFont typeface="Arial" panose="020B0604020202020204" pitchFamily="34" charset="0"/>
              <a:buNone/>
              <a:defRPr sz="1600" b="0">
                <a:solidFill>
                  <a:schemeClr val="bg2"/>
                </a:solidFill>
              </a:defRPr>
            </a:lvl3pPr>
            <a:lvl4pPr marL="0" indent="0" algn="l">
              <a:lnSpc>
                <a:spcPct val="100000"/>
              </a:lnSpc>
              <a:spcBef>
                <a:spcPts val="0"/>
              </a:spcBef>
              <a:spcAft>
                <a:spcPts val="0"/>
              </a:spcAft>
              <a:buFont typeface="Arial" panose="020B0604020202020204" pitchFamily="34" charset="0"/>
              <a:buNone/>
              <a:defRPr sz="1600" b="0">
                <a:solidFill>
                  <a:schemeClr val="bg2"/>
                </a:solidFill>
              </a:defRPr>
            </a:lvl4pPr>
            <a:lvl5pPr marL="0" indent="0" algn="l">
              <a:lnSpc>
                <a:spcPct val="100000"/>
              </a:lnSpc>
              <a:spcBef>
                <a:spcPts val="0"/>
              </a:spcBef>
              <a:spcAft>
                <a:spcPts val="0"/>
              </a:spcAft>
              <a:buFont typeface="Arial" panose="020B0604020202020204" pitchFamily="34" charset="0"/>
              <a:buNone/>
              <a:defRPr sz="1600" b="0">
                <a:solidFill>
                  <a:schemeClr val="bg2"/>
                </a:solidFill>
              </a:defRPr>
            </a:lvl5pPr>
            <a:lvl6pPr marL="0" indent="0" algn="l">
              <a:lnSpc>
                <a:spcPct val="100000"/>
              </a:lnSpc>
              <a:spcBef>
                <a:spcPts val="0"/>
              </a:spcBef>
              <a:spcAft>
                <a:spcPts val="0"/>
              </a:spcAft>
              <a:buFont typeface="Arial" panose="020B0604020202020204" pitchFamily="34" charset="0"/>
              <a:buNone/>
              <a:defRPr sz="1600" b="0">
                <a:solidFill>
                  <a:schemeClr val="bg2"/>
                </a:solidFill>
              </a:defRPr>
            </a:lvl6pPr>
            <a:lvl7pPr marL="0" indent="0" algn="l">
              <a:lnSpc>
                <a:spcPct val="100000"/>
              </a:lnSpc>
              <a:spcBef>
                <a:spcPts val="0"/>
              </a:spcBef>
              <a:spcAft>
                <a:spcPts val="0"/>
              </a:spcAft>
              <a:buFont typeface="Arial" panose="020B0604020202020204" pitchFamily="34" charset="0"/>
              <a:buNone/>
              <a:defRPr sz="1600" b="0">
                <a:solidFill>
                  <a:schemeClr val="bg2"/>
                </a:solidFill>
              </a:defRPr>
            </a:lvl7pPr>
            <a:lvl8pPr marL="0" indent="0" algn="l">
              <a:lnSpc>
                <a:spcPct val="100000"/>
              </a:lnSpc>
              <a:spcBef>
                <a:spcPts val="0"/>
              </a:spcBef>
              <a:spcAft>
                <a:spcPts val="0"/>
              </a:spcAft>
              <a:buFont typeface="Arial" panose="020B0604020202020204" pitchFamily="34" charset="0"/>
              <a:buNone/>
              <a:defRPr sz="1600" b="0">
                <a:solidFill>
                  <a:schemeClr val="bg2"/>
                </a:solidFill>
              </a:defRPr>
            </a:lvl8pPr>
            <a:lvl9pPr marL="0" indent="0" algn="l">
              <a:lnSpc>
                <a:spcPct val="100000"/>
              </a:lnSpc>
              <a:spcBef>
                <a:spcPts val="0"/>
              </a:spcBef>
              <a:spcAft>
                <a:spcPts val="0"/>
              </a:spcAft>
              <a:buFont typeface="Arial" panose="020B0604020202020204" pitchFamily="34" charset="0"/>
              <a:buNone/>
              <a:defRPr sz="1600" b="0">
                <a:solidFill>
                  <a:schemeClr val="bg2"/>
                </a:solidFill>
              </a:defRPr>
            </a:lvl9pPr>
          </a:lstStyle>
          <a:p>
            <a:r>
              <a:rPr lang="en-US"/>
              <a:t>Subtitle of the presentation</a:t>
            </a:r>
          </a:p>
          <a:p>
            <a:pPr lvl="1"/>
            <a:r>
              <a:rPr lang="en-US"/>
              <a:t>Author | Date | Place</a:t>
            </a:r>
          </a:p>
        </p:txBody>
      </p:sp>
      <p:sp>
        <p:nvSpPr>
          <p:cNvPr id="10" name="Rechteck 9">
            <a:extLst>
              <a:ext uri="{FF2B5EF4-FFF2-40B4-BE49-F238E27FC236}">
                <a16:creationId xmlns:a16="http://schemas.microsoft.com/office/drawing/2014/main" id="{9B0B3083-709D-1FC7-BFBA-C4F2D3257FEE}"/>
              </a:ext>
              <a:ext uri="{C183D7F6-B498-43B3-948B-1728B52AA6E4}">
                <adec:decorative xmlns:adec="http://schemas.microsoft.com/office/drawing/2017/decorative" val="1"/>
              </a:ext>
            </a:extLst>
          </p:cNvPr>
          <p:cNvSpPr/>
          <p:nvPr userDrawn="1"/>
        </p:nvSpPr>
        <p:spPr bwMode="gray">
          <a:xfrm>
            <a:off x="0" y="5706000"/>
            <a:ext cx="9360000" cy="1152000"/>
          </a:xfrm>
          <a:prstGeom prst="rect">
            <a:avLst/>
          </a:prstGeom>
          <a:solidFill>
            <a:schemeClr val="tx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pic>
        <p:nvPicPr>
          <p:cNvPr id="8" name="Grafik 7">
            <a:extLst>
              <a:ext uri="{FF2B5EF4-FFF2-40B4-BE49-F238E27FC236}">
                <a16:creationId xmlns:a16="http://schemas.microsoft.com/office/drawing/2014/main" id="{6DB32D28-99E6-CEDB-1308-E8AA86413B9C}"/>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8800" y="476672"/>
            <a:ext cx="1645200" cy="496608"/>
          </a:xfrm>
          <a:prstGeom prst="rect">
            <a:avLst/>
          </a:prstGeom>
        </p:spPr>
      </p:pic>
      <p:pic>
        <p:nvPicPr>
          <p:cNvPr id="9" name="Grafik 8">
            <a:extLst>
              <a:ext uri="{FF2B5EF4-FFF2-40B4-BE49-F238E27FC236}">
                <a16:creationId xmlns:a16="http://schemas.microsoft.com/office/drawing/2014/main" id="{B239B802-036F-AAEA-0DFE-B625A130C1D2}"/>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bwMode="gray">
          <a:xfrm>
            <a:off x="10094400" y="6166373"/>
            <a:ext cx="1620000" cy="214956"/>
          </a:xfrm>
          <a:prstGeom prst="rect">
            <a:avLst/>
          </a:prstGeom>
        </p:spPr>
      </p:pic>
      <p:sp>
        <p:nvSpPr>
          <p:cNvPr id="4" name="Fußzeilenplatzhalter 3">
            <a:extLst>
              <a:ext uri="{FF2B5EF4-FFF2-40B4-BE49-F238E27FC236}">
                <a16:creationId xmlns:a16="http://schemas.microsoft.com/office/drawing/2014/main" id="{584603D0-3740-CB40-9C94-D226811D1CE4}"/>
              </a:ext>
            </a:extLst>
          </p:cNvPr>
          <p:cNvSpPr>
            <a:spLocks noGrp="1"/>
          </p:cNvSpPr>
          <p:nvPr>
            <p:ph type="ftr" sz="quarter" idx="19"/>
          </p:nvPr>
        </p:nvSpPr>
        <p:spPr bwMode="gray">
          <a:xfrm>
            <a:off x="479936" y="6165328"/>
            <a:ext cx="5040000" cy="216000"/>
          </a:xfrm>
          <a:prstGeom prst="rect">
            <a:avLst/>
          </a:prstGeom>
        </p:spPr>
        <p:txBody>
          <a:bodyPr/>
          <a:lstStyle>
            <a:lvl1pPr algn="l">
              <a:defRPr/>
            </a:lvl1pPr>
          </a:lstStyle>
          <a:p>
            <a:r>
              <a:rPr lang="en-US"/>
              <a:t>ONLY FOR INTERNAL USE</a:t>
            </a:r>
          </a:p>
        </p:txBody>
      </p:sp>
    </p:spTree>
    <p:extLst>
      <p:ext uri="{BB962C8B-B14F-4D97-AF65-F5344CB8AC3E}">
        <p14:creationId xmlns:p14="http://schemas.microsoft.com/office/powerpoint/2010/main" val="41488160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 (dark)">
    <p:bg bwMode="gray">
      <p:bgPr>
        <a:solidFill>
          <a:schemeClr val="bg2"/>
        </a:solidFill>
        <a:effectLst/>
      </p:bgPr>
    </p:bg>
    <p:spTree>
      <p:nvGrpSpPr>
        <p:cNvPr id="1" name=""/>
        <p:cNvGrpSpPr/>
        <p:nvPr/>
      </p:nvGrpSpPr>
      <p:grpSpPr>
        <a:xfrm>
          <a:off x="0" y="0"/>
          <a:ext cx="0" cy="0"/>
          <a:chOff x="0" y="0"/>
          <a:chExt cx="0" cy="0"/>
        </a:xfrm>
      </p:grpSpPr>
      <p:sp>
        <p:nvSpPr>
          <p:cNvPr id="2" name="Titel 1"/>
          <p:cNvSpPr>
            <a:spLocks noGrp="1"/>
          </p:cNvSpPr>
          <p:nvPr>
            <p:ph type="ctrTitle" hasCustomPrompt="1"/>
          </p:nvPr>
        </p:nvSpPr>
        <p:spPr bwMode="gray">
          <a:xfrm>
            <a:off x="479425" y="2637000"/>
            <a:ext cx="8280755" cy="1584000"/>
          </a:xfrm>
        </p:spPr>
        <p:txBody>
          <a:bodyPr anchor="b"/>
          <a:lstStyle>
            <a:lvl1pPr algn="l">
              <a:defRPr sz="4800" b="1" i="0">
                <a:solidFill>
                  <a:schemeClr val="tx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6" y="4437120"/>
            <a:ext cx="8281375"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1"/>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1"/>
                </a:solidFill>
              </a:defRPr>
            </a:lvl2pPr>
            <a:lvl3pPr marL="0" indent="0" algn="l">
              <a:lnSpc>
                <a:spcPct val="100000"/>
              </a:lnSpc>
              <a:spcBef>
                <a:spcPts val="0"/>
              </a:spcBef>
              <a:spcAft>
                <a:spcPts val="0"/>
              </a:spcAft>
              <a:buFont typeface="Arial" panose="020B0604020202020204" pitchFamily="34" charset="0"/>
              <a:buNone/>
              <a:defRPr sz="1600" b="0">
                <a:solidFill>
                  <a:schemeClr val="bg1"/>
                </a:solidFill>
              </a:defRPr>
            </a:lvl3pPr>
            <a:lvl4pPr marL="0" indent="0" algn="l">
              <a:lnSpc>
                <a:spcPct val="100000"/>
              </a:lnSpc>
              <a:spcBef>
                <a:spcPts val="0"/>
              </a:spcBef>
              <a:spcAft>
                <a:spcPts val="0"/>
              </a:spcAft>
              <a:buFont typeface="Arial" panose="020B0604020202020204" pitchFamily="34" charset="0"/>
              <a:buNone/>
              <a:defRPr sz="1600" b="0">
                <a:solidFill>
                  <a:schemeClr val="bg1"/>
                </a:solidFill>
              </a:defRPr>
            </a:lvl4pPr>
            <a:lvl5pPr marL="0" indent="0" algn="l">
              <a:lnSpc>
                <a:spcPct val="100000"/>
              </a:lnSpc>
              <a:spcBef>
                <a:spcPts val="0"/>
              </a:spcBef>
              <a:spcAft>
                <a:spcPts val="0"/>
              </a:spcAft>
              <a:buFont typeface="Arial" panose="020B0604020202020204" pitchFamily="34" charset="0"/>
              <a:buNone/>
              <a:defRPr sz="1600" b="0">
                <a:solidFill>
                  <a:schemeClr val="bg1"/>
                </a:solidFill>
              </a:defRPr>
            </a:lvl5pPr>
            <a:lvl6pPr marL="0" indent="0" algn="l">
              <a:lnSpc>
                <a:spcPct val="100000"/>
              </a:lnSpc>
              <a:spcBef>
                <a:spcPts val="0"/>
              </a:spcBef>
              <a:spcAft>
                <a:spcPts val="0"/>
              </a:spcAft>
              <a:buFont typeface="Arial" panose="020B0604020202020204" pitchFamily="34" charset="0"/>
              <a:buNone/>
              <a:defRPr sz="1600" b="0">
                <a:solidFill>
                  <a:schemeClr val="bg1"/>
                </a:solidFill>
              </a:defRPr>
            </a:lvl6pPr>
            <a:lvl7pPr marL="0" indent="0" algn="l">
              <a:lnSpc>
                <a:spcPct val="100000"/>
              </a:lnSpc>
              <a:spcBef>
                <a:spcPts val="0"/>
              </a:spcBef>
              <a:spcAft>
                <a:spcPts val="0"/>
              </a:spcAft>
              <a:buFont typeface="Arial" panose="020B0604020202020204" pitchFamily="34" charset="0"/>
              <a:buNone/>
              <a:defRPr sz="1600" b="0">
                <a:solidFill>
                  <a:schemeClr val="bg1"/>
                </a:solidFill>
              </a:defRPr>
            </a:lvl7pPr>
            <a:lvl8pPr marL="0" indent="0" algn="l">
              <a:lnSpc>
                <a:spcPct val="100000"/>
              </a:lnSpc>
              <a:spcBef>
                <a:spcPts val="0"/>
              </a:spcBef>
              <a:spcAft>
                <a:spcPts val="0"/>
              </a:spcAft>
              <a:buFont typeface="Arial" panose="020B0604020202020204" pitchFamily="34" charset="0"/>
              <a:buNone/>
              <a:defRPr sz="1600" b="0">
                <a:solidFill>
                  <a:schemeClr val="bg1"/>
                </a:solidFill>
              </a:defRPr>
            </a:lvl8pPr>
            <a:lvl9pPr marL="0" indent="0" algn="l">
              <a:lnSpc>
                <a:spcPct val="100000"/>
              </a:lnSpc>
              <a:spcBef>
                <a:spcPts val="0"/>
              </a:spcBef>
              <a:spcAft>
                <a:spcPts val="0"/>
              </a:spcAft>
              <a:buFont typeface="Arial" panose="020B0604020202020204" pitchFamily="34" charset="0"/>
              <a:buNone/>
              <a:defRPr sz="1600" b="0">
                <a:solidFill>
                  <a:schemeClr val="bg1"/>
                </a:solidFill>
              </a:defRPr>
            </a:lvl9pPr>
          </a:lstStyle>
          <a:p>
            <a:r>
              <a:rPr lang="en-US"/>
              <a:t>Subtitle of the presentation</a:t>
            </a:r>
          </a:p>
          <a:p>
            <a:pPr lvl="1"/>
            <a:r>
              <a:rPr lang="en-US"/>
              <a:t>Author | Date | Place</a:t>
            </a:r>
          </a:p>
        </p:txBody>
      </p:sp>
      <p:sp>
        <p:nvSpPr>
          <p:cNvPr id="10" name="Rechteck 9">
            <a:extLst>
              <a:ext uri="{FF2B5EF4-FFF2-40B4-BE49-F238E27FC236}">
                <a16:creationId xmlns:a16="http://schemas.microsoft.com/office/drawing/2014/main" id="{9B0B3083-709D-1FC7-BFBA-C4F2D3257FEE}"/>
              </a:ext>
              <a:ext uri="{C183D7F6-B498-43B3-948B-1728B52AA6E4}">
                <adec:decorative xmlns:adec="http://schemas.microsoft.com/office/drawing/2017/decorative" val="1"/>
              </a:ext>
            </a:extLst>
          </p:cNvPr>
          <p:cNvSpPr/>
          <p:nvPr userDrawn="1"/>
        </p:nvSpPr>
        <p:spPr bwMode="gray">
          <a:xfrm>
            <a:off x="0" y="5706000"/>
            <a:ext cx="9360000" cy="1152000"/>
          </a:xfrm>
          <a:prstGeom prst="rect">
            <a:avLst/>
          </a:prstGeom>
          <a:solidFill>
            <a:schemeClr val="accent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pic>
        <p:nvPicPr>
          <p:cNvPr id="8" name="Grafik 7">
            <a:extLst>
              <a:ext uri="{FF2B5EF4-FFF2-40B4-BE49-F238E27FC236}">
                <a16:creationId xmlns:a16="http://schemas.microsoft.com/office/drawing/2014/main" id="{6DB32D28-99E6-CEDB-1308-E8AA86413B9C}"/>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8800" y="476672"/>
            <a:ext cx="1645200" cy="496608"/>
          </a:xfrm>
          <a:prstGeom prst="rect">
            <a:avLst/>
          </a:prstGeom>
        </p:spPr>
      </p:pic>
      <p:pic>
        <p:nvPicPr>
          <p:cNvPr id="9" name="Grafik 8">
            <a:extLst>
              <a:ext uri="{FF2B5EF4-FFF2-40B4-BE49-F238E27FC236}">
                <a16:creationId xmlns:a16="http://schemas.microsoft.com/office/drawing/2014/main" id="{B239B802-036F-AAEA-0DFE-B625A130C1D2}"/>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bwMode="gray">
          <a:xfrm>
            <a:off x="10094400" y="6166373"/>
            <a:ext cx="1620000" cy="214956"/>
          </a:xfrm>
          <a:prstGeom prst="rect">
            <a:avLst/>
          </a:prstGeom>
        </p:spPr>
      </p:pic>
      <p:sp>
        <p:nvSpPr>
          <p:cNvPr id="4" name="Fußzeilenplatzhalter 3">
            <a:extLst>
              <a:ext uri="{FF2B5EF4-FFF2-40B4-BE49-F238E27FC236}">
                <a16:creationId xmlns:a16="http://schemas.microsoft.com/office/drawing/2014/main" id="{584603D0-3740-CB40-9C94-D226811D1CE4}"/>
              </a:ext>
            </a:extLst>
          </p:cNvPr>
          <p:cNvSpPr>
            <a:spLocks noGrp="1"/>
          </p:cNvSpPr>
          <p:nvPr>
            <p:ph type="ftr" sz="quarter" idx="19"/>
          </p:nvPr>
        </p:nvSpPr>
        <p:spPr bwMode="gray">
          <a:xfrm>
            <a:off x="479936" y="6165328"/>
            <a:ext cx="5040000" cy="216000"/>
          </a:xfrm>
          <a:prstGeom prst="rect">
            <a:avLst/>
          </a:prstGeom>
        </p:spPr>
        <p:txBody>
          <a:bodyPr/>
          <a:lstStyle>
            <a:lvl1pPr algn="l">
              <a:defRPr>
                <a:solidFill>
                  <a:schemeClr val="bg1"/>
                </a:solidFill>
              </a:defRPr>
            </a:lvl1pPr>
          </a:lstStyle>
          <a:p>
            <a:r>
              <a:rPr lang="en-US"/>
              <a:t>ONLY FOR INTERNAL USE</a:t>
            </a:r>
          </a:p>
        </p:txBody>
      </p:sp>
    </p:spTree>
    <p:extLst>
      <p:ext uri="{BB962C8B-B14F-4D97-AF65-F5344CB8AC3E}">
        <p14:creationId xmlns:p14="http://schemas.microsoft.com/office/powerpoint/2010/main" val="35297995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slide image (dark)">
    <p:bg>
      <p:bgPr>
        <a:solidFill>
          <a:schemeClr val="bg2"/>
        </a:solidFill>
        <a:effectLst/>
      </p:bgPr>
    </p:bg>
    <p:spTree>
      <p:nvGrpSpPr>
        <p:cNvPr id="1" name=""/>
        <p:cNvGrpSpPr/>
        <p:nvPr/>
      </p:nvGrpSpPr>
      <p:grpSpPr>
        <a:xfrm>
          <a:off x="0" y="0"/>
          <a:ext cx="0" cy="0"/>
          <a:chOff x="0" y="0"/>
          <a:chExt cx="0" cy="0"/>
        </a:xfrm>
      </p:grpSpPr>
      <p:sp>
        <p:nvSpPr>
          <p:cNvPr id="11" name="Bildplatzhalter 10">
            <a:extLst>
              <a:ext uri="{FF2B5EF4-FFF2-40B4-BE49-F238E27FC236}">
                <a16:creationId xmlns:a16="http://schemas.microsoft.com/office/drawing/2014/main" id="{E497B016-C9FA-B4F6-C161-98540A473741}"/>
              </a:ext>
            </a:extLst>
          </p:cNvPr>
          <p:cNvSpPr>
            <a:spLocks noGrp="1"/>
          </p:cNvSpPr>
          <p:nvPr>
            <p:ph type="pic" sz="quarter" idx="10" hasCustomPrompt="1"/>
          </p:nvPr>
        </p:nvSpPr>
        <p:spPr bwMode="ltGray">
          <a:xfrm>
            <a:off x="0" y="0"/>
            <a:ext cx="12192000"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solidFill>
                  <a:schemeClr val="bg1"/>
                </a:solidFill>
              </a:defRPr>
            </a:lvl3pPr>
            <a:lvl4pPr marL="0" indent="0" algn="ctr">
              <a:spcBef>
                <a:spcPts val="0"/>
              </a:spcBef>
              <a:spcAft>
                <a:spcPts val="0"/>
              </a:spcAft>
              <a:buFontTx/>
              <a:buNone/>
              <a:tabLst/>
              <a:defRPr sz="1200" b="0">
                <a:solidFill>
                  <a:schemeClr val="bg1"/>
                </a:solidFill>
              </a:defRPr>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solidFill>
                  <a:schemeClr val="bg1"/>
                </a:solidFill>
              </a:defRPr>
            </a:lvl7pPr>
            <a:lvl8pPr marL="0" indent="0" algn="ctr">
              <a:spcBef>
                <a:spcPts val="0"/>
              </a:spcBef>
              <a:spcAft>
                <a:spcPts val="0"/>
              </a:spcAft>
              <a:buFontTx/>
              <a:buNone/>
              <a:tabLst/>
              <a:defRPr sz="1200" b="0">
                <a:solidFill>
                  <a:schemeClr val="bg1"/>
                </a:solidFill>
              </a:defRPr>
            </a:lvl8pPr>
            <a:lvl9pPr marL="0" indent="0" algn="ctr">
              <a:spcBef>
                <a:spcPts val="0"/>
              </a:spcBef>
              <a:spcAft>
                <a:spcPts val="0"/>
              </a:spcAft>
              <a:buFontTx/>
              <a:buNone/>
              <a:tabLst/>
              <a:defRPr sz="1200" b="0">
                <a:solidFill>
                  <a:schemeClr val="bg1"/>
                </a:solidFill>
              </a:defRPr>
            </a:lvl9pPr>
          </a:lstStyle>
          <a:p>
            <a:r>
              <a:rPr lang="en-US"/>
              <a:t>Add picture</a:t>
            </a:r>
          </a:p>
        </p:txBody>
      </p:sp>
      <p:sp>
        <p:nvSpPr>
          <p:cNvPr id="2" name="Titel 1"/>
          <p:cNvSpPr>
            <a:spLocks noGrp="1"/>
          </p:cNvSpPr>
          <p:nvPr>
            <p:ph type="ctrTitle" hasCustomPrompt="1"/>
          </p:nvPr>
        </p:nvSpPr>
        <p:spPr bwMode="gray">
          <a:xfrm>
            <a:off x="479425" y="2637000"/>
            <a:ext cx="7272339" cy="1584000"/>
          </a:xfrm>
        </p:spPr>
        <p:txBody>
          <a:bodyPr anchor="b"/>
          <a:lstStyle>
            <a:lvl1pPr algn="l">
              <a:defRPr sz="4800" b="1" i="0">
                <a:solidFill>
                  <a:schemeClr val="bg1"/>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7" y="4437120"/>
            <a:ext cx="7272928"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1"/>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1"/>
                </a:solidFill>
              </a:defRPr>
            </a:lvl2pPr>
            <a:lvl3pPr marL="0" indent="0" algn="l">
              <a:lnSpc>
                <a:spcPct val="100000"/>
              </a:lnSpc>
              <a:spcBef>
                <a:spcPts val="0"/>
              </a:spcBef>
              <a:spcAft>
                <a:spcPts val="0"/>
              </a:spcAft>
              <a:buFont typeface="Arial" panose="020B0604020202020204" pitchFamily="34" charset="0"/>
              <a:buNone/>
              <a:defRPr sz="1600" b="0">
                <a:solidFill>
                  <a:schemeClr val="bg1"/>
                </a:solidFill>
              </a:defRPr>
            </a:lvl3pPr>
            <a:lvl4pPr marL="0" indent="0" algn="l">
              <a:lnSpc>
                <a:spcPct val="100000"/>
              </a:lnSpc>
              <a:spcBef>
                <a:spcPts val="0"/>
              </a:spcBef>
              <a:spcAft>
                <a:spcPts val="0"/>
              </a:spcAft>
              <a:buFont typeface="Arial" panose="020B0604020202020204" pitchFamily="34" charset="0"/>
              <a:buNone/>
              <a:defRPr sz="1600" b="0">
                <a:solidFill>
                  <a:schemeClr val="bg1"/>
                </a:solidFill>
              </a:defRPr>
            </a:lvl4pPr>
            <a:lvl5pPr marL="0" indent="0" algn="l">
              <a:lnSpc>
                <a:spcPct val="100000"/>
              </a:lnSpc>
              <a:spcBef>
                <a:spcPts val="0"/>
              </a:spcBef>
              <a:spcAft>
                <a:spcPts val="0"/>
              </a:spcAft>
              <a:buFont typeface="Arial" panose="020B0604020202020204" pitchFamily="34" charset="0"/>
              <a:buNone/>
              <a:defRPr sz="1600" b="0">
                <a:solidFill>
                  <a:schemeClr val="bg1"/>
                </a:solidFill>
              </a:defRPr>
            </a:lvl5pPr>
            <a:lvl6pPr marL="0" indent="0" algn="l">
              <a:lnSpc>
                <a:spcPct val="100000"/>
              </a:lnSpc>
              <a:spcBef>
                <a:spcPts val="0"/>
              </a:spcBef>
              <a:spcAft>
                <a:spcPts val="0"/>
              </a:spcAft>
              <a:buFont typeface="Arial" panose="020B0604020202020204" pitchFamily="34" charset="0"/>
              <a:buNone/>
              <a:defRPr sz="1600" b="0">
                <a:solidFill>
                  <a:schemeClr val="bg1"/>
                </a:solidFill>
              </a:defRPr>
            </a:lvl6pPr>
            <a:lvl7pPr marL="0" indent="0" algn="l">
              <a:lnSpc>
                <a:spcPct val="100000"/>
              </a:lnSpc>
              <a:spcBef>
                <a:spcPts val="0"/>
              </a:spcBef>
              <a:spcAft>
                <a:spcPts val="0"/>
              </a:spcAft>
              <a:buFont typeface="Arial" panose="020B0604020202020204" pitchFamily="34" charset="0"/>
              <a:buNone/>
              <a:defRPr sz="1600" b="0">
                <a:solidFill>
                  <a:schemeClr val="bg1"/>
                </a:solidFill>
              </a:defRPr>
            </a:lvl7pPr>
            <a:lvl8pPr marL="0" indent="0" algn="l">
              <a:lnSpc>
                <a:spcPct val="100000"/>
              </a:lnSpc>
              <a:spcBef>
                <a:spcPts val="0"/>
              </a:spcBef>
              <a:spcAft>
                <a:spcPts val="0"/>
              </a:spcAft>
              <a:buFont typeface="Arial" panose="020B0604020202020204" pitchFamily="34" charset="0"/>
              <a:buNone/>
              <a:defRPr sz="1600" b="0">
                <a:solidFill>
                  <a:schemeClr val="bg1"/>
                </a:solidFill>
              </a:defRPr>
            </a:lvl8pPr>
            <a:lvl9pPr marL="0" indent="0" algn="l">
              <a:lnSpc>
                <a:spcPct val="100000"/>
              </a:lnSpc>
              <a:spcBef>
                <a:spcPts val="0"/>
              </a:spcBef>
              <a:spcAft>
                <a:spcPts val="0"/>
              </a:spcAft>
              <a:buFont typeface="Arial" panose="020B0604020202020204" pitchFamily="34" charset="0"/>
              <a:buNone/>
              <a:defRPr sz="1600" b="0">
                <a:solidFill>
                  <a:schemeClr val="bg1"/>
                </a:solidFill>
              </a:defRPr>
            </a:lvl9pPr>
          </a:lstStyle>
          <a:p>
            <a:r>
              <a:rPr lang="en-US"/>
              <a:t>Subtitle of the presentation</a:t>
            </a:r>
          </a:p>
          <a:p>
            <a:pPr lvl="1"/>
            <a:r>
              <a:rPr lang="en-US"/>
              <a:t>Author | Date | Place</a:t>
            </a:r>
          </a:p>
        </p:txBody>
      </p:sp>
      <p:sp>
        <p:nvSpPr>
          <p:cNvPr id="4" name="Fußzeilenplatzhalter 3">
            <a:extLst>
              <a:ext uri="{FF2B5EF4-FFF2-40B4-BE49-F238E27FC236}">
                <a16:creationId xmlns:a16="http://schemas.microsoft.com/office/drawing/2014/main" id="{65B23BDB-375D-448C-7262-11E792AC8FAE}"/>
              </a:ext>
            </a:extLst>
          </p:cNvPr>
          <p:cNvSpPr>
            <a:spLocks noGrp="1"/>
          </p:cNvSpPr>
          <p:nvPr>
            <p:ph type="ftr" sz="quarter" idx="19"/>
          </p:nvPr>
        </p:nvSpPr>
        <p:spPr bwMode="gray">
          <a:xfrm>
            <a:off x="479936" y="6165328"/>
            <a:ext cx="5040000" cy="216000"/>
          </a:xfrm>
          <a:prstGeom prst="rect">
            <a:avLst/>
          </a:prstGeom>
        </p:spPr>
        <p:txBody>
          <a:bodyPr/>
          <a:lstStyle>
            <a:lvl1pPr algn="l">
              <a:defRPr>
                <a:solidFill>
                  <a:schemeClr val="bg1"/>
                </a:solidFill>
              </a:defRPr>
            </a:lvl1pPr>
          </a:lstStyle>
          <a:p>
            <a:r>
              <a:rPr lang="en-US"/>
              <a:t>ONLY FOR INTERNAL USE</a:t>
            </a:r>
          </a:p>
        </p:txBody>
      </p:sp>
      <p:sp>
        <p:nvSpPr>
          <p:cNvPr id="5" name="Text Placeholder 8">
            <a:extLst>
              <a:ext uri="{FF2B5EF4-FFF2-40B4-BE49-F238E27FC236}">
                <a16:creationId xmlns:a16="http://schemas.microsoft.com/office/drawing/2014/main" id="{A9A75F8B-7A38-F1DD-491D-3E0B998BD203}"/>
              </a:ext>
            </a:extLst>
          </p:cNvPr>
          <p:cNvSpPr>
            <a:spLocks noGrp="1"/>
          </p:cNvSpPr>
          <p:nvPr>
            <p:ph type="body" sz="quarter" idx="30"/>
          </p:nvPr>
        </p:nvSpPr>
        <p:spPr bwMode="gray">
          <a:xfrm>
            <a:off x="478800" y="476672"/>
            <a:ext cx="1645200" cy="496800"/>
          </a:xfrm>
          <a:blipFill>
            <a:blip r:embed="rId2">
              <a:extLst>
                <a:ext uri="{96DAC541-7B7A-43D3-8B79-37D633B846F1}">
                  <asvg:svgBlip xmlns:asvg="http://schemas.microsoft.com/office/drawing/2016/SVG/main" r:embed="rId3"/>
                </a:ext>
              </a:extLst>
            </a:blip>
            <a:srcRect/>
            <a:stretch>
              <a:fillRect t="20" b="2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sp>
        <p:nvSpPr>
          <p:cNvPr id="6" name="Text Placeholder 8">
            <a:extLst>
              <a:ext uri="{FF2B5EF4-FFF2-40B4-BE49-F238E27FC236}">
                <a16:creationId xmlns:a16="http://schemas.microsoft.com/office/drawing/2014/main" id="{0EDBEA77-ABD0-D5A8-255C-A067BF57DCC4}"/>
              </a:ext>
              <a:ext uri="{C183D7F6-B498-43B3-948B-1728B52AA6E4}">
                <adec:decorative xmlns:adec="http://schemas.microsoft.com/office/drawing/2017/decorative" val="1"/>
              </a:ext>
            </a:extLst>
          </p:cNvPr>
          <p:cNvSpPr>
            <a:spLocks noGrp="1"/>
          </p:cNvSpPr>
          <p:nvPr>
            <p:ph type="body" sz="quarter" idx="31"/>
          </p:nvPr>
        </p:nvSpPr>
        <p:spPr bwMode="gray">
          <a:xfrm>
            <a:off x="10092439" y="6166800"/>
            <a:ext cx="1620000" cy="216000"/>
          </a:xfrm>
          <a:blipFill>
            <a:blip r:embed="rId4">
              <a:extLst>
                <a:ext uri="{96DAC541-7B7A-43D3-8B79-37D633B846F1}">
                  <asvg:svgBlip xmlns:asvg="http://schemas.microsoft.com/office/drawing/2016/SVG/main" r:embed="rId5"/>
                </a:ext>
              </a:extLst>
            </a:blip>
            <a:srcRect/>
            <a:stretch>
              <a:fillRect t="-1800" b="-180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7" name="Group 6">
            <a:extLst>
              <a:ext uri="{FF2B5EF4-FFF2-40B4-BE49-F238E27FC236}">
                <a16:creationId xmlns:a16="http://schemas.microsoft.com/office/drawing/2014/main" id="{BA669BE9-DB05-2F9E-3096-174AF48C01E0}"/>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8" name="TextBox 7">
              <a:extLst>
                <a:ext uri="{FF2B5EF4-FFF2-40B4-BE49-F238E27FC236}">
                  <a16:creationId xmlns:a16="http://schemas.microsoft.com/office/drawing/2014/main" id="{F9C57377-EFE2-3B36-0F2F-944FECFDEFEC}"/>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9" name="Picture 8">
              <a:extLst>
                <a:ext uri="{FF2B5EF4-FFF2-40B4-BE49-F238E27FC236}">
                  <a16:creationId xmlns:a16="http://schemas.microsoft.com/office/drawing/2014/main" id="{63372E67-EC64-72AB-4F31-68412C617ADF}"/>
                </a:ext>
              </a:extLst>
            </p:cNvPr>
            <p:cNvPicPr>
              <a:picLocks noChangeAspect="1"/>
            </p:cNvPicPr>
            <p:nvPr userDrawn="1"/>
          </p:nvPicPr>
          <p:blipFill rotWithShape="1">
            <a:blip r:embed="rId6"/>
            <a:srcRect l="8843" r="2395" b="2546"/>
            <a:stretch/>
          </p:blipFill>
          <p:spPr bwMode="gray">
            <a:xfrm>
              <a:off x="-1589806" y="4475212"/>
              <a:ext cx="745332" cy="1122804"/>
            </a:xfrm>
            <a:prstGeom prst="roundRect">
              <a:avLst>
                <a:gd name="adj" fmla="val 3514"/>
              </a:avLst>
            </a:prstGeom>
          </p:spPr>
        </p:pic>
        <p:sp>
          <p:nvSpPr>
            <p:cNvPr id="10" name="TextBox 9">
              <a:extLst>
                <a:ext uri="{FF2B5EF4-FFF2-40B4-BE49-F238E27FC236}">
                  <a16:creationId xmlns:a16="http://schemas.microsoft.com/office/drawing/2014/main" id="{C8EB2689-F775-778E-97D3-0EFCF23014E1}"/>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30737462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slide image (bright)">
    <p:bg>
      <p:bgPr>
        <a:solidFill>
          <a:schemeClr val="bg1"/>
        </a:solidFill>
        <a:effectLst/>
      </p:bgPr>
    </p:bg>
    <p:spTree>
      <p:nvGrpSpPr>
        <p:cNvPr id="1" name=""/>
        <p:cNvGrpSpPr/>
        <p:nvPr/>
      </p:nvGrpSpPr>
      <p:grpSpPr>
        <a:xfrm>
          <a:off x="0" y="0"/>
          <a:ext cx="0" cy="0"/>
          <a:chOff x="0" y="0"/>
          <a:chExt cx="0" cy="0"/>
        </a:xfrm>
      </p:grpSpPr>
      <p:sp>
        <p:nvSpPr>
          <p:cNvPr id="4" name="Rechteck 3">
            <a:extLst>
              <a:ext uri="{FF2B5EF4-FFF2-40B4-BE49-F238E27FC236}">
                <a16:creationId xmlns:a16="http://schemas.microsoft.com/office/drawing/2014/main" id="{82DAC9A8-F395-3F0C-869E-1EF7B1AD07A5}"/>
              </a:ext>
              <a:ext uri="{C183D7F6-B498-43B3-948B-1728B52AA6E4}">
                <adec:decorative xmlns:adec="http://schemas.microsoft.com/office/drawing/2017/decorative" val="1"/>
              </a:ext>
            </a:extLst>
          </p:cNvPr>
          <p:cNvSpPr/>
          <p:nvPr userDrawn="1"/>
        </p:nvSpPr>
        <p:spPr bwMode="gray">
          <a:xfrm>
            <a:off x="0" y="0"/>
            <a:ext cx="12196800" cy="6858000"/>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11" name="Bildplatzhalter 10">
            <a:extLst>
              <a:ext uri="{FF2B5EF4-FFF2-40B4-BE49-F238E27FC236}">
                <a16:creationId xmlns:a16="http://schemas.microsoft.com/office/drawing/2014/main" id="{E497B016-C9FA-B4F6-C161-98540A473741}"/>
              </a:ext>
            </a:extLst>
          </p:cNvPr>
          <p:cNvSpPr>
            <a:spLocks noGrp="1"/>
          </p:cNvSpPr>
          <p:nvPr>
            <p:ph type="pic" sz="quarter" idx="10" hasCustomPrompt="1"/>
          </p:nvPr>
        </p:nvSpPr>
        <p:spPr bwMode="gray">
          <a:xfrm>
            <a:off x="0" y="0"/>
            <a:ext cx="12192000"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2" name="Titel 1"/>
          <p:cNvSpPr>
            <a:spLocks noGrp="1"/>
          </p:cNvSpPr>
          <p:nvPr>
            <p:ph type="ctrTitle" hasCustomPrompt="1"/>
          </p:nvPr>
        </p:nvSpPr>
        <p:spPr bwMode="gray">
          <a:xfrm>
            <a:off x="479425" y="2637000"/>
            <a:ext cx="7272339" cy="1584000"/>
          </a:xfrm>
        </p:spPr>
        <p:txBody>
          <a:bodyPr anchor="b"/>
          <a:lstStyle>
            <a:lvl1pPr algn="l">
              <a:defRPr sz="4800" b="1" i="0">
                <a:solidFill>
                  <a:schemeClr val="bg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7" y="4437120"/>
            <a:ext cx="7272928"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2"/>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2"/>
                </a:solidFill>
              </a:defRPr>
            </a:lvl2pPr>
            <a:lvl3pPr marL="0" indent="0" algn="l">
              <a:lnSpc>
                <a:spcPct val="100000"/>
              </a:lnSpc>
              <a:spcBef>
                <a:spcPts val="0"/>
              </a:spcBef>
              <a:spcAft>
                <a:spcPts val="0"/>
              </a:spcAft>
              <a:buFont typeface="Arial" panose="020B0604020202020204" pitchFamily="34" charset="0"/>
              <a:buNone/>
              <a:defRPr sz="1600" b="0">
                <a:solidFill>
                  <a:schemeClr val="bg2"/>
                </a:solidFill>
              </a:defRPr>
            </a:lvl3pPr>
            <a:lvl4pPr marL="0" indent="0" algn="l">
              <a:lnSpc>
                <a:spcPct val="100000"/>
              </a:lnSpc>
              <a:spcBef>
                <a:spcPts val="0"/>
              </a:spcBef>
              <a:spcAft>
                <a:spcPts val="0"/>
              </a:spcAft>
              <a:buFont typeface="Arial" panose="020B0604020202020204" pitchFamily="34" charset="0"/>
              <a:buNone/>
              <a:defRPr sz="1600" b="0">
                <a:solidFill>
                  <a:schemeClr val="bg2"/>
                </a:solidFill>
              </a:defRPr>
            </a:lvl4pPr>
            <a:lvl5pPr marL="0" indent="0" algn="l">
              <a:lnSpc>
                <a:spcPct val="100000"/>
              </a:lnSpc>
              <a:spcBef>
                <a:spcPts val="0"/>
              </a:spcBef>
              <a:spcAft>
                <a:spcPts val="0"/>
              </a:spcAft>
              <a:buFont typeface="Arial" panose="020B0604020202020204" pitchFamily="34" charset="0"/>
              <a:buNone/>
              <a:defRPr sz="1600" b="0">
                <a:solidFill>
                  <a:schemeClr val="bg2"/>
                </a:solidFill>
              </a:defRPr>
            </a:lvl5pPr>
            <a:lvl6pPr marL="0" indent="0" algn="l">
              <a:lnSpc>
                <a:spcPct val="100000"/>
              </a:lnSpc>
              <a:spcBef>
                <a:spcPts val="0"/>
              </a:spcBef>
              <a:spcAft>
                <a:spcPts val="0"/>
              </a:spcAft>
              <a:buFont typeface="Arial" panose="020B0604020202020204" pitchFamily="34" charset="0"/>
              <a:buNone/>
              <a:defRPr sz="1600" b="0">
                <a:solidFill>
                  <a:schemeClr val="bg2"/>
                </a:solidFill>
              </a:defRPr>
            </a:lvl6pPr>
            <a:lvl7pPr marL="0" indent="0" algn="l">
              <a:lnSpc>
                <a:spcPct val="100000"/>
              </a:lnSpc>
              <a:spcBef>
                <a:spcPts val="0"/>
              </a:spcBef>
              <a:spcAft>
                <a:spcPts val="0"/>
              </a:spcAft>
              <a:buFont typeface="Arial" panose="020B0604020202020204" pitchFamily="34" charset="0"/>
              <a:buNone/>
              <a:defRPr sz="1600" b="0">
                <a:solidFill>
                  <a:schemeClr val="bg2"/>
                </a:solidFill>
              </a:defRPr>
            </a:lvl7pPr>
            <a:lvl8pPr marL="0" indent="0" algn="l">
              <a:lnSpc>
                <a:spcPct val="100000"/>
              </a:lnSpc>
              <a:spcBef>
                <a:spcPts val="0"/>
              </a:spcBef>
              <a:spcAft>
                <a:spcPts val="0"/>
              </a:spcAft>
              <a:buFont typeface="Arial" panose="020B0604020202020204" pitchFamily="34" charset="0"/>
              <a:buNone/>
              <a:defRPr sz="1600" b="0">
                <a:solidFill>
                  <a:schemeClr val="bg2"/>
                </a:solidFill>
              </a:defRPr>
            </a:lvl8pPr>
            <a:lvl9pPr marL="0" indent="0" algn="l">
              <a:lnSpc>
                <a:spcPct val="100000"/>
              </a:lnSpc>
              <a:spcBef>
                <a:spcPts val="0"/>
              </a:spcBef>
              <a:spcAft>
                <a:spcPts val="0"/>
              </a:spcAft>
              <a:buFont typeface="Arial" panose="020B0604020202020204" pitchFamily="34" charset="0"/>
              <a:buNone/>
              <a:defRPr sz="1600" b="0">
                <a:solidFill>
                  <a:schemeClr val="bg2"/>
                </a:solidFill>
              </a:defRPr>
            </a:lvl9pPr>
          </a:lstStyle>
          <a:p>
            <a:r>
              <a:rPr lang="en-US"/>
              <a:t>Subtitle of the presentation</a:t>
            </a:r>
          </a:p>
          <a:p>
            <a:pPr lvl="1"/>
            <a:r>
              <a:rPr lang="en-US"/>
              <a:t>Author | Date | Place</a:t>
            </a:r>
          </a:p>
        </p:txBody>
      </p:sp>
      <p:sp>
        <p:nvSpPr>
          <p:cNvPr id="5" name="Fußzeilenplatzhalter 3">
            <a:extLst>
              <a:ext uri="{FF2B5EF4-FFF2-40B4-BE49-F238E27FC236}">
                <a16:creationId xmlns:a16="http://schemas.microsoft.com/office/drawing/2014/main" id="{5D14FE30-3C4E-F754-2D41-93EF7194D6C4}"/>
              </a:ext>
            </a:extLst>
          </p:cNvPr>
          <p:cNvSpPr>
            <a:spLocks noGrp="1"/>
          </p:cNvSpPr>
          <p:nvPr>
            <p:ph type="ftr" sz="quarter" idx="19"/>
          </p:nvPr>
        </p:nvSpPr>
        <p:spPr bwMode="gray">
          <a:xfrm>
            <a:off x="479936" y="6165328"/>
            <a:ext cx="5040000" cy="216000"/>
          </a:xfrm>
          <a:prstGeom prst="rect">
            <a:avLst/>
          </a:prstGeom>
        </p:spPr>
        <p:txBody>
          <a:bodyPr/>
          <a:lstStyle>
            <a:lvl1pPr algn="l">
              <a:defRPr/>
            </a:lvl1pPr>
          </a:lstStyle>
          <a:p>
            <a:r>
              <a:rPr lang="en-US"/>
              <a:t>ONLY FOR INTERNAL USE</a:t>
            </a:r>
          </a:p>
        </p:txBody>
      </p:sp>
      <p:sp>
        <p:nvSpPr>
          <p:cNvPr id="9" name="Text Placeholder 8">
            <a:extLst>
              <a:ext uri="{FF2B5EF4-FFF2-40B4-BE49-F238E27FC236}">
                <a16:creationId xmlns:a16="http://schemas.microsoft.com/office/drawing/2014/main" id="{9A611717-560C-23BF-BFA5-6461F5FD8E88}"/>
              </a:ext>
            </a:extLst>
          </p:cNvPr>
          <p:cNvSpPr>
            <a:spLocks noGrp="1"/>
          </p:cNvSpPr>
          <p:nvPr>
            <p:ph type="body" sz="quarter" idx="30"/>
          </p:nvPr>
        </p:nvSpPr>
        <p:spPr bwMode="gray">
          <a:xfrm>
            <a:off x="478800" y="476672"/>
            <a:ext cx="1645200" cy="496800"/>
          </a:xfrm>
          <a:blipFill>
            <a:blip r:embed="rId2">
              <a:extLst>
                <a:ext uri="{96DAC541-7B7A-43D3-8B79-37D633B846F1}">
                  <asvg:svgBlip xmlns:asvg="http://schemas.microsoft.com/office/drawing/2016/SVG/main" r:embed="rId3"/>
                </a:ext>
              </a:extLst>
            </a:blip>
            <a:srcRect/>
            <a:stretch>
              <a:fillRect t="20" b="2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sp>
        <p:nvSpPr>
          <p:cNvPr id="13" name="Text Placeholder 8">
            <a:extLst>
              <a:ext uri="{FF2B5EF4-FFF2-40B4-BE49-F238E27FC236}">
                <a16:creationId xmlns:a16="http://schemas.microsoft.com/office/drawing/2014/main" id="{93782BBF-D8A0-BA04-4568-B85013E9E548}"/>
              </a:ext>
              <a:ext uri="{C183D7F6-B498-43B3-948B-1728B52AA6E4}">
                <adec:decorative xmlns:adec="http://schemas.microsoft.com/office/drawing/2017/decorative" val="1"/>
              </a:ext>
            </a:extLst>
          </p:cNvPr>
          <p:cNvSpPr>
            <a:spLocks noGrp="1"/>
          </p:cNvSpPr>
          <p:nvPr>
            <p:ph type="body" sz="quarter" idx="31"/>
          </p:nvPr>
        </p:nvSpPr>
        <p:spPr bwMode="gray">
          <a:xfrm>
            <a:off x="10092439" y="6166800"/>
            <a:ext cx="1620000" cy="216000"/>
          </a:xfrm>
          <a:blipFill>
            <a:blip r:embed="rId4">
              <a:extLst>
                <a:ext uri="{96DAC541-7B7A-43D3-8B79-37D633B846F1}">
                  <asvg:svgBlip xmlns:asvg="http://schemas.microsoft.com/office/drawing/2016/SVG/main" r:embed="rId5"/>
                </a:ext>
              </a:extLst>
            </a:blip>
            <a:srcRect/>
            <a:stretch>
              <a:fillRect t="-1800" b="-180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12" name="Group 11">
            <a:extLst>
              <a:ext uri="{FF2B5EF4-FFF2-40B4-BE49-F238E27FC236}">
                <a16:creationId xmlns:a16="http://schemas.microsoft.com/office/drawing/2014/main" id="{2AD6AF06-02D9-288E-3250-06E22F2FE2FC}"/>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4" name="TextBox 13">
              <a:extLst>
                <a:ext uri="{FF2B5EF4-FFF2-40B4-BE49-F238E27FC236}">
                  <a16:creationId xmlns:a16="http://schemas.microsoft.com/office/drawing/2014/main" id="{2B32CD0F-9230-7E21-AAD3-A6C5516575CD}"/>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5" name="Picture 14">
              <a:extLst>
                <a:ext uri="{FF2B5EF4-FFF2-40B4-BE49-F238E27FC236}">
                  <a16:creationId xmlns:a16="http://schemas.microsoft.com/office/drawing/2014/main" id="{23E0A192-DE0E-E520-25E7-B303A079C7E3}"/>
                </a:ext>
              </a:extLst>
            </p:cNvPr>
            <p:cNvPicPr>
              <a:picLocks noChangeAspect="1"/>
            </p:cNvPicPr>
            <p:nvPr userDrawn="1"/>
          </p:nvPicPr>
          <p:blipFill rotWithShape="1">
            <a:blip r:embed="rId6"/>
            <a:srcRect l="8843" r="2395" b="2546"/>
            <a:stretch/>
          </p:blipFill>
          <p:spPr bwMode="gray">
            <a:xfrm>
              <a:off x="-1589806" y="4475212"/>
              <a:ext cx="745332" cy="1122804"/>
            </a:xfrm>
            <a:prstGeom prst="roundRect">
              <a:avLst>
                <a:gd name="adj" fmla="val 3514"/>
              </a:avLst>
            </a:prstGeom>
          </p:spPr>
        </p:pic>
        <p:sp>
          <p:nvSpPr>
            <p:cNvPr id="16" name="TextBox 15">
              <a:extLst>
                <a:ext uri="{FF2B5EF4-FFF2-40B4-BE49-F238E27FC236}">
                  <a16:creationId xmlns:a16="http://schemas.microsoft.com/office/drawing/2014/main" id="{BF14A84B-7BF0-7BFD-629D-A25AF4354A2D}"/>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39384265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slide image (small)">
    <p:bg bwMode="ltGray">
      <p:bgPr>
        <a:solidFill>
          <a:schemeClr val="bg2"/>
        </a:solidFill>
        <a:effectLst/>
      </p:bgPr>
    </p:bg>
    <p:spTree>
      <p:nvGrpSpPr>
        <p:cNvPr id="1" name=""/>
        <p:cNvGrpSpPr/>
        <p:nvPr/>
      </p:nvGrpSpPr>
      <p:grpSpPr>
        <a:xfrm>
          <a:off x="0" y="0"/>
          <a:ext cx="0" cy="0"/>
          <a:chOff x="0" y="0"/>
          <a:chExt cx="0" cy="0"/>
        </a:xfrm>
      </p:grpSpPr>
      <p:sp>
        <p:nvSpPr>
          <p:cNvPr id="2" name="Titel 1"/>
          <p:cNvSpPr>
            <a:spLocks noGrp="1"/>
          </p:cNvSpPr>
          <p:nvPr>
            <p:ph type="ctrTitle" hasCustomPrompt="1"/>
          </p:nvPr>
        </p:nvSpPr>
        <p:spPr bwMode="gray">
          <a:xfrm>
            <a:off x="479425" y="2637000"/>
            <a:ext cx="7272339" cy="1584000"/>
          </a:xfrm>
        </p:spPr>
        <p:txBody>
          <a:bodyPr anchor="b"/>
          <a:lstStyle>
            <a:lvl1pPr algn="l">
              <a:defRPr sz="4800" b="1" i="0">
                <a:solidFill>
                  <a:schemeClr val="tx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7" y="4437120"/>
            <a:ext cx="7272928"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1"/>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1"/>
                </a:solidFill>
              </a:defRPr>
            </a:lvl2pPr>
            <a:lvl3pPr marL="0" indent="0" algn="l">
              <a:lnSpc>
                <a:spcPct val="100000"/>
              </a:lnSpc>
              <a:spcBef>
                <a:spcPts val="0"/>
              </a:spcBef>
              <a:spcAft>
                <a:spcPts val="0"/>
              </a:spcAft>
              <a:buFont typeface="Arial" panose="020B0604020202020204" pitchFamily="34" charset="0"/>
              <a:buNone/>
              <a:defRPr sz="1600" b="0">
                <a:solidFill>
                  <a:schemeClr val="bg1"/>
                </a:solidFill>
              </a:defRPr>
            </a:lvl3pPr>
            <a:lvl4pPr marL="0" indent="0" algn="l">
              <a:lnSpc>
                <a:spcPct val="100000"/>
              </a:lnSpc>
              <a:spcBef>
                <a:spcPts val="0"/>
              </a:spcBef>
              <a:spcAft>
                <a:spcPts val="0"/>
              </a:spcAft>
              <a:buFont typeface="Arial" panose="020B0604020202020204" pitchFamily="34" charset="0"/>
              <a:buNone/>
              <a:defRPr sz="1600" b="0">
                <a:solidFill>
                  <a:schemeClr val="bg1"/>
                </a:solidFill>
              </a:defRPr>
            </a:lvl4pPr>
            <a:lvl5pPr marL="0" indent="0" algn="l">
              <a:lnSpc>
                <a:spcPct val="100000"/>
              </a:lnSpc>
              <a:spcBef>
                <a:spcPts val="0"/>
              </a:spcBef>
              <a:spcAft>
                <a:spcPts val="0"/>
              </a:spcAft>
              <a:buFont typeface="Arial" panose="020B0604020202020204" pitchFamily="34" charset="0"/>
              <a:buNone/>
              <a:defRPr sz="1600" b="0">
                <a:solidFill>
                  <a:schemeClr val="bg1"/>
                </a:solidFill>
              </a:defRPr>
            </a:lvl5pPr>
            <a:lvl6pPr marL="0" indent="0" algn="l">
              <a:lnSpc>
                <a:spcPct val="100000"/>
              </a:lnSpc>
              <a:spcBef>
                <a:spcPts val="0"/>
              </a:spcBef>
              <a:spcAft>
                <a:spcPts val="0"/>
              </a:spcAft>
              <a:buFont typeface="Arial" panose="020B0604020202020204" pitchFamily="34" charset="0"/>
              <a:buNone/>
              <a:defRPr sz="1600" b="0">
                <a:solidFill>
                  <a:schemeClr val="bg1"/>
                </a:solidFill>
              </a:defRPr>
            </a:lvl6pPr>
            <a:lvl7pPr marL="0" indent="0" algn="l">
              <a:lnSpc>
                <a:spcPct val="100000"/>
              </a:lnSpc>
              <a:spcBef>
                <a:spcPts val="0"/>
              </a:spcBef>
              <a:spcAft>
                <a:spcPts val="0"/>
              </a:spcAft>
              <a:buFont typeface="Arial" panose="020B0604020202020204" pitchFamily="34" charset="0"/>
              <a:buNone/>
              <a:defRPr sz="1600" b="0">
                <a:solidFill>
                  <a:schemeClr val="bg1"/>
                </a:solidFill>
              </a:defRPr>
            </a:lvl7pPr>
            <a:lvl8pPr marL="0" indent="0" algn="l">
              <a:lnSpc>
                <a:spcPct val="100000"/>
              </a:lnSpc>
              <a:spcBef>
                <a:spcPts val="0"/>
              </a:spcBef>
              <a:spcAft>
                <a:spcPts val="0"/>
              </a:spcAft>
              <a:buFont typeface="Arial" panose="020B0604020202020204" pitchFamily="34" charset="0"/>
              <a:buNone/>
              <a:defRPr sz="1600" b="0">
                <a:solidFill>
                  <a:schemeClr val="bg1"/>
                </a:solidFill>
              </a:defRPr>
            </a:lvl8pPr>
            <a:lvl9pPr marL="0" indent="0" algn="l">
              <a:lnSpc>
                <a:spcPct val="100000"/>
              </a:lnSpc>
              <a:spcBef>
                <a:spcPts val="0"/>
              </a:spcBef>
              <a:spcAft>
                <a:spcPts val="0"/>
              </a:spcAft>
              <a:buFont typeface="Arial" panose="020B0604020202020204" pitchFamily="34" charset="0"/>
              <a:buNone/>
              <a:defRPr sz="1600" b="0">
                <a:solidFill>
                  <a:schemeClr val="bg1"/>
                </a:solidFill>
              </a:defRPr>
            </a:lvl9pPr>
          </a:lstStyle>
          <a:p>
            <a:r>
              <a:rPr lang="en-US"/>
              <a:t>Subtitle of the presentation</a:t>
            </a:r>
          </a:p>
          <a:p>
            <a:pPr lvl="1"/>
            <a:r>
              <a:rPr lang="en-US"/>
              <a:t>Author | Date | Place</a:t>
            </a:r>
          </a:p>
        </p:txBody>
      </p:sp>
      <p:sp>
        <p:nvSpPr>
          <p:cNvPr id="11" name="Bildplatzhalter 10">
            <a:extLst>
              <a:ext uri="{FF2B5EF4-FFF2-40B4-BE49-F238E27FC236}">
                <a16:creationId xmlns:a16="http://schemas.microsoft.com/office/drawing/2014/main" id="{E497B016-C9FA-B4F6-C161-98540A473741}"/>
              </a:ext>
            </a:extLst>
          </p:cNvPr>
          <p:cNvSpPr>
            <a:spLocks noGrp="1"/>
          </p:cNvSpPr>
          <p:nvPr>
            <p:ph type="pic" sz="quarter" idx="10" hasCustomPrompt="1"/>
          </p:nvPr>
        </p:nvSpPr>
        <p:spPr bwMode="gray">
          <a:xfrm>
            <a:off x="8112125" y="0"/>
            <a:ext cx="4079875" cy="6858000"/>
          </a:xfrm>
          <a:solidFill>
            <a:srgbClr val="E5E3DE"/>
          </a:solidFill>
        </p:spPr>
        <p:txBody>
          <a:bodyPr tIns="720000" anchor="ctr" anchorCtr="0"/>
          <a:lstStyle>
            <a:lvl1pPr marL="0" indent="0" algn="ctr">
              <a:spcBef>
                <a:spcPts val="0"/>
              </a:spcBef>
              <a:spcAft>
                <a:spcPts val="0"/>
              </a:spcAft>
              <a:buFontTx/>
              <a:buNone/>
              <a:tabLst/>
              <a:defRPr sz="1200" b="0"/>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r>
              <a:rPr lang="en-US"/>
              <a:t>Add picture</a:t>
            </a:r>
          </a:p>
        </p:txBody>
      </p:sp>
      <p:pic>
        <p:nvPicPr>
          <p:cNvPr id="14" name="Grafik 13">
            <a:extLst>
              <a:ext uri="{FF2B5EF4-FFF2-40B4-BE49-F238E27FC236}">
                <a16:creationId xmlns:a16="http://schemas.microsoft.com/office/drawing/2014/main" id="{AB10EE33-A0A3-2BD8-C7ED-852048EC8CE6}"/>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8800" y="475200"/>
            <a:ext cx="1645200" cy="496608"/>
          </a:xfrm>
          <a:prstGeom prst="rect">
            <a:avLst/>
          </a:prstGeom>
        </p:spPr>
      </p:pic>
      <p:sp>
        <p:nvSpPr>
          <p:cNvPr id="4" name="Fußzeilenplatzhalter 3">
            <a:extLst>
              <a:ext uri="{FF2B5EF4-FFF2-40B4-BE49-F238E27FC236}">
                <a16:creationId xmlns:a16="http://schemas.microsoft.com/office/drawing/2014/main" id="{C5F7B9D5-A641-50BA-7FC3-561DC9FE3D6A}"/>
              </a:ext>
            </a:extLst>
          </p:cNvPr>
          <p:cNvSpPr>
            <a:spLocks noGrp="1"/>
          </p:cNvSpPr>
          <p:nvPr>
            <p:ph type="ftr" sz="quarter" idx="19"/>
          </p:nvPr>
        </p:nvSpPr>
        <p:spPr bwMode="gray">
          <a:xfrm>
            <a:off x="479427" y="6165328"/>
            <a:ext cx="5040000" cy="216000"/>
          </a:xfrm>
          <a:prstGeom prst="rect">
            <a:avLst/>
          </a:prstGeom>
        </p:spPr>
        <p:txBody>
          <a:bodyPr/>
          <a:lstStyle>
            <a:lvl1pPr algn="l">
              <a:defRPr>
                <a:solidFill>
                  <a:schemeClr val="bg1"/>
                </a:solidFill>
              </a:defRPr>
            </a:lvl1pPr>
          </a:lstStyle>
          <a:p>
            <a:r>
              <a:rPr lang="en-US"/>
              <a:t>ONLY FOR INTERNAL USE</a:t>
            </a:r>
          </a:p>
        </p:txBody>
      </p:sp>
      <p:sp>
        <p:nvSpPr>
          <p:cNvPr id="5" name="Text Placeholder 8">
            <a:extLst>
              <a:ext uri="{FF2B5EF4-FFF2-40B4-BE49-F238E27FC236}">
                <a16:creationId xmlns:a16="http://schemas.microsoft.com/office/drawing/2014/main" id="{D866CAA2-63E1-6F81-7EFF-FDAEDBEBDB8A}"/>
              </a:ext>
              <a:ext uri="{C183D7F6-B498-43B3-948B-1728B52AA6E4}">
                <adec:decorative xmlns:adec="http://schemas.microsoft.com/office/drawing/2017/decorative" val="1"/>
              </a:ext>
            </a:extLst>
          </p:cNvPr>
          <p:cNvSpPr>
            <a:spLocks noGrp="1"/>
          </p:cNvSpPr>
          <p:nvPr>
            <p:ph type="body" sz="quarter" idx="31"/>
          </p:nvPr>
        </p:nvSpPr>
        <p:spPr bwMode="gray">
          <a:xfrm>
            <a:off x="10092439" y="6166800"/>
            <a:ext cx="1620000" cy="216000"/>
          </a:xfrm>
          <a:blipFill>
            <a:blip r:embed="rId4">
              <a:extLst>
                <a:ext uri="{96DAC541-7B7A-43D3-8B79-37D633B846F1}">
                  <asvg:svgBlip xmlns:asvg="http://schemas.microsoft.com/office/drawing/2016/SVG/main" r:embed="rId5"/>
                </a:ext>
              </a:extLst>
            </a:blip>
            <a:srcRect/>
            <a:stretch>
              <a:fillRect t="-1800" b="-180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6" name="Group 5">
            <a:extLst>
              <a:ext uri="{FF2B5EF4-FFF2-40B4-BE49-F238E27FC236}">
                <a16:creationId xmlns:a16="http://schemas.microsoft.com/office/drawing/2014/main" id="{28D32FED-547E-0BF1-8567-DB33A9EEAF18}"/>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2" name="TextBox 11">
              <a:extLst>
                <a:ext uri="{FF2B5EF4-FFF2-40B4-BE49-F238E27FC236}">
                  <a16:creationId xmlns:a16="http://schemas.microsoft.com/office/drawing/2014/main" id="{39404507-51EC-B961-42FB-56684AE6D086}"/>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3" name="Picture 12">
              <a:extLst>
                <a:ext uri="{FF2B5EF4-FFF2-40B4-BE49-F238E27FC236}">
                  <a16:creationId xmlns:a16="http://schemas.microsoft.com/office/drawing/2014/main" id="{D2A2DCDD-87D8-A4BF-7482-51B8E6D5DA42}"/>
                </a:ext>
              </a:extLst>
            </p:cNvPr>
            <p:cNvPicPr>
              <a:picLocks noChangeAspect="1"/>
            </p:cNvPicPr>
            <p:nvPr userDrawn="1"/>
          </p:nvPicPr>
          <p:blipFill rotWithShape="1">
            <a:blip r:embed="rId6"/>
            <a:srcRect l="8843" r="2395" b="2546"/>
            <a:stretch/>
          </p:blipFill>
          <p:spPr bwMode="gray">
            <a:xfrm>
              <a:off x="-1589806" y="4475212"/>
              <a:ext cx="745332" cy="1122804"/>
            </a:xfrm>
            <a:prstGeom prst="roundRect">
              <a:avLst>
                <a:gd name="adj" fmla="val 3514"/>
              </a:avLst>
            </a:prstGeom>
          </p:spPr>
        </p:pic>
        <p:sp>
          <p:nvSpPr>
            <p:cNvPr id="15" name="TextBox 14">
              <a:extLst>
                <a:ext uri="{FF2B5EF4-FFF2-40B4-BE49-F238E27FC236}">
                  <a16:creationId xmlns:a16="http://schemas.microsoft.com/office/drawing/2014/main" id="{065B591E-D8A0-EDFE-1511-0E54D26949F7}"/>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32170115"/>
      </p:ext>
    </p:extLst>
  </p:cSld>
  <p:clrMapOvr>
    <a:masterClrMapping/>
  </p:clrMapOvr>
  <p:extLst>
    <p:ext uri="{DCECCB84-F9BA-43D5-87BE-67443E8EF086}">
      <p15:sldGuideLst xmlns:p15="http://schemas.microsoft.com/office/powerpoint/2012/main">
        <p15:guide id="1" orient="horz" pos="2682">
          <p15:clr>
            <a:srgbClr val="FBAE40"/>
          </p15:clr>
        </p15:guide>
        <p15:guide id="7" orient="horz" pos="2795">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p:txBody>
          <a:bodyPr/>
          <a:lstStyle>
            <a:lvl1pPr>
              <a:defRPr/>
            </a:lvl1pPr>
          </a:lstStyle>
          <a:p>
            <a:r>
              <a:rPr lang="en-US"/>
              <a:t>Add agenda title</a:t>
            </a:r>
          </a:p>
        </p:txBody>
      </p:sp>
      <p:sp>
        <p:nvSpPr>
          <p:cNvPr id="10" name="Textplatzhalter 9"/>
          <p:cNvSpPr>
            <a:spLocks noGrp="1"/>
          </p:cNvSpPr>
          <p:nvPr>
            <p:ph type="body" sz="quarter" idx="15" hasCustomPrompt="1"/>
          </p:nvPr>
        </p:nvSpPr>
        <p:spPr bwMode="gray">
          <a:xfrm>
            <a:off x="479426" y="1412876"/>
            <a:ext cx="11233151" cy="4537075"/>
          </a:xfrm>
        </p:spPr>
        <p:txBody>
          <a:bodyPr/>
          <a:lstStyle>
            <a:lvl1pPr marL="359991" indent="-359991">
              <a:spcBef>
                <a:spcPts val="1800"/>
              </a:spcBef>
              <a:buFont typeface="+mj-lt"/>
              <a:buAutoNum type="arabicPeriod"/>
              <a:defRPr sz="2000"/>
            </a:lvl1pPr>
            <a:lvl2pPr marL="539987" indent="-179996">
              <a:spcBef>
                <a:spcPts val="200"/>
              </a:spcBef>
              <a:spcAft>
                <a:spcPts val="200"/>
              </a:spcAft>
              <a:buFont typeface="Arial" panose="020B0604020202020204" pitchFamily="34" charset="0"/>
              <a:buChar char="•"/>
              <a:defRPr/>
            </a:lvl2pPr>
            <a:lvl3pPr marL="539987" indent="-179996">
              <a:spcBef>
                <a:spcPts val="200"/>
              </a:spcBef>
              <a:spcAft>
                <a:spcPts val="200"/>
              </a:spcAft>
              <a:buFont typeface="Arial" panose="020B0604020202020204" pitchFamily="34" charset="0"/>
              <a:buChar char="•"/>
              <a:defRPr/>
            </a:lvl3pPr>
            <a:lvl4pPr marL="539987" indent="-179996">
              <a:spcBef>
                <a:spcPts val="200"/>
              </a:spcBef>
              <a:spcAft>
                <a:spcPts val="200"/>
              </a:spcAft>
              <a:buFont typeface="Arial" panose="020B0604020202020204" pitchFamily="34" charset="0"/>
              <a:buChar char="•"/>
              <a:defRPr/>
            </a:lvl4pPr>
            <a:lvl5pPr marL="539987" indent="-179996">
              <a:spcBef>
                <a:spcPts val="200"/>
              </a:spcBef>
              <a:spcAft>
                <a:spcPts val="200"/>
              </a:spcAft>
              <a:buFont typeface="Arial" panose="020B0604020202020204" pitchFamily="34" charset="0"/>
              <a:buChar char="•"/>
              <a:defRPr sz="1600"/>
            </a:lvl5pPr>
            <a:lvl6pPr marL="539987" indent="-179996">
              <a:spcBef>
                <a:spcPts val="200"/>
              </a:spcBef>
              <a:spcAft>
                <a:spcPts val="200"/>
              </a:spcAft>
              <a:buFont typeface="Arial" panose="020B0604020202020204" pitchFamily="34" charset="0"/>
              <a:buChar char="•"/>
              <a:defRPr sz="1600"/>
            </a:lvl6pPr>
            <a:lvl7pPr marL="539987" indent="-179996">
              <a:spcBef>
                <a:spcPts val="200"/>
              </a:spcBef>
              <a:spcAft>
                <a:spcPts val="200"/>
              </a:spcAft>
              <a:buFont typeface="Arial" panose="020B0604020202020204" pitchFamily="34" charset="0"/>
              <a:buChar char="•"/>
              <a:defRPr sz="1600"/>
            </a:lvl7pPr>
            <a:lvl8pPr marL="539987" indent="-179996">
              <a:spcBef>
                <a:spcPts val="200"/>
              </a:spcBef>
              <a:spcAft>
                <a:spcPts val="200"/>
              </a:spcAft>
              <a:buFont typeface="Arial" panose="020B0604020202020204" pitchFamily="34" charset="0"/>
              <a:buChar char="•"/>
              <a:defRPr sz="1600"/>
            </a:lvl8pPr>
            <a:lvl9pPr marL="539987" indent="-179996">
              <a:spcBef>
                <a:spcPts val="200"/>
              </a:spcBef>
              <a:spcAft>
                <a:spcPts val="200"/>
              </a:spcAft>
              <a:buFont typeface="Arial" panose="020B0604020202020204" pitchFamily="34" charset="0"/>
              <a:buChar char="•"/>
              <a:defRPr sz="1600"/>
            </a:lvl9pPr>
          </a:lstStyle>
          <a:p>
            <a:pPr lvl="0"/>
            <a:r>
              <a:rPr lang="en-US"/>
              <a:t>Edit text by clicking. Use the "Increase/decrease list level" buttons on the Start tab to switch between the set up text levels.</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7" name="Foliennummernplatzhalter 6">
            <a:extLst>
              <a:ext uri="{FF2B5EF4-FFF2-40B4-BE49-F238E27FC236}">
                <a16:creationId xmlns:a16="http://schemas.microsoft.com/office/drawing/2014/main" id="{BF4CBD4C-0F49-F57C-9B27-DEC864627EEC}"/>
              </a:ext>
            </a:extLst>
          </p:cNvPr>
          <p:cNvSpPr>
            <a:spLocks noGrp="1"/>
          </p:cNvSpPr>
          <p:nvPr>
            <p:ph type="sldNum" sz="quarter" idx="17"/>
          </p:nvPr>
        </p:nvSpPr>
        <p:spPr bwMode="gray"/>
        <p:txBody>
          <a:bodyPr/>
          <a:lstStyle/>
          <a:p>
            <a:fld id="{8FF9B0DE-3FEB-4AA0-B465-B80EF7C1333D}" type="slidenum">
              <a:rPr lang="en-US" smtClean="0"/>
              <a:pPr/>
              <a:t>‹#›</a:t>
            </a:fld>
            <a:endParaRPr lang="en-US"/>
          </a:p>
        </p:txBody>
      </p:sp>
    </p:spTree>
    <p:extLst>
      <p:ext uri="{BB962C8B-B14F-4D97-AF65-F5344CB8AC3E}">
        <p14:creationId xmlns:p14="http://schemas.microsoft.com/office/powerpoint/2010/main" val="28566451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Agenda alternative">
    <p:bg bwMode="blackWhite">
      <p:bgPr>
        <a:solidFill>
          <a:schemeClr val="bg2"/>
        </a:solidFill>
        <a:effectLst/>
      </p:bgPr>
    </p:bg>
    <p:spTree>
      <p:nvGrpSpPr>
        <p:cNvPr id="1" name=""/>
        <p:cNvGrpSpPr/>
        <p:nvPr/>
      </p:nvGrpSpPr>
      <p:grpSpPr>
        <a:xfrm>
          <a:off x="0" y="0"/>
          <a:ext cx="0" cy="0"/>
          <a:chOff x="0" y="0"/>
          <a:chExt cx="0" cy="0"/>
        </a:xfrm>
      </p:grpSpPr>
      <p:sp>
        <p:nvSpPr>
          <p:cNvPr id="5" name="Titel 4">
            <a:extLst>
              <a:ext uri="{FF2B5EF4-FFF2-40B4-BE49-F238E27FC236}">
                <a16:creationId xmlns:a16="http://schemas.microsoft.com/office/drawing/2014/main" id="{21F75BC8-F612-2B70-B801-672E4369F889}"/>
              </a:ext>
            </a:extLst>
          </p:cNvPr>
          <p:cNvSpPr>
            <a:spLocks noGrp="1"/>
          </p:cNvSpPr>
          <p:nvPr>
            <p:ph type="title" hasCustomPrompt="1"/>
          </p:nvPr>
        </p:nvSpPr>
        <p:spPr bwMode="gray"/>
        <p:txBody>
          <a:bodyPr/>
          <a:lstStyle>
            <a:lvl1pPr>
              <a:defRPr>
                <a:solidFill>
                  <a:schemeClr val="tx2"/>
                </a:solidFill>
              </a:defRPr>
            </a:lvl1pPr>
          </a:lstStyle>
          <a:p>
            <a:r>
              <a:rPr lang="en-US"/>
              <a:t>Add agenda title</a:t>
            </a:r>
          </a:p>
        </p:txBody>
      </p:sp>
      <p:sp>
        <p:nvSpPr>
          <p:cNvPr id="7" name="Foliennummernplatzhalter 6">
            <a:extLst>
              <a:ext uri="{FF2B5EF4-FFF2-40B4-BE49-F238E27FC236}">
                <a16:creationId xmlns:a16="http://schemas.microsoft.com/office/drawing/2014/main" id="{BF4CBD4C-0F49-F57C-9B27-DEC864627EEC}"/>
              </a:ext>
            </a:extLst>
          </p:cNvPr>
          <p:cNvSpPr>
            <a:spLocks noGrp="1"/>
          </p:cNvSpPr>
          <p:nvPr>
            <p:ph type="sldNum" sz="quarter" idx="17"/>
          </p:nvPr>
        </p:nvSpPr>
        <p:spPr bwMode="gray"/>
        <p:txBody>
          <a:bodyPr/>
          <a:lstStyle>
            <a:lvl1pPr>
              <a:defRPr>
                <a:solidFill>
                  <a:schemeClr val="bg1"/>
                </a:solidFill>
              </a:defRPr>
            </a:lvl1pPr>
          </a:lstStyle>
          <a:p>
            <a:fld id="{8FF9B0DE-3FEB-4AA0-B465-B80EF7C1333D}" type="slidenum">
              <a:rPr lang="en-US" smtClean="0"/>
              <a:pPr/>
              <a:t>‹#›</a:t>
            </a:fld>
            <a:endParaRPr lang="en-US"/>
          </a:p>
        </p:txBody>
      </p:sp>
      <p:sp>
        <p:nvSpPr>
          <p:cNvPr id="15" name="Textplatzhalter 8">
            <a:extLst>
              <a:ext uri="{FF2B5EF4-FFF2-40B4-BE49-F238E27FC236}">
                <a16:creationId xmlns:a16="http://schemas.microsoft.com/office/drawing/2014/main" id="{4C4A6E80-CB53-4D72-1B7B-3500815C4B7B}"/>
              </a:ext>
            </a:extLst>
          </p:cNvPr>
          <p:cNvSpPr>
            <a:spLocks noGrp="1"/>
          </p:cNvSpPr>
          <p:nvPr>
            <p:ph type="body" sz="quarter" idx="48" hasCustomPrompt="1"/>
          </p:nvPr>
        </p:nvSpPr>
        <p:spPr bwMode="white">
          <a:xfrm>
            <a:off x="479480" y="1412776"/>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9" name="Textplatzhalter 8">
            <a:extLst>
              <a:ext uri="{FF2B5EF4-FFF2-40B4-BE49-F238E27FC236}">
                <a16:creationId xmlns:a16="http://schemas.microsoft.com/office/drawing/2014/main" id="{7E03331E-BAE6-FE9A-0655-4888C3038D4F}"/>
              </a:ext>
            </a:extLst>
          </p:cNvPr>
          <p:cNvSpPr>
            <a:spLocks noGrp="1"/>
          </p:cNvSpPr>
          <p:nvPr>
            <p:ph type="body" sz="quarter" idx="18" hasCustomPrompt="1"/>
          </p:nvPr>
        </p:nvSpPr>
        <p:spPr bwMode="gray">
          <a:xfrm>
            <a:off x="1485715" y="1412776"/>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26" name="Textplatzhalter 8">
            <a:extLst>
              <a:ext uri="{FF2B5EF4-FFF2-40B4-BE49-F238E27FC236}">
                <a16:creationId xmlns:a16="http://schemas.microsoft.com/office/drawing/2014/main" id="{54A84130-BB18-0BA4-1EE9-823C0DB98D2B}"/>
              </a:ext>
            </a:extLst>
          </p:cNvPr>
          <p:cNvSpPr>
            <a:spLocks noGrp="1"/>
          </p:cNvSpPr>
          <p:nvPr>
            <p:ph type="body" sz="quarter" idx="30" hasCustomPrompt="1"/>
          </p:nvPr>
        </p:nvSpPr>
        <p:spPr bwMode="white">
          <a:xfrm>
            <a:off x="479480" y="2529951"/>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27" name="Textplatzhalter 8">
            <a:extLst>
              <a:ext uri="{FF2B5EF4-FFF2-40B4-BE49-F238E27FC236}">
                <a16:creationId xmlns:a16="http://schemas.microsoft.com/office/drawing/2014/main" id="{208F9C79-09A7-4EEA-9FFB-C9B3089CC82C}"/>
              </a:ext>
            </a:extLst>
          </p:cNvPr>
          <p:cNvSpPr>
            <a:spLocks noGrp="1"/>
          </p:cNvSpPr>
          <p:nvPr>
            <p:ph type="body" sz="quarter" idx="31" hasCustomPrompt="1"/>
          </p:nvPr>
        </p:nvSpPr>
        <p:spPr bwMode="white">
          <a:xfrm>
            <a:off x="479376" y="3646075"/>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28" name="Textplatzhalter 8">
            <a:extLst>
              <a:ext uri="{FF2B5EF4-FFF2-40B4-BE49-F238E27FC236}">
                <a16:creationId xmlns:a16="http://schemas.microsoft.com/office/drawing/2014/main" id="{07B81727-F8CD-3444-26FB-0954D4A41441}"/>
              </a:ext>
            </a:extLst>
          </p:cNvPr>
          <p:cNvSpPr>
            <a:spLocks noGrp="1"/>
          </p:cNvSpPr>
          <p:nvPr>
            <p:ph type="body" sz="quarter" idx="32" hasCustomPrompt="1"/>
          </p:nvPr>
        </p:nvSpPr>
        <p:spPr bwMode="white">
          <a:xfrm>
            <a:off x="479376" y="4762199"/>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30" name="Textplatzhalter 8">
            <a:extLst>
              <a:ext uri="{FF2B5EF4-FFF2-40B4-BE49-F238E27FC236}">
                <a16:creationId xmlns:a16="http://schemas.microsoft.com/office/drawing/2014/main" id="{176E8A7C-F934-3053-3346-B9C0DDCB28B0}"/>
              </a:ext>
            </a:extLst>
          </p:cNvPr>
          <p:cNvSpPr>
            <a:spLocks noGrp="1"/>
          </p:cNvSpPr>
          <p:nvPr>
            <p:ph type="body" sz="quarter" idx="34" hasCustomPrompt="1"/>
          </p:nvPr>
        </p:nvSpPr>
        <p:spPr bwMode="white">
          <a:xfrm>
            <a:off x="6252635" y="1412776"/>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34" name="Textplatzhalter 8">
            <a:extLst>
              <a:ext uri="{FF2B5EF4-FFF2-40B4-BE49-F238E27FC236}">
                <a16:creationId xmlns:a16="http://schemas.microsoft.com/office/drawing/2014/main" id="{6F35D68B-9EA2-1F5E-DBD3-B9F93C1D90B9}"/>
              </a:ext>
            </a:extLst>
          </p:cNvPr>
          <p:cNvSpPr>
            <a:spLocks noGrp="1"/>
          </p:cNvSpPr>
          <p:nvPr>
            <p:ph type="body" sz="quarter" idx="38" hasCustomPrompt="1"/>
          </p:nvPr>
        </p:nvSpPr>
        <p:spPr bwMode="white">
          <a:xfrm>
            <a:off x="6252531" y="2529951"/>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35" name="Textplatzhalter 8">
            <a:extLst>
              <a:ext uri="{FF2B5EF4-FFF2-40B4-BE49-F238E27FC236}">
                <a16:creationId xmlns:a16="http://schemas.microsoft.com/office/drawing/2014/main" id="{C0AE24B1-32EB-BCA7-7B48-261B6399A0A5}"/>
              </a:ext>
            </a:extLst>
          </p:cNvPr>
          <p:cNvSpPr>
            <a:spLocks noGrp="1"/>
          </p:cNvSpPr>
          <p:nvPr>
            <p:ph type="body" sz="quarter" idx="39" hasCustomPrompt="1"/>
          </p:nvPr>
        </p:nvSpPr>
        <p:spPr bwMode="white">
          <a:xfrm>
            <a:off x="6252427" y="3646075"/>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36" name="Textplatzhalter 8">
            <a:extLst>
              <a:ext uri="{FF2B5EF4-FFF2-40B4-BE49-F238E27FC236}">
                <a16:creationId xmlns:a16="http://schemas.microsoft.com/office/drawing/2014/main" id="{A942C4DD-370F-53DC-9980-04DA927CBB92}"/>
              </a:ext>
            </a:extLst>
          </p:cNvPr>
          <p:cNvSpPr>
            <a:spLocks noGrp="1"/>
          </p:cNvSpPr>
          <p:nvPr>
            <p:ph type="body" sz="quarter" idx="40" hasCustomPrompt="1"/>
          </p:nvPr>
        </p:nvSpPr>
        <p:spPr bwMode="white">
          <a:xfrm>
            <a:off x="6252427" y="4762199"/>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2" name="Textplatzhalter 8">
            <a:extLst>
              <a:ext uri="{FF2B5EF4-FFF2-40B4-BE49-F238E27FC236}">
                <a16:creationId xmlns:a16="http://schemas.microsoft.com/office/drawing/2014/main" id="{FE96CCAE-DEB1-05B2-23F4-80296F42DC33}"/>
              </a:ext>
            </a:extLst>
          </p:cNvPr>
          <p:cNvSpPr>
            <a:spLocks noGrp="1"/>
          </p:cNvSpPr>
          <p:nvPr>
            <p:ph type="body" sz="quarter" idx="41" hasCustomPrompt="1"/>
          </p:nvPr>
        </p:nvSpPr>
        <p:spPr bwMode="gray">
          <a:xfrm>
            <a:off x="1485715" y="2529315"/>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3" name="Textplatzhalter 8">
            <a:extLst>
              <a:ext uri="{FF2B5EF4-FFF2-40B4-BE49-F238E27FC236}">
                <a16:creationId xmlns:a16="http://schemas.microsoft.com/office/drawing/2014/main" id="{A507323D-32FF-D21E-0B11-BE50DD3C09B2}"/>
              </a:ext>
            </a:extLst>
          </p:cNvPr>
          <p:cNvSpPr>
            <a:spLocks noGrp="1"/>
          </p:cNvSpPr>
          <p:nvPr>
            <p:ph type="body" sz="quarter" idx="42" hasCustomPrompt="1"/>
          </p:nvPr>
        </p:nvSpPr>
        <p:spPr bwMode="gray">
          <a:xfrm>
            <a:off x="1485715" y="3645279"/>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8" name="Textplatzhalter 8">
            <a:extLst>
              <a:ext uri="{FF2B5EF4-FFF2-40B4-BE49-F238E27FC236}">
                <a16:creationId xmlns:a16="http://schemas.microsoft.com/office/drawing/2014/main" id="{7E31A785-5524-76BF-9060-B6AA5B0F30E7}"/>
              </a:ext>
            </a:extLst>
          </p:cNvPr>
          <p:cNvSpPr>
            <a:spLocks noGrp="1"/>
          </p:cNvSpPr>
          <p:nvPr>
            <p:ph type="body" sz="quarter" idx="43" hasCustomPrompt="1"/>
          </p:nvPr>
        </p:nvSpPr>
        <p:spPr bwMode="gray">
          <a:xfrm>
            <a:off x="1485715" y="4761244"/>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10" name="Textplatzhalter 8">
            <a:extLst>
              <a:ext uri="{FF2B5EF4-FFF2-40B4-BE49-F238E27FC236}">
                <a16:creationId xmlns:a16="http://schemas.microsoft.com/office/drawing/2014/main" id="{EFEA4E51-2FA4-4753-1997-132CFAA3ED77}"/>
              </a:ext>
            </a:extLst>
          </p:cNvPr>
          <p:cNvSpPr>
            <a:spLocks noGrp="1"/>
          </p:cNvSpPr>
          <p:nvPr>
            <p:ph type="body" sz="quarter" idx="44" hasCustomPrompt="1"/>
          </p:nvPr>
        </p:nvSpPr>
        <p:spPr bwMode="gray">
          <a:xfrm>
            <a:off x="7248624" y="1412776"/>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12" name="Textplatzhalter 8">
            <a:extLst>
              <a:ext uri="{FF2B5EF4-FFF2-40B4-BE49-F238E27FC236}">
                <a16:creationId xmlns:a16="http://schemas.microsoft.com/office/drawing/2014/main" id="{AB9A186C-679D-438B-04CB-003052B11225}"/>
              </a:ext>
            </a:extLst>
          </p:cNvPr>
          <p:cNvSpPr>
            <a:spLocks noGrp="1"/>
          </p:cNvSpPr>
          <p:nvPr>
            <p:ph type="body" sz="quarter" idx="45" hasCustomPrompt="1"/>
          </p:nvPr>
        </p:nvSpPr>
        <p:spPr bwMode="gray">
          <a:xfrm>
            <a:off x="7248624" y="2529315"/>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13" name="Textplatzhalter 8">
            <a:extLst>
              <a:ext uri="{FF2B5EF4-FFF2-40B4-BE49-F238E27FC236}">
                <a16:creationId xmlns:a16="http://schemas.microsoft.com/office/drawing/2014/main" id="{5442791C-C3FF-9B10-DCFF-2C95FAD1ACA5}"/>
              </a:ext>
            </a:extLst>
          </p:cNvPr>
          <p:cNvSpPr>
            <a:spLocks noGrp="1"/>
          </p:cNvSpPr>
          <p:nvPr>
            <p:ph type="body" sz="quarter" idx="46" hasCustomPrompt="1"/>
          </p:nvPr>
        </p:nvSpPr>
        <p:spPr bwMode="gray">
          <a:xfrm>
            <a:off x="7248624" y="3645279"/>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14" name="Textplatzhalter 8">
            <a:extLst>
              <a:ext uri="{FF2B5EF4-FFF2-40B4-BE49-F238E27FC236}">
                <a16:creationId xmlns:a16="http://schemas.microsoft.com/office/drawing/2014/main" id="{0EB776AE-0143-C85F-03FB-98448F3729D0}"/>
              </a:ext>
            </a:extLst>
          </p:cNvPr>
          <p:cNvSpPr>
            <a:spLocks noGrp="1"/>
          </p:cNvSpPr>
          <p:nvPr>
            <p:ph type="body" sz="quarter" idx="47" hasCustomPrompt="1"/>
          </p:nvPr>
        </p:nvSpPr>
        <p:spPr bwMode="gray">
          <a:xfrm>
            <a:off x="7248624" y="4761244"/>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pic>
        <p:nvPicPr>
          <p:cNvPr id="4" name="Grafik 3">
            <a:extLst>
              <a:ext uri="{FF2B5EF4-FFF2-40B4-BE49-F238E27FC236}">
                <a16:creationId xmlns:a16="http://schemas.microsoft.com/office/drawing/2014/main" id="{6FF19CC3-3A21-2383-F22A-797AA780005E}"/>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2"/>
            <a:ext cx="1234800" cy="372727"/>
          </a:xfrm>
          <a:prstGeom prst="rect">
            <a:avLst/>
          </a:prstGeom>
        </p:spPr>
      </p:pic>
    </p:spTree>
    <p:extLst>
      <p:ext uri="{BB962C8B-B14F-4D97-AF65-F5344CB8AC3E}">
        <p14:creationId xmlns:p14="http://schemas.microsoft.com/office/powerpoint/2010/main" val="1034606840"/>
      </p:ext>
    </p:extLst>
  </p:cSld>
  <p:clrMapOvr>
    <a:masterClrMapping/>
  </p:clrMapOvr>
  <p:extLst>
    <p:ext uri="{DCECCB84-F9BA-43D5-87BE-67443E8EF086}">
      <p15:sldGuideLst xmlns:p15="http://schemas.microsoft.com/office/powerpoint/2012/main">
        <p15:guide id="3" pos="3749">
          <p15:clr>
            <a:srgbClr val="FBAE40"/>
          </p15:clr>
        </p15:guide>
        <p15:guide id="5" pos="393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hapter divider (1)">
    <p:bg>
      <p:bgPr>
        <a:solidFill>
          <a:schemeClr val="tx2"/>
        </a:solidFill>
        <a:effectLst/>
      </p:bgPr>
    </p:bg>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a:xfrm>
            <a:off x="479424" y="1412875"/>
            <a:ext cx="7632701" cy="1799861"/>
          </a:xfrm>
        </p:spPr>
        <p:txBody>
          <a:bodyPr anchor="b"/>
          <a:lstStyle>
            <a:lvl1pPr>
              <a:defRPr sz="4000">
                <a:solidFill>
                  <a:schemeClr val="bg2"/>
                </a:solidFill>
              </a:defRPr>
            </a:lvl1pPr>
          </a:lstStyle>
          <a:p>
            <a:r>
              <a:rPr lang="en-US"/>
              <a:t>Name of the current chapter</a:t>
            </a:r>
          </a:p>
        </p:txBody>
      </p:sp>
      <p:sp>
        <p:nvSpPr>
          <p:cNvPr id="9" name="Untertitel 2">
            <a:extLst>
              <a:ext uri="{FF2B5EF4-FFF2-40B4-BE49-F238E27FC236}">
                <a16:creationId xmlns:a16="http://schemas.microsoft.com/office/drawing/2014/main" id="{CB53F2D2-D116-44C8-A3EF-21A6F6DBA4E3}"/>
              </a:ext>
            </a:extLst>
          </p:cNvPr>
          <p:cNvSpPr>
            <a:spLocks noGrp="1"/>
          </p:cNvSpPr>
          <p:nvPr>
            <p:ph type="subTitle" idx="14" hasCustomPrompt="1"/>
          </p:nvPr>
        </p:nvSpPr>
        <p:spPr bwMode="gray">
          <a:xfrm>
            <a:off x="479424" y="3573016"/>
            <a:ext cx="7632701" cy="792088"/>
          </a:xfrm>
        </p:spPr>
        <p:txBody>
          <a:bodyPr/>
          <a:lstStyle>
            <a:lvl1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1pPr>
            <a:lvl2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2pPr>
            <a:lvl3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3pPr>
            <a:lvl4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4pPr>
            <a:lvl5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5pPr>
            <a:lvl6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6pPr>
            <a:lvl7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7pPr>
            <a:lvl8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8pPr>
            <a:lvl9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9pPr>
          </a:lstStyle>
          <a:p>
            <a:r>
              <a:rPr lang="en-US"/>
              <a:t>Optional short description</a:t>
            </a:r>
          </a:p>
        </p:txBody>
      </p:sp>
      <p:sp>
        <p:nvSpPr>
          <p:cNvPr id="7" name="Foliennummernplatzhalter 6">
            <a:extLst>
              <a:ext uri="{FF2B5EF4-FFF2-40B4-BE49-F238E27FC236}">
                <a16:creationId xmlns:a16="http://schemas.microsoft.com/office/drawing/2014/main" id="{8EAAE6E7-1373-8040-C96B-B3A08A84CE2A}"/>
              </a:ext>
            </a:extLst>
          </p:cNvPr>
          <p:cNvSpPr>
            <a:spLocks noGrp="1"/>
          </p:cNvSpPr>
          <p:nvPr>
            <p:ph type="sldNum" sz="quarter" idx="16"/>
          </p:nvPr>
        </p:nvSpPr>
        <p:spPr bwMode="gray"/>
        <p:txBody>
          <a:bodyPr/>
          <a:lstStyle>
            <a:lvl1pPr>
              <a:defRPr>
                <a:solidFill>
                  <a:schemeClr val="bg2"/>
                </a:solidFill>
              </a:defRPr>
            </a:lvl1pPr>
          </a:lstStyle>
          <a:p>
            <a:fld id="{8FF9B0DE-3FEB-4AA0-B465-B80EF7C1333D}" type="slidenum">
              <a:rPr lang="en-US" smtClean="0"/>
              <a:pPr/>
              <a:t>‹#›</a:t>
            </a:fld>
            <a:endParaRPr lang="en-US"/>
          </a:p>
        </p:txBody>
      </p:sp>
    </p:spTree>
    <p:extLst>
      <p:ext uri="{BB962C8B-B14F-4D97-AF65-F5344CB8AC3E}">
        <p14:creationId xmlns:p14="http://schemas.microsoft.com/office/powerpoint/2010/main" val="3043899946"/>
      </p:ext>
    </p:extLst>
  </p:cSld>
  <p:clrMapOvr>
    <a:masterClrMapping/>
  </p:clrMapOvr>
  <p:extLst>
    <p:ext uri="{DCECCB84-F9BA-43D5-87BE-67443E8EF086}">
      <p15:sldGuideLst xmlns:p15="http://schemas.microsoft.com/office/powerpoint/2012/main">
        <p15:guide id="1" orient="horz" pos="2024">
          <p15:clr>
            <a:srgbClr val="FBAE40"/>
          </p15:clr>
        </p15:guide>
        <p15:guide id="2" orient="horz" pos="225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hapter divider (2)">
    <p:bg>
      <p:bgPr>
        <a:solidFill>
          <a:schemeClr val="bg2"/>
        </a:solidFill>
        <a:effectLst/>
      </p:bgPr>
    </p:bg>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a:xfrm>
            <a:off x="479424" y="1412875"/>
            <a:ext cx="7632701" cy="1799861"/>
          </a:xfrm>
        </p:spPr>
        <p:txBody>
          <a:bodyPr anchor="b"/>
          <a:lstStyle>
            <a:lvl1pPr>
              <a:defRPr sz="4000">
                <a:solidFill>
                  <a:schemeClr val="tx2"/>
                </a:solidFill>
              </a:defRPr>
            </a:lvl1pPr>
          </a:lstStyle>
          <a:p>
            <a:r>
              <a:rPr lang="en-US"/>
              <a:t>Name of the current chapter</a:t>
            </a:r>
          </a:p>
        </p:txBody>
      </p:sp>
      <p:sp>
        <p:nvSpPr>
          <p:cNvPr id="9" name="Untertitel 2">
            <a:extLst>
              <a:ext uri="{FF2B5EF4-FFF2-40B4-BE49-F238E27FC236}">
                <a16:creationId xmlns:a16="http://schemas.microsoft.com/office/drawing/2014/main" id="{CB53F2D2-D116-44C8-A3EF-21A6F6DBA4E3}"/>
              </a:ext>
            </a:extLst>
          </p:cNvPr>
          <p:cNvSpPr>
            <a:spLocks noGrp="1"/>
          </p:cNvSpPr>
          <p:nvPr>
            <p:ph type="subTitle" idx="14" hasCustomPrompt="1"/>
          </p:nvPr>
        </p:nvSpPr>
        <p:spPr bwMode="gray">
          <a:xfrm>
            <a:off x="479424" y="3573016"/>
            <a:ext cx="7632701" cy="792088"/>
          </a:xfrm>
        </p:spPr>
        <p:txBody>
          <a:bodyPr/>
          <a:lstStyle>
            <a:lvl1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1pPr>
            <a:lvl2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2pPr>
            <a:lvl3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3pPr>
            <a:lvl4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4pPr>
            <a:lvl5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5pPr>
            <a:lvl6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6pPr>
            <a:lvl7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7pPr>
            <a:lvl8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8pPr>
            <a:lvl9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9pPr>
          </a:lstStyle>
          <a:p>
            <a:r>
              <a:rPr lang="en-US"/>
              <a:t>Optional short description</a:t>
            </a:r>
          </a:p>
        </p:txBody>
      </p:sp>
      <p:sp>
        <p:nvSpPr>
          <p:cNvPr id="7" name="Foliennummernplatzhalter 6">
            <a:extLst>
              <a:ext uri="{FF2B5EF4-FFF2-40B4-BE49-F238E27FC236}">
                <a16:creationId xmlns:a16="http://schemas.microsoft.com/office/drawing/2014/main" id="{8EAAE6E7-1373-8040-C96B-B3A08A84CE2A}"/>
              </a:ext>
            </a:extLst>
          </p:cNvPr>
          <p:cNvSpPr>
            <a:spLocks noGrp="1"/>
          </p:cNvSpPr>
          <p:nvPr>
            <p:ph type="sldNum" sz="quarter" idx="16"/>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4" name="Grafik 3">
            <a:extLst>
              <a:ext uri="{FF2B5EF4-FFF2-40B4-BE49-F238E27FC236}">
                <a16:creationId xmlns:a16="http://schemas.microsoft.com/office/drawing/2014/main" id="{7E3CE082-8BE8-42AC-F40F-87B704B7B141}"/>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2"/>
            <a:ext cx="1234800" cy="372727"/>
          </a:xfrm>
          <a:prstGeom prst="rect">
            <a:avLst/>
          </a:prstGeom>
        </p:spPr>
      </p:pic>
    </p:spTree>
    <p:extLst>
      <p:ext uri="{BB962C8B-B14F-4D97-AF65-F5344CB8AC3E}">
        <p14:creationId xmlns:p14="http://schemas.microsoft.com/office/powerpoint/2010/main" val="3036544312"/>
      </p:ext>
    </p:extLst>
  </p:cSld>
  <p:clrMapOvr>
    <a:masterClrMapping/>
  </p:clrMapOvr>
  <p:extLst>
    <p:ext uri="{DCECCB84-F9BA-43D5-87BE-67443E8EF086}">
      <p15:sldGuideLst xmlns:p15="http://schemas.microsoft.com/office/powerpoint/2012/main">
        <p15:guide id="3" orient="horz" pos="2024">
          <p15:clr>
            <a:srgbClr val="FBAE40"/>
          </p15:clr>
        </p15:guide>
        <p15:guide id="4" orient="horz" pos="225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hapter divider (image)">
    <p:bg>
      <p:bgPr>
        <a:solidFill>
          <a:schemeClr val="bg2"/>
        </a:solidFill>
        <a:effectLst/>
      </p:bgPr>
    </p:bg>
    <p:spTree>
      <p:nvGrpSpPr>
        <p:cNvPr id="1" name=""/>
        <p:cNvGrpSpPr/>
        <p:nvPr/>
      </p:nvGrpSpPr>
      <p:grpSpPr>
        <a:xfrm>
          <a:off x="0" y="0"/>
          <a:ext cx="0" cy="0"/>
          <a:chOff x="0" y="0"/>
          <a:chExt cx="0" cy="0"/>
        </a:xfrm>
      </p:grpSpPr>
      <p:sp>
        <p:nvSpPr>
          <p:cNvPr id="8" name="Bildplatzhalter 10">
            <a:extLst>
              <a:ext uri="{FF2B5EF4-FFF2-40B4-BE49-F238E27FC236}">
                <a16:creationId xmlns:a16="http://schemas.microsoft.com/office/drawing/2014/main" id="{47C26184-1D1B-92B8-25CF-5F2442C1A0BD}"/>
              </a:ext>
            </a:extLst>
          </p:cNvPr>
          <p:cNvSpPr>
            <a:spLocks noGrp="1"/>
          </p:cNvSpPr>
          <p:nvPr>
            <p:ph type="pic" sz="quarter" idx="10" hasCustomPrompt="1"/>
          </p:nvPr>
        </p:nvSpPr>
        <p:spPr bwMode="gray">
          <a:xfrm>
            <a:off x="6096000" y="0"/>
            <a:ext cx="6096000"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2" name="Titel 1"/>
          <p:cNvSpPr>
            <a:spLocks noGrp="1"/>
          </p:cNvSpPr>
          <p:nvPr>
            <p:ph type="title" hasCustomPrompt="1"/>
          </p:nvPr>
        </p:nvSpPr>
        <p:spPr bwMode="gray">
          <a:xfrm>
            <a:off x="479426" y="1412875"/>
            <a:ext cx="5329239" cy="1799861"/>
          </a:xfrm>
        </p:spPr>
        <p:txBody>
          <a:bodyPr anchor="b"/>
          <a:lstStyle>
            <a:lvl1pPr>
              <a:defRPr sz="4000">
                <a:solidFill>
                  <a:schemeClr val="tx2"/>
                </a:solidFill>
              </a:defRPr>
            </a:lvl1pPr>
          </a:lstStyle>
          <a:p>
            <a:r>
              <a:rPr lang="en-US"/>
              <a:t>Name of the current chapter</a:t>
            </a:r>
          </a:p>
        </p:txBody>
      </p:sp>
      <p:sp>
        <p:nvSpPr>
          <p:cNvPr id="9" name="Untertitel 2">
            <a:extLst>
              <a:ext uri="{FF2B5EF4-FFF2-40B4-BE49-F238E27FC236}">
                <a16:creationId xmlns:a16="http://schemas.microsoft.com/office/drawing/2014/main" id="{CB53F2D2-D116-44C8-A3EF-21A6F6DBA4E3}"/>
              </a:ext>
            </a:extLst>
          </p:cNvPr>
          <p:cNvSpPr>
            <a:spLocks noGrp="1"/>
          </p:cNvSpPr>
          <p:nvPr>
            <p:ph type="subTitle" idx="14" hasCustomPrompt="1"/>
          </p:nvPr>
        </p:nvSpPr>
        <p:spPr bwMode="gray">
          <a:xfrm>
            <a:off x="479426" y="3573016"/>
            <a:ext cx="5329239" cy="792088"/>
          </a:xfrm>
        </p:spPr>
        <p:txBody>
          <a:bodyPr/>
          <a:lstStyle>
            <a:lvl1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1pPr>
            <a:lvl2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2pPr>
            <a:lvl3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3pPr>
            <a:lvl4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4pPr>
            <a:lvl5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5pPr>
            <a:lvl6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6pPr>
            <a:lvl7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7pPr>
            <a:lvl8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8pPr>
            <a:lvl9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9pPr>
          </a:lstStyle>
          <a:p>
            <a:r>
              <a:rPr lang="en-US"/>
              <a:t>Optional short description</a:t>
            </a:r>
          </a:p>
        </p:txBody>
      </p:sp>
      <p:sp>
        <p:nvSpPr>
          <p:cNvPr id="7" name="Foliennummernplatzhalter 6">
            <a:extLst>
              <a:ext uri="{FF2B5EF4-FFF2-40B4-BE49-F238E27FC236}">
                <a16:creationId xmlns:a16="http://schemas.microsoft.com/office/drawing/2014/main" id="{8EAAE6E7-1373-8040-C96B-B3A08A84CE2A}"/>
              </a:ext>
            </a:extLst>
          </p:cNvPr>
          <p:cNvSpPr>
            <a:spLocks noGrp="1"/>
          </p:cNvSpPr>
          <p:nvPr>
            <p:ph type="sldNum" sz="quarter" idx="16"/>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5" name="Grafik 4">
            <a:extLst>
              <a:ext uri="{FF2B5EF4-FFF2-40B4-BE49-F238E27FC236}">
                <a16:creationId xmlns:a16="http://schemas.microsoft.com/office/drawing/2014/main" id="{EE7772F2-FA6E-58A9-9E00-5407C4C6D9D5}"/>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2"/>
            <a:ext cx="1234800" cy="372727"/>
          </a:xfrm>
          <a:prstGeom prst="rect">
            <a:avLst/>
          </a:prstGeom>
        </p:spPr>
      </p:pic>
      <p:grpSp>
        <p:nvGrpSpPr>
          <p:cNvPr id="16" name="Group 15">
            <a:extLst>
              <a:ext uri="{FF2B5EF4-FFF2-40B4-BE49-F238E27FC236}">
                <a16:creationId xmlns:a16="http://schemas.microsoft.com/office/drawing/2014/main" id="{D2D34356-34F3-1E89-4AAB-FD152C5E058C}"/>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7" name="TextBox 16">
              <a:extLst>
                <a:ext uri="{FF2B5EF4-FFF2-40B4-BE49-F238E27FC236}">
                  <a16:creationId xmlns:a16="http://schemas.microsoft.com/office/drawing/2014/main" id="{D4B81AAF-FF1D-EDCE-0A83-D65DAC7945BD}"/>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8" name="Picture 17">
              <a:extLst>
                <a:ext uri="{FF2B5EF4-FFF2-40B4-BE49-F238E27FC236}">
                  <a16:creationId xmlns:a16="http://schemas.microsoft.com/office/drawing/2014/main" id="{B75A2EF2-D131-D1B0-F40E-2A5462A47C56}"/>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19" name="TextBox 18">
              <a:extLst>
                <a:ext uri="{FF2B5EF4-FFF2-40B4-BE49-F238E27FC236}">
                  <a16:creationId xmlns:a16="http://schemas.microsoft.com/office/drawing/2014/main" id="{1D861B26-9995-6295-D8D1-F6113B2A85D8}"/>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2957304953"/>
      </p:ext>
    </p:extLst>
  </p:cSld>
  <p:clrMapOvr>
    <a:masterClrMapping/>
  </p:clrMapOvr>
  <p:extLst>
    <p:ext uri="{DCECCB84-F9BA-43D5-87BE-67443E8EF086}">
      <p15:sldGuideLst xmlns:p15="http://schemas.microsoft.com/office/powerpoint/2012/main">
        <p15:guide id="1" pos="3840">
          <p15:clr>
            <a:srgbClr val="FBAE40"/>
          </p15:clr>
        </p15:guide>
        <p15:guide id="2" orient="horz" pos="2024">
          <p15:clr>
            <a:srgbClr val="FBAE40"/>
          </p15:clr>
        </p15:guide>
        <p15:guide id="3" orient="horz" pos="225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One content">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lvl1pPr>
          </a:lstStyle>
          <a:p>
            <a:r>
              <a:rPr lang="en-US"/>
              <a:t>Add  title of the slide</a:t>
            </a:r>
          </a:p>
        </p:txBody>
      </p:sp>
      <p:sp>
        <p:nvSpPr>
          <p:cNvPr id="3" name="Inhaltsplatzhalter 2"/>
          <p:cNvSpPr>
            <a:spLocks noGrp="1"/>
          </p:cNvSpPr>
          <p:nvPr>
            <p:ph idx="1" hasCustomPrompt="1"/>
          </p:nvPr>
        </p:nvSpPr>
        <p:spPr bwMode="gray">
          <a:xfrm>
            <a:off x="479426" y="1412876"/>
            <a:ext cx="11233151"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64"/>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5" name="Foliennummernplatzhalter 4">
            <a:extLst>
              <a:ext uri="{FF2B5EF4-FFF2-40B4-BE49-F238E27FC236}">
                <a16:creationId xmlns:a16="http://schemas.microsoft.com/office/drawing/2014/main" id="{5CC89D3B-393F-9E87-6D42-19413F2259DA}"/>
              </a:ext>
            </a:extLst>
          </p:cNvPr>
          <p:cNvSpPr>
            <a:spLocks noGrp="1"/>
          </p:cNvSpPr>
          <p:nvPr>
            <p:ph type="sldNum" sz="quarter" idx="20"/>
          </p:nvPr>
        </p:nvSpPr>
        <p:spPr bwMode="gray"/>
        <p:txBody>
          <a:bodyPr/>
          <a:lstStyle/>
          <a:p>
            <a:fld id="{DF4E8F9F-5B1F-4F5B-BE49-3245D8C18D9F}" type="slidenum">
              <a:rPr lang="en-US" smtClean="0"/>
              <a:pPr/>
              <a:t>‹#›</a:t>
            </a:fld>
            <a:endParaRPr lang="en-US"/>
          </a:p>
        </p:txBody>
      </p:sp>
    </p:spTree>
    <p:extLst>
      <p:ext uri="{BB962C8B-B14F-4D97-AF65-F5344CB8AC3E}">
        <p14:creationId xmlns:p14="http://schemas.microsoft.com/office/powerpoint/2010/main" val="293769592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One content dark">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479426" y="1412876"/>
            <a:ext cx="11233151" cy="4392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6" name="Grafik 5">
            <a:extLst>
              <a:ext uri="{FF2B5EF4-FFF2-40B4-BE49-F238E27FC236}">
                <a16:creationId xmlns:a16="http://schemas.microsoft.com/office/drawing/2014/main" id="{655943AA-9582-D43E-426E-499CC57E5187}"/>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2"/>
            <a:ext cx="1234800" cy="372727"/>
          </a:xfrm>
          <a:prstGeom prst="rect">
            <a:avLst/>
          </a:prstGeom>
        </p:spPr>
      </p:pic>
    </p:spTree>
    <p:extLst>
      <p:ext uri="{BB962C8B-B14F-4D97-AF65-F5344CB8AC3E}">
        <p14:creationId xmlns:p14="http://schemas.microsoft.com/office/powerpoint/2010/main" val="203795692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ontent and margin">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008437" y="475421"/>
            <a:ext cx="7704576"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008437" y="1412875"/>
            <a:ext cx="7704139"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Textplatzhalter 7">
            <a:extLst>
              <a:ext uri="{FF2B5EF4-FFF2-40B4-BE49-F238E27FC236}">
                <a16:creationId xmlns:a16="http://schemas.microsoft.com/office/drawing/2014/main" id="{2A95F447-219A-69FD-4A7C-F3F31D1125FD}"/>
              </a:ext>
            </a:extLst>
          </p:cNvPr>
          <p:cNvSpPr>
            <a:spLocks noGrp="1"/>
          </p:cNvSpPr>
          <p:nvPr>
            <p:ph type="body" sz="quarter" idx="13" hasCustomPrompt="1"/>
          </p:nvPr>
        </p:nvSpPr>
        <p:spPr bwMode="gray">
          <a:xfrm>
            <a:off x="4008437" y="5805280"/>
            <a:ext cx="7704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2" name="Rechteck 1">
            <a:extLst>
              <a:ext uri="{FF2B5EF4-FFF2-40B4-BE49-F238E27FC236}">
                <a16:creationId xmlns:a16="http://schemas.microsoft.com/office/drawing/2014/main" id="{964E6C92-F738-050B-D124-0B9B2D1A3A22}"/>
              </a:ext>
              <a:ext uri="{C183D7F6-B498-43B3-948B-1728B52AA6E4}">
                <adec:decorative xmlns:adec="http://schemas.microsoft.com/office/drawing/2017/decorative" val="1"/>
              </a:ext>
            </a:extLst>
          </p:cNvPr>
          <p:cNvSpPr/>
          <p:nvPr userDrawn="1"/>
        </p:nvSpPr>
        <p:spPr bwMode="gray">
          <a:xfrm>
            <a:off x="0" y="0"/>
            <a:ext cx="3574800" cy="6858000"/>
          </a:xfrm>
          <a:prstGeom prst="rect">
            <a:avLst/>
          </a:prstGeom>
          <a:solidFill>
            <a:srgbClr val="E5E3DE"/>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13" name="Inhaltsplatzhalter 2">
            <a:extLst>
              <a:ext uri="{FF2B5EF4-FFF2-40B4-BE49-F238E27FC236}">
                <a16:creationId xmlns:a16="http://schemas.microsoft.com/office/drawing/2014/main" id="{57AF223A-9133-4CD7-A24F-37E750D20428}"/>
              </a:ext>
            </a:extLst>
          </p:cNvPr>
          <p:cNvSpPr>
            <a:spLocks noGrp="1"/>
          </p:cNvSpPr>
          <p:nvPr>
            <p:ph idx="16" hasCustomPrompt="1"/>
          </p:nvPr>
        </p:nvSpPr>
        <p:spPr bwMode="gray">
          <a:xfrm>
            <a:off x="479376" y="476671"/>
            <a:ext cx="2808000" cy="5472000"/>
          </a:xfrm>
          <a:noFill/>
        </p:spPr>
        <p:txBody>
          <a:bodyPr lIns="0" tIns="0" rIns="0"/>
          <a:lstStyle>
            <a:lvl1pPr>
              <a:defRPr sz="1200">
                <a:solidFill>
                  <a:schemeClr val="bg2"/>
                </a:solidFill>
              </a:defRPr>
            </a:lvl1pPr>
            <a:lvl2pPr>
              <a:defRPr sz="1200">
                <a:solidFill>
                  <a:schemeClr val="bg2"/>
                </a:solidFill>
              </a:defRPr>
            </a:lvl2pPr>
            <a:lvl3pPr>
              <a:defRPr sz="1200">
                <a:solidFill>
                  <a:schemeClr val="bg2"/>
                </a:solidFill>
              </a:defRPr>
            </a:lvl3pPr>
            <a:lvl4pPr>
              <a:defRPr sz="1200">
                <a:solidFill>
                  <a:schemeClr val="bg2"/>
                </a:solidFill>
              </a:defRPr>
            </a:lvl4pPr>
            <a:lvl5pPr marL="791980" indent="-215995">
              <a:defRPr sz="1200">
                <a:solidFill>
                  <a:schemeClr val="bg2"/>
                </a:solidFill>
              </a:defRPr>
            </a:lvl5pPr>
            <a:lvl6pPr marL="791980" indent="-215995">
              <a:defRPr sz="1200">
                <a:solidFill>
                  <a:schemeClr val="bg2"/>
                </a:solidFill>
              </a:defRPr>
            </a:lvl6pPr>
            <a:lvl7pPr marL="791980" indent="-215995">
              <a:defRPr sz="1200">
                <a:solidFill>
                  <a:schemeClr val="bg2"/>
                </a:solidFill>
              </a:defRPr>
            </a:lvl7pPr>
            <a:lvl8pPr marL="791980" indent="-215995">
              <a:defRPr sz="1200">
                <a:solidFill>
                  <a:schemeClr val="bg2"/>
                </a:solidFill>
              </a:defRPr>
            </a:lvl8pPr>
            <a:lvl9pPr marL="791980" indent="-215995">
              <a:defRPr sz="1200">
                <a:solidFill>
                  <a:schemeClr val="bg2"/>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Foliennummernplatzhalter 7">
            <a:extLst>
              <a:ext uri="{FF2B5EF4-FFF2-40B4-BE49-F238E27FC236}">
                <a16:creationId xmlns:a16="http://schemas.microsoft.com/office/drawing/2014/main" id="{BBC5784B-3341-229A-166C-A3CFE21498D3}"/>
              </a:ext>
            </a:extLst>
          </p:cNvPr>
          <p:cNvSpPr>
            <a:spLocks noGrp="1"/>
          </p:cNvSpPr>
          <p:nvPr>
            <p:ph type="sldNum" sz="quarter" idx="22"/>
          </p:nvPr>
        </p:nvSpPr>
        <p:spPr bwMode="gray"/>
        <p:txBody>
          <a:bodyPr/>
          <a:lstStyle/>
          <a:p>
            <a:fld id="{DF4E8F9F-5B1F-4F5B-BE49-3245D8C18D9F}" type="slidenum">
              <a:rPr lang="en-US" smtClean="0"/>
              <a:pPr/>
              <a:t>‹#›</a:t>
            </a:fld>
            <a:endParaRPr lang="en-US"/>
          </a:p>
        </p:txBody>
      </p:sp>
      <p:pic>
        <p:nvPicPr>
          <p:cNvPr id="9" name="Grafik 8">
            <a:extLst>
              <a:ext uri="{FF2B5EF4-FFF2-40B4-BE49-F238E27FC236}">
                <a16:creationId xmlns:a16="http://schemas.microsoft.com/office/drawing/2014/main" id="{93239E29-02AE-A81D-3D5A-88835FF77C42}"/>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2"/>
            <a:ext cx="1234800" cy="372727"/>
          </a:xfrm>
          <a:prstGeom prst="rect">
            <a:avLst/>
          </a:prstGeom>
        </p:spPr>
      </p:pic>
    </p:spTree>
    <p:extLst>
      <p:ext uri="{BB962C8B-B14F-4D97-AF65-F5344CB8AC3E}">
        <p14:creationId xmlns:p14="http://schemas.microsoft.com/office/powerpoint/2010/main" val="101269922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ontent and margin (2)">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5421"/>
            <a:ext cx="7380288"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425" y="1412875"/>
            <a:ext cx="7380288"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2" name="Textplatzhalter 7">
            <a:extLst>
              <a:ext uri="{FF2B5EF4-FFF2-40B4-BE49-F238E27FC236}">
                <a16:creationId xmlns:a16="http://schemas.microsoft.com/office/drawing/2014/main" id="{08582CA4-7CD5-7812-627E-FD2D9C55D890}"/>
              </a:ext>
            </a:extLst>
          </p:cNvPr>
          <p:cNvSpPr>
            <a:spLocks noGrp="1"/>
          </p:cNvSpPr>
          <p:nvPr>
            <p:ph type="body" sz="quarter" idx="13" hasCustomPrompt="1"/>
          </p:nvPr>
        </p:nvSpPr>
        <p:spPr bwMode="gray">
          <a:xfrm>
            <a:off x="480000" y="5805280"/>
            <a:ext cx="7380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4" name="Rechteck 3">
            <a:extLst>
              <a:ext uri="{FF2B5EF4-FFF2-40B4-BE49-F238E27FC236}">
                <a16:creationId xmlns:a16="http://schemas.microsoft.com/office/drawing/2014/main" id="{24688781-42AD-2AB8-7E4B-B07DF616297A}"/>
              </a:ext>
              <a:ext uri="{C183D7F6-B498-43B3-948B-1728B52AA6E4}">
                <adec:decorative xmlns:adec="http://schemas.microsoft.com/office/drawing/2017/decorative" val="1"/>
              </a:ext>
            </a:extLst>
          </p:cNvPr>
          <p:cNvSpPr/>
          <p:nvPr userDrawn="1"/>
        </p:nvSpPr>
        <p:spPr bwMode="gray">
          <a:xfrm>
            <a:off x="8617200" y="0"/>
            <a:ext cx="3574800" cy="6858000"/>
          </a:xfrm>
          <a:prstGeom prst="rect">
            <a:avLst/>
          </a:prstGeom>
          <a:solidFill>
            <a:srgbClr val="E5E3DE"/>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5" name="Inhaltsplatzhalter 2">
            <a:extLst>
              <a:ext uri="{FF2B5EF4-FFF2-40B4-BE49-F238E27FC236}">
                <a16:creationId xmlns:a16="http://schemas.microsoft.com/office/drawing/2014/main" id="{86302274-F93B-1846-038E-F2D91EC79A58}"/>
              </a:ext>
            </a:extLst>
          </p:cNvPr>
          <p:cNvSpPr>
            <a:spLocks noGrp="1"/>
          </p:cNvSpPr>
          <p:nvPr>
            <p:ph idx="16" hasCustomPrompt="1"/>
          </p:nvPr>
        </p:nvSpPr>
        <p:spPr bwMode="gray">
          <a:xfrm>
            <a:off x="8904624" y="476671"/>
            <a:ext cx="2808000" cy="5472000"/>
          </a:xfrm>
          <a:noFill/>
        </p:spPr>
        <p:txBody>
          <a:bodyPr lIns="0" tIns="0" rIns="0"/>
          <a:lstStyle>
            <a:lvl1pPr>
              <a:defRPr sz="1200">
                <a:solidFill>
                  <a:schemeClr val="bg2"/>
                </a:solidFill>
              </a:defRPr>
            </a:lvl1pPr>
            <a:lvl2pPr>
              <a:defRPr sz="1200">
                <a:solidFill>
                  <a:schemeClr val="bg2"/>
                </a:solidFill>
              </a:defRPr>
            </a:lvl2pPr>
            <a:lvl3pPr>
              <a:defRPr sz="1200">
                <a:solidFill>
                  <a:schemeClr val="bg2"/>
                </a:solidFill>
              </a:defRPr>
            </a:lvl3pPr>
            <a:lvl4pPr>
              <a:defRPr sz="1200">
                <a:solidFill>
                  <a:schemeClr val="bg2"/>
                </a:solidFill>
              </a:defRPr>
            </a:lvl4pPr>
            <a:lvl5pPr marL="791980" indent="-215995">
              <a:defRPr sz="1200">
                <a:solidFill>
                  <a:schemeClr val="bg2"/>
                </a:solidFill>
              </a:defRPr>
            </a:lvl5pPr>
            <a:lvl6pPr marL="791980" indent="-215995">
              <a:defRPr sz="1200">
                <a:solidFill>
                  <a:schemeClr val="bg2"/>
                </a:solidFill>
              </a:defRPr>
            </a:lvl6pPr>
            <a:lvl7pPr marL="791980" indent="-215995">
              <a:defRPr sz="1200">
                <a:solidFill>
                  <a:schemeClr val="bg2"/>
                </a:solidFill>
              </a:defRPr>
            </a:lvl7pPr>
            <a:lvl8pPr marL="791980" indent="-215995">
              <a:defRPr sz="1200">
                <a:solidFill>
                  <a:schemeClr val="bg2"/>
                </a:solidFill>
              </a:defRPr>
            </a:lvl8pPr>
            <a:lvl9pPr marL="791980" indent="-215995">
              <a:defRPr sz="1200">
                <a:solidFill>
                  <a:schemeClr val="bg2"/>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10" name="Foliennummernplatzhalter 9">
            <a:extLst>
              <a:ext uri="{FF2B5EF4-FFF2-40B4-BE49-F238E27FC236}">
                <a16:creationId xmlns:a16="http://schemas.microsoft.com/office/drawing/2014/main" id="{72FCF5F4-CA3B-1BFB-C58A-7D430F5E452D}"/>
              </a:ext>
            </a:extLst>
          </p:cNvPr>
          <p:cNvSpPr>
            <a:spLocks noGrp="1"/>
          </p:cNvSpPr>
          <p:nvPr>
            <p:ph type="sldNum" sz="quarter" idx="18"/>
          </p:nvPr>
        </p:nvSpPr>
        <p:spPr bwMode="gray">
          <a:xfrm>
            <a:off x="11424592" y="6246836"/>
            <a:ext cx="288000" cy="288000"/>
          </a:xfrm>
        </p:spPr>
        <p:txBody>
          <a:bodyPr/>
          <a:lstStyle/>
          <a:p>
            <a:fld id="{8FF9B0DE-3FEB-4AA0-B465-B80EF7C1333D}" type="slidenum">
              <a:rPr lang="en-US" smtClean="0"/>
              <a:pPr/>
              <a:t>‹#›</a:t>
            </a:fld>
            <a:endParaRPr lang="en-US"/>
          </a:p>
        </p:txBody>
      </p:sp>
      <p:sp>
        <p:nvSpPr>
          <p:cNvPr id="6" name="Arrow: Pentagon 5">
            <a:extLst>
              <a:ext uri="{FF2B5EF4-FFF2-40B4-BE49-F238E27FC236}">
                <a16:creationId xmlns:a16="http://schemas.microsoft.com/office/drawing/2014/main" id="{D538B7FC-6B3A-8F3A-BBDC-1EEFED308F78}"/>
              </a:ext>
            </a:extLst>
          </p:cNvPr>
          <p:cNvSpPr/>
          <p:nvPr userDrawn="1"/>
        </p:nvSpPr>
        <p:spPr bwMode="gray">
          <a:xfrm flipH="1">
            <a:off x="12216880" y="6165344"/>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title first line, classification second line</a:t>
            </a:r>
            <a:endParaRPr lang="en-US" sz="800" b="1">
              <a:solidFill>
                <a:srgbClr val="076D7E"/>
              </a:solidFill>
              <a:latin typeface="+mj-lt"/>
            </a:endParaRPr>
          </a:p>
        </p:txBody>
      </p:sp>
    </p:spTree>
    <p:extLst>
      <p:ext uri="{BB962C8B-B14F-4D97-AF65-F5344CB8AC3E}">
        <p14:creationId xmlns:p14="http://schemas.microsoft.com/office/powerpoint/2010/main" val="1019815899"/>
      </p:ext>
    </p:extLst>
  </p:cSld>
  <p:clrMapOvr>
    <a:masterClrMapping/>
  </p:clrMapOvr>
  <p:extLst>
    <p:ext uri="{DCECCB84-F9BA-43D5-87BE-67443E8EF086}">
      <p15:sldGuideLst xmlns:p15="http://schemas.microsoft.com/office/powerpoint/2012/main">
        <p15:guide id="1" pos="5133">
          <p15:clr>
            <a:srgbClr val="FBAE40"/>
          </p15:clr>
        </p15:guide>
        <p15:guide id="2" pos="4951">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ontent and margin dark">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008437" y="475421"/>
            <a:ext cx="7704576"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008437" y="1412875"/>
            <a:ext cx="7704139"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Textplatzhalter 7">
            <a:extLst>
              <a:ext uri="{FF2B5EF4-FFF2-40B4-BE49-F238E27FC236}">
                <a16:creationId xmlns:a16="http://schemas.microsoft.com/office/drawing/2014/main" id="{2A95F447-219A-69FD-4A7C-F3F31D1125FD}"/>
              </a:ext>
            </a:extLst>
          </p:cNvPr>
          <p:cNvSpPr>
            <a:spLocks noGrp="1"/>
          </p:cNvSpPr>
          <p:nvPr>
            <p:ph type="body" sz="quarter" idx="13" hasCustomPrompt="1"/>
          </p:nvPr>
        </p:nvSpPr>
        <p:spPr bwMode="gray">
          <a:xfrm>
            <a:off x="4008437" y="5805280"/>
            <a:ext cx="7704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2" name="Rechteck 1">
            <a:extLst>
              <a:ext uri="{FF2B5EF4-FFF2-40B4-BE49-F238E27FC236}">
                <a16:creationId xmlns:a16="http://schemas.microsoft.com/office/drawing/2014/main" id="{964E6C92-F738-050B-D124-0B9B2D1A3A22}"/>
              </a:ext>
              <a:ext uri="{C183D7F6-B498-43B3-948B-1728B52AA6E4}">
                <adec:decorative xmlns:adec="http://schemas.microsoft.com/office/drawing/2017/decorative" val="1"/>
              </a:ext>
            </a:extLst>
          </p:cNvPr>
          <p:cNvSpPr/>
          <p:nvPr userDrawn="1"/>
        </p:nvSpPr>
        <p:spPr bwMode="ltGray">
          <a:xfrm>
            <a:off x="0" y="0"/>
            <a:ext cx="3574800" cy="6858000"/>
          </a:xfrm>
          <a:prstGeom prst="rect">
            <a:avLst/>
          </a:prstGeom>
          <a:solidFill>
            <a:schemeClr val="bg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13" name="Inhaltsplatzhalter 2">
            <a:extLst>
              <a:ext uri="{FF2B5EF4-FFF2-40B4-BE49-F238E27FC236}">
                <a16:creationId xmlns:a16="http://schemas.microsoft.com/office/drawing/2014/main" id="{57AF223A-9133-4CD7-A24F-37E750D20428}"/>
              </a:ext>
            </a:extLst>
          </p:cNvPr>
          <p:cNvSpPr>
            <a:spLocks noGrp="1"/>
          </p:cNvSpPr>
          <p:nvPr>
            <p:ph idx="16" hasCustomPrompt="1"/>
          </p:nvPr>
        </p:nvSpPr>
        <p:spPr bwMode="white">
          <a:xfrm>
            <a:off x="479376" y="476671"/>
            <a:ext cx="2808000" cy="5472000"/>
          </a:xfrm>
          <a:noFill/>
        </p:spPr>
        <p:txBody>
          <a:bodyPr lIns="0" tIns="0" rIns="0"/>
          <a:lstStyle>
            <a:lvl1pPr>
              <a:defRPr sz="1200">
                <a:solidFill>
                  <a:schemeClr val="tx2"/>
                </a:solidFill>
              </a:defRPr>
            </a:lvl1pPr>
            <a:lvl2pPr>
              <a:defRPr sz="1200">
                <a:solidFill>
                  <a:schemeClr val="tx2"/>
                </a:solidFill>
              </a:defRPr>
            </a:lvl2pPr>
            <a:lvl3pPr>
              <a:defRPr sz="1200">
                <a:solidFill>
                  <a:schemeClr val="tx2"/>
                </a:solidFill>
              </a:defRPr>
            </a:lvl3pPr>
            <a:lvl4pPr>
              <a:defRPr sz="1200">
                <a:solidFill>
                  <a:schemeClr val="tx2"/>
                </a:solidFill>
              </a:defRPr>
            </a:lvl4pPr>
            <a:lvl5pPr marL="791980" indent="-215995">
              <a:defRPr sz="1200">
                <a:solidFill>
                  <a:schemeClr val="tx2"/>
                </a:solidFill>
              </a:defRPr>
            </a:lvl5pPr>
            <a:lvl6pPr marL="791980" indent="-215995">
              <a:defRPr sz="1200">
                <a:solidFill>
                  <a:schemeClr val="tx2"/>
                </a:solidFill>
              </a:defRPr>
            </a:lvl6pPr>
            <a:lvl7pPr marL="791980" indent="-215995">
              <a:defRPr sz="1200">
                <a:solidFill>
                  <a:schemeClr val="tx2"/>
                </a:solidFill>
              </a:defRPr>
            </a:lvl7pPr>
            <a:lvl8pPr marL="791980" indent="-215995">
              <a:defRPr sz="1200">
                <a:solidFill>
                  <a:schemeClr val="tx2"/>
                </a:solidFill>
              </a:defRPr>
            </a:lvl8pPr>
            <a:lvl9pPr marL="791980" indent="-215995">
              <a:defRPr sz="1200">
                <a:solidFill>
                  <a:schemeClr val="tx2"/>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9" name="Foliennummernplatzhalter 8">
            <a:extLst>
              <a:ext uri="{FF2B5EF4-FFF2-40B4-BE49-F238E27FC236}">
                <a16:creationId xmlns:a16="http://schemas.microsoft.com/office/drawing/2014/main" id="{3E2B5224-32EA-94A3-115E-0FDE596416E4}"/>
              </a:ext>
            </a:extLst>
          </p:cNvPr>
          <p:cNvSpPr>
            <a:spLocks noGrp="1"/>
          </p:cNvSpPr>
          <p:nvPr>
            <p:ph type="sldNum" sz="quarter" idx="22"/>
          </p:nvPr>
        </p:nvSpPr>
        <p:spPr bwMode="gray"/>
        <p:txBody>
          <a:bodyPr/>
          <a:lstStyle/>
          <a:p>
            <a:fld id="{DF4E8F9F-5B1F-4F5B-BE49-3245D8C18D9F}" type="slidenum">
              <a:rPr lang="en-US" smtClean="0"/>
              <a:pPr/>
              <a:t>‹#›</a:t>
            </a:fld>
            <a:endParaRPr lang="en-US"/>
          </a:p>
        </p:txBody>
      </p:sp>
      <p:pic>
        <p:nvPicPr>
          <p:cNvPr id="11" name="Grafik 10">
            <a:extLst>
              <a:ext uri="{FF2B5EF4-FFF2-40B4-BE49-F238E27FC236}">
                <a16:creationId xmlns:a16="http://schemas.microsoft.com/office/drawing/2014/main" id="{0815D78F-DFF9-F83D-6050-F8F2DCF549A4}"/>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2"/>
            <a:ext cx="1234800" cy="372727"/>
          </a:xfrm>
          <a:prstGeom prst="rect">
            <a:avLst/>
          </a:prstGeom>
        </p:spPr>
      </p:pic>
    </p:spTree>
    <p:extLst>
      <p:ext uri="{BB962C8B-B14F-4D97-AF65-F5344CB8AC3E}">
        <p14:creationId xmlns:p14="http://schemas.microsoft.com/office/powerpoint/2010/main" val="320305643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ontent and margin dark (2)">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5421"/>
            <a:ext cx="7380288"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425" y="1412875"/>
            <a:ext cx="7380288"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2" name="Textplatzhalter 7">
            <a:extLst>
              <a:ext uri="{FF2B5EF4-FFF2-40B4-BE49-F238E27FC236}">
                <a16:creationId xmlns:a16="http://schemas.microsoft.com/office/drawing/2014/main" id="{08582CA4-7CD5-7812-627E-FD2D9C55D890}"/>
              </a:ext>
            </a:extLst>
          </p:cNvPr>
          <p:cNvSpPr>
            <a:spLocks noGrp="1"/>
          </p:cNvSpPr>
          <p:nvPr>
            <p:ph type="body" sz="quarter" idx="13" hasCustomPrompt="1"/>
          </p:nvPr>
        </p:nvSpPr>
        <p:spPr bwMode="gray">
          <a:xfrm>
            <a:off x="480000" y="5805280"/>
            <a:ext cx="7380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4" name="Rechteck 3">
            <a:extLst>
              <a:ext uri="{FF2B5EF4-FFF2-40B4-BE49-F238E27FC236}">
                <a16:creationId xmlns:a16="http://schemas.microsoft.com/office/drawing/2014/main" id="{24688781-42AD-2AB8-7E4B-B07DF616297A}"/>
              </a:ext>
              <a:ext uri="{C183D7F6-B498-43B3-948B-1728B52AA6E4}">
                <adec:decorative xmlns:adec="http://schemas.microsoft.com/office/drawing/2017/decorative" val="1"/>
              </a:ext>
            </a:extLst>
          </p:cNvPr>
          <p:cNvSpPr/>
          <p:nvPr userDrawn="1"/>
        </p:nvSpPr>
        <p:spPr bwMode="ltGray">
          <a:xfrm>
            <a:off x="8617200" y="0"/>
            <a:ext cx="3574800" cy="6858000"/>
          </a:xfrm>
          <a:prstGeom prst="rect">
            <a:avLst/>
          </a:prstGeom>
          <a:solidFill>
            <a:schemeClr val="bg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5" name="Inhaltsplatzhalter 2">
            <a:extLst>
              <a:ext uri="{FF2B5EF4-FFF2-40B4-BE49-F238E27FC236}">
                <a16:creationId xmlns:a16="http://schemas.microsoft.com/office/drawing/2014/main" id="{86302274-F93B-1846-038E-F2D91EC79A58}"/>
              </a:ext>
            </a:extLst>
          </p:cNvPr>
          <p:cNvSpPr>
            <a:spLocks noGrp="1"/>
          </p:cNvSpPr>
          <p:nvPr>
            <p:ph idx="16" hasCustomPrompt="1"/>
          </p:nvPr>
        </p:nvSpPr>
        <p:spPr bwMode="white">
          <a:xfrm>
            <a:off x="8904624" y="476671"/>
            <a:ext cx="2808000" cy="5472000"/>
          </a:xfrm>
          <a:noFill/>
        </p:spPr>
        <p:txBody>
          <a:bodyPr lIns="0" tIns="0" rIns="0"/>
          <a:lstStyle>
            <a:lvl1pPr>
              <a:defRPr sz="1200">
                <a:solidFill>
                  <a:schemeClr val="tx2"/>
                </a:solidFill>
              </a:defRPr>
            </a:lvl1pPr>
            <a:lvl2pPr>
              <a:defRPr sz="1200">
                <a:solidFill>
                  <a:schemeClr val="tx2"/>
                </a:solidFill>
              </a:defRPr>
            </a:lvl2pPr>
            <a:lvl3pPr>
              <a:defRPr sz="1200">
                <a:solidFill>
                  <a:schemeClr val="tx2"/>
                </a:solidFill>
              </a:defRPr>
            </a:lvl3pPr>
            <a:lvl4pPr>
              <a:defRPr sz="1200">
                <a:solidFill>
                  <a:schemeClr val="tx2"/>
                </a:solidFill>
              </a:defRPr>
            </a:lvl4pPr>
            <a:lvl5pPr marL="791980" indent="-215995">
              <a:defRPr sz="1200">
                <a:solidFill>
                  <a:schemeClr val="tx2"/>
                </a:solidFill>
              </a:defRPr>
            </a:lvl5pPr>
            <a:lvl6pPr marL="791980" indent="-215995">
              <a:defRPr sz="1200">
                <a:solidFill>
                  <a:schemeClr val="tx2"/>
                </a:solidFill>
              </a:defRPr>
            </a:lvl6pPr>
            <a:lvl7pPr marL="791980" indent="-215995">
              <a:defRPr sz="1200">
                <a:solidFill>
                  <a:schemeClr val="tx2"/>
                </a:solidFill>
              </a:defRPr>
            </a:lvl7pPr>
            <a:lvl8pPr marL="791980" indent="-215995">
              <a:defRPr sz="1200">
                <a:solidFill>
                  <a:schemeClr val="tx2"/>
                </a:solidFill>
              </a:defRPr>
            </a:lvl8pPr>
            <a:lvl9pPr marL="791980" indent="-215995">
              <a:defRPr sz="1200">
                <a:solidFill>
                  <a:schemeClr val="tx2"/>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10" name="Foliennummernplatzhalter 9">
            <a:extLst>
              <a:ext uri="{FF2B5EF4-FFF2-40B4-BE49-F238E27FC236}">
                <a16:creationId xmlns:a16="http://schemas.microsoft.com/office/drawing/2014/main" id="{72FCF5F4-CA3B-1BFB-C58A-7D430F5E452D}"/>
              </a:ext>
            </a:extLst>
          </p:cNvPr>
          <p:cNvSpPr>
            <a:spLocks noGrp="1"/>
          </p:cNvSpPr>
          <p:nvPr>
            <p:ph type="sldNum" sz="quarter" idx="18"/>
          </p:nvPr>
        </p:nvSpPr>
        <p:spPr bwMode="gray">
          <a:xfrm>
            <a:off x="11424592" y="6246836"/>
            <a:ext cx="288000" cy="288000"/>
          </a:xfrm>
        </p:spPr>
        <p:txBody>
          <a:bodyPr/>
          <a:lstStyle>
            <a:lvl1pPr>
              <a:defRPr>
                <a:solidFill>
                  <a:schemeClr val="bg1"/>
                </a:solidFill>
              </a:defRPr>
            </a:lvl1pPr>
          </a:lstStyle>
          <a:p>
            <a:fld id="{8FF9B0DE-3FEB-4AA0-B465-B80EF7C1333D}" type="slidenum">
              <a:rPr lang="en-US" smtClean="0"/>
              <a:pPr/>
              <a:t>‹#›</a:t>
            </a:fld>
            <a:endParaRPr lang="en-US"/>
          </a:p>
        </p:txBody>
      </p:sp>
      <p:sp>
        <p:nvSpPr>
          <p:cNvPr id="6" name="Fußzeilenplatzhalter 5">
            <a:extLst>
              <a:ext uri="{FF2B5EF4-FFF2-40B4-BE49-F238E27FC236}">
                <a16:creationId xmlns:a16="http://schemas.microsoft.com/office/drawing/2014/main" id="{3C34E6B4-9185-474A-FF6F-DCBB3809D0C0}"/>
              </a:ext>
            </a:extLst>
          </p:cNvPr>
          <p:cNvSpPr>
            <a:spLocks noGrp="1"/>
          </p:cNvSpPr>
          <p:nvPr>
            <p:ph type="ftr" sz="quarter" idx="19"/>
          </p:nvPr>
        </p:nvSpPr>
        <p:spPr bwMode="gray">
          <a:xfrm>
            <a:off x="8904624" y="6246836"/>
            <a:ext cx="2447960" cy="288000"/>
          </a:xfrm>
          <a:prstGeom prst="rect">
            <a:avLst/>
          </a:prstGeom>
        </p:spPr>
        <p:txBody>
          <a:bodyPr/>
          <a:lstStyle>
            <a:lvl1pPr>
              <a:defRPr>
                <a:solidFill>
                  <a:schemeClr val="bg1"/>
                </a:solidFill>
              </a:defRPr>
            </a:lvl1pPr>
          </a:lstStyle>
          <a:p>
            <a:r>
              <a:rPr lang="en-US"/>
              <a:t>Presentation title    |    </a:t>
            </a:r>
          </a:p>
          <a:p>
            <a:r>
              <a:rPr lang="en-US"/>
              <a:t>ONLY FOR INTERNAL USE</a:t>
            </a:r>
          </a:p>
        </p:txBody>
      </p:sp>
      <p:sp>
        <p:nvSpPr>
          <p:cNvPr id="7" name="Arrow: Pentagon 6">
            <a:extLst>
              <a:ext uri="{FF2B5EF4-FFF2-40B4-BE49-F238E27FC236}">
                <a16:creationId xmlns:a16="http://schemas.microsoft.com/office/drawing/2014/main" id="{1C2F19D9-5B8F-D889-26A0-5956F75299B0}"/>
              </a:ext>
            </a:extLst>
          </p:cNvPr>
          <p:cNvSpPr/>
          <p:nvPr userDrawn="1"/>
        </p:nvSpPr>
        <p:spPr bwMode="gray">
          <a:xfrm flipH="1">
            <a:off x="12216880" y="6165344"/>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title first line, classification second line</a:t>
            </a:r>
            <a:endParaRPr lang="en-US" sz="800" b="1">
              <a:solidFill>
                <a:srgbClr val="076D7E"/>
              </a:solidFill>
              <a:latin typeface="+mj-lt"/>
            </a:endParaRPr>
          </a:p>
        </p:txBody>
      </p:sp>
    </p:spTree>
    <p:extLst>
      <p:ext uri="{BB962C8B-B14F-4D97-AF65-F5344CB8AC3E}">
        <p14:creationId xmlns:p14="http://schemas.microsoft.com/office/powerpoint/2010/main" val="4124428559"/>
      </p:ext>
    </p:extLst>
  </p:cSld>
  <p:clrMapOvr>
    <a:masterClrMapping/>
  </p:clrMapOvr>
  <p:extLst>
    <p:ext uri="{DCECCB84-F9BA-43D5-87BE-67443E8EF086}">
      <p15:sldGuideLst xmlns:p15="http://schemas.microsoft.com/office/powerpoint/2012/main">
        <p15:guide id="2" pos="4951">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wo contents">
    <p:spTree>
      <p:nvGrpSpPr>
        <p:cNvPr id="1" name=""/>
        <p:cNvGrpSpPr/>
        <p:nvPr/>
      </p:nvGrpSpPr>
      <p:grpSpPr>
        <a:xfrm>
          <a:off x="0" y="0"/>
          <a:ext cx="0" cy="0"/>
          <a:chOff x="0" y="0"/>
          <a:chExt cx="0" cy="0"/>
        </a:xfrm>
      </p:grpSpPr>
      <p:sp>
        <p:nvSpPr>
          <p:cNvPr id="5" name="Titel 4">
            <a:extLst>
              <a:ext uri="{FF2B5EF4-FFF2-40B4-BE49-F238E27FC236}">
                <a16:creationId xmlns:a16="http://schemas.microsoft.com/office/drawing/2014/main" id="{B969D033-1776-30E3-34FB-6D433A2B3D1E}"/>
              </a:ext>
            </a:extLst>
          </p:cNvPr>
          <p:cNvSpPr>
            <a:spLocks noGrp="1"/>
          </p:cNvSpPr>
          <p:nvPr>
            <p:ph type="title" hasCustomPrompt="1"/>
          </p:nvPr>
        </p:nvSpPr>
        <p:spPr bwMode="gray"/>
        <p:txBody>
          <a:bodyPr/>
          <a:lstStyle/>
          <a:p>
            <a:r>
              <a:rPr lang="en-US"/>
              <a:t>Mastertitelformat bearbeiten</a:t>
            </a:r>
          </a:p>
        </p:txBody>
      </p:sp>
      <p:sp>
        <p:nvSpPr>
          <p:cNvPr id="3" name="Inhaltsplatzhalter 2"/>
          <p:cNvSpPr>
            <a:spLocks noGrp="1"/>
          </p:cNvSpPr>
          <p:nvPr>
            <p:ph idx="1" hasCustomPrompt="1"/>
          </p:nvPr>
        </p:nvSpPr>
        <p:spPr bwMode="gray">
          <a:xfrm>
            <a:off x="479425" y="1412876"/>
            <a:ext cx="5472115"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2" name="Inhaltsplatzhalter 2">
            <a:extLst>
              <a:ext uri="{FF2B5EF4-FFF2-40B4-BE49-F238E27FC236}">
                <a16:creationId xmlns:a16="http://schemas.microsoft.com/office/drawing/2014/main" id="{BADB063E-26C4-805D-BAFD-D98A9ADF74B2}"/>
              </a:ext>
            </a:extLst>
          </p:cNvPr>
          <p:cNvSpPr>
            <a:spLocks noGrp="1"/>
          </p:cNvSpPr>
          <p:nvPr>
            <p:ph idx="16" hasCustomPrompt="1"/>
          </p:nvPr>
        </p:nvSpPr>
        <p:spPr bwMode="gray">
          <a:xfrm>
            <a:off x="6240461" y="1412876"/>
            <a:ext cx="5472115"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p>
            <a:fld id="{8FF9B0DE-3FEB-4AA0-B465-B80EF7C1333D}" type="slidenum">
              <a:rPr lang="en-US" smtClean="0"/>
              <a:pPr/>
              <a:t>‹#›</a:t>
            </a:fld>
            <a:endParaRPr lang="en-US"/>
          </a:p>
        </p:txBody>
      </p:sp>
    </p:spTree>
    <p:extLst>
      <p:ext uri="{BB962C8B-B14F-4D97-AF65-F5344CB8AC3E}">
        <p14:creationId xmlns:p14="http://schemas.microsoft.com/office/powerpoint/2010/main" val="3574305712"/>
      </p:ext>
    </p:extLst>
  </p:cSld>
  <p:clrMapOvr>
    <a:masterClrMapping/>
  </p:clrMapOvr>
  <p:extLst>
    <p:ext uri="{DCECCB84-F9BA-43D5-87BE-67443E8EF086}">
      <p15:sldGuideLst xmlns:p15="http://schemas.microsoft.com/office/powerpoint/2012/main">
        <p15:guide id="1" pos="3749">
          <p15:clr>
            <a:srgbClr val="FBAE40"/>
          </p15:clr>
        </p15:guide>
        <p15:guide id="2" pos="3931">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hree contents">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833" y="1413223"/>
            <a:ext cx="3563939"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2" name="Inhaltsplatzhalter 2">
            <a:extLst>
              <a:ext uri="{FF2B5EF4-FFF2-40B4-BE49-F238E27FC236}">
                <a16:creationId xmlns:a16="http://schemas.microsoft.com/office/drawing/2014/main" id="{BADB063E-26C4-805D-BAFD-D98A9ADF74B2}"/>
              </a:ext>
            </a:extLst>
          </p:cNvPr>
          <p:cNvSpPr>
            <a:spLocks noGrp="1"/>
          </p:cNvSpPr>
          <p:nvPr>
            <p:ph idx="16" hasCustomPrompt="1"/>
          </p:nvPr>
        </p:nvSpPr>
        <p:spPr bwMode="gray">
          <a:xfrm>
            <a:off x="4332289" y="1412876"/>
            <a:ext cx="3527425"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4" name="Inhaltsplatzhalter 2">
            <a:extLst>
              <a:ext uri="{FF2B5EF4-FFF2-40B4-BE49-F238E27FC236}">
                <a16:creationId xmlns:a16="http://schemas.microsoft.com/office/drawing/2014/main" id="{D1B68FCE-197A-6E5E-0E54-04837565753A}"/>
              </a:ext>
            </a:extLst>
          </p:cNvPr>
          <p:cNvSpPr>
            <a:spLocks noGrp="1"/>
          </p:cNvSpPr>
          <p:nvPr>
            <p:ph idx="17" hasCustomPrompt="1"/>
          </p:nvPr>
        </p:nvSpPr>
        <p:spPr bwMode="gray">
          <a:xfrm>
            <a:off x="8148640" y="1412876"/>
            <a:ext cx="3563937"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p>
            <a:fld id="{8FF9B0DE-3FEB-4AA0-B465-B80EF7C1333D}" type="slidenum">
              <a:rPr lang="en-US" smtClean="0"/>
              <a:pPr/>
              <a:t>‹#›</a:t>
            </a:fld>
            <a:endParaRPr lang="en-US"/>
          </a:p>
        </p:txBody>
      </p:sp>
      <p:sp>
        <p:nvSpPr>
          <p:cNvPr id="8" name="Textplatzhalter 7"/>
          <p:cNvSpPr>
            <a:spLocks noGrp="1"/>
          </p:cNvSpPr>
          <p:nvPr>
            <p:ph type="body" sz="quarter" idx="13" hasCustomPrompt="1"/>
          </p:nvPr>
        </p:nvSpPr>
        <p:spPr bwMode="gray">
          <a:xfrm>
            <a:off x="480000"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Tree>
    <p:extLst>
      <p:ext uri="{BB962C8B-B14F-4D97-AF65-F5344CB8AC3E}">
        <p14:creationId xmlns:p14="http://schemas.microsoft.com/office/powerpoint/2010/main" val="1142982232"/>
      </p:ext>
    </p:extLst>
  </p:cSld>
  <p:clrMapOvr>
    <a:masterClrMapping/>
  </p:clrMapOvr>
  <p:extLst>
    <p:ext uri="{DCECCB84-F9BA-43D5-87BE-67443E8EF086}">
      <p15:sldGuideLst xmlns:p15="http://schemas.microsoft.com/office/powerpoint/2012/main">
        <p15:guide id="1" pos="2547">
          <p15:clr>
            <a:srgbClr val="FBAE40"/>
          </p15:clr>
        </p15:guide>
        <p15:guide id="2" pos="4951">
          <p15:clr>
            <a:srgbClr val="FBAE40"/>
          </p15:clr>
        </p15:guide>
        <p15:guide id="3" pos="2729">
          <p15:clr>
            <a:srgbClr val="FBAE40"/>
          </p15:clr>
        </p15:guide>
        <p15:guide id="4" pos="5133">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ontent and image">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425" y="1412876"/>
            <a:ext cx="3563939"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8" name="Textplatzhalter 7"/>
          <p:cNvSpPr>
            <a:spLocks noGrp="1"/>
          </p:cNvSpPr>
          <p:nvPr>
            <p:ph type="body" sz="quarter" idx="13" hasCustomPrompt="1"/>
          </p:nvPr>
        </p:nvSpPr>
        <p:spPr bwMode="gray">
          <a:xfrm>
            <a:off x="480000" y="5805280"/>
            <a:ext cx="3564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6" name="Bildplatzhalter 10">
            <a:extLst>
              <a:ext uri="{FF2B5EF4-FFF2-40B4-BE49-F238E27FC236}">
                <a16:creationId xmlns:a16="http://schemas.microsoft.com/office/drawing/2014/main" id="{FB127ACA-7301-1D15-F27B-789EB417CEE5}"/>
              </a:ext>
            </a:extLst>
          </p:cNvPr>
          <p:cNvSpPr>
            <a:spLocks noGrp="1"/>
          </p:cNvSpPr>
          <p:nvPr>
            <p:ph type="pic" sz="quarter" idx="10" hasCustomPrompt="1"/>
          </p:nvPr>
        </p:nvSpPr>
        <p:spPr bwMode="gray">
          <a:xfrm>
            <a:off x="4332290" y="1412875"/>
            <a:ext cx="7380287" cy="4537076"/>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p>
            <a:fld id="{8FF9B0DE-3FEB-4AA0-B465-B80EF7C1333D}" type="slidenum">
              <a:rPr lang="en-US" smtClean="0"/>
              <a:pPr/>
              <a:t>‹#›</a:t>
            </a:fld>
            <a:endParaRPr lang="en-US"/>
          </a:p>
        </p:txBody>
      </p:sp>
      <p:grpSp>
        <p:nvGrpSpPr>
          <p:cNvPr id="16" name="Group 15">
            <a:extLst>
              <a:ext uri="{FF2B5EF4-FFF2-40B4-BE49-F238E27FC236}">
                <a16:creationId xmlns:a16="http://schemas.microsoft.com/office/drawing/2014/main" id="{5C004B49-0A09-FF20-3C02-5645DB8F5181}"/>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7" name="TextBox 16">
              <a:extLst>
                <a:ext uri="{FF2B5EF4-FFF2-40B4-BE49-F238E27FC236}">
                  <a16:creationId xmlns:a16="http://schemas.microsoft.com/office/drawing/2014/main" id="{5C261A63-FB73-23E5-90D9-E0CE8078F2FE}"/>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8" name="Picture 17">
              <a:extLst>
                <a:ext uri="{FF2B5EF4-FFF2-40B4-BE49-F238E27FC236}">
                  <a16:creationId xmlns:a16="http://schemas.microsoft.com/office/drawing/2014/main" id="{913620F6-50B6-B7FA-90C6-56A1C2D600DA}"/>
                </a:ext>
              </a:extLst>
            </p:cNvPr>
            <p:cNvPicPr>
              <a:picLocks noChangeAspect="1"/>
            </p:cNvPicPr>
            <p:nvPr userDrawn="1"/>
          </p:nvPicPr>
          <p:blipFill rotWithShape="1">
            <a:blip r:embed="rId2"/>
            <a:srcRect l="8843" r="2395" b="2546"/>
            <a:stretch/>
          </p:blipFill>
          <p:spPr bwMode="gray">
            <a:xfrm>
              <a:off x="-1589806" y="4475212"/>
              <a:ext cx="745332" cy="1122804"/>
            </a:xfrm>
            <a:prstGeom prst="roundRect">
              <a:avLst>
                <a:gd name="adj" fmla="val 3514"/>
              </a:avLst>
            </a:prstGeom>
          </p:spPr>
        </p:pic>
        <p:sp>
          <p:nvSpPr>
            <p:cNvPr id="19" name="TextBox 18">
              <a:extLst>
                <a:ext uri="{FF2B5EF4-FFF2-40B4-BE49-F238E27FC236}">
                  <a16:creationId xmlns:a16="http://schemas.microsoft.com/office/drawing/2014/main" id="{BD49DFC3-B857-BDA2-9814-717235FC2029}"/>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1930239579"/>
      </p:ext>
    </p:extLst>
  </p:cSld>
  <p:clrMapOvr>
    <a:masterClrMapping/>
  </p:clrMapOvr>
  <p:extLst>
    <p:ext uri="{DCECCB84-F9BA-43D5-87BE-67443E8EF086}">
      <p15:sldGuideLst xmlns:p15="http://schemas.microsoft.com/office/powerpoint/2012/main">
        <p15:guide id="1" pos="2547">
          <p15:clr>
            <a:srgbClr val="FBAE40"/>
          </p15:clr>
        </p15:guide>
        <p15:guide id="2" pos="2729">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ontent with image portrait (1)">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7000"/>
            <a:ext cx="5472115"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425" y="1412876"/>
            <a:ext cx="5472113"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80"/>
            <a:ext cx="547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6" name="Bildplatzhalter 10">
            <a:extLst>
              <a:ext uri="{FF2B5EF4-FFF2-40B4-BE49-F238E27FC236}">
                <a16:creationId xmlns:a16="http://schemas.microsoft.com/office/drawing/2014/main" id="{07DFFAAB-7F67-7CCB-4278-3380D6198626}"/>
              </a:ext>
            </a:extLst>
          </p:cNvPr>
          <p:cNvSpPr>
            <a:spLocks noGrp="1"/>
          </p:cNvSpPr>
          <p:nvPr>
            <p:ph type="pic" sz="quarter" idx="10" hasCustomPrompt="1"/>
          </p:nvPr>
        </p:nvSpPr>
        <p:spPr bwMode="gray">
          <a:xfrm>
            <a:off x="6240464" y="0"/>
            <a:ext cx="5951537"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grpSp>
        <p:nvGrpSpPr>
          <p:cNvPr id="16" name="Group 15">
            <a:extLst>
              <a:ext uri="{FF2B5EF4-FFF2-40B4-BE49-F238E27FC236}">
                <a16:creationId xmlns:a16="http://schemas.microsoft.com/office/drawing/2014/main" id="{967AA79C-2B4E-4DB9-F976-62ADDFA37FFB}"/>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7" name="TextBox 16">
              <a:extLst>
                <a:ext uri="{FF2B5EF4-FFF2-40B4-BE49-F238E27FC236}">
                  <a16:creationId xmlns:a16="http://schemas.microsoft.com/office/drawing/2014/main" id="{5D5BFF86-A68C-0B9C-092C-6C18506FDCE9}"/>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8" name="Picture 17">
              <a:extLst>
                <a:ext uri="{FF2B5EF4-FFF2-40B4-BE49-F238E27FC236}">
                  <a16:creationId xmlns:a16="http://schemas.microsoft.com/office/drawing/2014/main" id="{651567FA-06CC-D5C2-1547-BCEA50F0F885}"/>
                </a:ext>
              </a:extLst>
            </p:cNvPr>
            <p:cNvPicPr>
              <a:picLocks noChangeAspect="1"/>
            </p:cNvPicPr>
            <p:nvPr userDrawn="1"/>
          </p:nvPicPr>
          <p:blipFill rotWithShape="1">
            <a:blip r:embed="rId2"/>
            <a:srcRect l="8843" r="2395" b="2546"/>
            <a:stretch/>
          </p:blipFill>
          <p:spPr bwMode="gray">
            <a:xfrm>
              <a:off x="-1589806" y="4475212"/>
              <a:ext cx="745332" cy="1122804"/>
            </a:xfrm>
            <a:prstGeom prst="roundRect">
              <a:avLst>
                <a:gd name="adj" fmla="val 3514"/>
              </a:avLst>
            </a:prstGeom>
          </p:spPr>
        </p:pic>
        <p:sp>
          <p:nvSpPr>
            <p:cNvPr id="19" name="TextBox 18">
              <a:extLst>
                <a:ext uri="{FF2B5EF4-FFF2-40B4-BE49-F238E27FC236}">
                  <a16:creationId xmlns:a16="http://schemas.microsoft.com/office/drawing/2014/main" id="{6E9293D4-108C-1E0E-3148-65D756A4F4A8}"/>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3098240620"/>
      </p:ext>
    </p:extLst>
  </p:cSld>
  <p:clrMapOvr>
    <a:masterClrMapping/>
  </p:clrMapOvr>
  <p:extLst>
    <p:ext uri="{DCECCB84-F9BA-43D5-87BE-67443E8EF086}">
      <p15:sldGuideLst xmlns:p15="http://schemas.microsoft.com/office/powerpoint/2012/main">
        <p15:guide id="1" pos="3931">
          <p15:clr>
            <a:srgbClr val="FBAE40"/>
          </p15:clr>
        </p15:guide>
        <p15:guide id="2" pos="3749">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ontent with image portrait (2)">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7000"/>
            <a:ext cx="7380289"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425" y="1412876"/>
            <a:ext cx="7380289"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79999" y="5805280"/>
            <a:ext cx="7379713"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7" name="Bildplatzhalter 10">
            <a:extLst>
              <a:ext uri="{FF2B5EF4-FFF2-40B4-BE49-F238E27FC236}">
                <a16:creationId xmlns:a16="http://schemas.microsoft.com/office/drawing/2014/main" id="{14CF255F-B2EC-2517-FAAE-EBA3F3EB53C3}"/>
              </a:ext>
            </a:extLst>
          </p:cNvPr>
          <p:cNvSpPr>
            <a:spLocks noGrp="1"/>
          </p:cNvSpPr>
          <p:nvPr>
            <p:ph type="pic" sz="quarter" idx="10" hasCustomPrompt="1"/>
          </p:nvPr>
        </p:nvSpPr>
        <p:spPr bwMode="gray">
          <a:xfrm>
            <a:off x="8148637" y="0"/>
            <a:ext cx="4043363"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grpSp>
        <p:nvGrpSpPr>
          <p:cNvPr id="16" name="Group 15">
            <a:extLst>
              <a:ext uri="{FF2B5EF4-FFF2-40B4-BE49-F238E27FC236}">
                <a16:creationId xmlns:a16="http://schemas.microsoft.com/office/drawing/2014/main" id="{826E795A-4AEE-2618-1B23-937B8A4644F0}"/>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7" name="TextBox 16">
              <a:extLst>
                <a:ext uri="{FF2B5EF4-FFF2-40B4-BE49-F238E27FC236}">
                  <a16:creationId xmlns:a16="http://schemas.microsoft.com/office/drawing/2014/main" id="{8B0F84D0-AE67-3B0E-A7AB-6540F919DB0D}"/>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8" name="Picture 17">
              <a:extLst>
                <a:ext uri="{FF2B5EF4-FFF2-40B4-BE49-F238E27FC236}">
                  <a16:creationId xmlns:a16="http://schemas.microsoft.com/office/drawing/2014/main" id="{8A135E1A-DE75-B2CF-E3B2-F7C52478F81B}"/>
                </a:ext>
              </a:extLst>
            </p:cNvPr>
            <p:cNvPicPr>
              <a:picLocks noChangeAspect="1"/>
            </p:cNvPicPr>
            <p:nvPr userDrawn="1"/>
          </p:nvPicPr>
          <p:blipFill rotWithShape="1">
            <a:blip r:embed="rId2"/>
            <a:srcRect l="8843" r="2395" b="2546"/>
            <a:stretch/>
          </p:blipFill>
          <p:spPr bwMode="gray">
            <a:xfrm>
              <a:off x="-1589806" y="4475212"/>
              <a:ext cx="745332" cy="1122804"/>
            </a:xfrm>
            <a:prstGeom prst="roundRect">
              <a:avLst>
                <a:gd name="adj" fmla="val 3514"/>
              </a:avLst>
            </a:prstGeom>
          </p:spPr>
        </p:pic>
        <p:sp>
          <p:nvSpPr>
            <p:cNvPr id="19" name="TextBox 18">
              <a:extLst>
                <a:ext uri="{FF2B5EF4-FFF2-40B4-BE49-F238E27FC236}">
                  <a16:creationId xmlns:a16="http://schemas.microsoft.com/office/drawing/2014/main" id="{6CE8A64D-42CD-4BF1-BA15-ED10E21F96F2}"/>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1104986691"/>
      </p:ext>
    </p:extLst>
  </p:cSld>
  <p:clrMapOvr>
    <a:masterClrMapping/>
  </p:clrMapOvr>
  <p:extLst>
    <p:ext uri="{DCECCB84-F9BA-43D5-87BE-67443E8EF086}">
      <p15:sldGuideLst xmlns:p15="http://schemas.microsoft.com/office/powerpoint/2012/main">
        <p15:guide id="1" pos="5133">
          <p15:clr>
            <a:srgbClr val="FBAE40"/>
          </p15:clr>
        </p15:guide>
        <p15:guide id="2" pos="4951">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ontent with image portrait (3)">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2316163" y="477000"/>
            <a:ext cx="9396461"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2316210" y="1412876"/>
            <a:ext cx="9396415"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2316783" y="5805280"/>
            <a:ext cx="9396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13" name="Bildplatzhalter 10">
            <a:extLst>
              <a:ext uri="{FF2B5EF4-FFF2-40B4-BE49-F238E27FC236}">
                <a16:creationId xmlns:a16="http://schemas.microsoft.com/office/drawing/2014/main" id="{4EA519C6-3621-AA78-3D48-CE2C8B305E30}"/>
              </a:ext>
            </a:extLst>
          </p:cNvPr>
          <p:cNvSpPr>
            <a:spLocks noGrp="1"/>
          </p:cNvSpPr>
          <p:nvPr>
            <p:ph type="pic" sz="quarter" idx="10" hasCustomPrompt="1"/>
          </p:nvPr>
        </p:nvSpPr>
        <p:spPr bwMode="gray">
          <a:xfrm>
            <a:off x="2" y="0"/>
            <a:ext cx="2027239"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5" name="Foliennummernplatzhalter 14">
            <a:extLst>
              <a:ext uri="{FF2B5EF4-FFF2-40B4-BE49-F238E27FC236}">
                <a16:creationId xmlns:a16="http://schemas.microsoft.com/office/drawing/2014/main" id="{15D18496-5D1E-5F00-2ACA-70465B9A16F2}"/>
              </a:ext>
            </a:extLst>
          </p:cNvPr>
          <p:cNvSpPr>
            <a:spLocks noGrp="1"/>
          </p:cNvSpPr>
          <p:nvPr>
            <p:ph type="sldNum" sz="quarter" idx="30"/>
          </p:nvPr>
        </p:nvSpPr>
        <p:spPr bwMode="gray"/>
        <p:txBody>
          <a:bodyPr/>
          <a:lstStyle/>
          <a:p>
            <a:fld id="{DF4E8F9F-5B1F-4F5B-BE49-3245D8C18D9F}" type="slidenum">
              <a:rPr lang="en-US" smtClean="0"/>
              <a:pPr/>
              <a:t>‹#›</a:t>
            </a:fld>
            <a:endParaRPr lang="en-US"/>
          </a:p>
        </p:txBody>
      </p:sp>
      <p:sp>
        <p:nvSpPr>
          <p:cNvPr id="2" name="Text Placeholder 8">
            <a:extLst>
              <a:ext uri="{FF2B5EF4-FFF2-40B4-BE49-F238E27FC236}">
                <a16:creationId xmlns:a16="http://schemas.microsoft.com/office/drawing/2014/main" id="{0581CA52-FD82-1F55-27CD-D1C50118A4C0}"/>
              </a:ext>
            </a:extLst>
          </p:cNvPr>
          <p:cNvSpPr>
            <a:spLocks noGrp="1"/>
          </p:cNvSpPr>
          <p:nvPr>
            <p:ph type="body" sz="quarter" idx="31"/>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17" name="Group 16">
            <a:extLst>
              <a:ext uri="{FF2B5EF4-FFF2-40B4-BE49-F238E27FC236}">
                <a16:creationId xmlns:a16="http://schemas.microsoft.com/office/drawing/2014/main" id="{0D5B12A7-5AE8-4E1A-DA33-D80561FB9A6F}"/>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8" name="TextBox 17">
              <a:extLst>
                <a:ext uri="{FF2B5EF4-FFF2-40B4-BE49-F238E27FC236}">
                  <a16:creationId xmlns:a16="http://schemas.microsoft.com/office/drawing/2014/main" id="{A367C244-F025-3A15-FAA2-8B46D5E9A8A4}"/>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B5B5593A-6E6C-DA64-6263-6DB67B6B34B4}"/>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EC983BE9-6EB2-3207-54B9-1904F8E3EE1D}"/>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902172142"/>
      </p:ext>
    </p:extLst>
  </p:cSld>
  <p:clrMapOvr>
    <a:masterClrMapping/>
  </p:clrMapOvr>
  <p:extLst>
    <p:ext uri="{DCECCB84-F9BA-43D5-87BE-67443E8EF086}">
      <p15:sldGuideLst xmlns:p15="http://schemas.microsoft.com/office/powerpoint/2012/main">
        <p15:guide id="1" pos="1459">
          <p15:clr>
            <a:srgbClr val="FBAE40"/>
          </p15:clr>
        </p15:guide>
        <p15:guide id="2" pos="1277">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ontent dark with image portrait (1)">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7000"/>
            <a:ext cx="5472115" cy="720000"/>
          </a:xfrm>
        </p:spPr>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479425" y="1412876"/>
            <a:ext cx="5472113" cy="4392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80"/>
            <a:ext cx="5472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7" name="Bildplatzhalter 10">
            <a:extLst>
              <a:ext uri="{FF2B5EF4-FFF2-40B4-BE49-F238E27FC236}">
                <a16:creationId xmlns:a16="http://schemas.microsoft.com/office/drawing/2014/main" id="{BB620B58-DC4D-ABB4-B16A-92C43E6933B4}"/>
              </a:ext>
            </a:extLst>
          </p:cNvPr>
          <p:cNvSpPr>
            <a:spLocks noGrp="1"/>
          </p:cNvSpPr>
          <p:nvPr>
            <p:ph type="pic" sz="quarter" idx="10" hasCustomPrompt="1"/>
          </p:nvPr>
        </p:nvSpPr>
        <p:spPr bwMode="gray">
          <a:xfrm>
            <a:off x="6240463" y="0"/>
            <a:ext cx="5951536"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6" name="Grafik 5">
            <a:extLst>
              <a:ext uri="{FF2B5EF4-FFF2-40B4-BE49-F238E27FC236}">
                <a16:creationId xmlns:a16="http://schemas.microsoft.com/office/drawing/2014/main" id="{8F1C8E5E-1DF3-5390-67F1-46733FD70093}"/>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2"/>
            <a:ext cx="1234800" cy="372727"/>
          </a:xfrm>
          <a:prstGeom prst="rect">
            <a:avLst/>
          </a:prstGeom>
        </p:spPr>
      </p:pic>
      <p:grpSp>
        <p:nvGrpSpPr>
          <p:cNvPr id="17" name="Group 16">
            <a:extLst>
              <a:ext uri="{FF2B5EF4-FFF2-40B4-BE49-F238E27FC236}">
                <a16:creationId xmlns:a16="http://schemas.microsoft.com/office/drawing/2014/main" id="{78C86180-AB79-4834-665E-69ECBDACDBFA}"/>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8" name="TextBox 17">
              <a:extLst>
                <a:ext uri="{FF2B5EF4-FFF2-40B4-BE49-F238E27FC236}">
                  <a16:creationId xmlns:a16="http://schemas.microsoft.com/office/drawing/2014/main" id="{6EE62970-DA69-216C-E19E-55BF4225BE20}"/>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704E9497-F690-B6F9-BDBD-881382543791}"/>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B010D4C6-8495-8FBA-8744-C69458EFC7C2}"/>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1871705395"/>
      </p:ext>
    </p:extLst>
  </p:cSld>
  <p:clrMapOvr>
    <a:masterClrMapping/>
  </p:clrMapOvr>
  <p:extLst>
    <p:ext uri="{DCECCB84-F9BA-43D5-87BE-67443E8EF086}">
      <p15:sldGuideLst xmlns:p15="http://schemas.microsoft.com/office/powerpoint/2012/main">
        <p15:guide id="1" pos="3931">
          <p15:clr>
            <a:srgbClr val="FBAE40"/>
          </p15:clr>
        </p15:guide>
        <p15:guide id="2" pos="3749">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Content dark with image portrait (2)">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7000"/>
            <a:ext cx="7380289" cy="720000"/>
          </a:xfrm>
        </p:spPr>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479425" y="1412876"/>
            <a:ext cx="7380289" cy="4392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79999" y="5805264"/>
            <a:ext cx="7379713"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7" name="Bildplatzhalter 10">
            <a:extLst>
              <a:ext uri="{FF2B5EF4-FFF2-40B4-BE49-F238E27FC236}">
                <a16:creationId xmlns:a16="http://schemas.microsoft.com/office/drawing/2014/main" id="{CB86A524-EBBF-8AA1-B452-E3F520BD9009}"/>
              </a:ext>
            </a:extLst>
          </p:cNvPr>
          <p:cNvSpPr>
            <a:spLocks noGrp="1"/>
          </p:cNvSpPr>
          <p:nvPr>
            <p:ph type="pic" sz="quarter" idx="10" hasCustomPrompt="1"/>
          </p:nvPr>
        </p:nvSpPr>
        <p:spPr bwMode="gray">
          <a:xfrm>
            <a:off x="8148638" y="0"/>
            <a:ext cx="4043361"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6" name="Grafik 5">
            <a:extLst>
              <a:ext uri="{FF2B5EF4-FFF2-40B4-BE49-F238E27FC236}">
                <a16:creationId xmlns:a16="http://schemas.microsoft.com/office/drawing/2014/main" id="{C437CFD6-8782-8672-5598-F3A97DD175FC}"/>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2"/>
            <a:ext cx="1234800" cy="372727"/>
          </a:xfrm>
          <a:prstGeom prst="rect">
            <a:avLst/>
          </a:prstGeom>
        </p:spPr>
      </p:pic>
      <p:grpSp>
        <p:nvGrpSpPr>
          <p:cNvPr id="17" name="Group 16">
            <a:extLst>
              <a:ext uri="{FF2B5EF4-FFF2-40B4-BE49-F238E27FC236}">
                <a16:creationId xmlns:a16="http://schemas.microsoft.com/office/drawing/2014/main" id="{EB3D85D0-EE44-A930-049A-7DA939F6D0F4}"/>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8" name="TextBox 17">
              <a:extLst>
                <a:ext uri="{FF2B5EF4-FFF2-40B4-BE49-F238E27FC236}">
                  <a16:creationId xmlns:a16="http://schemas.microsoft.com/office/drawing/2014/main" id="{AC27EF27-1B97-A569-7351-28E06EE47B6C}"/>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23580758-F3F5-AE7A-4F63-F70660D4FE0A}"/>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CE778F22-457B-0501-F4D5-F037A2E66EB4}"/>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890922643"/>
      </p:ext>
    </p:extLst>
  </p:cSld>
  <p:clrMapOvr>
    <a:masterClrMapping/>
  </p:clrMapOvr>
  <p:extLst>
    <p:ext uri="{DCECCB84-F9BA-43D5-87BE-67443E8EF086}">
      <p15:sldGuideLst xmlns:p15="http://schemas.microsoft.com/office/powerpoint/2012/main">
        <p15:guide id="1" pos="5133">
          <p15:clr>
            <a:srgbClr val="FBAE40"/>
          </p15:clr>
        </p15:guide>
        <p15:guide id="2" pos="4951">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Content dark with image portrait (3)">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2316210" y="477000"/>
            <a:ext cx="9396415" cy="720000"/>
          </a:xfrm>
        </p:spPr>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2316210" y="1412876"/>
            <a:ext cx="9396415" cy="4392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2316783" y="5805280"/>
            <a:ext cx="9396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Clr>
                <a:schemeClr val="tx2"/>
              </a:buClr>
              <a:buNone/>
              <a:defRPr sz="800" b="0">
                <a:solidFill>
                  <a:schemeClr val="bg1"/>
                </a:solidFill>
              </a:defRPr>
            </a:lvl9pPr>
          </a:lstStyle>
          <a:p>
            <a:pPr lvl="0"/>
            <a:r>
              <a:rPr lang="en-US"/>
              <a:t>Footnote/Source</a:t>
            </a:r>
          </a:p>
        </p:txBody>
      </p:sp>
      <p:sp>
        <p:nvSpPr>
          <p:cNvPr id="9" name="Bildplatzhalter 10">
            <a:extLst>
              <a:ext uri="{FF2B5EF4-FFF2-40B4-BE49-F238E27FC236}">
                <a16:creationId xmlns:a16="http://schemas.microsoft.com/office/drawing/2014/main" id="{8AC3E855-6EF4-C6F2-D585-DB31C0712702}"/>
              </a:ext>
            </a:extLst>
          </p:cNvPr>
          <p:cNvSpPr>
            <a:spLocks noGrp="1"/>
          </p:cNvSpPr>
          <p:nvPr>
            <p:ph type="pic" sz="quarter" idx="10" hasCustomPrompt="1"/>
          </p:nvPr>
        </p:nvSpPr>
        <p:spPr bwMode="gray">
          <a:xfrm>
            <a:off x="1" y="0"/>
            <a:ext cx="2027239"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3" name="Fußzeilenplatzhalter 12">
            <a:extLst>
              <a:ext uri="{FF2B5EF4-FFF2-40B4-BE49-F238E27FC236}">
                <a16:creationId xmlns:a16="http://schemas.microsoft.com/office/drawing/2014/main" id="{D88892A0-6C24-62CD-4CFC-704F04B95F1E}"/>
              </a:ext>
            </a:extLst>
          </p:cNvPr>
          <p:cNvSpPr>
            <a:spLocks noGrp="1"/>
          </p:cNvSpPr>
          <p:nvPr>
            <p:ph type="ftr" sz="quarter" idx="21"/>
          </p:nvPr>
        </p:nvSpPr>
        <p:spPr bwMode="gray">
          <a:xfrm>
            <a:off x="6312024" y="6246836"/>
            <a:ext cx="5040560" cy="288000"/>
          </a:xfrm>
          <a:prstGeom prst="rect">
            <a:avLst/>
          </a:prstGeom>
        </p:spPr>
        <p:txBody>
          <a:bodyPr/>
          <a:lstStyle>
            <a:lvl1pPr>
              <a:defRPr>
                <a:solidFill>
                  <a:schemeClr val="bg1"/>
                </a:solidFill>
              </a:defRPr>
            </a:lvl1pPr>
          </a:lstStyle>
          <a:p>
            <a:r>
              <a:rPr lang="en-US"/>
              <a:t>Presentation title    |    ONLY FOR INTERNAL USE</a:t>
            </a:r>
          </a:p>
        </p:txBody>
      </p:sp>
      <p:sp>
        <p:nvSpPr>
          <p:cNvPr id="14" name="Foliennummernplatzhalter 13">
            <a:extLst>
              <a:ext uri="{FF2B5EF4-FFF2-40B4-BE49-F238E27FC236}">
                <a16:creationId xmlns:a16="http://schemas.microsoft.com/office/drawing/2014/main" id="{6C936672-C494-FE8E-9599-B67DEB310856}"/>
              </a:ext>
            </a:extLst>
          </p:cNvPr>
          <p:cNvSpPr>
            <a:spLocks noGrp="1"/>
          </p:cNvSpPr>
          <p:nvPr>
            <p:ph type="sldNum" sz="quarter" idx="22"/>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2" name="Text Placeholder 8">
            <a:extLst>
              <a:ext uri="{FF2B5EF4-FFF2-40B4-BE49-F238E27FC236}">
                <a16:creationId xmlns:a16="http://schemas.microsoft.com/office/drawing/2014/main" id="{BBE11ABF-3402-C443-27C0-39F802CCA058}"/>
              </a:ext>
            </a:extLst>
          </p:cNvPr>
          <p:cNvSpPr>
            <a:spLocks noGrp="1"/>
          </p:cNvSpPr>
          <p:nvPr>
            <p:ph type="body" sz="quarter" idx="31"/>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17" name="Group 16">
            <a:extLst>
              <a:ext uri="{FF2B5EF4-FFF2-40B4-BE49-F238E27FC236}">
                <a16:creationId xmlns:a16="http://schemas.microsoft.com/office/drawing/2014/main" id="{10CE41C5-B831-0917-4EF0-7E77AD98CCC1}"/>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8" name="TextBox 17">
              <a:extLst>
                <a:ext uri="{FF2B5EF4-FFF2-40B4-BE49-F238E27FC236}">
                  <a16:creationId xmlns:a16="http://schemas.microsoft.com/office/drawing/2014/main" id="{E7A05A8A-B1C1-AF73-2631-553BBA814E3B}"/>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365F2F23-FABD-0611-744F-39A4715C4376}"/>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B37C428C-35F0-EFF6-E7EE-A9943D4C637E}"/>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540089305"/>
      </p:ext>
    </p:extLst>
  </p:cSld>
  <p:clrMapOvr>
    <a:masterClrMapping/>
  </p:clrMapOvr>
  <p:extLst>
    <p:ext uri="{DCECCB84-F9BA-43D5-87BE-67443E8EF086}">
      <p15:sldGuideLst xmlns:p15="http://schemas.microsoft.com/office/powerpoint/2012/main">
        <p15:guide id="1" pos="1459">
          <p15:clr>
            <a:srgbClr val="FBAE40"/>
          </p15:clr>
        </p15:guide>
        <p15:guide id="2" pos="1277">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Key message and image">
    <p:spTree>
      <p:nvGrpSpPr>
        <p:cNvPr id="1" name=""/>
        <p:cNvGrpSpPr/>
        <p:nvPr/>
      </p:nvGrpSpPr>
      <p:grpSpPr>
        <a:xfrm>
          <a:off x="0" y="0"/>
          <a:ext cx="0" cy="0"/>
          <a:chOff x="0" y="0"/>
          <a:chExt cx="0" cy="0"/>
        </a:xfrm>
      </p:grpSpPr>
      <p:sp>
        <p:nvSpPr>
          <p:cNvPr id="16" name="Bildplatzhalter 10">
            <a:extLst>
              <a:ext uri="{FF2B5EF4-FFF2-40B4-BE49-F238E27FC236}">
                <a16:creationId xmlns:a16="http://schemas.microsoft.com/office/drawing/2014/main" id="{CDCE6BA9-456A-2E17-7285-6D2E904642A7}"/>
              </a:ext>
            </a:extLst>
          </p:cNvPr>
          <p:cNvSpPr>
            <a:spLocks noGrp="1"/>
          </p:cNvSpPr>
          <p:nvPr>
            <p:ph type="pic" sz="quarter" idx="10" hasCustomPrompt="1"/>
          </p:nvPr>
        </p:nvSpPr>
        <p:spPr bwMode="ltGray">
          <a:xfrm>
            <a:off x="0" y="0"/>
            <a:ext cx="12192000" cy="6858000"/>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479376" y="1412875"/>
            <a:ext cx="11233149" cy="4392000"/>
          </a:xfrm>
        </p:spPr>
        <p:txBody>
          <a:bodyPr/>
          <a:lstStyle>
            <a:lvl1pPr marL="0" indent="0">
              <a:lnSpc>
                <a:spcPct val="120000"/>
              </a:lnSpc>
              <a:spcAft>
                <a:spcPts val="0"/>
              </a:spcAft>
              <a:buNone/>
              <a:defRPr sz="4000" b="1">
                <a:solidFill>
                  <a:schemeClr val="bg1"/>
                </a:solidFill>
                <a:latin typeface="+mj-lt"/>
              </a:defRPr>
            </a:lvl1pPr>
            <a:lvl2pPr marL="0" indent="0">
              <a:lnSpc>
                <a:spcPct val="120000"/>
              </a:lnSpc>
              <a:spcAft>
                <a:spcPts val="0"/>
              </a:spcAft>
              <a:buNone/>
              <a:defRPr sz="4000" b="1">
                <a:solidFill>
                  <a:schemeClr val="tx2"/>
                </a:solidFill>
                <a:latin typeface="+mj-lt"/>
              </a:defRPr>
            </a:lvl2pPr>
            <a:lvl3pPr marL="0" indent="0">
              <a:lnSpc>
                <a:spcPct val="120000"/>
              </a:lnSpc>
              <a:spcAft>
                <a:spcPts val="0"/>
              </a:spcAft>
              <a:buNone/>
              <a:defRPr sz="4000" b="1">
                <a:solidFill>
                  <a:schemeClr val="tx2"/>
                </a:solidFill>
                <a:latin typeface="+mj-lt"/>
              </a:defRPr>
            </a:lvl3pPr>
            <a:lvl4pPr marL="0" indent="0">
              <a:lnSpc>
                <a:spcPct val="120000"/>
              </a:lnSpc>
              <a:spcAft>
                <a:spcPts val="0"/>
              </a:spcAft>
              <a:buNone/>
              <a:defRPr sz="4000" b="1">
                <a:solidFill>
                  <a:schemeClr val="tx2"/>
                </a:solidFill>
                <a:latin typeface="+mj-lt"/>
              </a:defRPr>
            </a:lvl4pPr>
            <a:lvl5pPr marL="0" indent="0">
              <a:lnSpc>
                <a:spcPct val="120000"/>
              </a:lnSpc>
              <a:spcAft>
                <a:spcPts val="0"/>
              </a:spcAft>
              <a:buNone/>
              <a:defRPr sz="4000" b="1">
                <a:solidFill>
                  <a:schemeClr val="tx2"/>
                </a:solidFill>
                <a:latin typeface="+mj-lt"/>
              </a:defRPr>
            </a:lvl5pPr>
            <a:lvl6pPr marL="0" indent="0">
              <a:lnSpc>
                <a:spcPct val="120000"/>
              </a:lnSpc>
              <a:spcAft>
                <a:spcPts val="0"/>
              </a:spcAft>
              <a:buNone/>
              <a:defRPr sz="4000" b="1">
                <a:solidFill>
                  <a:schemeClr val="tx2"/>
                </a:solidFill>
                <a:latin typeface="+mj-lt"/>
              </a:defRPr>
            </a:lvl6pPr>
            <a:lvl7pPr marL="0" indent="0">
              <a:lnSpc>
                <a:spcPct val="120000"/>
              </a:lnSpc>
              <a:spcAft>
                <a:spcPts val="0"/>
              </a:spcAft>
              <a:buNone/>
              <a:defRPr sz="4000" b="1">
                <a:solidFill>
                  <a:schemeClr val="tx2"/>
                </a:solidFill>
                <a:latin typeface="+mj-lt"/>
              </a:defRPr>
            </a:lvl7pPr>
            <a:lvl8pPr marL="0" indent="0">
              <a:lnSpc>
                <a:spcPct val="120000"/>
              </a:lnSpc>
              <a:spcAft>
                <a:spcPts val="0"/>
              </a:spcAft>
              <a:buNone/>
              <a:defRPr sz="4000" b="1">
                <a:solidFill>
                  <a:schemeClr val="tx2"/>
                </a:solidFill>
                <a:latin typeface="+mj-lt"/>
              </a:defRPr>
            </a:lvl8pPr>
            <a:lvl9pPr marL="0" indent="0">
              <a:lnSpc>
                <a:spcPct val="120000"/>
              </a:lnSpc>
              <a:spcAft>
                <a:spcPts val="0"/>
              </a:spcAft>
              <a:buNone/>
              <a:defRPr sz="40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19" name="Fußzeilenplatzhalter 18">
            <a:extLst>
              <a:ext uri="{FF2B5EF4-FFF2-40B4-BE49-F238E27FC236}">
                <a16:creationId xmlns:a16="http://schemas.microsoft.com/office/drawing/2014/main" id="{2706031C-1812-1C52-3140-EDDE3DB5703F}"/>
              </a:ext>
            </a:extLst>
          </p:cNvPr>
          <p:cNvSpPr>
            <a:spLocks noGrp="1"/>
          </p:cNvSpPr>
          <p:nvPr>
            <p:ph type="ftr" sz="quarter" idx="29"/>
          </p:nvPr>
        </p:nvSpPr>
        <p:spPr bwMode="gray">
          <a:xfrm>
            <a:off x="6312024" y="6246836"/>
            <a:ext cx="5040560" cy="288000"/>
          </a:xfrm>
          <a:prstGeom prst="rect">
            <a:avLst/>
          </a:prstGeom>
        </p:spPr>
        <p:txBody>
          <a:bodyPr/>
          <a:lstStyle>
            <a:lvl1pPr>
              <a:defRPr>
                <a:solidFill>
                  <a:schemeClr val="bg1"/>
                </a:solidFill>
              </a:defRPr>
            </a:lvl1pPr>
          </a:lstStyle>
          <a:p>
            <a:r>
              <a:rPr lang="en-US"/>
              <a:t>Presentation title    |    ONLY FOR INTERNAL USE</a:t>
            </a:r>
          </a:p>
        </p:txBody>
      </p:sp>
      <p:sp>
        <p:nvSpPr>
          <p:cNvPr id="20" name="Foliennummernplatzhalter 19">
            <a:extLst>
              <a:ext uri="{FF2B5EF4-FFF2-40B4-BE49-F238E27FC236}">
                <a16:creationId xmlns:a16="http://schemas.microsoft.com/office/drawing/2014/main" id="{55540A76-A2F8-66BE-84B7-CD50E20A56F1}"/>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8" name="Textplatzhalter 7"/>
          <p:cNvSpPr>
            <a:spLocks noGrp="1"/>
          </p:cNvSpPr>
          <p:nvPr>
            <p:ph type="body" sz="quarter" idx="13" hasCustomPrompt="1"/>
          </p:nvPr>
        </p:nvSpPr>
        <p:spPr bwMode="gray">
          <a:xfrm>
            <a:off x="480000" y="5805264"/>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2" name="Text Placeholder 8">
            <a:extLst>
              <a:ext uri="{FF2B5EF4-FFF2-40B4-BE49-F238E27FC236}">
                <a16:creationId xmlns:a16="http://schemas.microsoft.com/office/drawing/2014/main" id="{E48AB895-403D-2837-EFB7-B1EA2D95A83B}"/>
              </a:ext>
            </a:extLst>
          </p:cNvPr>
          <p:cNvSpPr>
            <a:spLocks noGrp="1"/>
          </p:cNvSpPr>
          <p:nvPr>
            <p:ph type="body" sz="quarter" idx="31"/>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13" name="Group 12">
            <a:extLst>
              <a:ext uri="{FF2B5EF4-FFF2-40B4-BE49-F238E27FC236}">
                <a16:creationId xmlns:a16="http://schemas.microsoft.com/office/drawing/2014/main" id="{CE4AEE63-02E0-6605-B2A1-120F8CA2B401}"/>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4" name="TextBox 13">
              <a:extLst>
                <a:ext uri="{FF2B5EF4-FFF2-40B4-BE49-F238E27FC236}">
                  <a16:creationId xmlns:a16="http://schemas.microsoft.com/office/drawing/2014/main" id="{7BFA4372-03FC-5464-BB8D-FDF16512BABE}"/>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5" name="Picture 14">
              <a:extLst>
                <a:ext uri="{FF2B5EF4-FFF2-40B4-BE49-F238E27FC236}">
                  <a16:creationId xmlns:a16="http://schemas.microsoft.com/office/drawing/2014/main" id="{B6F7839F-DF51-6296-1393-3706F5CAFADA}"/>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17" name="TextBox 16">
              <a:extLst>
                <a:ext uri="{FF2B5EF4-FFF2-40B4-BE49-F238E27FC236}">
                  <a16:creationId xmlns:a16="http://schemas.microsoft.com/office/drawing/2014/main" id="{999A7330-3B4A-E3AB-E977-BD83267E8062}"/>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
        <p:nvSpPr>
          <p:cNvPr id="3" name="Arrow: Pentagon 6">
            <a:extLst>
              <a:ext uri="{FF2B5EF4-FFF2-40B4-BE49-F238E27FC236}">
                <a16:creationId xmlns:a16="http://schemas.microsoft.com/office/drawing/2014/main" id="{1F1671DA-AF66-65E8-3B46-9A2A1A7C1B92}"/>
              </a:ext>
            </a:extLst>
          </p:cNvPr>
          <p:cNvSpPr/>
          <p:nvPr userDrawn="1"/>
        </p:nvSpPr>
        <p:spPr bwMode="gray">
          <a:xfrm flipH="1">
            <a:off x="12216880" y="548680"/>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requires a picture in the background</a:t>
            </a:r>
            <a:endParaRPr lang="en-US" sz="800" b="1">
              <a:solidFill>
                <a:srgbClr val="076D7E"/>
              </a:solidFill>
              <a:latin typeface="+mj-lt"/>
            </a:endParaRPr>
          </a:p>
        </p:txBody>
      </p:sp>
    </p:spTree>
    <p:extLst>
      <p:ext uri="{BB962C8B-B14F-4D97-AF65-F5344CB8AC3E}">
        <p14:creationId xmlns:p14="http://schemas.microsoft.com/office/powerpoint/2010/main" val="138360912"/>
      </p:ext>
    </p:extLst>
  </p:cSld>
  <p:clrMapOvr>
    <a:masterClrMapping/>
  </p:clrMapOvr>
  <p:extLst>
    <p:ext uri="{DCECCB84-F9BA-43D5-87BE-67443E8EF086}">
      <p15:sldGuideLst xmlns:p15="http://schemas.microsoft.com/office/powerpoint/2012/main">
        <p15:guide id="1" pos="3931">
          <p15:clr>
            <a:srgbClr val="FBAE40"/>
          </p15:clr>
        </p15:guide>
        <p15:guide id="2" pos="3749">
          <p15:clr>
            <a:srgbClr val="FBAE40"/>
          </p15:clr>
        </p15:guide>
        <p15:guide id="3" orient="horz" pos="1298">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Key message and image division (1)">
    <p:spTree>
      <p:nvGrpSpPr>
        <p:cNvPr id="1" name=""/>
        <p:cNvGrpSpPr/>
        <p:nvPr/>
      </p:nvGrpSpPr>
      <p:grpSpPr>
        <a:xfrm>
          <a:off x="0" y="0"/>
          <a:ext cx="0" cy="0"/>
          <a:chOff x="0" y="0"/>
          <a:chExt cx="0" cy="0"/>
        </a:xfrm>
      </p:grpSpPr>
      <p:sp>
        <p:nvSpPr>
          <p:cNvPr id="4" name="Bildplatzhalter 10">
            <a:extLst>
              <a:ext uri="{FF2B5EF4-FFF2-40B4-BE49-F238E27FC236}">
                <a16:creationId xmlns:a16="http://schemas.microsoft.com/office/drawing/2014/main" id="{6F9AA895-08EE-571D-61F7-0086C0A8BE7C}"/>
              </a:ext>
            </a:extLst>
          </p:cNvPr>
          <p:cNvSpPr>
            <a:spLocks noGrp="1"/>
          </p:cNvSpPr>
          <p:nvPr>
            <p:ph type="pic" sz="quarter" idx="10" hasCustomPrompt="1"/>
          </p:nvPr>
        </p:nvSpPr>
        <p:spPr bwMode="ltGray">
          <a:xfrm>
            <a:off x="2" y="0"/>
            <a:ext cx="6095999" cy="6858000"/>
          </a:xfrm>
          <a:solidFill>
            <a:schemeClr val="bg2"/>
          </a:solidFill>
        </p:spPr>
        <p:txBody>
          <a:bodyPr tIns="108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r>
              <a:rPr lang="en-US"/>
              <a:t>Bild hinzufügen per </a:t>
            </a:r>
            <a:br>
              <a:rPr lang="en-US"/>
            </a:br>
            <a:r>
              <a:rPr lang="en-US"/>
              <a:t>Klick auf das Symbol</a:t>
            </a:r>
          </a:p>
        </p:txBody>
      </p:sp>
      <p:sp>
        <p:nvSpPr>
          <p:cNvPr id="6" name="Bildplatzhalter 10">
            <a:extLst>
              <a:ext uri="{FF2B5EF4-FFF2-40B4-BE49-F238E27FC236}">
                <a16:creationId xmlns:a16="http://schemas.microsoft.com/office/drawing/2014/main" id="{1B5E6665-6076-758D-8F68-22FE102F4503}"/>
              </a:ext>
            </a:extLst>
          </p:cNvPr>
          <p:cNvSpPr>
            <a:spLocks noGrp="1"/>
          </p:cNvSpPr>
          <p:nvPr>
            <p:ph type="pic" sz="quarter" idx="21" hasCustomPrompt="1"/>
          </p:nvPr>
        </p:nvSpPr>
        <p:spPr bwMode="ltGray">
          <a:xfrm>
            <a:off x="6096000" y="0"/>
            <a:ext cx="6096000" cy="6858000"/>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solidFill>
                  <a:schemeClr val="bg1"/>
                </a:solidFill>
              </a:defRPr>
            </a:lvl3pPr>
            <a:lvl4pPr marL="0" indent="0" algn="ctr">
              <a:spcBef>
                <a:spcPts val="0"/>
              </a:spcBef>
              <a:spcAft>
                <a:spcPts val="0"/>
              </a:spcAft>
              <a:buFontTx/>
              <a:buNone/>
              <a:tabLst/>
              <a:defRPr sz="1200" b="0">
                <a:solidFill>
                  <a:schemeClr val="bg1"/>
                </a:solidFill>
              </a:defRPr>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solidFill>
                  <a:schemeClr val="bg1"/>
                </a:solidFill>
              </a:defRPr>
            </a:lvl7pPr>
            <a:lvl8pPr marL="0" indent="0" algn="ctr">
              <a:spcBef>
                <a:spcPts val="0"/>
              </a:spcBef>
              <a:spcAft>
                <a:spcPts val="0"/>
              </a:spcAft>
              <a:buFontTx/>
              <a:buNone/>
              <a:tabLst/>
              <a:defRPr sz="1200" b="0">
                <a:solidFill>
                  <a:schemeClr val="bg1"/>
                </a:solidFill>
              </a:defRPr>
            </a:lvl8pPr>
            <a:lvl9pPr marL="0" indent="0" algn="ctr">
              <a:spcBef>
                <a:spcPts val="0"/>
              </a:spcBef>
              <a:spcAft>
                <a:spcPts val="0"/>
              </a:spcAft>
              <a:buFontTx/>
              <a:buNone/>
              <a:tabLst/>
              <a:defRPr sz="1200" b="0">
                <a:solidFill>
                  <a:schemeClr val="bg1"/>
                </a:solidFill>
              </a:defRPr>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479426" y="1413280"/>
            <a:ext cx="5472113" cy="4392000"/>
          </a:xfrm>
        </p:spPr>
        <p:txBody>
          <a:bodyPr/>
          <a:lstStyle>
            <a:lvl1pPr marL="0" indent="0">
              <a:lnSpc>
                <a:spcPct val="120000"/>
              </a:lnSpc>
              <a:spcAft>
                <a:spcPts val="0"/>
              </a:spcAft>
              <a:buNone/>
              <a:defRPr sz="3200" b="1">
                <a:solidFill>
                  <a:schemeClr val="bg1"/>
                </a:solidFill>
                <a:latin typeface="+mj-lt"/>
              </a:defRPr>
            </a:lvl1pPr>
            <a:lvl2pPr marL="0" indent="0">
              <a:lnSpc>
                <a:spcPct val="120000"/>
              </a:lnSpc>
              <a:spcAft>
                <a:spcPts val="0"/>
              </a:spcAft>
              <a:buNone/>
              <a:defRPr sz="3200" b="1">
                <a:solidFill>
                  <a:schemeClr val="tx2"/>
                </a:solidFill>
                <a:latin typeface="+mj-lt"/>
              </a:defRPr>
            </a:lvl2pPr>
            <a:lvl3pPr marL="0" indent="0">
              <a:lnSpc>
                <a:spcPct val="120000"/>
              </a:lnSpc>
              <a:spcAft>
                <a:spcPts val="0"/>
              </a:spcAft>
              <a:buNone/>
              <a:defRPr sz="3200" b="1">
                <a:solidFill>
                  <a:schemeClr val="tx2"/>
                </a:solidFill>
                <a:latin typeface="+mj-lt"/>
              </a:defRPr>
            </a:lvl3pPr>
            <a:lvl4pPr marL="0" indent="0">
              <a:lnSpc>
                <a:spcPct val="120000"/>
              </a:lnSpc>
              <a:spcAft>
                <a:spcPts val="0"/>
              </a:spcAft>
              <a:buNone/>
              <a:defRPr sz="3200" b="1">
                <a:solidFill>
                  <a:schemeClr val="tx2"/>
                </a:solidFill>
                <a:latin typeface="+mj-lt"/>
              </a:defRPr>
            </a:lvl4pPr>
            <a:lvl5pPr marL="0" indent="0">
              <a:lnSpc>
                <a:spcPct val="120000"/>
              </a:lnSpc>
              <a:spcAft>
                <a:spcPts val="0"/>
              </a:spcAft>
              <a:buNone/>
              <a:defRPr sz="3200" b="1">
                <a:solidFill>
                  <a:schemeClr val="tx2"/>
                </a:solidFill>
                <a:latin typeface="+mj-lt"/>
              </a:defRPr>
            </a:lvl5pPr>
            <a:lvl6pPr marL="0" indent="0">
              <a:lnSpc>
                <a:spcPct val="120000"/>
              </a:lnSpc>
              <a:spcAft>
                <a:spcPts val="0"/>
              </a:spcAft>
              <a:buNone/>
              <a:defRPr sz="3200" b="1">
                <a:solidFill>
                  <a:schemeClr val="tx2"/>
                </a:solidFill>
                <a:latin typeface="+mj-lt"/>
              </a:defRPr>
            </a:lvl6pPr>
            <a:lvl7pPr marL="0" indent="0">
              <a:lnSpc>
                <a:spcPct val="120000"/>
              </a:lnSpc>
              <a:spcAft>
                <a:spcPts val="0"/>
              </a:spcAft>
              <a:buNone/>
              <a:defRPr sz="3200" b="1">
                <a:solidFill>
                  <a:schemeClr val="tx2"/>
                </a:solidFill>
                <a:latin typeface="+mj-lt"/>
              </a:defRPr>
            </a:lvl7pPr>
            <a:lvl8pPr marL="0" indent="0">
              <a:lnSpc>
                <a:spcPct val="120000"/>
              </a:lnSpc>
              <a:spcAft>
                <a:spcPts val="0"/>
              </a:spcAft>
              <a:buNone/>
              <a:defRPr sz="3200" b="1">
                <a:solidFill>
                  <a:schemeClr val="tx2"/>
                </a:solidFill>
                <a:latin typeface="+mj-lt"/>
              </a:defRPr>
            </a:lvl8pPr>
            <a:lvl9pPr marL="0" indent="0">
              <a:lnSpc>
                <a:spcPct val="120000"/>
              </a:lnSpc>
              <a:spcAft>
                <a:spcPts val="0"/>
              </a:spcAft>
              <a:buNone/>
              <a:defRPr sz="32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8" name="Textplatzhalter 7"/>
          <p:cNvSpPr>
            <a:spLocks noGrp="1"/>
          </p:cNvSpPr>
          <p:nvPr>
            <p:ph type="body" sz="quarter" idx="13" hasCustomPrompt="1"/>
          </p:nvPr>
        </p:nvSpPr>
        <p:spPr bwMode="gray">
          <a:xfrm>
            <a:off x="480000" y="5805264"/>
            <a:ext cx="5472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13" name="Fußzeilenplatzhalter 12">
            <a:extLst>
              <a:ext uri="{FF2B5EF4-FFF2-40B4-BE49-F238E27FC236}">
                <a16:creationId xmlns:a16="http://schemas.microsoft.com/office/drawing/2014/main" id="{A667E39B-7540-9CEB-0374-944CA8579721}"/>
              </a:ext>
            </a:extLst>
          </p:cNvPr>
          <p:cNvSpPr>
            <a:spLocks noGrp="1"/>
          </p:cNvSpPr>
          <p:nvPr>
            <p:ph type="ftr" sz="quarter" idx="29"/>
          </p:nvPr>
        </p:nvSpPr>
        <p:spPr bwMode="gray">
          <a:xfrm>
            <a:off x="6312024" y="6246836"/>
            <a:ext cx="5040560" cy="288000"/>
          </a:xfrm>
          <a:prstGeom prst="rect">
            <a:avLst/>
          </a:prstGeom>
        </p:spPr>
        <p:txBody>
          <a:bodyPr/>
          <a:lstStyle>
            <a:lvl1pPr>
              <a:defRPr>
                <a:solidFill>
                  <a:schemeClr val="bg1"/>
                </a:solidFill>
              </a:defRPr>
            </a:lvl1pPr>
          </a:lstStyle>
          <a:p>
            <a:r>
              <a:rPr lang="en-US"/>
              <a:t>Presentation title    |    ONLY FOR INTERNAL USE</a:t>
            </a:r>
          </a:p>
        </p:txBody>
      </p:sp>
      <p:sp>
        <p:nvSpPr>
          <p:cNvPr id="14" name="Foliennummernplatzhalter 13">
            <a:extLst>
              <a:ext uri="{FF2B5EF4-FFF2-40B4-BE49-F238E27FC236}">
                <a16:creationId xmlns:a16="http://schemas.microsoft.com/office/drawing/2014/main" id="{8232BFC2-647B-B4B6-1EB1-6E9E32ED1994}"/>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2" name="Text Placeholder 8">
            <a:extLst>
              <a:ext uri="{FF2B5EF4-FFF2-40B4-BE49-F238E27FC236}">
                <a16:creationId xmlns:a16="http://schemas.microsoft.com/office/drawing/2014/main" id="{CB4A65EB-A398-8280-6840-772AD43C343C}"/>
              </a:ext>
            </a:extLst>
          </p:cNvPr>
          <p:cNvSpPr>
            <a:spLocks noGrp="1"/>
          </p:cNvSpPr>
          <p:nvPr>
            <p:ph type="body" sz="quarter" idx="31"/>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17" name="Group 16">
            <a:extLst>
              <a:ext uri="{FF2B5EF4-FFF2-40B4-BE49-F238E27FC236}">
                <a16:creationId xmlns:a16="http://schemas.microsoft.com/office/drawing/2014/main" id="{B486832A-3F59-AC80-2F13-A64607CB7775}"/>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8" name="TextBox 17">
              <a:extLst>
                <a:ext uri="{FF2B5EF4-FFF2-40B4-BE49-F238E27FC236}">
                  <a16:creationId xmlns:a16="http://schemas.microsoft.com/office/drawing/2014/main" id="{66E4FF04-A86E-0C54-7F24-DB0EE1782691}"/>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7DFE41E4-ECEB-A2A1-A286-BCB29F691638}"/>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60BB963A-B8DB-ADCF-209D-23D0816454B4}"/>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
        <p:nvSpPr>
          <p:cNvPr id="3" name="Arrow: Pentagon 6">
            <a:extLst>
              <a:ext uri="{FF2B5EF4-FFF2-40B4-BE49-F238E27FC236}">
                <a16:creationId xmlns:a16="http://schemas.microsoft.com/office/drawing/2014/main" id="{10626C63-9EC1-F170-9293-A76090726AF6}"/>
              </a:ext>
            </a:extLst>
          </p:cNvPr>
          <p:cNvSpPr/>
          <p:nvPr userDrawn="1"/>
        </p:nvSpPr>
        <p:spPr bwMode="gray">
          <a:xfrm flipH="1">
            <a:off x="12216880" y="548680"/>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requires two pictures in the background</a:t>
            </a:r>
            <a:endParaRPr lang="en-US" sz="800" b="1">
              <a:solidFill>
                <a:srgbClr val="076D7E"/>
              </a:solidFill>
              <a:latin typeface="+mj-lt"/>
            </a:endParaRPr>
          </a:p>
        </p:txBody>
      </p:sp>
    </p:spTree>
    <p:extLst>
      <p:ext uri="{BB962C8B-B14F-4D97-AF65-F5344CB8AC3E}">
        <p14:creationId xmlns:p14="http://schemas.microsoft.com/office/powerpoint/2010/main" val="2348567129"/>
      </p:ext>
    </p:extLst>
  </p:cSld>
  <p:clrMapOvr>
    <a:masterClrMapping/>
  </p:clrMapOvr>
  <p:extLst>
    <p:ext uri="{DCECCB84-F9BA-43D5-87BE-67443E8EF086}">
      <p15:sldGuideLst xmlns:p15="http://schemas.microsoft.com/office/powerpoint/2012/main">
        <p15:guide id="1" pos="3931">
          <p15:clr>
            <a:srgbClr val="FBAE40"/>
          </p15:clr>
        </p15:guide>
        <p15:guide id="2" pos="3749">
          <p15:clr>
            <a:srgbClr val="FBAE40"/>
          </p15:clr>
        </p15:guide>
        <p15:guide id="3" orient="horz" pos="1298">
          <p15:clr>
            <a:srgbClr val="FBAE40"/>
          </p15:clr>
        </p15:guide>
        <p15:guide id="4" pos="3840">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Key message and image division (2)">
    <p:spTree>
      <p:nvGrpSpPr>
        <p:cNvPr id="1" name=""/>
        <p:cNvGrpSpPr/>
        <p:nvPr/>
      </p:nvGrpSpPr>
      <p:grpSpPr>
        <a:xfrm>
          <a:off x="0" y="0"/>
          <a:ext cx="0" cy="0"/>
          <a:chOff x="0" y="0"/>
          <a:chExt cx="0" cy="0"/>
        </a:xfrm>
      </p:grpSpPr>
      <p:sp>
        <p:nvSpPr>
          <p:cNvPr id="4" name="Bildplatzhalter 10">
            <a:extLst>
              <a:ext uri="{FF2B5EF4-FFF2-40B4-BE49-F238E27FC236}">
                <a16:creationId xmlns:a16="http://schemas.microsoft.com/office/drawing/2014/main" id="{6F9AA895-08EE-571D-61F7-0086C0A8BE7C}"/>
              </a:ext>
            </a:extLst>
          </p:cNvPr>
          <p:cNvSpPr>
            <a:spLocks noGrp="1"/>
          </p:cNvSpPr>
          <p:nvPr>
            <p:ph type="pic" sz="quarter" idx="10" hasCustomPrompt="1"/>
          </p:nvPr>
        </p:nvSpPr>
        <p:spPr bwMode="ltGray">
          <a:xfrm>
            <a:off x="0" y="0"/>
            <a:ext cx="8148637" cy="6858000"/>
          </a:xfrm>
          <a:solidFill>
            <a:schemeClr val="bg2"/>
          </a:solidFill>
        </p:spPr>
        <p:txBody>
          <a:bodyPr tIns="108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r>
              <a:rPr lang="en-US"/>
              <a:t>Bild hinzufügen per </a:t>
            </a:r>
            <a:br>
              <a:rPr lang="en-US"/>
            </a:br>
            <a:r>
              <a:rPr lang="en-US"/>
              <a:t>Klick auf das Symbol</a:t>
            </a:r>
          </a:p>
        </p:txBody>
      </p:sp>
      <p:sp>
        <p:nvSpPr>
          <p:cNvPr id="12" name="Bildplatzhalter 10">
            <a:extLst>
              <a:ext uri="{FF2B5EF4-FFF2-40B4-BE49-F238E27FC236}">
                <a16:creationId xmlns:a16="http://schemas.microsoft.com/office/drawing/2014/main" id="{4FBDAE19-EEFC-C0FF-2C91-7610E4715477}"/>
              </a:ext>
            </a:extLst>
          </p:cNvPr>
          <p:cNvSpPr>
            <a:spLocks noGrp="1"/>
          </p:cNvSpPr>
          <p:nvPr>
            <p:ph type="pic" sz="quarter" idx="21" hasCustomPrompt="1"/>
          </p:nvPr>
        </p:nvSpPr>
        <p:spPr bwMode="ltGray">
          <a:xfrm>
            <a:off x="8148637" y="0"/>
            <a:ext cx="4043363" cy="6858000"/>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solidFill>
                  <a:schemeClr val="bg1"/>
                </a:solidFill>
              </a:defRPr>
            </a:lvl3pPr>
            <a:lvl4pPr marL="0" indent="0" algn="ctr">
              <a:spcBef>
                <a:spcPts val="0"/>
              </a:spcBef>
              <a:spcAft>
                <a:spcPts val="0"/>
              </a:spcAft>
              <a:buFontTx/>
              <a:buNone/>
              <a:tabLst/>
              <a:defRPr sz="1200" b="0">
                <a:solidFill>
                  <a:schemeClr val="bg1"/>
                </a:solidFill>
              </a:defRPr>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solidFill>
                  <a:schemeClr val="bg1"/>
                </a:solidFill>
              </a:defRPr>
            </a:lvl7pPr>
            <a:lvl8pPr marL="0" indent="0" algn="ctr">
              <a:spcBef>
                <a:spcPts val="0"/>
              </a:spcBef>
              <a:spcAft>
                <a:spcPts val="0"/>
              </a:spcAft>
              <a:buFontTx/>
              <a:buNone/>
              <a:tabLst/>
              <a:defRPr sz="1200" b="0">
                <a:solidFill>
                  <a:schemeClr val="bg1"/>
                </a:solidFill>
              </a:defRPr>
            </a:lvl8pPr>
            <a:lvl9pPr marL="0" indent="0" algn="ctr">
              <a:spcBef>
                <a:spcPts val="0"/>
              </a:spcBef>
              <a:spcAft>
                <a:spcPts val="0"/>
              </a:spcAft>
              <a:buFontTx/>
              <a:buNone/>
              <a:tabLst/>
              <a:defRPr sz="1200" b="0">
                <a:solidFill>
                  <a:schemeClr val="bg1"/>
                </a:solidFill>
              </a:defRPr>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479425" y="1412875"/>
            <a:ext cx="7380288" cy="4392000"/>
          </a:xfrm>
        </p:spPr>
        <p:txBody>
          <a:bodyPr/>
          <a:lstStyle>
            <a:lvl1pPr marL="0" indent="0">
              <a:lnSpc>
                <a:spcPct val="120000"/>
              </a:lnSpc>
              <a:spcAft>
                <a:spcPts val="0"/>
              </a:spcAft>
              <a:buNone/>
              <a:defRPr sz="3200" b="1">
                <a:solidFill>
                  <a:schemeClr val="bg1"/>
                </a:solidFill>
                <a:latin typeface="+mj-lt"/>
              </a:defRPr>
            </a:lvl1pPr>
            <a:lvl2pPr marL="0" indent="0">
              <a:lnSpc>
                <a:spcPct val="120000"/>
              </a:lnSpc>
              <a:spcAft>
                <a:spcPts val="0"/>
              </a:spcAft>
              <a:buNone/>
              <a:defRPr sz="3200" b="1">
                <a:solidFill>
                  <a:schemeClr val="tx2"/>
                </a:solidFill>
                <a:latin typeface="+mj-lt"/>
              </a:defRPr>
            </a:lvl2pPr>
            <a:lvl3pPr marL="0" indent="0">
              <a:lnSpc>
                <a:spcPct val="120000"/>
              </a:lnSpc>
              <a:spcAft>
                <a:spcPts val="0"/>
              </a:spcAft>
              <a:buNone/>
              <a:defRPr sz="3200" b="1">
                <a:solidFill>
                  <a:schemeClr val="tx2"/>
                </a:solidFill>
                <a:latin typeface="+mj-lt"/>
              </a:defRPr>
            </a:lvl3pPr>
            <a:lvl4pPr marL="0" indent="0">
              <a:lnSpc>
                <a:spcPct val="120000"/>
              </a:lnSpc>
              <a:spcAft>
                <a:spcPts val="0"/>
              </a:spcAft>
              <a:buNone/>
              <a:defRPr sz="3200" b="1">
                <a:solidFill>
                  <a:schemeClr val="tx2"/>
                </a:solidFill>
                <a:latin typeface="+mj-lt"/>
              </a:defRPr>
            </a:lvl4pPr>
            <a:lvl5pPr marL="0" indent="0">
              <a:lnSpc>
                <a:spcPct val="120000"/>
              </a:lnSpc>
              <a:spcAft>
                <a:spcPts val="0"/>
              </a:spcAft>
              <a:buNone/>
              <a:defRPr sz="3200" b="1">
                <a:solidFill>
                  <a:schemeClr val="tx2"/>
                </a:solidFill>
                <a:latin typeface="+mj-lt"/>
              </a:defRPr>
            </a:lvl5pPr>
            <a:lvl6pPr marL="0" indent="0">
              <a:lnSpc>
                <a:spcPct val="120000"/>
              </a:lnSpc>
              <a:spcAft>
                <a:spcPts val="0"/>
              </a:spcAft>
              <a:buNone/>
              <a:defRPr sz="3200" b="1">
                <a:solidFill>
                  <a:schemeClr val="tx2"/>
                </a:solidFill>
                <a:latin typeface="+mj-lt"/>
              </a:defRPr>
            </a:lvl6pPr>
            <a:lvl7pPr marL="0" indent="0">
              <a:lnSpc>
                <a:spcPct val="120000"/>
              </a:lnSpc>
              <a:spcAft>
                <a:spcPts val="0"/>
              </a:spcAft>
              <a:buNone/>
              <a:defRPr sz="3200" b="1">
                <a:solidFill>
                  <a:schemeClr val="tx2"/>
                </a:solidFill>
                <a:latin typeface="+mj-lt"/>
              </a:defRPr>
            </a:lvl7pPr>
            <a:lvl8pPr marL="0" indent="0">
              <a:lnSpc>
                <a:spcPct val="120000"/>
              </a:lnSpc>
              <a:spcAft>
                <a:spcPts val="0"/>
              </a:spcAft>
              <a:buNone/>
              <a:defRPr sz="3200" b="1">
                <a:solidFill>
                  <a:schemeClr val="tx2"/>
                </a:solidFill>
                <a:latin typeface="+mj-lt"/>
              </a:defRPr>
            </a:lvl8pPr>
            <a:lvl9pPr marL="0" indent="0">
              <a:lnSpc>
                <a:spcPct val="120000"/>
              </a:lnSpc>
              <a:spcAft>
                <a:spcPts val="0"/>
              </a:spcAft>
              <a:buNone/>
              <a:defRPr sz="32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8" name="Textplatzhalter 7"/>
          <p:cNvSpPr>
            <a:spLocks noGrp="1"/>
          </p:cNvSpPr>
          <p:nvPr>
            <p:ph type="body" sz="quarter" idx="13" hasCustomPrompt="1"/>
          </p:nvPr>
        </p:nvSpPr>
        <p:spPr bwMode="gray">
          <a:xfrm>
            <a:off x="480000" y="5805280"/>
            <a:ext cx="7380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14" name="Foliennummernplatzhalter 13">
            <a:extLst>
              <a:ext uri="{FF2B5EF4-FFF2-40B4-BE49-F238E27FC236}">
                <a16:creationId xmlns:a16="http://schemas.microsoft.com/office/drawing/2014/main" id="{2C16D604-692B-A946-0EC8-16D8E62D24EC}"/>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3" name="Fußzeilenplatzhalter 2">
            <a:extLst>
              <a:ext uri="{FF2B5EF4-FFF2-40B4-BE49-F238E27FC236}">
                <a16:creationId xmlns:a16="http://schemas.microsoft.com/office/drawing/2014/main" id="{29E334AD-D29B-7211-26D3-B8B8A73BFA0B}"/>
              </a:ext>
            </a:extLst>
          </p:cNvPr>
          <p:cNvSpPr>
            <a:spLocks noGrp="1"/>
          </p:cNvSpPr>
          <p:nvPr>
            <p:ph type="ftr" sz="quarter" idx="31"/>
          </p:nvPr>
        </p:nvSpPr>
        <p:spPr bwMode="gray">
          <a:xfrm>
            <a:off x="6312024" y="6246836"/>
            <a:ext cx="5040560" cy="288000"/>
          </a:xfrm>
          <a:prstGeom prst="rect">
            <a:avLst/>
          </a:prstGeom>
        </p:spPr>
        <p:txBody>
          <a:bodyPr/>
          <a:lstStyle>
            <a:lvl1pPr>
              <a:defRPr>
                <a:solidFill>
                  <a:schemeClr val="bg1"/>
                </a:solidFill>
              </a:defRPr>
            </a:lvl1pPr>
          </a:lstStyle>
          <a:p>
            <a:r>
              <a:rPr lang="en-US"/>
              <a:t>Presentation title    |    ONLY FOR INTERNAL USE</a:t>
            </a:r>
          </a:p>
        </p:txBody>
      </p:sp>
      <p:sp>
        <p:nvSpPr>
          <p:cNvPr id="2" name="Text Placeholder 8">
            <a:extLst>
              <a:ext uri="{FF2B5EF4-FFF2-40B4-BE49-F238E27FC236}">
                <a16:creationId xmlns:a16="http://schemas.microsoft.com/office/drawing/2014/main" id="{AA49972D-F9C7-9152-B19D-7D4EB031A5D2}"/>
              </a:ext>
            </a:extLst>
          </p:cNvPr>
          <p:cNvSpPr>
            <a:spLocks noGrp="1"/>
          </p:cNvSpPr>
          <p:nvPr>
            <p:ph type="body" sz="quarter" idx="32"/>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17" name="Group 16">
            <a:extLst>
              <a:ext uri="{FF2B5EF4-FFF2-40B4-BE49-F238E27FC236}">
                <a16:creationId xmlns:a16="http://schemas.microsoft.com/office/drawing/2014/main" id="{DCF59E70-0AA5-7D95-51CA-468698922E0C}"/>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8" name="TextBox 17">
              <a:extLst>
                <a:ext uri="{FF2B5EF4-FFF2-40B4-BE49-F238E27FC236}">
                  <a16:creationId xmlns:a16="http://schemas.microsoft.com/office/drawing/2014/main" id="{F2DB1682-7A9E-32ED-89E1-35FD5DD053E4}"/>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F4CC5AE4-025E-4DA7-5C5D-88CB2C864849}"/>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C42EB3FB-8F80-C780-C13A-9D6DFF4300EC}"/>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
        <p:nvSpPr>
          <p:cNvPr id="5" name="Arrow: Pentagon 6">
            <a:extLst>
              <a:ext uri="{FF2B5EF4-FFF2-40B4-BE49-F238E27FC236}">
                <a16:creationId xmlns:a16="http://schemas.microsoft.com/office/drawing/2014/main" id="{0DBDA80F-0715-C37D-E631-65B9559D2BA3}"/>
              </a:ext>
            </a:extLst>
          </p:cNvPr>
          <p:cNvSpPr/>
          <p:nvPr userDrawn="1"/>
        </p:nvSpPr>
        <p:spPr bwMode="gray">
          <a:xfrm flipH="1">
            <a:off x="12216880" y="548680"/>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requires two pictures in the background</a:t>
            </a:r>
            <a:endParaRPr lang="en-US" sz="800" b="1">
              <a:solidFill>
                <a:srgbClr val="076D7E"/>
              </a:solidFill>
              <a:latin typeface="+mj-lt"/>
            </a:endParaRPr>
          </a:p>
        </p:txBody>
      </p:sp>
    </p:spTree>
    <p:extLst>
      <p:ext uri="{BB962C8B-B14F-4D97-AF65-F5344CB8AC3E}">
        <p14:creationId xmlns:p14="http://schemas.microsoft.com/office/powerpoint/2010/main" val="3965501512"/>
      </p:ext>
    </p:extLst>
  </p:cSld>
  <p:clrMapOvr>
    <a:masterClrMapping/>
  </p:clrMapOvr>
  <p:extLst>
    <p:ext uri="{DCECCB84-F9BA-43D5-87BE-67443E8EF086}">
      <p15:sldGuideLst xmlns:p15="http://schemas.microsoft.com/office/powerpoint/2012/main">
        <p15:guide id="1" pos="4951">
          <p15:clr>
            <a:srgbClr val="FBAE40"/>
          </p15:clr>
        </p15:guide>
        <p15:guide id="3" orient="horz" pos="1298">
          <p15:clr>
            <a:srgbClr val="FBAE40"/>
          </p15:clr>
        </p15:guide>
        <p15:guide id="4" pos="5133">
          <p15:clr>
            <a:srgbClr val="FBAE4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Key message and image division (3)">
    <p:spTree>
      <p:nvGrpSpPr>
        <p:cNvPr id="1" name=""/>
        <p:cNvGrpSpPr/>
        <p:nvPr/>
      </p:nvGrpSpPr>
      <p:grpSpPr>
        <a:xfrm>
          <a:off x="0" y="0"/>
          <a:ext cx="0" cy="0"/>
          <a:chOff x="0" y="0"/>
          <a:chExt cx="0" cy="0"/>
        </a:xfrm>
      </p:grpSpPr>
      <p:sp>
        <p:nvSpPr>
          <p:cNvPr id="4" name="Bildplatzhalter 10">
            <a:extLst>
              <a:ext uri="{FF2B5EF4-FFF2-40B4-BE49-F238E27FC236}">
                <a16:creationId xmlns:a16="http://schemas.microsoft.com/office/drawing/2014/main" id="{6F9AA895-08EE-571D-61F7-0086C0A8BE7C}"/>
              </a:ext>
            </a:extLst>
          </p:cNvPr>
          <p:cNvSpPr>
            <a:spLocks noGrp="1"/>
          </p:cNvSpPr>
          <p:nvPr>
            <p:ph type="pic" sz="quarter" idx="10" hasCustomPrompt="1"/>
          </p:nvPr>
        </p:nvSpPr>
        <p:spPr bwMode="ltGray">
          <a:xfrm>
            <a:off x="1" y="0"/>
            <a:ext cx="10164763" cy="6858000"/>
          </a:xfrm>
          <a:solidFill>
            <a:schemeClr val="bg2"/>
          </a:solidFill>
        </p:spPr>
        <p:txBody>
          <a:bodyPr tIns="108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r>
              <a:rPr lang="en-US"/>
              <a:t>Bild hinzufügen per </a:t>
            </a:r>
            <a:br>
              <a:rPr lang="en-US"/>
            </a:br>
            <a:r>
              <a:rPr lang="en-US"/>
              <a:t>Klick auf das Symbol</a:t>
            </a:r>
          </a:p>
        </p:txBody>
      </p:sp>
      <p:sp>
        <p:nvSpPr>
          <p:cNvPr id="12" name="Bildplatzhalter 10">
            <a:extLst>
              <a:ext uri="{FF2B5EF4-FFF2-40B4-BE49-F238E27FC236}">
                <a16:creationId xmlns:a16="http://schemas.microsoft.com/office/drawing/2014/main" id="{7A533ABC-C52E-DA13-A669-D0BEA88A8E1A}"/>
              </a:ext>
            </a:extLst>
          </p:cNvPr>
          <p:cNvSpPr>
            <a:spLocks noGrp="1"/>
          </p:cNvSpPr>
          <p:nvPr>
            <p:ph type="pic" sz="quarter" idx="21" hasCustomPrompt="1"/>
          </p:nvPr>
        </p:nvSpPr>
        <p:spPr bwMode="ltGray">
          <a:xfrm>
            <a:off x="10164763" y="0"/>
            <a:ext cx="2027236" cy="6858000"/>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solidFill>
                  <a:schemeClr val="bg1"/>
                </a:solidFill>
              </a:defRPr>
            </a:lvl3pPr>
            <a:lvl4pPr marL="0" indent="0" algn="ctr">
              <a:spcBef>
                <a:spcPts val="0"/>
              </a:spcBef>
              <a:spcAft>
                <a:spcPts val="0"/>
              </a:spcAft>
              <a:buFontTx/>
              <a:buNone/>
              <a:tabLst/>
              <a:defRPr sz="1200" b="0">
                <a:solidFill>
                  <a:schemeClr val="bg1"/>
                </a:solidFill>
              </a:defRPr>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solidFill>
                  <a:schemeClr val="bg1"/>
                </a:solidFill>
              </a:defRPr>
            </a:lvl7pPr>
            <a:lvl8pPr marL="0" indent="0" algn="ctr">
              <a:spcBef>
                <a:spcPts val="0"/>
              </a:spcBef>
              <a:spcAft>
                <a:spcPts val="0"/>
              </a:spcAft>
              <a:buFontTx/>
              <a:buNone/>
              <a:tabLst/>
              <a:defRPr sz="1200" b="0">
                <a:solidFill>
                  <a:schemeClr val="bg1"/>
                </a:solidFill>
              </a:defRPr>
            </a:lvl8pPr>
            <a:lvl9pPr marL="0" indent="0" algn="ctr">
              <a:spcBef>
                <a:spcPts val="0"/>
              </a:spcBef>
              <a:spcAft>
                <a:spcPts val="0"/>
              </a:spcAft>
              <a:buFontTx/>
              <a:buNone/>
              <a:tabLst/>
              <a:defRPr sz="1200" b="0">
                <a:solidFill>
                  <a:schemeClr val="bg1"/>
                </a:solidFill>
              </a:defRPr>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479424" y="1412875"/>
            <a:ext cx="9396413" cy="4392000"/>
          </a:xfrm>
        </p:spPr>
        <p:txBody>
          <a:bodyPr/>
          <a:lstStyle>
            <a:lvl1pPr marL="0" indent="0">
              <a:lnSpc>
                <a:spcPct val="120000"/>
              </a:lnSpc>
              <a:spcAft>
                <a:spcPts val="0"/>
              </a:spcAft>
              <a:buNone/>
              <a:defRPr sz="3200" b="1">
                <a:solidFill>
                  <a:schemeClr val="bg1"/>
                </a:solidFill>
                <a:latin typeface="+mj-lt"/>
              </a:defRPr>
            </a:lvl1pPr>
            <a:lvl2pPr marL="0" indent="0">
              <a:lnSpc>
                <a:spcPct val="120000"/>
              </a:lnSpc>
              <a:spcAft>
                <a:spcPts val="0"/>
              </a:spcAft>
              <a:buNone/>
              <a:defRPr sz="3200" b="1">
                <a:solidFill>
                  <a:schemeClr val="tx2"/>
                </a:solidFill>
                <a:latin typeface="+mj-lt"/>
              </a:defRPr>
            </a:lvl2pPr>
            <a:lvl3pPr marL="0" indent="0">
              <a:lnSpc>
                <a:spcPct val="120000"/>
              </a:lnSpc>
              <a:spcAft>
                <a:spcPts val="0"/>
              </a:spcAft>
              <a:buNone/>
              <a:defRPr sz="3200" b="1">
                <a:solidFill>
                  <a:schemeClr val="tx2"/>
                </a:solidFill>
                <a:latin typeface="+mj-lt"/>
              </a:defRPr>
            </a:lvl3pPr>
            <a:lvl4pPr marL="0" indent="0">
              <a:lnSpc>
                <a:spcPct val="120000"/>
              </a:lnSpc>
              <a:spcAft>
                <a:spcPts val="0"/>
              </a:spcAft>
              <a:buNone/>
              <a:defRPr sz="3200" b="1">
                <a:solidFill>
                  <a:schemeClr val="tx2"/>
                </a:solidFill>
                <a:latin typeface="+mj-lt"/>
              </a:defRPr>
            </a:lvl4pPr>
            <a:lvl5pPr marL="0" indent="0">
              <a:lnSpc>
                <a:spcPct val="120000"/>
              </a:lnSpc>
              <a:spcAft>
                <a:spcPts val="0"/>
              </a:spcAft>
              <a:buNone/>
              <a:defRPr sz="3200" b="1">
                <a:solidFill>
                  <a:schemeClr val="tx2"/>
                </a:solidFill>
                <a:latin typeface="+mj-lt"/>
              </a:defRPr>
            </a:lvl5pPr>
            <a:lvl6pPr marL="0" indent="0">
              <a:lnSpc>
                <a:spcPct val="120000"/>
              </a:lnSpc>
              <a:spcAft>
                <a:spcPts val="0"/>
              </a:spcAft>
              <a:buNone/>
              <a:defRPr sz="3200" b="1">
                <a:solidFill>
                  <a:schemeClr val="tx2"/>
                </a:solidFill>
                <a:latin typeface="+mj-lt"/>
              </a:defRPr>
            </a:lvl6pPr>
            <a:lvl7pPr marL="0" indent="0">
              <a:lnSpc>
                <a:spcPct val="120000"/>
              </a:lnSpc>
              <a:spcAft>
                <a:spcPts val="0"/>
              </a:spcAft>
              <a:buNone/>
              <a:defRPr sz="3200" b="1">
                <a:solidFill>
                  <a:schemeClr val="tx2"/>
                </a:solidFill>
                <a:latin typeface="+mj-lt"/>
              </a:defRPr>
            </a:lvl7pPr>
            <a:lvl8pPr marL="0" indent="0">
              <a:lnSpc>
                <a:spcPct val="120000"/>
              </a:lnSpc>
              <a:spcAft>
                <a:spcPts val="0"/>
              </a:spcAft>
              <a:buNone/>
              <a:defRPr sz="3200" b="1">
                <a:solidFill>
                  <a:schemeClr val="tx2"/>
                </a:solidFill>
                <a:latin typeface="+mj-lt"/>
              </a:defRPr>
            </a:lvl8pPr>
            <a:lvl9pPr marL="0" indent="0">
              <a:lnSpc>
                <a:spcPct val="120000"/>
              </a:lnSpc>
              <a:spcAft>
                <a:spcPts val="0"/>
              </a:spcAft>
              <a:buNone/>
              <a:defRPr sz="32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8" name="Textplatzhalter 7"/>
          <p:cNvSpPr>
            <a:spLocks noGrp="1"/>
          </p:cNvSpPr>
          <p:nvPr>
            <p:ph type="body" sz="quarter" idx="13" hasCustomPrompt="1"/>
          </p:nvPr>
        </p:nvSpPr>
        <p:spPr bwMode="gray">
          <a:xfrm>
            <a:off x="480000" y="5805280"/>
            <a:ext cx="9396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14" name="Foliennummernplatzhalter 13">
            <a:extLst>
              <a:ext uri="{FF2B5EF4-FFF2-40B4-BE49-F238E27FC236}">
                <a16:creationId xmlns:a16="http://schemas.microsoft.com/office/drawing/2014/main" id="{45F3464A-9797-B24C-824F-1ACC52EFDC22}"/>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3" name="Fußzeilenplatzhalter 2">
            <a:extLst>
              <a:ext uri="{FF2B5EF4-FFF2-40B4-BE49-F238E27FC236}">
                <a16:creationId xmlns:a16="http://schemas.microsoft.com/office/drawing/2014/main" id="{60A36999-AA89-78BB-997C-93DA7D5BAB15}"/>
              </a:ext>
            </a:extLst>
          </p:cNvPr>
          <p:cNvSpPr>
            <a:spLocks noGrp="1"/>
          </p:cNvSpPr>
          <p:nvPr>
            <p:ph type="ftr" sz="quarter" idx="31"/>
          </p:nvPr>
        </p:nvSpPr>
        <p:spPr bwMode="gray">
          <a:xfrm>
            <a:off x="6312024" y="6246836"/>
            <a:ext cx="5040560" cy="288000"/>
          </a:xfrm>
          <a:prstGeom prst="rect">
            <a:avLst/>
          </a:prstGeom>
        </p:spPr>
        <p:txBody>
          <a:bodyPr/>
          <a:lstStyle>
            <a:lvl1pPr>
              <a:defRPr>
                <a:solidFill>
                  <a:schemeClr val="bg1"/>
                </a:solidFill>
              </a:defRPr>
            </a:lvl1pPr>
          </a:lstStyle>
          <a:p>
            <a:r>
              <a:rPr lang="en-US"/>
              <a:t>Presentation title    |    ONLY FOR INTERNAL USE</a:t>
            </a:r>
          </a:p>
        </p:txBody>
      </p:sp>
      <p:sp>
        <p:nvSpPr>
          <p:cNvPr id="2" name="Text Placeholder 8">
            <a:extLst>
              <a:ext uri="{FF2B5EF4-FFF2-40B4-BE49-F238E27FC236}">
                <a16:creationId xmlns:a16="http://schemas.microsoft.com/office/drawing/2014/main" id="{65A201DE-2CBA-3A2F-BCAF-2D18E1438B20}"/>
              </a:ext>
            </a:extLst>
          </p:cNvPr>
          <p:cNvSpPr>
            <a:spLocks noGrp="1"/>
          </p:cNvSpPr>
          <p:nvPr>
            <p:ph type="body" sz="quarter" idx="32"/>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17" name="Group 16">
            <a:extLst>
              <a:ext uri="{FF2B5EF4-FFF2-40B4-BE49-F238E27FC236}">
                <a16:creationId xmlns:a16="http://schemas.microsoft.com/office/drawing/2014/main" id="{4BAE589A-359B-E6DB-622E-EAE04CAF348C}"/>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8" name="TextBox 17">
              <a:extLst>
                <a:ext uri="{FF2B5EF4-FFF2-40B4-BE49-F238E27FC236}">
                  <a16:creationId xmlns:a16="http://schemas.microsoft.com/office/drawing/2014/main" id="{29600E54-4002-6509-4582-0EDEEBDAB63D}"/>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32624874-21BE-DEEA-091D-A0656CFC21F1}"/>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AC724CB1-D70D-E3FD-69B6-E6671D0AC023}"/>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
        <p:nvSpPr>
          <p:cNvPr id="5" name="Arrow: Pentagon 6">
            <a:extLst>
              <a:ext uri="{FF2B5EF4-FFF2-40B4-BE49-F238E27FC236}">
                <a16:creationId xmlns:a16="http://schemas.microsoft.com/office/drawing/2014/main" id="{E400A93E-ECB0-FAFD-59FC-294C05F64D5E}"/>
              </a:ext>
            </a:extLst>
          </p:cNvPr>
          <p:cNvSpPr/>
          <p:nvPr userDrawn="1"/>
        </p:nvSpPr>
        <p:spPr bwMode="gray">
          <a:xfrm flipH="1">
            <a:off x="12216880" y="548680"/>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requires two pictures in the background</a:t>
            </a:r>
            <a:endParaRPr lang="en-US" sz="800" b="1">
              <a:solidFill>
                <a:srgbClr val="076D7E"/>
              </a:solidFill>
              <a:latin typeface="+mj-lt"/>
            </a:endParaRPr>
          </a:p>
        </p:txBody>
      </p:sp>
    </p:spTree>
    <p:extLst>
      <p:ext uri="{BB962C8B-B14F-4D97-AF65-F5344CB8AC3E}">
        <p14:creationId xmlns:p14="http://schemas.microsoft.com/office/powerpoint/2010/main" val="1967624636"/>
      </p:ext>
    </p:extLst>
  </p:cSld>
  <p:clrMapOvr>
    <a:masterClrMapping/>
  </p:clrMapOvr>
  <p:extLst>
    <p:ext uri="{DCECCB84-F9BA-43D5-87BE-67443E8EF086}">
      <p15:sldGuideLst xmlns:p15="http://schemas.microsoft.com/office/powerpoint/2012/main">
        <p15:guide id="1" pos="6221">
          <p15:clr>
            <a:srgbClr val="FBAE40"/>
          </p15:clr>
        </p15:guide>
        <p15:guide id="2" pos="6403">
          <p15:clr>
            <a:srgbClr val="FBAE40"/>
          </p15:clr>
        </p15:guide>
        <p15:guide id="3" orient="horz" pos="1298">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Only title">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p:txBody>
          <a:bodyPr/>
          <a:lstStyle>
            <a:lvl1pPr>
              <a:defRPr/>
            </a:lvl1pPr>
          </a:lstStyle>
          <a:p>
            <a:r>
              <a:rPr lang="en-US" err="1"/>
              <a:t>Folientitel</a:t>
            </a:r>
            <a:endParaRPr lang="en-US"/>
          </a:p>
        </p:txBody>
      </p:sp>
      <p:sp>
        <p:nvSpPr>
          <p:cNvPr id="11" name="Textplatzhalter 7">
            <a:extLst>
              <a:ext uri="{FF2B5EF4-FFF2-40B4-BE49-F238E27FC236}">
                <a16:creationId xmlns:a16="http://schemas.microsoft.com/office/drawing/2014/main" id="{87DC9DBC-428C-0141-1449-618275A50D20}"/>
              </a:ext>
            </a:extLst>
          </p:cNvPr>
          <p:cNvSpPr>
            <a:spLocks noGrp="1"/>
          </p:cNvSpPr>
          <p:nvPr>
            <p:ph type="body" sz="quarter" idx="13" hasCustomPrompt="1"/>
          </p:nvPr>
        </p:nvSpPr>
        <p:spPr bwMode="gray">
          <a:xfrm>
            <a:off x="479999"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10" name="Foliennummernplatzhalter 9">
            <a:extLst>
              <a:ext uri="{FF2B5EF4-FFF2-40B4-BE49-F238E27FC236}">
                <a16:creationId xmlns:a16="http://schemas.microsoft.com/office/drawing/2014/main" id="{381724B2-BBE4-E79B-167B-326D36AACC52}"/>
              </a:ext>
            </a:extLst>
          </p:cNvPr>
          <p:cNvSpPr>
            <a:spLocks noGrp="1"/>
          </p:cNvSpPr>
          <p:nvPr>
            <p:ph type="sldNum" sz="quarter" idx="11"/>
          </p:nvPr>
        </p:nvSpPr>
        <p:spPr bwMode="gray"/>
        <p:txBody>
          <a:bodyPr/>
          <a:lstStyle/>
          <a:p>
            <a:fld id="{8FF9B0DE-3FEB-4AA0-B465-B80EF7C1333D}" type="slidenum">
              <a:rPr lang="en-US" smtClean="0"/>
              <a:pPr/>
              <a:t>‹#›</a:t>
            </a:fld>
            <a:endParaRPr lang="en-US"/>
          </a:p>
        </p:txBody>
      </p:sp>
    </p:spTree>
    <p:extLst>
      <p:ext uri="{BB962C8B-B14F-4D97-AF65-F5344CB8AC3E}">
        <p14:creationId xmlns:p14="http://schemas.microsoft.com/office/powerpoint/2010/main" val="3752614323"/>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Empty">
    <p:spTree>
      <p:nvGrpSpPr>
        <p:cNvPr id="1" name=""/>
        <p:cNvGrpSpPr/>
        <p:nvPr/>
      </p:nvGrpSpPr>
      <p:grpSpPr>
        <a:xfrm>
          <a:off x="0" y="0"/>
          <a:ext cx="0" cy="0"/>
          <a:chOff x="0" y="0"/>
          <a:chExt cx="0" cy="0"/>
        </a:xfrm>
      </p:grpSpPr>
      <p:sp>
        <p:nvSpPr>
          <p:cNvPr id="9" name="Textplatzhalter 7">
            <a:extLst>
              <a:ext uri="{FF2B5EF4-FFF2-40B4-BE49-F238E27FC236}">
                <a16:creationId xmlns:a16="http://schemas.microsoft.com/office/drawing/2014/main" id="{5B4F68A4-760E-D8DD-FB9B-EEEE9A86D218}"/>
              </a:ext>
            </a:extLst>
          </p:cNvPr>
          <p:cNvSpPr>
            <a:spLocks noGrp="1"/>
          </p:cNvSpPr>
          <p:nvPr>
            <p:ph type="body" sz="quarter" idx="13" hasCustomPrompt="1"/>
          </p:nvPr>
        </p:nvSpPr>
        <p:spPr bwMode="gray">
          <a:xfrm>
            <a:off x="479999"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8" name="Foliennummernplatzhalter 7">
            <a:extLst>
              <a:ext uri="{FF2B5EF4-FFF2-40B4-BE49-F238E27FC236}">
                <a16:creationId xmlns:a16="http://schemas.microsoft.com/office/drawing/2014/main" id="{E7CA049A-FBC2-2652-22F7-C91C418B0F2E}"/>
              </a:ext>
            </a:extLst>
          </p:cNvPr>
          <p:cNvSpPr>
            <a:spLocks noGrp="1"/>
          </p:cNvSpPr>
          <p:nvPr>
            <p:ph type="sldNum" sz="quarter" idx="11"/>
          </p:nvPr>
        </p:nvSpPr>
        <p:spPr bwMode="gray"/>
        <p:txBody>
          <a:bodyPr/>
          <a:lstStyle/>
          <a:p>
            <a:fld id="{8FF9B0DE-3FEB-4AA0-B465-B80EF7C1333D}" type="slidenum">
              <a:rPr lang="en-US" smtClean="0"/>
              <a:pPr/>
              <a:t>‹#›</a:t>
            </a:fld>
            <a:endParaRPr lang="en-US"/>
          </a:p>
        </p:txBody>
      </p:sp>
    </p:spTree>
    <p:extLst>
      <p:ext uri="{BB962C8B-B14F-4D97-AF65-F5344CB8AC3E}">
        <p14:creationId xmlns:p14="http://schemas.microsoft.com/office/powerpoint/2010/main" val="1393414414"/>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Contact">
    <p:bg>
      <p:bgPr>
        <a:solidFill>
          <a:schemeClr val="bg2"/>
        </a:solidFill>
        <a:effectLst/>
      </p:bgPr>
    </p:bg>
    <p:spTree>
      <p:nvGrpSpPr>
        <p:cNvPr id="1" name=""/>
        <p:cNvGrpSpPr/>
        <p:nvPr/>
      </p:nvGrpSpPr>
      <p:grpSpPr>
        <a:xfrm>
          <a:off x="0" y="0"/>
          <a:ext cx="0" cy="0"/>
          <a:chOff x="0" y="0"/>
          <a:chExt cx="0" cy="0"/>
        </a:xfrm>
      </p:grpSpPr>
      <p:sp>
        <p:nvSpPr>
          <p:cNvPr id="13" name="Titel 12">
            <a:extLst>
              <a:ext uri="{FF2B5EF4-FFF2-40B4-BE49-F238E27FC236}">
                <a16:creationId xmlns:a16="http://schemas.microsoft.com/office/drawing/2014/main" id="{DB5A7F3B-7D8D-EFD1-99CB-9BB681ACBDEE}"/>
              </a:ext>
            </a:extLst>
          </p:cNvPr>
          <p:cNvSpPr>
            <a:spLocks noGrp="1"/>
          </p:cNvSpPr>
          <p:nvPr>
            <p:ph type="title" hasCustomPrompt="1"/>
          </p:nvPr>
        </p:nvSpPr>
        <p:spPr bwMode="gray"/>
        <p:txBody>
          <a:bodyPr/>
          <a:lstStyle>
            <a:lvl1pPr>
              <a:defRPr>
                <a:solidFill>
                  <a:schemeClr val="bg1"/>
                </a:solidFill>
              </a:defRPr>
            </a:lvl1pPr>
          </a:lstStyle>
          <a:p>
            <a:r>
              <a:rPr lang="en-US"/>
              <a:t>Add End Message</a:t>
            </a:r>
          </a:p>
        </p:txBody>
      </p:sp>
      <p:sp>
        <p:nvSpPr>
          <p:cNvPr id="5" name="Bildplatzhalter 10">
            <a:extLst>
              <a:ext uri="{FF2B5EF4-FFF2-40B4-BE49-F238E27FC236}">
                <a16:creationId xmlns:a16="http://schemas.microsoft.com/office/drawing/2014/main" id="{ED8B2C2E-F2A3-10EF-4F1B-48E4651D76B7}"/>
              </a:ext>
            </a:extLst>
          </p:cNvPr>
          <p:cNvSpPr>
            <a:spLocks noGrp="1"/>
          </p:cNvSpPr>
          <p:nvPr>
            <p:ph type="pic" sz="quarter" idx="19" hasCustomPrompt="1"/>
          </p:nvPr>
        </p:nvSpPr>
        <p:spPr bwMode="ltGray">
          <a:xfrm>
            <a:off x="2" y="0"/>
            <a:ext cx="12191999" cy="3392488"/>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8" name="Textplatzhalter 7"/>
          <p:cNvSpPr>
            <a:spLocks noGrp="1"/>
          </p:cNvSpPr>
          <p:nvPr>
            <p:ph type="body" sz="quarter" idx="10" hasCustomPrompt="1"/>
          </p:nvPr>
        </p:nvSpPr>
        <p:spPr bwMode="gray">
          <a:xfrm>
            <a:off x="479425" y="3573016"/>
            <a:ext cx="5472113" cy="2376000"/>
          </a:xfrm>
        </p:spPr>
        <p:txBody>
          <a:bodyPr anchor="t" anchorCtr="0"/>
          <a:lstStyle>
            <a:lvl1pPr marL="0" indent="0" algn="l">
              <a:spcBef>
                <a:spcPts val="0"/>
              </a:spcBef>
              <a:spcAft>
                <a:spcPts val="600"/>
              </a:spcAft>
              <a:buNone/>
              <a:defRPr sz="2000">
                <a:solidFill>
                  <a:schemeClr val="tx2"/>
                </a:solidFill>
              </a:defRPr>
            </a:lvl1pPr>
            <a:lvl2pPr marL="0" indent="0" algn="l">
              <a:spcBef>
                <a:spcPts val="0"/>
              </a:spcBef>
              <a:spcAft>
                <a:spcPts val="0"/>
              </a:spcAft>
              <a:buFont typeface="Arial" panose="020B0604020202020204" pitchFamily="34" charset="0"/>
              <a:buNone/>
              <a:tabLst>
                <a:tab pos="723882" algn="l"/>
              </a:tabLst>
              <a:defRPr b="1">
                <a:solidFill>
                  <a:schemeClr val="bg1"/>
                </a:solidFill>
              </a:defRPr>
            </a:lvl2pPr>
            <a:lvl3pPr marL="0" indent="0" algn="l">
              <a:spcBef>
                <a:spcPts val="0"/>
              </a:spcBef>
              <a:spcAft>
                <a:spcPts val="1200"/>
              </a:spcAft>
              <a:buNone/>
              <a:tabLst>
                <a:tab pos="266693" algn="l"/>
              </a:tabLst>
              <a:defRPr sz="1400">
                <a:solidFill>
                  <a:schemeClr val="bg1"/>
                </a:solidFill>
              </a:defRPr>
            </a:lvl3pPr>
            <a:lvl4pPr marL="0" indent="0" algn="l">
              <a:spcBef>
                <a:spcPts val="0"/>
              </a:spcBef>
              <a:spcAft>
                <a:spcPts val="1200"/>
              </a:spcAft>
              <a:buNone/>
              <a:tabLst>
                <a:tab pos="723882" algn="l"/>
              </a:tabLst>
              <a:defRPr sz="1400">
                <a:solidFill>
                  <a:schemeClr val="bg1"/>
                </a:solidFill>
              </a:defRPr>
            </a:lvl4pPr>
            <a:lvl5pPr marL="0" indent="0" algn="l">
              <a:spcBef>
                <a:spcPts val="0"/>
              </a:spcBef>
              <a:spcAft>
                <a:spcPts val="1200"/>
              </a:spcAft>
              <a:buNone/>
              <a:tabLst>
                <a:tab pos="723882" algn="l"/>
              </a:tabLst>
              <a:defRPr sz="1400">
                <a:solidFill>
                  <a:schemeClr val="bg1"/>
                </a:solidFill>
              </a:defRPr>
            </a:lvl5pPr>
            <a:lvl6pPr marL="0" indent="0">
              <a:spcBef>
                <a:spcPts val="0"/>
              </a:spcBef>
              <a:spcAft>
                <a:spcPts val="1200"/>
              </a:spcAft>
              <a:buNone/>
              <a:tabLst>
                <a:tab pos="723882" algn="l"/>
              </a:tabLst>
              <a:defRPr sz="1400">
                <a:solidFill>
                  <a:schemeClr val="bg1"/>
                </a:solidFill>
              </a:defRPr>
            </a:lvl6pPr>
            <a:lvl7pPr marL="0" indent="0">
              <a:spcBef>
                <a:spcPts val="0"/>
              </a:spcBef>
              <a:spcAft>
                <a:spcPts val="1200"/>
              </a:spcAft>
              <a:buNone/>
              <a:tabLst>
                <a:tab pos="723882" algn="l"/>
              </a:tabLst>
              <a:defRPr sz="1400">
                <a:solidFill>
                  <a:schemeClr val="bg1"/>
                </a:solidFill>
              </a:defRPr>
            </a:lvl7pPr>
            <a:lvl8pPr marL="0" indent="0">
              <a:spcBef>
                <a:spcPts val="0"/>
              </a:spcBef>
              <a:spcAft>
                <a:spcPts val="1200"/>
              </a:spcAft>
              <a:buNone/>
              <a:tabLst>
                <a:tab pos="723882" algn="l"/>
              </a:tabLst>
              <a:defRPr sz="1400">
                <a:solidFill>
                  <a:schemeClr val="bg1"/>
                </a:solidFill>
              </a:defRPr>
            </a:lvl8pPr>
            <a:lvl9pPr marL="0" indent="0">
              <a:spcBef>
                <a:spcPts val="0"/>
              </a:spcBef>
              <a:spcAft>
                <a:spcPts val="1200"/>
              </a:spcAft>
              <a:buNone/>
              <a:tabLst>
                <a:tab pos="723882" algn="l"/>
              </a:tabLst>
              <a:defRPr sz="1400">
                <a:solidFill>
                  <a:schemeClr val="bg1"/>
                </a:solidFill>
              </a:defRPr>
            </a:lvl9pPr>
          </a:lstStyle>
          <a:p>
            <a:pPr lvl="0"/>
            <a:r>
              <a:rPr lang="en-US"/>
              <a:t>Add Name in the first text level, in the second text level function and in the third address. Use the "Increase/ decrease list level" buttons to switch between the set up text levels</a:t>
            </a:r>
          </a:p>
          <a:p>
            <a:pPr lvl="1"/>
            <a:r>
              <a:rPr lang="en-US"/>
              <a:t>Second level</a:t>
            </a:r>
          </a:p>
          <a:p>
            <a:pPr lvl="2"/>
            <a:r>
              <a:rPr lang="en-US"/>
              <a:t>Third level</a:t>
            </a:r>
          </a:p>
        </p:txBody>
      </p:sp>
      <p:sp>
        <p:nvSpPr>
          <p:cNvPr id="11" name="Textplatzhalter 7">
            <a:extLst>
              <a:ext uri="{FF2B5EF4-FFF2-40B4-BE49-F238E27FC236}">
                <a16:creationId xmlns:a16="http://schemas.microsoft.com/office/drawing/2014/main" id="{63EFF41A-2249-B1BB-008D-C93DA85C3703}"/>
              </a:ext>
            </a:extLst>
          </p:cNvPr>
          <p:cNvSpPr>
            <a:spLocks noGrp="1"/>
          </p:cNvSpPr>
          <p:nvPr>
            <p:ph type="body" sz="quarter" idx="15" hasCustomPrompt="1"/>
          </p:nvPr>
        </p:nvSpPr>
        <p:spPr bwMode="gray">
          <a:xfrm>
            <a:off x="6235528" y="3573016"/>
            <a:ext cx="5472113" cy="2376000"/>
          </a:xfrm>
        </p:spPr>
        <p:txBody>
          <a:bodyPr anchor="t" anchorCtr="0"/>
          <a:lstStyle>
            <a:lvl1pPr marL="0" indent="0" algn="l">
              <a:spcBef>
                <a:spcPts val="0"/>
              </a:spcBef>
              <a:spcAft>
                <a:spcPts val="600"/>
              </a:spcAft>
              <a:buNone/>
              <a:defRPr sz="2000">
                <a:solidFill>
                  <a:schemeClr val="tx2"/>
                </a:solidFill>
              </a:defRPr>
            </a:lvl1pPr>
            <a:lvl2pPr marL="0" indent="0" algn="l">
              <a:spcBef>
                <a:spcPts val="0"/>
              </a:spcBef>
              <a:spcAft>
                <a:spcPts val="0"/>
              </a:spcAft>
              <a:buFont typeface="Arial" panose="020B0604020202020204" pitchFamily="34" charset="0"/>
              <a:buNone/>
              <a:tabLst>
                <a:tab pos="723882" algn="l"/>
              </a:tabLst>
              <a:defRPr b="1">
                <a:solidFill>
                  <a:schemeClr val="bg1"/>
                </a:solidFill>
              </a:defRPr>
            </a:lvl2pPr>
            <a:lvl3pPr marL="0" indent="0" algn="l">
              <a:spcBef>
                <a:spcPts val="0"/>
              </a:spcBef>
              <a:spcAft>
                <a:spcPts val="1200"/>
              </a:spcAft>
              <a:buNone/>
              <a:tabLst>
                <a:tab pos="266693" algn="l"/>
              </a:tabLst>
              <a:defRPr sz="1400">
                <a:solidFill>
                  <a:schemeClr val="bg1"/>
                </a:solidFill>
              </a:defRPr>
            </a:lvl3pPr>
            <a:lvl4pPr marL="0" indent="0" algn="l">
              <a:spcBef>
                <a:spcPts val="0"/>
              </a:spcBef>
              <a:spcAft>
                <a:spcPts val="1200"/>
              </a:spcAft>
              <a:buNone/>
              <a:tabLst>
                <a:tab pos="723882" algn="l"/>
              </a:tabLst>
              <a:defRPr sz="1400">
                <a:solidFill>
                  <a:schemeClr val="bg1"/>
                </a:solidFill>
              </a:defRPr>
            </a:lvl4pPr>
            <a:lvl5pPr marL="0" indent="0" algn="l">
              <a:spcBef>
                <a:spcPts val="0"/>
              </a:spcBef>
              <a:spcAft>
                <a:spcPts val="1200"/>
              </a:spcAft>
              <a:buNone/>
              <a:tabLst>
                <a:tab pos="723882" algn="l"/>
              </a:tabLst>
              <a:defRPr sz="1400">
                <a:solidFill>
                  <a:schemeClr val="bg1"/>
                </a:solidFill>
              </a:defRPr>
            </a:lvl5pPr>
            <a:lvl6pPr marL="0" indent="0">
              <a:spcBef>
                <a:spcPts val="0"/>
              </a:spcBef>
              <a:spcAft>
                <a:spcPts val="1200"/>
              </a:spcAft>
              <a:buNone/>
              <a:tabLst>
                <a:tab pos="723882" algn="l"/>
              </a:tabLst>
              <a:defRPr sz="1400">
                <a:solidFill>
                  <a:schemeClr val="bg1"/>
                </a:solidFill>
              </a:defRPr>
            </a:lvl6pPr>
            <a:lvl7pPr marL="0" indent="0">
              <a:spcBef>
                <a:spcPts val="0"/>
              </a:spcBef>
              <a:spcAft>
                <a:spcPts val="1200"/>
              </a:spcAft>
              <a:buNone/>
              <a:tabLst>
                <a:tab pos="723882" algn="l"/>
              </a:tabLst>
              <a:defRPr sz="1400">
                <a:solidFill>
                  <a:schemeClr val="bg1"/>
                </a:solidFill>
              </a:defRPr>
            </a:lvl7pPr>
            <a:lvl8pPr marL="0" indent="0">
              <a:spcBef>
                <a:spcPts val="0"/>
              </a:spcBef>
              <a:spcAft>
                <a:spcPts val="1200"/>
              </a:spcAft>
              <a:buNone/>
              <a:tabLst>
                <a:tab pos="723882" algn="l"/>
              </a:tabLst>
              <a:defRPr sz="1400">
                <a:solidFill>
                  <a:schemeClr val="bg1"/>
                </a:solidFill>
              </a:defRPr>
            </a:lvl8pPr>
            <a:lvl9pPr marL="0" indent="0">
              <a:spcBef>
                <a:spcPts val="0"/>
              </a:spcBef>
              <a:spcAft>
                <a:spcPts val="1200"/>
              </a:spcAft>
              <a:buNone/>
              <a:tabLst>
                <a:tab pos="723882" algn="l"/>
              </a:tabLst>
              <a:defRPr sz="1400">
                <a:solidFill>
                  <a:schemeClr val="bg1"/>
                </a:solidFill>
              </a:defRPr>
            </a:lvl9pPr>
          </a:lstStyle>
          <a:p>
            <a:pPr lvl="0"/>
            <a:r>
              <a:rPr lang="en-US"/>
              <a:t>Add Name in the first text level, in the second text level function and in the third address. Use the "Increase/ decrease list level" buttons to switch between the set up text levels</a:t>
            </a:r>
          </a:p>
          <a:p>
            <a:pPr lvl="1"/>
            <a:r>
              <a:rPr lang="en-US"/>
              <a:t>Second level</a:t>
            </a:r>
          </a:p>
          <a:p>
            <a:pPr lvl="2"/>
            <a:r>
              <a:rPr lang="en-US"/>
              <a:t>Third level</a:t>
            </a:r>
          </a:p>
        </p:txBody>
      </p:sp>
      <p:sp>
        <p:nvSpPr>
          <p:cNvPr id="9" name="Foliennummernplatzhalter 8">
            <a:extLst>
              <a:ext uri="{FF2B5EF4-FFF2-40B4-BE49-F238E27FC236}">
                <a16:creationId xmlns:a16="http://schemas.microsoft.com/office/drawing/2014/main" id="{41B27782-384F-041B-A991-2E9D5FCFE582}"/>
              </a:ext>
            </a:extLst>
          </p:cNvPr>
          <p:cNvSpPr>
            <a:spLocks noGrp="1"/>
          </p:cNvSpPr>
          <p:nvPr>
            <p:ph type="sldNum" sz="quarter" idx="22"/>
          </p:nvPr>
        </p:nvSpPr>
        <p:spPr bwMode="gray"/>
        <p:txBody>
          <a:bodyPr/>
          <a:lstStyle>
            <a:lvl1pPr>
              <a:defRPr>
                <a:solidFill>
                  <a:schemeClr val="bg1"/>
                </a:solidFill>
              </a:defRPr>
            </a:lvl1pPr>
          </a:lstStyle>
          <a:p>
            <a:fld id="{DF4E8F9F-5B1F-4F5B-BE49-3245D8C18D9F}" type="slidenum">
              <a:rPr lang="en-US" smtClean="0"/>
              <a:pPr/>
              <a:t>‹#›</a:t>
            </a:fld>
            <a:endParaRPr lang="en-US"/>
          </a:p>
        </p:txBody>
      </p:sp>
      <p:pic>
        <p:nvPicPr>
          <p:cNvPr id="12" name="Grafik 11">
            <a:extLst>
              <a:ext uri="{FF2B5EF4-FFF2-40B4-BE49-F238E27FC236}">
                <a16:creationId xmlns:a16="http://schemas.microsoft.com/office/drawing/2014/main" id="{F2874AFC-74CB-0BE3-BE94-780E6A5A13BB}"/>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2"/>
            <a:ext cx="1234800" cy="372727"/>
          </a:xfrm>
          <a:prstGeom prst="rect">
            <a:avLst/>
          </a:prstGeom>
        </p:spPr>
      </p:pic>
      <p:grpSp>
        <p:nvGrpSpPr>
          <p:cNvPr id="10" name="Group 9">
            <a:extLst>
              <a:ext uri="{FF2B5EF4-FFF2-40B4-BE49-F238E27FC236}">
                <a16:creationId xmlns:a16="http://schemas.microsoft.com/office/drawing/2014/main" id="{7F716648-72D7-19EE-F0D1-88CEC08CBD0B}"/>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4" name="TextBox 13">
              <a:extLst>
                <a:ext uri="{FF2B5EF4-FFF2-40B4-BE49-F238E27FC236}">
                  <a16:creationId xmlns:a16="http://schemas.microsoft.com/office/drawing/2014/main" id="{39292310-B8F7-FC12-65D8-0063132D7C5F}"/>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5" name="Picture 14">
              <a:extLst>
                <a:ext uri="{FF2B5EF4-FFF2-40B4-BE49-F238E27FC236}">
                  <a16:creationId xmlns:a16="http://schemas.microsoft.com/office/drawing/2014/main" id="{35B9F273-16B6-E1DC-FCB9-01E9449EED9E}"/>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16" name="TextBox 15">
              <a:extLst>
                <a:ext uri="{FF2B5EF4-FFF2-40B4-BE49-F238E27FC236}">
                  <a16:creationId xmlns:a16="http://schemas.microsoft.com/office/drawing/2014/main" id="{3CC7B68A-834C-1601-B673-ABE093226632}"/>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860809321"/>
      </p:ext>
    </p:extLst>
  </p:cSld>
  <p:clrMapOvr>
    <a:masterClrMapping/>
  </p:clrMapOvr>
  <p:extLst>
    <p:ext uri="{DCECCB84-F9BA-43D5-87BE-67443E8EF086}">
      <p15:sldGuideLst xmlns:p15="http://schemas.microsoft.com/office/powerpoint/2012/main">
        <p15:guide id="1" pos="3931">
          <p15:clr>
            <a:srgbClr val="FBAE40"/>
          </p15:clr>
        </p15:guide>
        <p15:guide id="2" orient="horz" pos="2137">
          <p15:clr>
            <a:srgbClr val="FBAE40"/>
          </p15:clr>
        </p15:guide>
        <p15:guide id="3" orient="horz" pos="1434">
          <p15:clr>
            <a:srgbClr val="FBAE40"/>
          </p15:clr>
        </p15:guide>
        <p15:guide id="4" pos="3749">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Disclaimer">
    <p:spTree>
      <p:nvGrpSpPr>
        <p:cNvPr id="1" name=""/>
        <p:cNvGrpSpPr/>
        <p:nvPr/>
      </p:nvGrpSpPr>
      <p:grpSpPr>
        <a:xfrm>
          <a:off x="0" y="0"/>
          <a:ext cx="0" cy="0"/>
          <a:chOff x="0" y="0"/>
          <a:chExt cx="0" cy="0"/>
        </a:xfrm>
      </p:grpSpPr>
      <p:sp>
        <p:nvSpPr>
          <p:cNvPr id="8" name="Foliennummernplatzhalter 7">
            <a:extLst>
              <a:ext uri="{FF2B5EF4-FFF2-40B4-BE49-F238E27FC236}">
                <a16:creationId xmlns:a16="http://schemas.microsoft.com/office/drawing/2014/main" id="{E7CA049A-FBC2-2652-22F7-C91C418B0F2E}"/>
              </a:ext>
            </a:extLst>
          </p:cNvPr>
          <p:cNvSpPr>
            <a:spLocks noGrp="1"/>
          </p:cNvSpPr>
          <p:nvPr>
            <p:ph type="sldNum" sz="quarter" idx="11"/>
          </p:nvPr>
        </p:nvSpPr>
        <p:spPr bwMode="gray"/>
        <p:txBody>
          <a:bodyPr/>
          <a:lstStyle/>
          <a:p>
            <a:fld id="{8FF9B0DE-3FEB-4AA0-B465-B80EF7C1333D}" type="slidenum">
              <a:rPr lang="en-US" smtClean="0"/>
              <a:pPr/>
              <a:t>‹#›</a:t>
            </a:fld>
            <a:endParaRPr lang="en-US"/>
          </a:p>
        </p:txBody>
      </p:sp>
      <p:sp>
        <p:nvSpPr>
          <p:cNvPr id="2" name="Rechteck 1">
            <a:extLst>
              <a:ext uri="{FF2B5EF4-FFF2-40B4-BE49-F238E27FC236}">
                <a16:creationId xmlns:a16="http://schemas.microsoft.com/office/drawing/2014/main" id="{3341D3C2-8E8C-C888-7E53-E3465CB0DDEB}"/>
              </a:ext>
            </a:extLst>
          </p:cNvPr>
          <p:cNvSpPr/>
          <p:nvPr userDrawn="1"/>
        </p:nvSpPr>
        <p:spPr bwMode="gray">
          <a:xfrm>
            <a:off x="479426" y="476251"/>
            <a:ext cx="11233151" cy="720000"/>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l"/>
            <a:r>
              <a:rPr lang="en-US" sz="2500" b="1">
                <a:solidFill>
                  <a:schemeClr val="bg2"/>
                </a:solidFill>
                <a:latin typeface="+mj-lt"/>
              </a:rPr>
              <a:t>Disclaimer</a:t>
            </a:r>
          </a:p>
        </p:txBody>
      </p:sp>
      <p:sp>
        <p:nvSpPr>
          <p:cNvPr id="6" name="Inhaltsplatzhalter 18">
            <a:extLst>
              <a:ext uri="{FF2B5EF4-FFF2-40B4-BE49-F238E27FC236}">
                <a16:creationId xmlns:a16="http://schemas.microsoft.com/office/drawing/2014/main" id="{DDE0E452-5F2C-BB59-8DE7-874CECE76ABE}"/>
              </a:ext>
            </a:extLst>
          </p:cNvPr>
          <p:cNvSpPr txBox="1">
            <a:spLocks/>
          </p:cNvSpPr>
          <p:nvPr userDrawn="1"/>
        </p:nvSpPr>
        <p:spPr bwMode="gray">
          <a:xfrm>
            <a:off x="479426" y="1916832"/>
            <a:ext cx="6120631" cy="3456384"/>
          </a:xfrm>
          <a:prstGeom prst="rect">
            <a:avLst/>
          </a:prstGeom>
        </p:spPr>
        <p:txBody>
          <a:bodyPr vert="horz" lIns="0" tIns="0" rIns="0" bIns="0" numCol="1" spcCol="288000" rtlCol="0">
            <a:noAutofit/>
          </a:bodyPr>
          <a:lstStyle>
            <a:lvl1pPr marL="216000" indent="-216000" algn="l" defTabSz="914400" rtl="0" eaLnBrk="1" latinLnBrk="0" hangingPunct="1">
              <a:lnSpc>
                <a:spcPct val="11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lgn="l">
              <a:spcAft>
                <a:spcPts val="1200"/>
              </a:spcAft>
              <a:buFont typeface="Arial" panose="020B0604020202020204" pitchFamily="34" charset="0"/>
              <a:buNone/>
            </a:pPr>
            <a:r>
              <a:rPr lang="en-US" sz="1400"/>
              <a:t>This presentation and its contents are property of Boehringer Ingelheim and are, inter alia, protected by copyright law. Complete or partial passing on to third parties as well as copying, reproduction, publication or any other use by third parties is not permitted.</a:t>
            </a:r>
          </a:p>
        </p:txBody>
      </p:sp>
      <p:sp>
        <p:nvSpPr>
          <p:cNvPr id="10" name="Inhaltsplatzhalter 18">
            <a:extLst>
              <a:ext uri="{FF2B5EF4-FFF2-40B4-BE49-F238E27FC236}">
                <a16:creationId xmlns:a16="http://schemas.microsoft.com/office/drawing/2014/main" id="{7FF0A3E9-BBDF-2079-1E3B-71A2C0AF8B14}"/>
              </a:ext>
            </a:extLst>
          </p:cNvPr>
          <p:cNvSpPr txBox="1">
            <a:spLocks/>
          </p:cNvSpPr>
          <p:nvPr userDrawn="1"/>
        </p:nvSpPr>
        <p:spPr bwMode="gray">
          <a:xfrm>
            <a:off x="475503" y="5697252"/>
            <a:ext cx="8892000" cy="252699"/>
          </a:xfrm>
          <a:prstGeom prst="rect">
            <a:avLst/>
          </a:prstGeom>
        </p:spPr>
        <p:txBody>
          <a:bodyPr vert="horz" lIns="0" tIns="0" rIns="0" bIns="0" rtlCol="0">
            <a:noAutofit/>
          </a:bodyPr>
          <a:lstStyle>
            <a:lvl1pPr marL="216000" indent="-216000" algn="l" defTabSz="914400" rtl="0" eaLnBrk="1" latinLnBrk="0" hangingPunct="1">
              <a:lnSpc>
                <a:spcPct val="11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buFont typeface="Arial" panose="020B0604020202020204" pitchFamily="34" charset="0"/>
              <a:buNone/>
            </a:pPr>
            <a:r>
              <a:rPr lang="en-US" sz="1400"/>
              <a:t> </a:t>
            </a:r>
          </a:p>
        </p:txBody>
      </p:sp>
      <p:sp>
        <p:nvSpPr>
          <p:cNvPr id="11" name="Inhaltsplatzhalter 18">
            <a:extLst>
              <a:ext uri="{FF2B5EF4-FFF2-40B4-BE49-F238E27FC236}">
                <a16:creationId xmlns:a16="http://schemas.microsoft.com/office/drawing/2014/main" id="{74AA0B8D-5EC8-118E-FABE-831281106603}"/>
              </a:ext>
            </a:extLst>
          </p:cNvPr>
          <p:cNvSpPr txBox="1">
            <a:spLocks/>
          </p:cNvSpPr>
          <p:nvPr userDrawn="1"/>
        </p:nvSpPr>
        <p:spPr bwMode="gray">
          <a:xfrm>
            <a:off x="475504" y="1412875"/>
            <a:ext cx="5436555" cy="180020"/>
          </a:xfrm>
          <a:prstGeom prst="rect">
            <a:avLst/>
          </a:prstGeom>
        </p:spPr>
        <p:txBody>
          <a:bodyPr vert="horz" lIns="0" tIns="0" rIns="0" bIns="0" rtlCol="0" anchor="b" anchorCtr="0">
            <a:noAutofit/>
          </a:bodyPr>
          <a:lstStyle>
            <a:lvl1pPr marL="216000" indent="-216000" algn="l" defTabSz="914400" rtl="0" eaLnBrk="1" latinLnBrk="0" hangingPunct="1">
              <a:lnSpc>
                <a:spcPct val="11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lgn="l">
              <a:buFont typeface="Arial" panose="020B0604020202020204" pitchFamily="34" charset="0"/>
              <a:buNone/>
            </a:pPr>
            <a:r>
              <a:rPr lang="en-US" sz="900"/>
              <a:t>© </a:t>
            </a:r>
            <a:fld id="{2F99CDBD-C73A-474F-91D2-EC8081FF32A1}" type="datetimeyyyy">
              <a:rPr lang="en-US" sz="900" smtClean="0"/>
              <a:pPr marL="0" indent="0" algn="l">
                <a:buFont typeface="Arial" panose="020B0604020202020204" pitchFamily="34" charset="0"/>
                <a:buNone/>
              </a:pPr>
              <a:t>2026</a:t>
            </a:fld>
            <a:r>
              <a:rPr lang="en-US" sz="900"/>
              <a:t> Boehringer Ingelheim International GmbH. All rights reserved.</a:t>
            </a:r>
          </a:p>
        </p:txBody>
      </p:sp>
    </p:spTree>
    <p:extLst>
      <p:ext uri="{BB962C8B-B14F-4D97-AF65-F5344CB8AC3E}">
        <p14:creationId xmlns:p14="http://schemas.microsoft.com/office/powerpoint/2010/main" val="3538827094"/>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type="blank">
  <p:cSld name="Leer">
    <p:spTree>
      <p:nvGrpSpPr>
        <p:cNvPr id="1" name=""/>
        <p:cNvGrpSpPr/>
        <p:nvPr/>
      </p:nvGrpSpPr>
      <p:grpSpPr>
        <a:xfrm>
          <a:off x="0" y="0"/>
          <a:ext cx="0" cy="0"/>
          <a:chOff x="0" y="0"/>
          <a:chExt cx="0" cy="0"/>
        </a:xfrm>
      </p:grpSpPr>
      <p:sp>
        <p:nvSpPr>
          <p:cNvPr id="2" name="Datumsplatzhalter 1"/>
          <p:cNvSpPr>
            <a:spLocks noGrp="1"/>
          </p:cNvSpPr>
          <p:nvPr>
            <p:ph type="dt" sz="half" idx="10"/>
          </p:nvPr>
        </p:nvSpPr>
        <p:spPr/>
        <p:txBody>
          <a:bodyPr/>
          <a:lstStyle/>
          <a:p>
            <a:fld id="{0AD1C50B-E8A2-4BF1-8E49-B64B7009FA23}" type="datetime1">
              <a:rPr lang="en-GB" noProof="0" smtClean="0"/>
              <a:t>22/04/2026</a:t>
            </a:fld>
            <a:endParaRPr lang="en-GB" noProof="0"/>
          </a:p>
        </p:txBody>
      </p:sp>
      <p:sp>
        <p:nvSpPr>
          <p:cNvPr id="3" name="Fußzeilenplatzhalter 2"/>
          <p:cNvSpPr>
            <a:spLocks noGrp="1"/>
          </p:cNvSpPr>
          <p:nvPr>
            <p:ph type="ftr" sz="quarter" idx="11"/>
          </p:nvPr>
        </p:nvSpPr>
        <p:spPr>
          <a:xfrm>
            <a:off x="6312024" y="6246836"/>
            <a:ext cx="5040560" cy="288000"/>
          </a:xfrm>
          <a:prstGeom prst="rect">
            <a:avLst/>
          </a:prstGeom>
        </p:spPr>
        <p:txBody>
          <a:bodyPr/>
          <a:lstStyle/>
          <a:p>
            <a:endParaRPr lang="en-GB" noProof="0"/>
          </a:p>
        </p:txBody>
      </p:sp>
      <p:sp>
        <p:nvSpPr>
          <p:cNvPr id="4" name="Foliennummernplatzhalter 3"/>
          <p:cNvSpPr>
            <a:spLocks noGrp="1"/>
          </p:cNvSpPr>
          <p:nvPr>
            <p:ph type="sldNum" sz="quarter" idx="12"/>
          </p:nvPr>
        </p:nvSpPr>
        <p:spPr/>
        <p:txBody>
          <a:bodyPr/>
          <a:lstStyle/>
          <a:p>
            <a:fld id="{143B55C4-4F5A-416B-997D-6CE47EB0A945}" type="slidenum">
              <a:rPr lang="en-GB" noProof="0" smtClean="0"/>
              <a:t>‹#›</a:t>
            </a:fld>
            <a:endParaRPr lang="en-GB" noProof="0"/>
          </a:p>
        </p:txBody>
      </p:sp>
      <p:pic>
        <p:nvPicPr>
          <p:cNvPr id="5" name="Grafik 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85924" y="6485508"/>
            <a:ext cx="840360" cy="254013"/>
          </a:xfrm>
          <a:prstGeom prst="rect">
            <a:avLst/>
          </a:prstGeom>
        </p:spPr>
      </p:pic>
    </p:spTree>
    <p:extLst>
      <p:ext uri="{BB962C8B-B14F-4D97-AF65-F5344CB8AC3E}">
        <p14:creationId xmlns:p14="http://schemas.microsoft.com/office/powerpoint/2010/main" val="25729786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Tree>
    <p:extLst>
      <p:ext uri="{BB962C8B-B14F-4D97-AF65-F5344CB8AC3E}">
        <p14:creationId xmlns:p14="http://schemas.microsoft.com/office/powerpoint/2010/main" val="918535718"/>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userDrawn="1">
  <p:cSld name="56_Title Slide">
    <p:spTree>
      <p:nvGrpSpPr>
        <p:cNvPr id="1" name=""/>
        <p:cNvGrpSpPr/>
        <p:nvPr/>
      </p:nvGrpSpPr>
      <p:grpSpPr>
        <a:xfrm>
          <a:off x="0" y="0"/>
          <a:ext cx="0" cy="0"/>
          <a:chOff x="0" y="0"/>
          <a:chExt cx="0" cy="0"/>
        </a:xfrm>
      </p:grpSpPr>
      <p:sp>
        <p:nvSpPr>
          <p:cNvPr id="7" name="Picture Placeholder 2"/>
          <p:cNvSpPr>
            <a:spLocks noGrp="1"/>
          </p:cNvSpPr>
          <p:nvPr>
            <p:ph type="pic" sz="quarter" idx="11"/>
          </p:nvPr>
        </p:nvSpPr>
        <p:spPr>
          <a:xfrm>
            <a:off x="6583081" y="239892"/>
            <a:ext cx="5300117" cy="6335891"/>
          </a:xfrm>
          <a:custGeom>
            <a:avLst/>
            <a:gdLst/>
            <a:ahLst/>
            <a:cxnLst/>
            <a:rect l="l" t="t" r="r" b="b"/>
            <a:pathLst>
              <a:path w="4335753" h="5183067">
                <a:moveTo>
                  <a:pt x="2624125" y="1178296"/>
                </a:moveTo>
                <a:cubicBezTo>
                  <a:pt x="2698245" y="1173058"/>
                  <a:pt x="2774671" y="1189136"/>
                  <a:pt x="2843864" y="1229085"/>
                </a:cubicBezTo>
                <a:cubicBezTo>
                  <a:pt x="3028381" y="1335615"/>
                  <a:pt x="3091600" y="1571555"/>
                  <a:pt x="2985070" y="1756071"/>
                </a:cubicBezTo>
                <a:lnTo>
                  <a:pt x="1117895" y="4990113"/>
                </a:lnTo>
                <a:cubicBezTo>
                  <a:pt x="1011365" y="5174629"/>
                  <a:pt x="775425" y="5237849"/>
                  <a:pt x="590909" y="5131318"/>
                </a:cubicBezTo>
                <a:cubicBezTo>
                  <a:pt x="406393" y="5024788"/>
                  <a:pt x="343173" y="4788848"/>
                  <a:pt x="449703" y="4604332"/>
                </a:cubicBezTo>
                <a:lnTo>
                  <a:pt x="2316878" y="1370290"/>
                </a:lnTo>
                <a:cubicBezTo>
                  <a:pt x="2383459" y="1254968"/>
                  <a:pt x="2500592" y="1187027"/>
                  <a:pt x="2624125" y="1178296"/>
                </a:cubicBezTo>
                <a:close/>
                <a:moveTo>
                  <a:pt x="3923060" y="861165"/>
                </a:moveTo>
                <a:cubicBezTo>
                  <a:pt x="3997180" y="855927"/>
                  <a:pt x="4073605" y="872005"/>
                  <a:pt x="4142799" y="911954"/>
                </a:cubicBezTo>
                <a:cubicBezTo>
                  <a:pt x="4327315" y="1018484"/>
                  <a:pt x="4390534" y="1254424"/>
                  <a:pt x="4284004" y="1438940"/>
                </a:cubicBezTo>
                <a:lnTo>
                  <a:pt x="2416832" y="4672979"/>
                </a:lnTo>
                <a:cubicBezTo>
                  <a:pt x="2310301" y="4857495"/>
                  <a:pt x="2074361" y="4920715"/>
                  <a:pt x="1889845" y="4814185"/>
                </a:cubicBezTo>
                <a:cubicBezTo>
                  <a:pt x="1705329" y="4707654"/>
                  <a:pt x="1642109" y="4471714"/>
                  <a:pt x="1748639" y="4287198"/>
                </a:cubicBezTo>
                <a:lnTo>
                  <a:pt x="3615812" y="1053159"/>
                </a:lnTo>
                <a:cubicBezTo>
                  <a:pt x="3682394" y="937837"/>
                  <a:pt x="3799525" y="869895"/>
                  <a:pt x="3923060" y="861165"/>
                </a:cubicBezTo>
                <a:close/>
                <a:moveTo>
                  <a:pt x="2226169" y="961"/>
                </a:moveTo>
                <a:cubicBezTo>
                  <a:pt x="2300289" y="-4277"/>
                  <a:pt x="2376714" y="11800"/>
                  <a:pt x="2445908" y="51750"/>
                </a:cubicBezTo>
                <a:cubicBezTo>
                  <a:pt x="2630424" y="158280"/>
                  <a:pt x="2693644" y="394220"/>
                  <a:pt x="2587114" y="578736"/>
                </a:cubicBezTo>
                <a:lnTo>
                  <a:pt x="719942" y="3812773"/>
                </a:lnTo>
                <a:cubicBezTo>
                  <a:pt x="613411" y="3997289"/>
                  <a:pt x="377471" y="4060509"/>
                  <a:pt x="192955" y="3953979"/>
                </a:cubicBezTo>
                <a:cubicBezTo>
                  <a:pt x="8439" y="3847448"/>
                  <a:pt x="-54781" y="3611508"/>
                  <a:pt x="51749" y="3426992"/>
                </a:cubicBezTo>
                <a:lnTo>
                  <a:pt x="1918921" y="192955"/>
                </a:lnTo>
                <a:cubicBezTo>
                  <a:pt x="1985503" y="77633"/>
                  <a:pt x="2102635" y="9691"/>
                  <a:pt x="2226169" y="961"/>
                </a:cubicBezTo>
                <a:close/>
              </a:path>
            </a:pathLst>
          </a:custGeom>
          <a:noFill/>
        </p:spPr>
        <p:txBody>
          <a:bodyPr lIns="68580" tIns="34290" rIns="68580" bIns="34290" anchor="ctr">
            <a:normAutofit/>
          </a:bodyPr>
          <a:lstStyle>
            <a:lvl1pPr marL="0" indent="0" algn="ctr">
              <a:buNone/>
              <a:defRPr sz="1660" baseline="0">
                <a:latin typeface="OPPOSans M" panose="00020600040101010101" pitchFamily="18" charset="-122"/>
                <a:cs typeface="Lato Regular"/>
              </a:defRPr>
            </a:lvl1pPr>
          </a:lstStyle>
          <a:p>
            <a:endParaRPr lang="en-US"/>
          </a:p>
        </p:txBody>
      </p:sp>
    </p:spTree>
    <p:extLst>
      <p:ext uri="{BB962C8B-B14F-4D97-AF65-F5344CB8AC3E}">
        <p14:creationId xmlns:p14="http://schemas.microsoft.com/office/powerpoint/2010/main" val="484171411"/>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userDrawn="1">
  <p:cSld name="标题">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0891F1F4-B9F8-8CFC-C6FD-77C2D4ACAB82}"/>
              </a:ext>
            </a:extLst>
          </p:cNvPr>
          <p:cNvSpPr>
            <a:spLocks noGrp="1"/>
          </p:cNvSpPr>
          <p:nvPr>
            <p:ph type="dt" sz="half" idx="10"/>
          </p:nvPr>
        </p:nvSpPr>
        <p:spPr/>
        <p:txBody>
          <a:bodyPr/>
          <a:lstStyle/>
          <a:p>
            <a:fld id="{5DE66590-3E96-4764-9BF7-697F166BBDD2}" type="datetimeFigureOut">
              <a:rPr lang="zh-CN" altLang="en-US" smtClean="0"/>
              <a:t>2026/4/22</a:t>
            </a:fld>
            <a:endParaRPr lang="zh-CN" altLang="en-US"/>
          </a:p>
        </p:txBody>
      </p:sp>
      <p:sp>
        <p:nvSpPr>
          <p:cNvPr id="3" name="页脚占位符 2">
            <a:extLst>
              <a:ext uri="{FF2B5EF4-FFF2-40B4-BE49-F238E27FC236}">
                <a16:creationId xmlns:a16="http://schemas.microsoft.com/office/drawing/2014/main" id="{AC5AB01F-981A-1245-32FD-CA7ED3F1EF60}"/>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40D059A1-3ADB-385A-0ACA-C3332CFAA1B5}"/>
              </a:ext>
            </a:extLst>
          </p:cNvPr>
          <p:cNvSpPr>
            <a:spLocks noGrp="1"/>
          </p:cNvSpPr>
          <p:nvPr>
            <p:ph type="sldNum" sz="quarter" idx="12"/>
          </p:nvPr>
        </p:nvSpPr>
        <p:spPr/>
        <p:txBody>
          <a:bodyPr/>
          <a:lstStyle/>
          <a:p>
            <a:fld id="{01C16240-A846-4458-80FC-BD33C1EA2FF0}" type="slidenum">
              <a:rPr lang="zh-CN" altLang="en-US" smtClean="0"/>
              <a:t>‹#›</a:t>
            </a:fld>
            <a:endParaRPr lang="zh-CN" altLang="en-US"/>
          </a:p>
        </p:txBody>
      </p:sp>
      <p:sp>
        <p:nvSpPr>
          <p:cNvPr id="6" name="文本占位符 5">
            <a:extLst>
              <a:ext uri="{FF2B5EF4-FFF2-40B4-BE49-F238E27FC236}">
                <a16:creationId xmlns:a16="http://schemas.microsoft.com/office/drawing/2014/main" id="{A7B5850D-D735-46B9-D260-373560190F41}"/>
              </a:ext>
            </a:extLst>
          </p:cNvPr>
          <p:cNvSpPr>
            <a:spLocks noGrp="1"/>
          </p:cNvSpPr>
          <p:nvPr>
            <p:ph type="body" sz="quarter" idx="13"/>
          </p:nvPr>
        </p:nvSpPr>
        <p:spPr>
          <a:xfrm>
            <a:off x="442913" y="454025"/>
            <a:ext cx="9600579" cy="398571"/>
          </a:xfrm>
        </p:spPr>
        <p:txBody>
          <a:bodyPr lIns="0" tIns="0" rIns="0" bIns="0" anchor="b" anchorCtr="0">
            <a:spAutoFit/>
          </a:bodyPr>
          <a:lstStyle>
            <a:lvl1pPr marL="0" indent="0">
              <a:buNone/>
              <a:defRPr lang="zh-CN" altLang="en-US" dirty="0">
                <a:gradFill>
                  <a:gsLst>
                    <a:gs pos="0">
                      <a:schemeClr val="accent1"/>
                    </a:gs>
                    <a:gs pos="100000">
                      <a:schemeClr val="accent1">
                        <a:lumMod val="75000"/>
                      </a:schemeClr>
                    </a:gs>
                  </a:gsLst>
                  <a:lin ang="2700000" scaled="1"/>
                </a:gradFill>
                <a:latin typeface="+mj-ea"/>
                <a:ea typeface="+mj-ea"/>
              </a:defRPr>
            </a:lvl1pPr>
          </a:lstStyle>
          <a:p>
            <a:pPr lvl="0"/>
            <a:r>
              <a:rPr lang="zh-CN" altLang="en-US"/>
              <a:t>单击此处编辑母版文本样式</a:t>
            </a:r>
          </a:p>
        </p:txBody>
      </p:sp>
    </p:spTree>
    <p:extLst>
      <p:ext uri="{BB962C8B-B14F-4D97-AF65-F5344CB8AC3E}">
        <p14:creationId xmlns:p14="http://schemas.microsoft.com/office/powerpoint/2010/main" val="76031404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userDrawn="1">
  <p:cSld name="3_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1" y="274638"/>
            <a:ext cx="10972800" cy="582595"/>
          </a:xfrm>
          <a:prstGeom prst="rect">
            <a:avLst/>
          </a:prstGeom>
        </p:spPr>
        <p:txBody>
          <a:bodyPr lIns="91429" tIns="45715" rIns="91429" bIns="45715" anchor="ctr" anchorCtr="0"/>
          <a:lstStyle>
            <a:lvl1pPr algn="l">
              <a:defRPr sz="2880">
                <a:solidFill>
                  <a:schemeClr val="accent1"/>
                </a:solidFill>
                <a:latin typeface="+mj-ea"/>
                <a:ea typeface="+mj-ea"/>
              </a:defRPr>
            </a:lvl1pPr>
          </a:lstStyle>
          <a:p>
            <a:r>
              <a:rPr lang="zh-CN" altLang="en-US"/>
              <a:t>单击此处编辑母版标题样式</a:t>
            </a:r>
          </a:p>
        </p:txBody>
      </p:sp>
      <p:sp>
        <p:nvSpPr>
          <p:cNvPr id="7" name="内容占位符 2"/>
          <p:cNvSpPr>
            <a:spLocks noGrp="1"/>
          </p:cNvSpPr>
          <p:nvPr>
            <p:ph idx="1"/>
          </p:nvPr>
        </p:nvSpPr>
        <p:spPr>
          <a:xfrm>
            <a:off x="609601" y="988219"/>
            <a:ext cx="10972800" cy="5184000"/>
          </a:xfrm>
          <a:prstGeom prst="rect">
            <a:avLst/>
          </a:prstGeom>
        </p:spPr>
        <p:txBody>
          <a:bodyPr lIns="91429" tIns="45715" rIns="91429" bIns="45715"/>
          <a:lstStyle>
            <a:lvl1pPr>
              <a:defRPr sz="1920">
                <a:latin typeface="+mj-ea"/>
                <a:ea typeface="+mj-ea"/>
              </a:defRPr>
            </a:lvl1pPr>
            <a:lvl2pPr>
              <a:defRPr sz="1920">
                <a:latin typeface="+mj-ea"/>
                <a:ea typeface="+mj-ea"/>
              </a:defRPr>
            </a:lvl2pPr>
            <a:lvl3pPr>
              <a:defRPr sz="1680">
                <a:latin typeface="+mj-ea"/>
                <a:ea typeface="+mj-ea"/>
              </a:defRPr>
            </a:lvl3pPr>
            <a:lvl4pPr>
              <a:defRPr sz="1680">
                <a:latin typeface="+mj-ea"/>
                <a:ea typeface="+mj-ea"/>
              </a:defRPr>
            </a:lvl4pPr>
            <a:lvl5pPr>
              <a:defRPr sz="1680">
                <a:latin typeface="+mj-ea"/>
                <a:ea typeface="+mj-ea"/>
              </a:defRPr>
            </a:lvl5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文本占位符 11"/>
          <p:cNvSpPr>
            <a:spLocks noGrp="1"/>
          </p:cNvSpPr>
          <p:nvPr>
            <p:ph type="body" sz="quarter" idx="10" hasCustomPrompt="1"/>
          </p:nvPr>
        </p:nvSpPr>
        <p:spPr>
          <a:xfrm>
            <a:off x="609605" y="6467588"/>
            <a:ext cx="8462726" cy="318256"/>
          </a:xfrm>
          <a:prstGeom prst="rect">
            <a:avLst/>
          </a:prstGeom>
        </p:spPr>
        <p:txBody>
          <a:bodyPr lIns="76179" tIns="38089" rIns="76179" bIns="38089" anchor="ctr"/>
          <a:lstStyle>
            <a:lvl1pPr marL="0" indent="0">
              <a:buNone/>
              <a:defRPr kumimoji="0" lang="zh-CN" altLang="en-US" sz="1200" b="0" i="0" u="none" strike="noStrike" kern="0" cap="none" spc="0" normalizeH="0" baseline="0" noProof="0" dirty="0" smtClean="0">
                <a:ln>
                  <a:noFill/>
                </a:ln>
                <a:solidFill>
                  <a:schemeClr val="tx1"/>
                </a:solidFill>
                <a:effectLst/>
                <a:uLnTx/>
                <a:uFillTx/>
                <a:latin typeface="+mj-ea"/>
                <a:ea typeface="+mj-ea"/>
                <a:cs typeface="+mn-cs"/>
              </a:defRPr>
            </a:lvl1pPr>
          </a:lstStyle>
          <a:p>
            <a:pPr lvl="0"/>
            <a:r>
              <a:rPr lang="zh-CN" altLang="en-US"/>
              <a:t>数据来源：</a:t>
            </a:r>
          </a:p>
        </p:txBody>
      </p:sp>
    </p:spTree>
    <p:extLst>
      <p:ext uri="{BB962C8B-B14F-4D97-AF65-F5344CB8AC3E}">
        <p14:creationId xmlns:p14="http://schemas.microsoft.com/office/powerpoint/2010/main" val="1133051680"/>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userDrawn="1">
  <p:cSld name="6_标题和内容">
    <p:spTree>
      <p:nvGrpSpPr>
        <p:cNvPr id="1" name=""/>
        <p:cNvGrpSpPr/>
        <p:nvPr/>
      </p:nvGrpSpPr>
      <p:grpSpPr>
        <a:xfrm>
          <a:off x="0" y="0"/>
          <a:ext cx="0" cy="0"/>
          <a:chOff x="0" y="0"/>
          <a:chExt cx="0" cy="0"/>
        </a:xfrm>
      </p:grpSpPr>
      <p:sp>
        <p:nvSpPr>
          <p:cNvPr id="4" name="标题 1"/>
          <p:cNvSpPr>
            <a:spLocks noGrp="1"/>
          </p:cNvSpPr>
          <p:nvPr>
            <p:ph type="title"/>
          </p:nvPr>
        </p:nvSpPr>
        <p:spPr>
          <a:xfrm>
            <a:off x="609601" y="274638"/>
            <a:ext cx="10972800" cy="582595"/>
          </a:xfrm>
          <a:prstGeom prst="rect">
            <a:avLst/>
          </a:prstGeom>
        </p:spPr>
        <p:txBody>
          <a:bodyPr lIns="91429" tIns="45715" rIns="91429" bIns="45715" anchor="ctr" anchorCtr="0"/>
          <a:lstStyle>
            <a:lvl1pPr algn="l">
              <a:defRPr sz="2880">
                <a:solidFill>
                  <a:schemeClr val="accent1"/>
                </a:solidFill>
                <a:latin typeface="+mj-ea"/>
                <a:ea typeface="+mj-ea"/>
              </a:defRPr>
            </a:lvl1pPr>
          </a:lstStyle>
          <a:p>
            <a:r>
              <a:rPr lang="zh-CN" altLang="en-US"/>
              <a:t>单击此处编辑母版标题样式</a:t>
            </a:r>
          </a:p>
        </p:txBody>
      </p:sp>
      <p:sp>
        <p:nvSpPr>
          <p:cNvPr id="8" name="文本占位符 11"/>
          <p:cNvSpPr>
            <a:spLocks noGrp="1"/>
          </p:cNvSpPr>
          <p:nvPr>
            <p:ph type="body" sz="quarter" idx="10" hasCustomPrompt="1"/>
          </p:nvPr>
        </p:nvSpPr>
        <p:spPr>
          <a:xfrm>
            <a:off x="609605" y="6467588"/>
            <a:ext cx="8462726" cy="318256"/>
          </a:xfrm>
          <a:prstGeom prst="rect">
            <a:avLst/>
          </a:prstGeom>
        </p:spPr>
        <p:txBody>
          <a:bodyPr lIns="76179" tIns="38089" rIns="76179" bIns="38089" anchor="ctr"/>
          <a:lstStyle>
            <a:lvl1pPr marL="0" indent="0">
              <a:buNone/>
              <a:defRPr kumimoji="0" lang="zh-CN" altLang="en-US" sz="1200" b="0" i="0" u="none" strike="noStrike" kern="0" cap="none" spc="0" normalizeH="0" baseline="0" noProof="0" dirty="0" smtClean="0">
                <a:ln>
                  <a:noFill/>
                </a:ln>
                <a:solidFill>
                  <a:schemeClr val="tx1"/>
                </a:solidFill>
                <a:effectLst/>
                <a:uLnTx/>
                <a:uFillTx/>
                <a:latin typeface="+mj-ea"/>
                <a:ea typeface="+mj-ea"/>
                <a:cs typeface="+mn-cs"/>
              </a:defRPr>
            </a:lvl1pPr>
          </a:lstStyle>
          <a:p>
            <a:pPr lvl="0"/>
            <a:r>
              <a:rPr lang="zh-CN" altLang="en-US"/>
              <a:t>数据来源：</a:t>
            </a:r>
          </a:p>
        </p:txBody>
      </p:sp>
    </p:spTree>
    <p:extLst>
      <p:ext uri="{BB962C8B-B14F-4D97-AF65-F5344CB8AC3E}">
        <p14:creationId xmlns:p14="http://schemas.microsoft.com/office/powerpoint/2010/main" val="2374362201"/>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1_Agenda alternative">
    <p:bg bwMode="blackWhite">
      <p:bgPr>
        <a:solidFill>
          <a:schemeClr val="bg2"/>
        </a:solidFill>
        <a:effectLst/>
      </p:bgPr>
    </p:bg>
    <p:spTree>
      <p:nvGrpSpPr>
        <p:cNvPr id="1" name=""/>
        <p:cNvGrpSpPr/>
        <p:nvPr/>
      </p:nvGrpSpPr>
      <p:grpSpPr>
        <a:xfrm>
          <a:off x="0" y="0"/>
          <a:ext cx="0" cy="0"/>
          <a:chOff x="0" y="0"/>
          <a:chExt cx="0" cy="0"/>
        </a:xfrm>
      </p:grpSpPr>
      <p:sp>
        <p:nvSpPr>
          <p:cNvPr id="5" name="Titel 4">
            <a:extLst>
              <a:ext uri="{FF2B5EF4-FFF2-40B4-BE49-F238E27FC236}">
                <a16:creationId xmlns:a16="http://schemas.microsoft.com/office/drawing/2014/main" id="{21F75BC8-F612-2B70-B801-672E4369F889}"/>
              </a:ext>
            </a:extLst>
          </p:cNvPr>
          <p:cNvSpPr>
            <a:spLocks noGrp="1"/>
          </p:cNvSpPr>
          <p:nvPr>
            <p:ph type="title" hasCustomPrompt="1"/>
          </p:nvPr>
        </p:nvSpPr>
        <p:spPr bwMode="gray"/>
        <p:txBody>
          <a:bodyPr/>
          <a:lstStyle>
            <a:lvl1pPr>
              <a:defRPr>
                <a:solidFill>
                  <a:schemeClr val="tx2"/>
                </a:solidFill>
              </a:defRPr>
            </a:lvl1pPr>
          </a:lstStyle>
          <a:p>
            <a:r>
              <a:rPr lang="en-US"/>
              <a:t>Add agenda title</a:t>
            </a:r>
          </a:p>
        </p:txBody>
      </p:sp>
      <p:sp>
        <p:nvSpPr>
          <p:cNvPr id="6" name="Fußzeilenplatzhalter 5">
            <a:extLst>
              <a:ext uri="{FF2B5EF4-FFF2-40B4-BE49-F238E27FC236}">
                <a16:creationId xmlns:a16="http://schemas.microsoft.com/office/drawing/2014/main" id="{BA817014-5BFC-469F-98F9-387F1D269363}"/>
              </a:ext>
            </a:extLst>
          </p:cNvPr>
          <p:cNvSpPr>
            <a:spLocks noGrp="1"/>
          </p:cNvSpPr>
          <p:nvPr>
            <p:ph type="ftr" sz="quarter" idx="16"/>
          </p:nvPr>
        </p:nvSpPr>
        <p:spPr bwMode="gray">
          <a:xfrm>
            <a:off x="6312024" y="6246836"/>
            <a:ext cx="5040560" cy="288000"/>
          </a:xfrm>
          <a:prstGeom prst="rect">
            <a:avLst/>
          </a:prstGeom>
        </p:spPr>
        <p:txBody>
          <a:bodyPr/>
          <a:lstStyle>
            <a:lvl1pPr>
              <a:defRPr>
                <a:solidFill>
                  <a:schemeClr val="bg1"/>
                </a:solidFill>
              </a:defRPr>
            </a:lvl1pPr>
          </a:lstStyle>
          <a:p>
            <a:r>
              <a:rPr lang="en-US"/>
              <a:t>Presentation title    |    ONLY FOR INTERNAL USE</a:t>
            </a:r>
          </a:p>
        </p:txBody>
      </p:sp>
      <p:sp>
        <p:nvSpPr>
          <p:cNvPr id="7" name="Foliennummernplatzhalter 6">
            <a:extLst>
              <a:ext uri="{FF2B5EF4-FFF2-40B4-BE49-F238E27FC236}">
                <a16:creationId xmlns:a16="http://schemas.microsoft.com/office/drawing/2014/main" id="{BF4CBD4C-0F49-F57C-9B27-DEC864627EEC}"/>
              </a:ext>
            </a:extLst>
          </p:cNvPr>
          <p:cNvSpPr>
            <a:spLocks noGrp="1"/>
          </p:cNvSpPr>
          <p:nvPr>
            <p:ph type="sldNum" sz="quarter" idx="17"/>
          </p:nvPr>
        </p:nvSpPr>
        <p:spPr bwMode="gray"/>
        <p:txBody>
          <a:bodyPr/>
          <a:lstStyle>
            <a:lvl1pPr>
              <a:defRPr>
                <a:solidFill>
                  <a:schemeClr val="bg1"/>
                </a:solidFill>
              </a:defRPr>
            </a:lvl1pPr>
          </a:lstStyle>
          <a:p>
            <a:fld id="{8FF9B0DE-3FEB-4AA0-B465-B80EF7C1333D}" type="slidenum">
              <a:rPr lang="en-US" smtClean="0"/>
              <a:pPr/>
              <a:t>‹#›</a:t>
            </a:fld>
            <a:endParaRPr lang="en-US"/>
          </a:p>
        </p:txBody>
      </p:sp>
      <p:sp>
        <p:nvSpPr>
          <p:cNvPr id="15" name="Textplatzhalter 8">
            <a:extLst>
              <a:ext uri="{FF2B5EF4-FFF2-40B4-BE49-F238E27FC236}">
                <a16:creationId xmlns:a16="http://schemas.microsoft.com/office/drawing/2014/main" id="{4C4A6E80-CB53-4D72-1B7B-3500815C4B7B}"/>
              </a:ext>
            </a:extLst>
          </p:cNvPr>
          <p:cNvSpPr>
            <a:spLocks noGrp="1"/>
          </p:cNvSpPr>
          <p:nvPr>
            <p:ph type="body" sz="quarter" idx="48" hasCustomPrompt="1"/>
          </p:nvPr>
        </p:nvSpPr>
        <p:spPr bwMode="white">
          <a:xfrm>
            <a:off x="479480" y="1412776"/>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9" name="Textplatzhalter 8">
            <a:extLst>
              <a:ext uri="{FF2B5EF4-FFF2-40B4-BE49-F238E27FC236}">
                <a16:creationId xmlns:a16="http://schemas.microsoft.com/office/drawing/2014/main" id="{7E03331E-BAE6-FE9A-0655-4888C3038D4F}"/>
              </a:ext>
            </a:extLst>
          </p:cNvPr>
          <p:cNvSpPr>
            <a:spLocks noGrp="1"/>
          </p:cNvSpPr>
          <p:nvPr>
            <p:ph type="body" sz="quarter" idx="18" hasCustomPrompt="1"/>
          </p:nvPr>
        </p:nvSpPr>
        <p:spPr bwMode="gray">
          <a:xfrm>
            <a:off x="1485715" y="1412776"/>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26" name="Textplatzhalter 8">
            <a:extLst>
              <a:ext uri="{FF2B5EF4-FFF2-40B4-BE49-F238E27FC236}">
                <a16:creationId xmlns:a16="http://schemas.microsoft.com/office/drawing/2014/main" id="{54A84130-BB18-0BA4-1EE9-823C0DB98D2B}"/>
              </a:ext>
            </a:extLst>
          </p:cNvPr>
          <p:cNvSpPr>
            <a:spLocks noGrp="1"/>
          </p:cNvSpPr>
          <p:nvPr>
            <p:ph type="body" sz="quarter" idx="30" hasCustomPrompt="1"/>
          </p:nvPr>
        </p:nvSpPr>
        <p:spPr bwMode="white">
          <a:xfrm>
            <a:off x="479480" y="2529951"/>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27" name="Textplatzhalter 8">
            <a:extLst>
              <a:ext uri="{FF2B5EF4-FFF2-40B4-BE49-F238E27FC236}">
                <a16:creationId xmlns:a16="http://schemas.microsoft.com/office/drawing/2014/main" id="{208F9C79-09A7-4EEA-9FFB-C9B3089CC82C}"/>
              </a:ext>
            </a:extLst>
          </p:cNvPr>
          <p:cNvSpPr>
            <a:spLocks noGrp="1"/>
          </p:cNvSpPr>
          <p:nvPr>
            <p:ph type="body" sz="quarter" idx="31" hasCustomPrompt="1"/>
          </p:nvPr>
        </p:nvSpPr>
        <p:spPr bwMode="white">
          <a:xfrm>
            <a:off x="479376" y="3646075"/>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28" name="Textplatzhalter 8">
            <a:extLst>
              <a:ext uri="{FF2B5EF4-FFF2-40B4-BE49-F238E27FC236}">
                <a16:creationId xmlns:a16="http://schemas.microsoft.com/office/drawing/2014/main" id="{07B81727-F8CD-3444-26FB-0954D4A41441}"/>
              </a:ext>
            </a:extLst>
          </p:cNvPr>
          <p:cNvSpPr>
            <a:spLocks noGrp="1"/>
          </p:cNvSpPr>
          <p:nvPr>
            <p:ph type="body" sz="quarter" idx="32" hasCustomPrompt="1"/>
          </p:nvPr>
        </p:nvSpPr>
        <p:spPr bwMode="white">
          <a:xfrm>
            <a:off x="479376" y="4762199"/>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30" name="Textplatzhalter 8">
            <a:extLst>
              <a:ext uri="{FF2B5EF4-FFF2-40B4-BE49-F238E27FC236}">
                <a16:creationId xmlns:a16="http://schemas.microsoft.com/office/drawing/2014/main" id="{176E8A7C-F934-3053-3346-B9C0DDCB28B0}"/>
              </a:ext>
            </a:extLst>
          </p:cNvPr>
          <p:cNvSpPr>
            <a:spLocks noGrp="1"/>
          </p:cNvSpPr>
          <p:nvPr>
            <p:ph type="body" sz="quarter" idx="34" hasCustomPrompt="1"/>
          </p:nvPr>
        </p:nvSpPr>
        <p:spPr bwMode="white">
          <a:xfrm>
            <a:off x="6252635" y="1412776"/>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34" name="Textplatzhalter 8">
            <a:extLst>
              <a:ext uri="{FF2B5EF4-FFF2-40B4-BE49-F238E27FC236}">
                <a16:creationId xmlns:a16="http://schemas.microsoft.com/office/drawing/2014/main" id="{6F35D68B-9EA2-1F5E-DBD3-B9F93C1D90B9}"/>
              </a:ext>
            </a:extLst>
          </p:cNvPr>
          <p:cNvSpPr>
            <a:spLocks noGrp="1"/>
          </p:cNvSpPr>
          <p:nvPr>
            <p:ph type="body" sz="quarter" idx="38" hasCustomPrompt="1"/>
          </p:nvPr>
        </p:nvSpPr>
        <p:spPr bwMode="white">
          <a:xfrm>
            <a:off x="6252531" y="2529951"/>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35" name="Textplatzhalter 8">
            <a:extLst>
              <a:ext uri="{FF2B5EF4-FFF2-40B4-BE49-F238E27FC236}">
                <a16:creationId xmlns:a16="http://schemas.microsoft.com/office/drawing/2014/main" id="{C0AE24B1-32EB-BCA7-7B48-261B6399A0A5}"/>
              </a:ext>
            </a:extLst>
          </p:cNvPr>
          <p:cNvSpPr>
            <a:spLocks noGrp="1"/>
          </p:cNvSpPr>
          <p:nvPr>
            <p:ph type="body" sz="quarter" idx="39" hasCustomPrompt="1"/>
          </p:nvPr>
        </p:nvSpPr>
        <p:spPr bwMode="white">
          <a:xfrm>
            <a:off x="6252427" y="3646075"/>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36" name="Textplatzhalter 8">
            <a:extLst>
              <a:ext uri="{FF2B5EF4-FFF2-40B4-BE49-F238E27FC236}">
                <a16:creationId xmlns:a16="http://schemas.microsoft.com/office/drawing/2014/main" id="{A942C4DD-370F-53DC-9980-04DA927CBB92}"/>
              </a:ext>
            </a:extLst>
          </p:cNvPr>
          <p:cNvSpPr>
            <a:spLocks noGrp="1"/>
          </p:cNvSpPr>
          <p:nvPr>
            <p:ph type="body" sz="quarter" idx="40" hasCustomPrompt="1"/>
          </p:nvPr>
        </p:nvSpPr>
        <p:spPr bwMode="white">
          <a:xfrm>
            <a:off x="6252427" y="4762199"/>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2" name="Textplatzhalter 8">
            <a:extLst>
              <a:ext uri="{FF2B5EF4-FFF2-40B4-BE49-F238E27FC236}">
                <a16:creationId xmlns:a16="http://schemas.microsoft.com/office/drawing/2014/main" id="{FE96CCAE-DEB1-05B2-23F4-80296F42DC33}"/>
              </a:ext>
            </a:extLst>
          </p:cNvPr>
          <p:cNvSpPr>
            <a:spLocks noGrp="1"/>
          </p:cNvSpPr>
          <p:nvPr>
            <p:ph type="body" sz="quarter" idx="41" hasCustomPrompt="1"/>
          </p:nvPr>
        </p:nvSpPr>
        <p:spPr bwMode="gray">
          <a:xfrm>
            <a:off x="1485715" y="2529315"/>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3" name="Textplatzhalter 8">
            <a:extLst>
              <a:ext uri="{FF2B5EF4-FFF2-40B4-BE49-F238E27FC236}">
                <a16:creationId xmlns:a16="http://schemas.microsoft.com/office/drawing/2014/main" id="{A507323D-32FF-D21E-0B11-BE50DD3C09B2}"/>
              </a:ext>
            </a:extLst>
          </p:cNvPr>
          <p:cNvSpPr>
            <a:spLocks noGrp="1"/>
          </p:cNvSpPr>
          <p:nvPr>
            <p:ph type="body" sz="quarter" idx="42" hasCustomPrompt="1"/>
          </p:nvPr>
        </p:nvSpPr>
        <p:spPr bwMode="gray">
          <a:xfrm>
            <a:off x="1485715" y="3645279"/>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8" name="Textplatzhalter 8">
            <a:extLst>
              <a:ext uri="{FF2B5EF4-FFF2-40B4-BE49-F238E27FC236}">
                <a16:creationId xmlns:a16="http://schemas.microsoft.com/office/drawing/2014/main" id="{7E31A785-5524-76BF-9060-B6AA5B0F30E7}"/>
              </a:ext>
            </a:extLst>
          </p:cNvPr>
          <p:cNvSpPr>
            <a:spLocks noGrp="1"/>
          </p:cNvSpPr>
          <p:nvPr>
            <p:ph type="body" sz="quarter" idx="43" hasCustomPrompt="1"/>
          </p:nvPr>
        </p:nvSpPr>
        <p:spPr bwMode="gray">
          <a:xfrm>
            <a:off x="1485715" y="4761244"/>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10" name="Textplatzhalter 8">
            <a:extLst>
              <a:ext uri="{FF2B5EF4-FFF2-40B4-BE49-F238E27FC236}">
                <a16:creationId xmlns:a16="http://schemas.microsoft.com/office/drawing/2014/main" id="{EFEA4E51-2FA4-4753-1997-132CFAA3ED77}"/>
              </a:ext>
            </a:extLst>
          </p:cNvPr>
          <p:cNvSpPr>
            <a:spLocks noGrp="1"/>
          </p:cNvSpPr>
          <p:nvPr>
            <p:ph type="body" sz="quarter" idx="44" hasCustomPrompt="1"/>
          </p:nvPr>
        </p:nvSpPr>
        <p:spPr bwMode="gray">
          <a:xfrm>
            <a:off x="7248624" y="1412776"/>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12" name="Textplatzhalter 8">
            <a:extLst>
              <a:ext uri="{FF2B5EF4-FFF2-40B4-BE49-F238E27FC236}">
                <a16:creationId xmlns:a16="http://schemas.microsoft.com/office/drawing/2014/main" id="{AB9A186C-679D-438B-04CB-003052B11225}"/>
              </a:ext>
            </a:extLst>
          </p:cNvPr>
          <p:cNvSpPr>
            <a:spLocks noGrp="1"/>
          </p:cNvSpPr>
          <p:nvPr>
            <p:ph type="body" sz="quarter" idx="45" hasCustomPrompt="1"/>
          </p:nvPr>
        </p:nvSpPr>
        <p:spPr bwMode="gray">
          <a:xfrm>
            <a:off x="7248624" y="2529315"/>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13" name="Textplatzhalter 8">
            <a:extLst>
              <a:ext uri="{FF2B5EF4-FFF2-40B4-BE49-F238E27FC236}">
                <a16:creationId xmlns:a16="http://schemas.microsoft.com/office/drawing/2014/main" id="{5442791C-C3FF-9B10-DCFF-2C95FAD1ACA5}"/>
              </a:ext>
            </a:extLst>
          </p:cNvPr>
          <p:cNvSpPr>
            <a:spLocks noGrp="1"/>
          </p:cNvSpPr>
          <p:nvPr>
            <p:ph type="body" sz="quarter" idx="46" hasCustomPrompt="1"/>
          </p:nvPr>
        </p:nvSpPr>
        <p:spPr bwMode="gray">
          <a:xfrm>
            <a:off x="7248624" y="3645279"/>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14" name="Textplatzhalter 8">
            <a:extLst>
              <a:ext uri="{FF2B5EF4-FFF2-40B4-BE49-F238E27FC236}">
                <a16:creationId xmlns:a16="http://schemas.microsoft.com/office/drawing/2014/main" id="{0EB776AE-0143-C85F-03FB-98448F3729D0}"/>
              </a:ext>
            </a:extLst>
          </p:cNvPr>
          <p:cNvSpPr>
            <a:spLocks noGrp="1"/>
          </p:cNvSpPr>
          <p:nvPr>
            <p:ph type="body" sz="quarter" idx="47" hasCustomPrompt="1"/>
          </p:nvPr>
        </p:nvSpPr>
        <p:spPr bwMode="gray">
          <a:xfrm>
            <a:off x="7248624" y="4761244"/>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pic>
        <p:nvPicPr>
          <p:cNvPr id="4" name="Grafik 3">
            <a:extLst>
              <a:ext uri="{FF2B5EF4-FFF2-40B4-BE49-F238E27FC236}">
                <a16:creationId xmlns:a16="http://schemas.microsoft.com/office/drawing/2014/main" id="{6FF19CC3-3A21-2383-F22A-797AA780005E}"/>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2"/>
            <a:ext cx="1234800" cy="372727"/>
          </a:xfrm>
          <a:prstGeom prst="rect">
            <a:avLst/>
          </a:prstGeom>
        </p:spPr>
      </p:pic>
    </p:spTree>
    <p:extLst>
      <p:ext uri="{BB962C8B-B14F-4D97-AF65-F5344CB8AC3E}">
        <p14:creationId xmlns:p14="http://schemas.microsoft.com/office/powerpoint/2010/main" val="2690338559"/>
      </p:ext>
    </p:extLst>
  </p:cSld>
  <p:clrMapOvr>
    <a:masterClrMapping/>
  </p:clrMapOvr>
  <p:extLst>
    <p:ext uri="{DCECCB84-F9BA-43D5-87BE-67443E8EF086}">
      <p15:sldGuideLst xmlns:p15="http://schemas.microsoft.com/office/powerpoint/2012/main">
        <p15:guide id="3" pos="3749">
          <p15:clr>
            <a:srgbClr val="FBAE40"/>
          </p15:clr>
        </p15:guide>
        <p15:guide id="5" pos="3931">
          <p15:clr>
            <a:srgbClr val="FBAE40"/>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1_Chapter divider (2)">
    <p:bg>
      <p:bgPr>
        <a:solidFill>
          <a:schemeClr val="bg2"/>
        </a:solidFill>
        <a:effectLst/>
      </p:bgPr>
    </p:bg>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a:xfrm>
            <a:off x="479424" y="1412875"/>
            <a:ext cx="7632701" cy="1799861"/>
          </a:xfrm>
        </p:spPr>
        <p:txBody>
          <a:bodyPr anchor="b"/>
          <a:lstStyle>
            <a:lvl1pPr>
              <a:defRPr sz="4000">
                <a:solidFill>
                  <a:schemeClr val="tx2"/>
                </a:solidFill>
              </a:defRPr>
            </a:lvl1pPr>
          </a:lstStyle>
          <a:p>
            <a:r>
              <a:rPr lang="en-US"/>
              <a:t>Name of the current chapter</a:t>
            </a:r>
          </a:p>
        </p:txBody>
      </p:sp>
      <p:sp>
        <p:nvSpPr>
          <p:cNvPr id="9" name="Untertitel 2">
            <a:extLst>
              <a:ext uri="{FF2B5EF4-FFF2-40B4-BE49-F238E27FC236}">
                <a16:creationId xmlns:a16="http://schemas.microsoft.com/office/drawing/2014/main" id="{CB53F2D2-D116-44C8-A3EF-21A6F6DBA4E3}"/>
              </a:ext>
            </a:extLst>
          </p:cNvPr>
          <p:cNvSpPr>
            <a:spLocks noGrp="1"/>
          </p:cNvSpPr>
          <p:nvPr>
            <p:ph type="subTitle" idx="14" hasCustomPrompt="1"/>
          </p:nvPr>
        </p:nvSpPr>
        <p:spPr bwMode="gray">
          <a:xfrm>
            <a:off x="479424" y="3573016"/>
            <a:ext cx="7632701" cy="792088"/>
          </a:xfrm>
        </p:spPr>
        <p:txBody>
          <a:bodyPr/>
          <a:lstStyle>
            <a:lvl1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1pPr>
            <a:lvl2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2pPr>
            <a:lvl3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3pPr>
            <a:lvl4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4pPr>
            <a:lvl5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5pPr>
            <a:lvl6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6pPr>
            <a:lvl7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7pPr>
            <a:lvl8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8pPr>
            <a:lvl9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9pPr>
          </a:lstStyle>
          <a:p>
            <a:r>
              <a:rPr lang="en-US"/>
              <a:t>Optional short description</a:t>
            </a:r>
          </a:p>
        </p:txBody>
      </p:sp>
      <p:sp>
        <p:nvSpPr>
          <p:cNvPr id="7" name="Foliennummernplatzhalter 6">
            <a:extLst>
              <a:ext uri="{FF2B5EF4-FFF2-40B4-BE49-F238E27FC236}">
                <a16:creationId xmlns:a16="http://schemas.microsoft.com/office/drawing/2014/main" id="{8EAAE6E7-1373-8040-C96B-B3A08A84CE2A}"/>
              </a:ext>
            </a:extLst>
          </p:cNvPr>
          <p:cNvSpPr>
            <a:spLocks noGrp="1"/>
          </p:cNvSpPr>
          <p:nvPr>
            <p:ph type="sldNum" sz="quarter" idx="16"/>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4" name="Grafik 3">
            <a:extLst>
              <a:ext uri="{FF2B5EF4-FFF2-40B4-BE49-F238E27FC236}">
                <a16:creationId xmlns:a16="http://schemas.microsoft.com/office/drawing/2014/main" id="{7E3CE082-8BE8-42AC-F40F-87B704B7B141}"/>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2"/>
            <a:ext cx="1234800" cy="372727"/>
          </a:xfrm>
          <a:prstGeom prst="rect">
            <a:avLst/>
          </a:prstGeom>
        </p:spPr>
      </p:pic>
      <p:sp>
        <p:nvSpPr>
          <p:cNvPr id="8" name="Fußzeilenplatzhalter 7">
            <a:extLst>
              <a:ext uri="{FF2B5EF4-FFF2-40B4-BE49-F238E27FC236}">
                <a16:creationId xmlns:a16="http://schemas.microsoft.com/office/drawing/2014/main" id="{C09303A1-9EA9-72D7-63F5-E6B6F685FAE0}"/>
              </a:ext>
            </a:extLst>
          </p:cNvPr>
          <p:cNvSpPr>
            <a:spLocks noGrp="1"/>
          </p:cNvSpPr>
          <p:nvPr>
            <p:ph type="ftr" sz="quarter" idx="19"/>
          </p:nvPr>
        </p:nvSpPr>
        <p:spPr bwMode="gray">
          <a:xfrm>
            <a:off x="6312024" y="6246836"/>
            <a:ext cx="5040560" cy="288000"/>
          </a:xfrm>
          <a:prstGeom prst="rect">
            <a:avLst/>
          </a:prstGeom>
        </p:spPr>
        <p:txBody>
          <a:bodyPr/>
          <a:lstStyle>
            <a:lvl1pPr>
              <a:defRPr>
                <a:solidFill>
                  <a:schemeClr val="bg1"/>
                </a:solidFill>
              </a:defRPr>
            </a:lvl1pPr>
          </a:lstStyle>
          <a:p>
            <a:r>
              <a:rPr lang="en-US"/>
              <a:t>Presentation title    |    ONLY FOR INTERNAL USE</a:t>
            </a:r>
          </a:p>
        </p:txBody>
      </p:sp>
    </p:spTree>
    <p:extLst>
      <p:ext uri="{BB962C8B-B14F-4D97-AF65-F5344CB8AC3E}">
        <p14:creationId xmlns:p14="http://schemas.microsoft.com/office/powerpoint/2010/main" val="443716678"/>
      </p:ext>
    </p:extLst>
  </p:cSld>
  <p:clrMapOvr>
    <a:masterClrMapping/>
  </p:clrMapOvr>
  <p:extLst>
    <p:ext uri="{DCECCB84-F9BA-43D5-87BE-67443E8EF086}">
      <p15:sldGuideLst xmlns:p15="http://schemas.microsoft.com/office/powerpoint/2012/main">
        <p15:guide id="3" orient="horz" pos="2024">
          <p15:clr>
            <a:srgbClr val="FBAE40"/>
          </p15:clr>
        </p15:guide>
        <p15:guide id="4" orient="horz" pos="2251">
          <p15:clr>
            <a:srgbClr val="FBAE40"/>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1_Chapter divider (image)">
    <p:bg>
      <p:bgPr>
        <a:solidFill>
          <a:schemeClr val="bg2"/>
        </a:solidFill>
        <a:effectLst/>
      </p:bgPr>
    </p:bg>
    <p:spTree>
      <p:nvGrpSpPr>
        <p:cNvPr id="1" name=""/>
        <p:cNvGrpSpPr/>
        <p:nvPr/>
      </p:nvGrpSpPr>
      <p:grpSpPr>
        <a:xfrm>
          <a:off x="0" y="0"/>
          <a:ext cx="0" cy="0"/>
          <a:chOff x="0" y="0"/>
          <a:chExt cx="0" cy="0"/>
        </a:xfrm>
      </p:grpSpPr>
      <p:sp>
        <p:nvSpPr>
          <p:cNvPr id="8" name="Bildplatzhalter 10">
            <a:extLst>
              <a:ext uri="{FF2B5EF4-FFF2-40B4-BE49-F238E27FC236}">
                <a16:creationId xmlns:a16="http://schemas.microsoft.com/office/drawing/2014/main" id="{47C26184-1D1B-92B8-25CF-5F2442C1A0BD}"/>
              </a:ext>
            </a:extLst>
          </p:cNvPr>
          <p:cNvSpPr>
            <a:spLocks noGrp="1"/>
          </p:cNvSpPr>
          <p:nvPr>
            <p:ph type="pic" sz="quarter" idx="10" hasCustomPrompt="1"/>
          </p:nvPr>
        </p:nvSpPr>
        <p:spPr bwMode="gray">
          <a:xfrm>
            <a:off x="6096000" y="0"/>
            <a:ext cx="6096000"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2" name="Titel 1"/>
          <p:cNvSpPr>
            <a:spLocks noGrp="1"/>
          </p:cNvSpPr>
          <p:nvPr>
            <p:ph type="title" hasCustomPrompt="1"/>
          </p:nvPr>
        </p:nvSpPr>
        <p:spPr bwMode="gray">
          <a:xfrm>
            <a:off x="479426" y="1412875"/>
            <a:ext cx="5329239" cy="1799861"/>
          </a:xfrm>
        </p:spPr>
        <p:txBody>
          <a:bodyPr anchor="b"/>
          <a:lstStyle>
            <a:lvl1pPr>
              <a:defRPr sz="4000">
                <a:solidFill>
                  <a:schemeClr val="tx2"/>
                </a:solidFill>
              </a:defRPr>
            </a:lvl1pPr>
          </a:lstStyle>
          <a:p>
            <a:r>
              <a:rPr lang="en-US"/>
              <a:t>Name of the current chapter</a:t>
            </a:r>
          </a:p>
        </p:txBody>
      </p:sp>
      <p:sp>
        <p:nvSpPr>
          <p:cNvPr id="9" name="Untertitel 2">
            <a:extLst>
              <a:ext uri="{FF2B5EF4-FFF2-40B4-BE49-F238E27FC236}">
                <a16:creationId xmlns:a16="http://schemas.microsoft.com/office/drawing/2014/main" id="{CB53F2D2-D116-44C8-A3EF-21A6F6DBA4E3}"/>
              </a:ext>
            </a:extLst>
          </p:cNvPr>
          <p:cNvSpPr>
            <a:spLocks noGrp="1"/>
          </p:cNvSpPr>
          <p:nvPr>
            <p:ph type="subTitle" idx="14" hasCustomPrompt="1"/>
          </p:nvPr>
        </p:nvSpPr>
        <p:spPr bwMode="gray">
          <a:xfrm>
            <a:off x="479426" y="3573016"/>
            <a:ext cx="5329239" cy="792088"/>
          </a:xfrm>
        </p:spPr>
        <p:txBody>
          <a:bodyPr/>
          <a:lstStyle>
            <a:lvl1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1pPr>
            <a:lvl2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2pPr>
            <a:lvl3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3pPr>
            <a:lvl4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4pPr>
            <a:lvl5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5pPr>
            <a:lvl6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6pPr>
            <a:lvl7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7pPr>
            <a:lvl8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8pPr>
            <a:lvl9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9pPr>
          </a:lstStyle>
          <a:p>
            <a:r>
              <a:rPr lang="en-US"/>
              <a:t>Optional short description</a:t>
            </a:r>
          </a:p>
        </p:txBody>
      </p:sp>
      <p:sp>
        <p:nvSpPr>
          <p:cNvPr id="7" name="Foliennummernplatzhalter 6">
            <a:extLst>
              <a:ext uri="{FF2B5EF4-FFF2-40B4-BE49-F238E27FC236}">
                <a16:creationId xmlns:a16="http://schemas.microsoft.com/office/drawing/2014/main" id="{8EAAE6E7-1373-8040-C96B-B3A08A84CE2A}"/>
              </a:ext>
            </a:extLst>
          </p:cNvPr>
          <p:cNvSpPr>
            <a:spLocks noGrp="1"/>
          </p:cNvSpPr>
          <p:nvPr>
            <p:ph type="sldNum" sz="quarter" idx="16"/>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5" name="Grafik 4">
            <a:extLst>
              <a:ext uri="{FF2B5EF4-FFF2-40B4-BE49-F238E27FC236}">
                <a16:creationId xmlns:a16="http://schemas.microsoft.com/office/drawing/2014/main" id="{EE7772F2-FA6E-58A9-9E00-5407C4C6D9D5}"/>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2"/>
            <a:ext cx="1234800" cy="372727"/>
          </a:xfrm>
          <a:prstGeom prst="rect">
            <a:avLst/>
          </a:prstGeom>
        </p:spPr>
      </p:pic>
      <p:sp>
        <p:nvSpPr>
          <p:cNvPr id="12" name="Fußzeilenplatzhalter 11">
            <a:extLst>
              <a:ext uri="{FF2B5EF4-FFF2-40B4-BE49-F238E27FC236}">
                <a16:creationId xmlns:a16="http://schemas.microsoft.com/office/drawing/2014/main" id="{0118AE22-AF85-0585-B755-09D18B404308}"/>
              </a:ext>
            </a:extLst>
          </p:cNvPr>
          <p:cNvSpPr>
            <a:spLocks noGrp="1"/>
          </p:cNvSpPr>
          <p:nvPr>
            <p:ph type="ftr" sz="quarter" idx="19"/>
          </p:nvPr>
        </p:nvSpPr>
        <p:spPr bwMode="gray">
          <a:xfrm>
            <a:off x="6312024" y="6246836"/>
            <a:ext cx="5040560" cy="288000"/>
          </a:xfrm>
          <a:prstGeom prst="rect">
            <a:avLst/>
          </a:prstGeom>
        </p:spPr>
        <p:txBody>
          <a:bodyPr/>
          <a:lstStyle>
            <a:lvl1pPr>
              <a:defRPr>
                <a:solidFill>
                  <a:schemeClr val="bg1"/>
                </a:solidFill>
              </a:defRPr>
            </a:lvl1pPr>
          </a:lstStyle>
          <a:p>
            <a:r>
              <a:rPr lang="en-US"/>
              <a:t>Presentation title    |    ONLY FOR INTERNAL USE</a:t>
            </a:r>
          </a:p>
        </p:txBody>
      </p:sp>
      <p:grpSp>
        <p:nvGrpSpPr>
          <p:cNvPr id="16" name="Group 15">
            <a:extLst>
              <a:ext uri="{FF2B5EF4-FFF2-40B4-BE49-F238E27FC236}">
                <a16:creationId xmlns:a16="http://schemas.microsoft.com/office/drawing/2014/main" id="{D2D34356-34F3-1E89-4AAB-FD152C5E058C}"/>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7" name="TextBox 16">
              <a:extLst>
                <a:ext uri="{FF2B5EF4-FFF2-40B4-BE49-F238E27FC236}">
                  <a16:creationId xmlns:a16="http://schemas.microsoft.com/office/drawing/2014/main" id="{D4B81AAF-FF1D-EDCE-0A83-D65DAC7945BD}"/>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8" name="Picture 17">
              <a:extLst>
                <a:ext uri="{FF2B5EF4-FFF2-40B4-BE49-F238E27FC236}">
                  <a16:creationId xmlns:a16="http://schemas.microsoft.com/office/drawing/2014/main" id="{B75A2EF2-D131-D1B0-F40E-2A5462A47C56}"/>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19" name="TextBox 18">
              <a:extLst>
                <a:ext uri="{FF2B5EF4-FFF2-40B4-BE49-F238E27FC236}">
                  <a16:creationId xmlns:a16="http://schemas.microsoft.com/office/drawing/2014/main" id="{1D861B26-9995-6295-D8D1-F6113B2A85D8}"/>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3796755888"/>
      </p:ext>
    </p:extLst>
  </p:cSld>
  <p:clrMapOvr>
    <a:masterClrMapping/>
  </p:clrMapOvr>
  <p:extLst>
    <p:ext uri="{DCECCB84-F9BA-43D5-87BE-67443E8EF086}">
      <p15:sldGuideLst xmlns:p15="http://schemas.microsoft.com/office/powerpoint/2012/main">
        <p15:guide id="1" pos="3840">
          <p15:clr>
            <a:srgbClr val="FBAE40"/>
          </p15:clr>
        </p15:guide>
        <p15:guide id="2" orient="horz" pos="2024">
          <p15:clr>
            <a:srgbClr val="FBAE40"/>
          </p15:clr>
        </p15:guide>
        <p15:guide id="3" orient="horz" pos="2251">
          <p15:clr>
            <a:srgbClr val="FBAE40"/>
          </p15:clr>
        </p15:guide>
      </p15:sldGuideLst>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1_One content dark">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479426" y="1412876"/>
            <a:ext cx="11233151" cy="4392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9" name="Fußzeilenplatzhalter 8">
            <a:extLst>
              <a:ext uri="{FF2B5EF4-FFF2-40B4-BE49-F238E27FC236}">
                <a16:creationId xmlns:a16="http://schemas.microsoft.com/office/drawing/2014/main" id="{DD2A017B-395B-34E7-2458-B410A50C8516}"/>
              </a:ext>
            </a:extLst>
          </p:cNvPr>
          <p:cNvSpPr>
            <a:spLocks noGrp="1"/>
          </p:cNvSpPr>
          <p:nvPr>
            <p:ph type="ftr" sz="quarter" idx="14"/>
          </p:nvPr>
        </p:nvSpPr>
        <p:spPr bwMode="gray">
          <a:xfrm>
            <a:off x="6312024" y="6246836"/>
            <a:ext cx="5040560" cy="288000"/>
          </a:xfrm>
          <a:prstGeom prst="rect">
            <a:avLst/>
          </a:prstGeom>
        </p:spPr>
        <p:txBody>
          <a:bodyPr/>
          <a:lstStyle>
            <a:lvl1pPr>
              <a:defRPr>
                <a:solidFill>
                  <a:schemeClr val="bg1"/>
                </a:solidFill>
              </a:defRPr>
            </a:lvl1pPr>
          </a:lstStyle>
          <a:p>
            <a:r>
              <a:rPr lang="en-US"/>
              <a:t>Presentation title    |    ONLY FOR INTERNAL USE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6" name="Grafik 5">
            <a:extLst>
              <a:ext uri="{FF2B5EF4-FFF2-40B4-BE49-F238E27FC236}">
                <a16:creationId xmlns:a16="http://schemas.microsoft.com/office/drawing/2014/main" id="{655943AA-9582-D43E-426E-499CC57E5187}"/>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2"/>
            <a:ext cx="1234800" cy="372727"/>
          </a:xfrm>
          <a:prstGeom prst="rect">
            <a:avLst/>
          </a:prstGeom>
        </p:spPr>
      </p:pic>
    </p:spTree>
    <p:extLst>
      <p:ext uri="{BB962C8B-B14F-4D97-AF65-F5344CB8AC3E}">
        <p14:creationId xmlns:p14="http://schemas.microsoft.com/office/powerpoint/2010/main" val="1600243311"/>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1_Content and margin (2)">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5421"/>
            <a:ext cx="7380288"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425" y="1412875"/>
            <a:ext cx="7380288"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2" name="Textplatzhalter 7">
            <a:extLst>
              <a:ext uri="{FF2B5EF4-FFF2-40B4-BE49-F238E27FC236}">
                <a16:creationId xmlns:a16="http://schemas.microsoft.com/office/drawing/2014/main" id="{08582CA4-7CD5-7812-627E-FD2D9C55D890}"/>
              </a:ext>
            </a:extLst>
          </p:cNvPr>
          <p:cNvSpPr>
            <a:spLocks noGrp="1"/>
          </p:cNvSpPr>
          <p:nvPr>
            <p:ph type="body" sz="quarter" idx="13" hasCustomPrompt="1"/>
          </p:nvPr>
        </p:nvSpPr>
        <p:spPr bwMode="gray">
          <a:xfrm>
            <a:off x="480000" y="5805280"/>
            <a:ext cx="7380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4" name="Rechteck 3">
            <a:extLst>
              <a:ext uri="{FF2B5EF4-FFF2-40B4-BE49-F238E27FC236}">
                <a16:creationId xmlns:a16="http://schemas.microsoft.com/office/drawing/2014/main" id="{24688781-42AD-2AB8-7E4B-B07DF616297A}"/>
              </a:ext>
              <a:ext uri="{C183D7F6-B498-43B3-948B-1728B52AA6E4}">
                <adec:decorative xmlns:adec="http://schemas.microsoft.com/office/drawing/2017/decorative" val="1"/>
              </a:ext>
            </a:extLst>
          </p:cNvPr>
          <p:cNvSpPr/>
          <p:nvPr userDrawn="1"/>
        </p:nvSpPr>
        <p:spPr bwMode="gray">
          <a:xfrm>
            <a:off x="8617200" y="0"/>
            <a:ext cx="3574800" cy="6858000"/>
          </a:xfrm>
          <a:prstGeom prst="rect">
            <a:avLst/>
          </a:prstGeom>
          <a:solidFill>
            <a:srgbClr val="E5E3DE"/>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5" name="Inhaltsplatzhalter 2">
            <a:extLst>
              <a:ext uri="{FF2B5EF4-FFF2-40B4-BE49-F238E27FC236}">
                <a16:creationId xmlns:a16="http://schemas.microsoft.com/office/drawing/2014/main" id="{86302274-F93B-1846-038E-F2D91EC79A58}"/>
              </a:ext>
            </a:extLst>
          </p:cNvPr>
          <p:cNvSpPr>
            <a:spLocks noGrp="1"/>
          </p:cNvSpPr>
          <p:nvPr>
            <p:ph idx="16" hasCustomPrompt="1"/>
          </p:nvPr>
        </p:nvSpPr>
        <p:spPr bwMode="gray">
          <a:xfrm>
            <a:off x="8904624" y="476671"/>
            <a:ext cx="2808000" cy="5472000"/>
          </a:xfrm>
          <a:noFill/>
        </p:spPr>
        <p:txBody>
          <a:bodyPr lIns="0" tIns="0" rIns="0"/>
          <a:lstStyle>
            <a:lvl1pPr>
              <a:defRPr sz="1200">
                <a:solidFill>
                  <a:schemeClr val="bg2"/>
                </a:solidFill>
              </a:defRPr>
            </a:lvl1pPr>
            <a:lvl2pPr>
              <a:defRPr sz="1200">
                <a:solidFill>
                  <a:schemeClr val="bg2"/>
                </a:solidFill>
              </a:defRPr>
            </a:lvl2pPr>
            <a:lvl3pPr>
              <a:defRPr sz="1200">
                <a:solidFill>
                  <a:schemeClr val="bg2"/>
                </a:solidFill>
              </a:defRPr>
            </a:lvl3pPr>
            <a:lvl4pPr>
              <a:defRPr sz="1200">
                <a:solidFill>
                  <a:schemeClr val="bg2"/>
                </a:solidFill>
              </a:defRPr>
            </a:lvl4pPr>
            <a:lvl5pPr marL="791980" indent="-215995">
              <a:defRPr sz="1200">
                <a:solidFill>
                  <a:schemeClr val="bg2"/>
                </a:solidFill>
              </a:defRPr>
            </a:lvl5pPr>
            <a:lvl6pPr marL="791980" indent="-215995">
              <a:defRPr sz="1200">
                <a:solidFill>
                  <a:schemeClr val="bg2"/>
                </a:solidFill>
              </a:defRPr>
            </a:lvl6pPr>
            <a:lvl7pPr marL="791980" indent="-215995">
              <a:defRPr sz="1200">
                <a:solidFill>
                  <a:schemeClr val="bg2"/>
                </a:solidFill>
              </a:defRPr>
            </a:lvl7pPr>
            <a:lvl8pPr marL="791980" indent="-215995">
              <a:defRPr sz="1200">
                <a:solidFill>
                  <a:schemeClr val="bg2"/>
                </a:solidFill>
              </a:defRPr>
            </a:lvl8pPr>
            <a:lvl9pPr marL="791980" indent="-215995">
              <a:defRPr sz="1200">
                <a:solidFill>
                  <a:schemeClr val="bg2"/>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10" name="Foliennummernplatzhalter 9">
            <a:extLst>
              <a:ext uri="{FF2B5EF4-FFF2-40B4-BE49-F238E27FC236}">
                <a16:creationId xmlns:a16="http://schemas.microsoft.com/office/drawing/2014/main" id="{72FCF5F4-CA3B-1BFB-C58A-7D430F5E452D}"/>
              </a:ext>
            </a:extLst>
          </p:cNvPr>
          <p:cNvSpPr>
            <a:spLocks noGrp="1"/>
          </p:cNvSpPr>
          <p:nvPr>
            <p:ph type="sldNum" sz="quarter" idx="18"/>
          </p:nvPr>
        </p:nvSpPr>
        <p:spPr bwMode="gray">
          <a:xfrm>
            <a:off x="11424592" y="6246836"/>
            <a:ext cx="288000" cy="288000"/>
          </a:xfrm>
        </p:spPr>
        <p:txBody>
          <a:bodyPr/>
          <a:lstStyle/>
          <a:p>
            <a:fld id="{8FF9B0DE-3FEB-4AA0-B465-B80EF7C1333D}" type="slidenum">
              <a:rPr lang="en-US" smtClean="0"/>
              <a:pPr/>
              <a:t>‹#›</a:t>
            </a:fld>
            <a:endParaRPr lang="en-US"/>
          </a:p>
        </p:txBody>
      </p:sp>
      <p:sp>
        <p:nvSpPr>
          <p:cNvPr id="7" name="Fußzeilenplatzhalter 6">
            <a:extLst>
              <a:ext uri="{FF2B5EF4-FFF2-40B4-BE49-F238E27FC236}">
                <a16:creationId xmlns:a16="http://schemas.microsoft.com/office/drawing/2014/main" id="{44FD59F4-1C7D-3239-B386-71AF16CE89A6}"/>
              </a:ext>
            </a:extLst>
          </p:cNvPr>
          <p:cNvSpPr>
            <a:spLocks noGrp="1"/>
          </p:cNvSpPr>
          <p:nvPr>
            <p:ph type="ftr" sz="quarter" idx="19"/>
          </p:nvPr>
        </p:nvSpPr>
        <p:spPr bwMode="gray">
          <a:xfrm>
            <a:off x="8904624" y="6246836"/>
            <a:ext cx="2447960" cy="288000"/>
          </a:xfrm>
          <a:prstGeom prst="rect">
            <a:avLst/>
          </a:prstGeom>
        </p:spPr>
        <p:txBody>
          <a:bodyPr/>
          <a:lstStyle/>
          <a:p>
            <a:r>
              <a:rPr lang="en-US"/>
              <a:t>Presentation title    |    </a:t>
            </a:r>
          </a:p>
          <a:p>
            <a:r>
              <a:rPr lang="en-US"/>
              <a:t>ONLY FOR INTERNAL USE</a:t>
            </a:r>
          </a:p>
        </p:txBody>
      </p:sp>
      <p:sp>
        <p:nvSpPr>
          <p:cNvPr id="6" name="Arrow: Pentagon 5">
            <a:extLst>
              <a:ext uri="{FF2B5EF4-FFF2-40B4-BE49-F238E27FC236}">
                <a16:creationId xmlns:a16="http://schemas.microsoft.com/office/drawing/2014/main" id="{D538B7FC-6B3A-8F3A-BBDC-1EEFED308F78}"/>
              </a:ext>
            </a:extLst>
          </p:cNvPr>
          <p:cNvSpPr/>
          <p:nvPr userDrawn="1"/>
        </p:nvSpPr>
        <p:spPr bwMode="gray">
          <a:xfrm flipH="1">
            <a:off x="12216880" y="6165344"/>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title first line, classification second line</a:t>
            </a:r>
            <a:endParaRPr lang="en-US" sz="800" b="1">
              <a:solidFill>
                <a:srgbClr val="076D7E"/>
              </a:solidFill>
              <a:latin typeface="+mj-lt"/>
            </a:endParaRPr>
          </a:p>
        </p:txBody>
      </p:sp>
    </p:spTree>
    <p:extLst>
      <p:ext uri="{BB962C8B-B14F-4D97-AF65-F5344CB8AC3E}">
        <p14:creationId xmlns:p14="http://schemas.microsoft.com/office/powerpoint/2010/main" val="1431202928"/>
      </p:ext>
    </p:extLst>
  </p:cSld>
  <p:clrMapOvr>
    <a:masterClrMapping/>
  </p:clrMapOvr>
  <p:extLst>
    <p:ext uri="{DCECCB84-F9BA-43D5-87BE-67443E8EF086}">
      <p15:sldGuideLst xmlns:p15="http://schemas.microsoft.com/office/powerpoint/2012/main">
        <p15:guide id="1" pos="5133">
          <p15:clr>
            <a:srgbClr val="FBAE40"/>
          </p15:clr>
        </p15:guide>
        <p15:guide id="2" pos="4951">
          <p15:clr>
            <a:srgbClr val="FBAE40"/>
          </p15:clr>
        </p15:guide>
      </p15:sldGuideLst>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1_Two contents">
    <p:spTree>
      <p:nvGrpSpPr>
        <p:cNvPr id="1" name=""/>
        <p:cNvGrpSpPr/>
        <p:nvPr/>
      </p:nvGrpSpPr>
      <p:grpSpPr>
        <a:xfrm>
          <a:off x="0" y="0"/>
          <a:ext cx="0" cy="0"/>
          <a:chOff x="0" y="0"/>
          <a:chExt cx="0" cy="0"/>
        </a:xfrm>
      </p:grpSpPr>
      <p:sp>
        <p:nvSpPr>
          <p:cNvPr id="5" name="Titel 4">
            <a:extLst>
              <a:ext uri="{FF2B5EF4-FFF2-40B4-BE49-F238E27FC236}">
                <a16:creationId xmlns:a16="http://schemas.microsoft.com/office/drawing/2014/main" id="{B969D033-1776-30E3-34FB-6D433A2B3D1E}"/>
              </a:ext>
            </a:extLst>
          </p:cNvPr>
          <p:cNvSpPr>
            <a:spLocks noGrp="1"/>
          </p:cNvSpPr>
          <p:nvPr>
            <p:ph type="title" hasCustomPrompt="1"/>
          </p:nvPr>
        </p:nvSpPr>
        <p:spPr bwMode="gray"/>
        <p:txBody>
          <a:bodyPr/>
          <a:lstStyle/>
          <a:p>
            <a:r>
              <a:rPr lang="en-US"/>
              <a:t>Mastertitelformat bearbeiten</a:t>
            </a:r>
          </a:p>
        </p:txBody>
      </p:sp>
      <p:sp>
        <p:nvSpPr>
          <p:cNvPr id="3" name="Inhaltsplatzhalter 2"/>
          <p:cNvSpPr>
            <a:spLocks noGrp="1"/>
          </p:cNvSpPr>
          <p:nvPr>
            <p:ph idx="1" hasCustomPrompt="1"/>
          </p:nvPr>
        </p:nvSpPr>
        <p:spPr bwMode="gray">
          <a:xfrm>
            <a:off x="479425" y="1412876"/>
            <a:ext cx="5472115"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2" name="Inhaltsplatzhalter 2">
            <a:extLst>
              <a:ext uri="{FF2B5EF4-FFF2-40B4-BE49-F238E27FC236}">
                <a16:creationId xmlns:a16="http://schemas.microsoft.com/office/drawing/2014/main" id="{BADB063E-26C4-805D-BAFD-D98A9ADF74B2}"/>
              </a:ext>
            </a:extLst>
          </p:cNvPr>
          <p:cNvSpPr>
            <a:spLocks noGrp="1"/>
          </p:cNvSpPr>
          <p:nvPr>
            <p:ph idx="16" hasCustomPrompt="1"/>
          </p:nvPr>
        </p:nvSpPr>
        <p:spPr bwMode="gray">
          <a:xfrm>
            <a:off x="6240461" y="1412876"/>
            <a:ext cx="5472115"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p>
            <a:fld id="{8FF9B0DE-3FEB-4AA0-B465-B80EF7C1333D}" type="slidenum">
              <a:rPr lang="en-US" smtClean="0"/>
              <a:pPr/>
              <a:t>‹#›</a:t>
            </a:fld>
            <a:endParaRPr lang="en-US"/>
          </a:p>
        </p:txBody>
      </p:sp>
      <p:sp>
        <p:nvSpPr>
          <p:cNvPr id="7" name="Fußzeilenplatzhalter 6">
            <a:extLst>
              <a:ext uri="{FF2B5EF4-FFF2-40B4-BE49-F238E27FC236}">
                <a16:creationId xmlns:a16="http://schemas.microsoft.com/office/drawing/2014/main" id="{183299EF-0735-B377-A1A9-0068F4589F5F}"/>
              </a:ext>
            </a:extLst>
          </p:cNvPr>
          <p:cNvSpPr>
            <a:spLocks noGrp="1"/>
          </p:cNvSpPr>
          <p:nvPr>
            <p:ph type="ftr" sz="quarter" idx="21"/>
          </p:nvPr>
        </p:nvSpPr>
        <p:spPr bwMode="gray">
          <a:xfrm>
            <a:off x="6312024" y="6246836"/>
            <a:ext cx="5040560" cy="288000"/>
          </a:xfrm>
          <a:prstGeom prst="rect">
            <a:avLst/>
          </a:prstGeom>
        </p:spPr>
        <p:txBody>
          <a:bodyPr/>
          <a:lstStyle/>
          <a:p>
            <a:r>
              <a:rPr lang="en-US"/>
              <a:t>Presentation title    |    ONLY FOR INTERNAL USE</a:t>
            </a:r>
          </a:p>
        </p:txBody>
      </p:sp>
    </p:spTree>
    <p:extLst>
      <p:ext uri="{BB962C8B-B14F-4D97-AF65-F5344CB8AC3E}">
        <p14:creationId xmlns:p14="http://schemas.microsoft.com/office/powerpoint/2010/main" val="159838371"/>
      </p:ext>
    </p:extLst>
  </p:cSld>
  <p:clrMapOvr>
    <a:masterClrMapping/>
  </p:clrMapOvr>
  <p:extLst>
    <p:ext uri="{DCECCB84-F9BA-43D5-87BE-67443E8EF086}">
      <p15:sldGuideLst xmlns:p15="http://schemas.microsoft.com/office/powerpoint/2012/main">
        <p15:guide id="1" pos="3749">
          <p15:clr>
            <a:srgbClr val="FBAE40"/>
          </p15:clr>
        </p15:guide>
        <p15:guide id="2" pos="3931">
          <p15:clr>
            <a:srgbClr val="FBAE40"/>
          </p15:clr>
        </p15:guide>
      </p15:sldGuideLst>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1_Three contents">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833" y="1413223"/>
            <a:ext cx="3563939"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2" name="Inhaltsplatzhalter 2">
            <a:extLst>
              <a:ext uri="{FF2B5EF4-FFF2-40B4-BE49-F238E27FC236}">
                <a16:creationId xmlns:a16="http://schemas.microsoft.com/office/drawing/2014/main" id="{BADB063E-26C4-805D-BAFD-D98A9ADF74B2}"/>
              </a:ext>
            </a:extLst>
          </p:cNvPr>
          <p:cNvSpPr>
            <a:spLocks noGrp="1"/>
          </p:cNvSpPr>
          <p:nvPr>
            <p:ph idx="16" hasCustomPrompt="1"/>
          </p:nvPr>
        </p:nvSpPr>
        <p:spPr bwMode="gray">
          <a:xfrm>
            <a:off x="4332289" y="1412876"/>
            <a:ext cx="3527425"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4" name="Inhaltsplatzhalter 2">
            <a:extLst>
              <a:ext uri="{FF2B5EF4-FFF2-40B4-BE49-F238E27FC236}">
                <a16:creationId xmlns:a16="http://schemas.microsoft.com/office/drawing/2014/main" id="{D1B68FCE-197A-6E5E-0E54-04837565753A}"/>
              </a:ext>
            </a:extLst>
          </p:cNvPr>
          <p:cNvSpPr>
            <a:spLocks noGrp="1"/>
          </p:cNvSpPr>
          <p:nvPr>
            <p:ph idx="17" hasCustomPrompt="1"/>
          </p:nvPr>
        </p:nvSpPr>
        <p:spPr bwMode="gray">
          <a:xfrm>
            <a:off x="8148640" y="1412876"/>
            <a:ext cx="3563937"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p>
            <a:fld id="{8FF9B0DE-3FEB-4AA0-B465-B80EF7C1333D}" type="slidenum">
              <a:rPr lang="en-US" smtClean="0"/>
              <a:pPr/>
              <a:t>‹#›</a:t>
            </a:fld>
            <a:endParaRPr lang="en-US"/>
          </a:p>
        </p:txBody>
      </p:sp>
      <p:sp>
        <p:nvSpPr>
          <p:cNvPr id="8" name="Textplatzhalter 7"/>
          <p:cNvSpPr>
            <a:spLocks noGrp="1"/>
          </p:cNvSpPr>
          <p:nvPr>
            <p:ph type="body" sz="quarter" idx="13" hasCustomPrompt="1"/>
          </p:nvPr>
        </p:nvSpPr>
        <p:spPr bwMode="gray">
          <a:xfrm>
            <a:off x="480000"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7" name="Fußzeilenplatzhalter 6">
            <a:extLst>
              <a:ext uri="{FF2B5EF4-FFF2-40B4-BE49-F238E27FC236}">
                <a16:creationId xmlns:a16="http://schemas.microsoft.com/office/drawing/2014/main" id="{8C2E740B-CD4F-8BDC-2C1B-D377B1F6FC20}"/>
              </a:ext>
            </a:extLst>
          </p:cNvPr>
          <p:cNvSpPr>
            <a:spLocks noGrp="1"/>
          </p:cNvSpPr>
          <p:nvPr>
            <p:ph type="ftr" sz="quarter" idx="21"/>
          </p:nvPr>
        </p:nvSpPr>
        <p:spPr bwMode="gray">
          <a:xfrm>
            <a:off x="6312024" y="6246836"/>
            <a:ext cx="5040560" cy="288000"/>
          </a:xfrm>
          <a:prstGeom prst="rect">
            <a:avLst/>
          </a:prstGeom>
        </p:spPr>
        <p:txBody>
          <a:bodyPr/>
          <a:lstStyle/>
          <a:p>
            <a:r>
              <a:rPr lang="en-US"/>
              <a:t>Presentation title    |    ONLY FOR INTERNAL USE</a:t>
            </a:r>
          </a:p>
        </p:txBody>
      </p:sp>
    </p:spTree>
    <p:extLst>
      <p:ext uri="{BB962C8B-B14F-4D97-AF65-F5344CB8AC3E}">
        <p14:creationId xmlns:p14="http://schemas.microsoft.com/office/powerpoint/2010/main" val="812306177"/>
      </p:ext>
    </p:extLst>
  </p:cSld>
  <p:clrMapOvr>
    <a:masterClrMapping/>
  </p:clrMapOvr>
  <p:extLst>
    <p:ext uri="{DCECCB84-F9BA-43D5-87BE-67443E8EF086}">
      <p15:sldGuideLst xmlns:p15="http://schemas.microsoft.com/office/powerpoint/2012/main">
        <p15:guide id="1" pos="2547">
          <p15:clr>
            <a:srgbClr val="FBAE40"/>
          </p15:clr>
        </p15:guide>
        <p15:guide id="2" pos="4951">
          <p15:clr>
            <a:srgbClr val="FBAE40"/>
          </p15:clr>
        </p15:guide>
        <p15:guide id="3" pos="2729">
          <p15:clr>
            <a:srgbClr val="FBAE40"/>
          </p15:clr>
        </p15:guide>
        <p15:guide id="4" pos="5133">
          <p15:clr>
            <a:srgbClr val="FBAE40"/>
          </p15:clr>
        </p15:guide>
      </p15:sldGuideLst>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1_Content and image">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425" y="1412876"/>
            <a:ext cx="3563939"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8" name="Textplatzhalter 7"/>
          <p:cNvSpPr>
            <a:spLocks noGrp="1"/>
          </p:cNvSpPr>
          <p:nvPr>
            <p:ph type="body" sz="quarter" idx="13" hasCustomPrompt="1"/>
          </p:nvPr>
        </p:nvSpPr>
        <p:spPr bwMode="gray">
          <a:xfrm>
            <a:off x="480000" y="5805280"/>
            <a:ext cx="3564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6" name="Bildplatzhalter 10">
            <a:extLst>
              <a:ext uri="{FF2B5EF4-FFF2-40B4-BE49-F238E27FC236}">
                <a16:creationId xmlns:a16="http://schemas.microsoft.com/office/drawing/2014/main" id="{FB127ACA-7301-1D15-F27B-789EB417CEE5}"/>
              </a:ext>
            </a:extLst>
          </p:cNvPr>
          <p:cNvSpPr>
            <a:spLocks noGrp="1"/>
          </p:cNvSpPr>
          <p:nvPr>
            <p:ph type="pic" sz="quarter" idx="10" hasCustomPrompt="1"/>
          </p:nvPr>
        </p:nvSpPr>
        <p:spPr bwMode="gray">
          <a:xfrm>
            <a:off x="4332290" y="1412875"/>
            <a:ext cx="7380287" cy="4537076"/>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p>
            <a:fld id="{8FF9B0DE-3FEB-4AA0-B465-B80EF7C1333D}" type="slidenum">
              <a:rPr lang="en-US" smtClean="0"/>
              <a:pPr/>
              <a:t>‹#›</a:t>
            </a:fld>
            <a:endParaRPr lang="en-US"/>
          </a:p>
        </p:txBody>
      </p:sp>
      <p:sp>
        <p:nvSpPr>
          <p:cNvPr id="7" name="Fußzeilenplatzhalter 6">
            <a:extLst>
              <a:ext uri="{FF2B5EF4-FFF2-40B4-BE49-F238E27FC236}">
                <a16:creationId xmlns:a16="http://schemas.microsoft.com/office/drawing/2014/main" id="{75C3C559-0E44-2CF1-30DB-163A44A8E1A0}"/>
              </a:ext>
            </a:extLst>
          </p:cNvPr>
          <p:cNvSpPr>
            <a:spLocks noGrp="1"/>
          </p:cNvSpPr>
          <p:nvPr>
            <p:ph type="ftr" sz="quarter" idx="21"/>
          </p:nvPr>
        </p:nvSpPr>
        <p:spPr bwMode="gray">
          <a:xfrm>
            <a:off x="6312024" y="6246836"/>
            <a:ext cx="5040560" cy="288000"/>
          </a:xfrm>
          <a:prstGeom prst="rect">
            <a:avLst/>
          </a:prstGeom>
        </p:spPr>
        <p:txBody>
          <a:bodyPr/>
          <a:lstStyle/>
          <a:p>
            <a:r>
              <a:rPr lang="en-US"/>
              <a:t>Presentation title    |    ONLY FOR INTERNAL USE</a:t>
            </a:r>
          </a:p>
        </p:txBody>
      </p:sp>
      <p:grpSp>
        <p:nvGrpSpPr>
          <p:cNvPr id="16" name="Group 15">
            <a:extLst>
              <a:ext uri="{FF2B5EF4-FFF2-40B4-BE49-F238E27FC236}">
                <a16:creationId xmlns:a16="http://schemas.microsoft.com/office/drawing/2014/main" id="{5C004B49-0A09-FF20-3C02-5645DB8F5181}"/>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7" name="TextBox 16">
              <a:extLst>
                <a:ext uri="{FF2B5EF4-FFF2-40B4-BE49-F238E27FC236}">
                  <a16:creationId xmlns:a16="http://schemas.microsoft.com/office/drawing/2014/main" id="{5C261A63-FB73-23E5-90D9-E0CE8078F2FE}"/>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8" name="Picture 17">
              <a:extLst>
                <a:ext uri="{FF2B5EF4-FFF2-40B4-BE49-F238E27FC236}">
                  <a16:creationId xmlns:a16="http://schemas.microsoft.com/office/drawing/2014/main" id="{913620F6-50B6-B7FA-90C6-56A1C2D600DA}"/>
                </a:ext>
              </a:extLst>
            </p:cNvPr>
            <p:cNvPicPr>
              <a:picLocks noChangeAspect="1"/>
            </p:cNvPicPr>
            <p:nvPr userDrawn="1"/>
          </p:nvPicPr>
          <p:blipFill rotWithShape="1">
            <a:blip r:embed="rId2"/>
            <a:srcRect l="8843" r="2395" b="2546"/>
            <a:stretch/>
          </p:blipFill>
          <p:spPr bwMode="gray">
            <a:xfrm>
              <a:off x="-1589806" y="4475212"/>
              <a:ext cx="745332" cy="1122804"/>
            </a:xfrm>
            <a:prstGeom prst="roundRect">
              <a:avLst>
                <a:gd name="adj" fmla="val 3514"/>
              </a:avLst>
            </a:prstGeom>
          </p:spPr>
        </p:pic>
        <p:sp>
          <p:nvSpPr>
            <p:cNvPr id="19" name="TextBox 18">
              <a:extLst>
                <a:ext uri="{FF2B5EF4-FFF2-40B4-BE49-F238E27FC236}">
                  <a16:creationId xmlns:a16="http://schemas.microsoft.com/office/drawing/2014/main" id="{BD49DFC3-B857-BDA2-9814-717235FC2029}"/>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1382902141"/>
      </p:ext>
    </p:extLst>
  </p:cSld>
  <p:clrMapOvr>
    <a:masterClrMapping/>
  </p:clrMapOvr>
  <p:extLst>
    <p:ext uri="{DCECCB84-F9BA-43D5-87BE-67443E8EF086}">
      <p15:sldGuideLst xmlns:p15="http://schemas.microsoft.com/office/powerpoint/2012/main">
        <p15:guide id="1" pos="2547">
          <p15:clr>
            <a:srgbClr val="FBAE40"/>
          </p15:clr>
        </p15:guide>
        <p15:guide id="2" pos="2729">
          <p15:clr>
            <a:srgbClr val="FBAE40"/>
          </p15:clr>
        </p15:guide>
      </p15:sldGuideLst>
    </p:ext>
  </p:extLst>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1_Content with image portrait (1)">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7000"/>
            <a:ext cx="5472115"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425" y="1412876"/>
            <a:ext cx="5472113"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80"/>
            <a:ext cx="547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6" name="Bildplatzhalter 10">
            <a:extLst>
              <a:ext uri="{FF2B5EF4-FFF2-40B4-BE49-F238E27FC236}">
                <a16:creationId xmlns:a16="http://schemas.microsoft.com/office/drawing/2014/main" id="{07DFFAAB-7F67-7CCB-4278-3380D6198626}"/>
              </a:ext>
            </a:extLst>
          </p:cNvPr>
          <p:cNvSpPr>
            <a:spLocks noGrp="1"/>
          </p:cNvSpPr>
          <p:nvPr>
            <p:ph type="pic" sz="quarter" idx="10" hasCustomPrompt="1"/>
          </p:nvPr>
        </p:nvSpPr>
        <p:spPr bwMode="gray">
          <a:xfrm>
            <a:off x="6240464" y="0"/>
            <a:ext cx="5951537"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sp>
        <p:nvSpPr>
          <p:cNvPr id="11" name="Fußzeilenplatzhalter 10">
            <a:extLst>
              <a:ext uri="{FF2B5EF4-FFF2-40B4-BE49-F238E27FC236}">
                <a16:creationId xmlns:a16="http://schemas.microsoft.com/office/drawing/2014/main" id="{F62110C8-BF5F-EA2C-EB2D-4E0C19640ECA}"/>
              </a:ext>
            </a:extLst>
          </p:cNvPr>
          <p:cNvSpPr>
            <a:spLocks noGrp="1"/>
          </p:cNvSpPr>
          <p:nvPr>
            <p:ph type="ftr" sz="quarter" idx="21"/>
          </p:nvPr>
        </p:nvSpPr>
        <p:spPr bwMode="gray">
          <a:xfrm>
            <a:off x="6312024" y="6246836"/>
            <a:ext cx="5040560" cy="288000"/>
          </a:xfrm>
          <a:prstGeom prst="rect">
            <a:avLst/>
          </a:prstGeom>
        </p:spPr>
        <p:txBody>
          <a:bodyPr/>
          <a:lstStyle>
            <a:lvl1pPr>
              <a:defRPr>
                <a:solidFill>
                  <a:schemeClr val="bg1"/>
                </a:solidFill>
              </a:defRPr>
            </a:lvl1pPr>
          </a:lstStyle>
          <a:p>
            <a:r>
              <a:rPr lang="en-US"/>
              <a:t>Presentation title    |    ONLY FOR INTERNAL USE</a:t>
            </a:r>
          </a:p>
        </p:txBody>
      </p:sp>
      <p:grpSp>
        <p:nvGrpSpPr>
          <p:cNvPr id="16" name="Group 15">
            <a:extLst>
              <a:ext uri="{FF2B5EF4-FFF2-40B4-BE49-F238E27FC236}">
                <a16:creationId xmlns:a16="http://schemas.microsoft.com/office/drawing/2014/main" id="{967AA79C-2B4E-4DB9-F976-62ADDFA37FFB}"/>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7" name="TextBox 16">
              <a:extLst>
                <a:ext uri="{FF2B5EF4-FFF2-40B4-BE49-F238E27FC236}">
                  <a16:creationId xmlns:a16="http://schemas.microsoft.com/office/drawing/2014/main" id="{5D5BFF86-A68C-0B9C-092C-6C18506FDCE9}"/>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8" name="Picture 17">
              <a:extLst>
                <a:ext uri="{FF2B5EF4-FFF2-40B4-BE49-F238E27FC236}">
                  <a16:creationId xmlns:a16="http://schemas.microsoft.com/office/drawing/2014/main" id="{651567FA-06CC-D5C2-1547-BCEA50F0F885}"/>
                </a:ext>
              </a:extLst>
            </p:cNvPr>
            <p:cNvPicPr>
              <a:picLocks noChangeAspect="1"/>
            </p:cNvPicPr>
            <p:nvPr userDrawn="1"/>
          </p:nvPicPr>
          <p:blipFill rotWithShape="1">
            <a:blip r:embed="rId2"/>
            <a:srcRect l="8843" r="2395" b="2546"/>
            <a:stretch/>
          </p:blipFill>
          <p:spPr bwMode="gray">
            <a:xfrm>
              <a:off x="-1589806" y="4475212"/>
              <a:ext cx="745332" cy="1122804"/>
            </a:xfrm>
            <a:prstGeom prst="roundRect">
              <a:avLst>
                <a:gd name="adj" fmla="val 3514"/>
              </a:avLst>
            </a:prstGeom>
          </p:spPr>
        </p:pic>
        <p:sp>
          <p:nvSpPr>
            <p:cNvPr id="19" name="TextBox 18">
              <a:extLst>
                <a:ext uri="{FF2B5EF4-FFF2-40B4-BE49-F238E27FC236}">
                  <a16:creationId xmlns:a16="http://schemas.microsoft.com/office/drawing/2014/main" id="{6E9293D4-108C-1E0E-3148-65D756A4F4A8}"/>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3913797201"/>
      </p:ext>
    </p:extLst>
  </p:cSld>
  <p:clrMapOvr>
    <a:masterClrMapping/>
  </p:clrMapOvr>
  <p:extLst>
    <p:ext uri="{DCECCB84-F9BA-43D5-87BE-67443E8EF086}">
      <p15:sldGuideLst xmlns:p15="http://schemas.microsoft.com/office/powerpoint/2012/main">
        <p15:guide id="1" pos="3931">
          <p15:clr>
            <a:srgbClr val="FBAE40"/>
          </p15:clr>
        </p15:guide>
        <p15:guide id="2" pos="3749">
          <p15:clr>
            <a:srgbClr val="FBAE40"/>
          </p15:clr>
        </p15:guide>
      </p15:sldGuideLst>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1_Content with image portrait (2)">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7000"/>
            <a:ext cx="7380289"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425" y="1412876"/>
            <a:ext cx="7380289"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79999" y="5805280"/>
            <a:ext cx="7379713"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7" name="Bildplatzhalter 10">
            <a:extLst>
              <a:ext uri="{FF2B5EF4-FFF2-40B4-BE49-F238E27FC236}">
                <a16:creationId xmlns:a16="http://schemas.microsoft.com/office/drawing/2014/main" id="{14CF255F-B2EC-2517-FAAE-EBA3F3EB53C3}"/>
              </a:ext>
            </a:extLst>
          </p:cNvPr>
          <p:cNvSpPr>
            <a:spLocks noGrp="1"/>
          </p:cNvSpPr>
          <p:nvPr>
            <p:ph type="pic" sz="quarter" idx="10" hasCustomPrompt="1"/>
          </p:nvPr>
        </p:nvSpPr>
        <p:spPr bwMode="gray">
          <a:xfrm>
            <a:off x="8148637" y="0"/>
            <a:ext cx="4043363"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sp>
        <p:nvSpPr>
          <p:cNvPr id="2" name="Fußzeilenplatzhalter 1">
            <a:extLst>
              <a:ext uri="{FF2B5EF4-FFF2-40B4-BE49-F238E27FC236}">
                <a16:creationId xmlns:a16="http://schemas.microsoft.com/office/drawing/2014/main" id="{8464A4AD-DF50-326A-C3CC-77A3E90EED6B}"/>
              </a:ext>
            </a:extLst>
          </p:cNvPr>
          <p:cNvSpPr>
            <a:spLocks noGrp="1"/>
          </p:cNvSpPr>
          <p:nvPr>
            <p:ph type="ftr" sz="quarter" idx="16"/>
          </p:nvPr>
        </p:nvSpPr>
        <p:spPr bwMode="gray">
          <a:xfrm>
            <a:off x="6312024" y="6246836"/>
            <a:ext cx="5040560" cy="288000"/>
          </a:xfrm>
          <a:prstGeom prst="rect">
            <a:avLst/>
          </a:prstGeom>
        </p:spPr>
        <p:txBody>
          <a:bodyPr/>
          <a:lstStyle>
            <a:lvl1pPr>
              <a:defRPr>
                <a:solidFill>
                  <a:schemeClr val="bg1"/>
                </a:solidFill>
              </a:defRPr>
            </a:lvl1pPr>
          </a:lstStyle>
          <a:p>
            <a:r>
              <a:rPr lang="en-US"/>
              <a:t>Presentation title    |    ONLY FOR INTERNAL USE</a:t>
            </a:r>
          </a:p>
        </p:txBody>
      </p:sp>
      <p:grpSp>
        <p:nvGrpSpPr>
          <p:cNvPr id="16" name="Group 15">
            <a:extLst>
              <a:ext uri="{FF2B5EF4-FFF2-40B4-BE49-F238E27FC236}">
                <a16:creationId xmlns:a16="http://schemas.microsoft.com/office/drawing/2014/main" id="{826E795A-4AEE-2618-1B23-937B8A4644F0}"/>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7" name="TextBox 16">
              <a:extLst>
                <a:ext uri="{FF2B5EF4-FFF2-40B4-BE49-F238E27FC236}">
                  <a16:creationId xmlns:a16="http://schemas.microsoft.com/office/drawing/2014/main" id="{8B0F84D0-AE67-3B0E-A7AB-6540F919DB0D}"/>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8" name="Picture 17">
              <a:extLst>
                <a:ext uri="{FF2B5EF4-FFF2-40B4-BE49-F238E27FC236}">
                  <a16:creationId xmlns:a16="http://schemas.microsoft.com/office/drawing/2014/main" id="{8A135E1A-DE75-B2CF-E3B2-F7C52478F81B}"/>
                </a:ext>
              </a:extLst>
            </p:cNvPr>
            <p:cNvPicPr>
              <a:picLocks noChangeAspect="1"/>
            </p:cNvPicPr>
            <p:nvPr userDrawn="1"/>
          </p:nvPicPr>
          <p:blipFill rotWithShape="1">
            <a:blip r:embed="rId2"/>
            <a:srcRect l="8843" r="2395" b="2546"/>
            <a:stretch/>
          </p:blipFill>
          <p:spPr bwMode="gray">
            <a:xfrm>
              <a:off x="-1589806" y="4475212"/>
              <a:ext cx="745332" cy="1122804"/>
            </a:xfrm>
            <a:prstGeom prst="roundRect">
              <a:avLst>
                <a:gd name="adj" fmla="val 3514"/>
              </a:avLst>
            </a:prstGeom>
          </p:spPr>
        </p:pic>
        <p:sp>
          <p:nvSpPr>
            <p:cNvPr id="19" name="TextBox 18">
              <a:extLst>
                <a:ext uri="{FF2B5EF4-FFF2-40B4-BE49-F238E27FC236}">
                  <a16:creationId xmlns:a16="http://schemas.microsoft.com/office/drawing/2014/main" id="{6CE8A64D-42CD-4BF1-BA15-ED10E21F96F2}"/>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2274840096"/>
      </p:ext>
    </p:extLst>
  </p:cSld>
  <p:clrMapOvr>
    <a:masterClrMapping/>
  </p:clrMapOvr>
  <p:extLst>
    <p:ext uri="{DCECCB84-F9BA-43D5-87BE-67443E8EF086}">
      <p15:sldGuideLst xmlns:p15="http://schemas.microsoft.com/office/powerpoint/2012/main">
        <p15:guide id="1" pos="5133">
          <p15:clr>
            <a:srgbClr val="FBAE40"/>
          </p15:clr>
        </p15:guide>
        <p15:guide id="2" pos="4951">
          <p15:clr>
            <a:srgbClr val="FBAE40"/>
          </p15:clr>
        </p15:guide>
      </p15:sldGuideLst>
    </p:ext>
  </p:extLst>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1_Content with image portrait (3)">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2316163" y="477000"/>
            <a:ext cx="9396461"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2316210" y="1412876"/>
            <a:ext cx="9396415"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2316783" y="5805280"/>
            <a:ext cx="9396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13" name="Bildplatzhalter 10">
            <a:extLst>
              <a:ext uri="{FF2B5EF4-FFF2-40B4-BE49-F238E27FC236}">
                <a16:creationId xmlns:a16="http://schemas.microsoft.com/office/drawing/2014/main" id="{4EA519C6-3621-AA78-3D48-CE2C8B305E30}"/>
              </a:ext>
            </a:extLst>
          </p:cNvPr>
          <p:cNvSpPr>
            <a:spLocks noGrp="1"/>
          </p:cNvSpPr>
          <p:nvPr>
            <p:ph type="pic" sz="quarter" idx="10" hasCustomPrompt="1"/>
          </p:nvPr>
        </p:nvSpPr>
        <p:spPr bwMode="gray">
          <a:xfrm>
            <a:off x="2" y="0"/>
            <a:ext cx="2027239"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4" name="Fußzeilenplatzhalter 13">
            <a:extLst>
              <a:ext uri="{FF2B5EF4-FFF2-40B4-BE49-F238E27FC236}">
                <a16:creationId xmlns:a16="http://schemas.microsoft.com/office/drawing/2014/main" id="{6EEB0A4C-9CB1-5FD3-5A85-95FE106E43BA}"/>
              </a:ext>
            </a:extLst>
          </p:cNvPr>
          <p:cNvSpPr>
            <a:spLocks noGrp="1"/>
          </p:cNvSpPr>
          <p:nvPr>
            <p:ph type="ftr" sz="quarter" idx="29"/>
          </p:nvPr>
        </p:nvSpPr>
        <p:spPr bwMode="gray">
          <a:xfrm>
            <a:off x="6312024" y="6246836"/>
            <a:ext cx="5040560" cy="288000"/>
          </a:xfrm>
          <a:prstGeom prst="rect">
            <a:avLst/>
          </a:prstGeom>
        </p:spPr>
        <p:txBody>
          <a:bodyPr/>
          <a:lstStyle/>
          <a:p>
            <a:r>
              <a:rPr lang="en-US"/>
              <a:t>Presentation title    |    ONLY FOR INTERNAL USE</a:t>
            </a:r>
          </a:p>
        </p:txBody>
      </p:sp>
      <p:sp>
        <p:nvSpPr>
          <p:cNvPr id="15" name="Foliennummernplatzhalter 14">
            <a:extLst>
              <a:ext uri="{FF2B5EF4-FFF2-40B4-BE49-F238E27FC236}">
                <a16:creationId xmlns:a16="http://schemas.microsoft.com/office/drawing/2014/main" id="{15D18496-5D1E-5F00-2ACA-70465B9A16F2}"/>
              </a:ext>
            </a:extLst>
          </p:cNvPr>
          <p:cNvSpPr>
            <a:spLocks noGrp="1"/>
          </p:cNvSpPr>
          <p:nvPr>
            <p:ph type="sldNum" sz="quarter" idx="30"/>
          </p:nvPr>
        </p:nvSpPr>
        <p:spPr bwMode="gray"/>
        <p:txBody>
          <a:bodyPr/>
          <a:lstStyle/>
          <a:p>
            <a:fld id="{DF4E8F9F-5B1F-4F5B-BE49-3245D8C18D9F}" type="slidenum">
              <a:rPr lang="en-US" smtClean="0"/>
              <a:pPr/>
              <a:t>‹#›</a:t>
            </a:fld>
            <a:endParaRPr lang="en-US"/>
          </a:p>
        </p:txBody>
      </p:sp>
      <p:sp>
        <p:nvSpPr>
          <p:cNvPr id="2" name="Text Placeholder 8">
            <a:extLst>
              <a:ext uri="{FF2B5EF4-FFF2-40B4-BE49-F238E27FC236}">
                <a16:creationId xmlns:a16="http://schemas.microsoft.com/office/drawing/2014/main" id="{0581CA52-FD82-1F55-27CD-D1C50118A4C0}"/>
              </a:ext>
            </a:extLst>
          </p:cNvPr>
          <p:cNvSpPr>
            <a:spLocks noGrp="1"/>
          </p:cNvSpPr>
          <p:nvPr>
            <p:ph type="body" sz="quarter" idx="31"/>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17" name="Group 16">
            <a:extLst>
              <a:ext uri="{FF2B5EF4-FFF2-40B4-BE49-F238E27FC236}">
                <a16:creationId xmlns:a16="http://schemas.microsoft.com/office/drawing/2014/main" id="{0D5B12A7-5AE8-4E1A-DA33-D80561FB9A6F}"/>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8" name="TextBox 17">
              <a:extLst>
                <a:ext uri="{FF2B5EF4-FFF2-40B4-BE49-F238E27FC236}">
                  <a16:creationId xmlns:a16="http://schemas.microsoft.com/office/drawing/2014/main" id="{A367C244-F025-3A15-FAA2-8B46D5E9A8A4}"/>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B5B5593A-6E6C-DA64-6263-6DB67B6B34B4}"/>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EC983BE9-6EB2-3207-54B9-1904F8E3EE1D}"/>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3482687376"/>
      </p:ext>
    </p:extLst>
  </p:cSld>
  <p:clrMapOvr>
    <a:masterClrMapping/>
  </p:clrMapOvr>
  <p:extLst>
    <p:ext uri="{DCECCB84-F9BA-43D5-87BE-67443E8EF086}">
      <p15:sldGuideLst xmlns:p15="http://schemas.microsoft.com/office/powerpoint/2012/main">
        <p15:guide id="1" pos="1459">
          <p15:clr>
            <a:srgbClr val="FBAE40"/>
          </p15:clr>
        </p15:guide>
        <p15:guide id="2" pos="1277">
          <p15:clr>
            <a:srgbClr val="FBAE40"/>
          </p15:clr>
        </p15:guide>
      </p15:sldGuideLst>
    </p:ext>
  </p:extLst>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1_Content dark with image portrait (1)">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7000"/>
            <a:ext cx="5472115" cy="720000"/>
          </a:xfrm>
        </p:spPr>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479425" y="1412876"/>
            <a:ext cx="5472113" cy="4392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80"/>
            <a:ext cx="5472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7" name="Bildplatzhalter 10">
            <a:extLst>
              <a:ext uri="{FF2B5EF4-FFF2-40B4-BE49-F238E27FC236}">
                <a16:creationId xmlns:a16="http://schemas.microsoft.com/office/drawing/2014/main" id="{BB620B58-DC4D-ABB4-B16A-92C43E6933B4}"/>
              </a:ext>
            </a:extLst>
          </p:cNvPr>
          <p:cNvSpPr>
            <a:spLocks noGrp="1"/>
          </p:cNvSpPr>
          <p:nvPr>
            <p:ph type="pic" sz="quarter" idx="10" hasCustomPrompt="1"/>
          </p:nvPr>
        </p:nvSpPr>
        <p:spPr bwMode="gray">
          <a:xfrm>
            <a:off x="6240463" y="0"/>
            <a:ext cx="5951536"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9" name="Fußzeilenplatzhalter 8">
            <a:extLst>
              <a:ext uri="{FF2B5EF4-FFF2-40B4-BE49-F238E27FC236}">
                <a16:creationId xmlns:a16="http://schemas.microsoft.com/office/drawing/2014/main" id="{DD2A017B-395B-34E7-2458-B410A50C8516}"/>
              </a:ext>
            </a:extLst>
          </p:cNvPr>
          <p:cNvSpPr>
            <a:spLocks noGrp="1"/>
          </p:cNvSpPr>
          <p:nvPr>
            <p:ph type="ftr" sz="quarter" idx="14"/>
          </p:nvPr>
        </p:nvSpPr>
        <p:spPr bwMode="gray">
          <a:xfrm>
            <a:off x="6312024" y="6246836"/>
            <a:ext cx="5040560" cy="288000"/>
          </a:xfrm>
          <a:prstGeom prst="rect">
            <a:avLst/>
          </a:prstGeom>
        </p:spPr>
        <p:txBody>
          <a:bodyPr/>
          <a:lstStyle>
            <a:lvl1pPr>
              <a:defRPr>
                <a:solidFill>
                  <a:schemeClr val="bg1"/>
                </a:solidFill>
              </a:defRPr>
            </a:lvl1pPr>
          </a:lstStyle>
          <a:p>
            <a:r>
              <a:rPr lang="en-US"/>
              <a:t>Presentation title    |    ONLY FOR INTERNAL USE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6" name="Grafik 5">
            <a:extLst>
              <a:ext uri="{FF2B5EF4-FFF2-40B4-BE49-F238E27FC236}">
                <a16:creationId xmlns:a16="http://schemas.microsoft.com/office/drawing/2014/main" id="{8F1C8E5E-1DF3-5390-67F1-46733FD70093}"/>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2"/>
            <a:ext cx="1234800" cy="372727"/>
          </a:xfrm>
          <a:prstGeom prst="rect">
            <a:avLst/>
          </a:prstGeom>
        </p:spPr>
      </p:pic>
      <p:grpSp>
        <p:nvGrpSpPr>
          <p:cNvPr id="17" name="Group 16">
            <a:extLst>
              <a:ext uri="{FF2B5EF4-FFF2-40B4-BE49-F238E27FC236}">
                <a16:creationId xmlns:a16="http://schemas.microsoft.com/office/drawing/2014/main" id="{78C86180-AB79-4834-665E-69ECBDACDBFA}"/>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8" name="TextBox 17">
              <a:extLst>
                <a:ext uri="{FF2B5EF4-FFF2-40B4-BE49-F238E27FC236}">
                  <a16:creationId xmlns:a16="http://schemas.microsoft.com/office/drawing/2014/main" id="{6EE62970-DA69-216C-E19E-55BF4225BE20}"/>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704E9497-F690-B6F9-BDBD-881382543791}"/>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B010D4C6-8495-8FBA-8744-C69458EFC7C2}"/>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3512160203"/>
      </p:ext>
    </p:extLst>
  </p:cSld>
  <p:clrMapOvr>
    <a:masterClrMapping/>
  </p:clrMapOvr>
  <p:extLst>
    <p:ext uri="{DCECCB84-F9BA-43D5-87BE-67443E8EF086}">
      <p15:sldGuideLst xmlns:p15="http://schemas.microsoft.com/office/powerpoint/2012/main">
        <p15:guide id="1" pos="3931">
          <p15:clr>
            <a:srgbClr val="FBAE40"/>
          </p15:clr>
        </p15:guide>
        <p15:guide id="2" pos="3749">
          <p15:clr>
            <a:srgbClr val="FBAE40"/>
          </p15:clr>
        </p15:guide>
      </p15:sldGuideLst>
    </p:ext>
  </p:extLst>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1_Content dark with image portrait (2)">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7000"/>
            <a:ext cx="7380289" cy="720000"/>
          </a:xfrm>
        </p:spPr>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479425" y="1412876"/>
            <a:ext cx="7380289" cy="4392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79999" y="5805264"/>
            <a:ext cx="7379713"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7" name="Bildplatzhalter 10">
            <a:extLst>
              <a:ext uri="{FF2B5EF4-FFF2-40B4-BE49-F238E27FC236}">
                <a16:creationId xmlns:a16="http://schemas.microsoft.com/office/drawing/2014/main" id="{CB86A524-EBBF-8AA1-B452-E3F520BD9009}"/>
              </a:ext>
            </a:extLst>
          </p:cNvPr>
          <p:cNvSpPr>
            <a:spLocks noGrp="1"/>
          </p:cNvSpPr>
          <p:nvPr>
            <p:ph type="pic" sz="quarter" idx="10" hasCustomPrompt="1"/>
          </p:nvPr>
        </p:nvSpPr>
        <p:spPr bwMode="gray">
          <a:xfrm>
            <a:off x="8148638" y="0"/>
            <a:ext cx="4043361"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6" name="Grafik 5">
            <a:extLst>
              <a:ext uri="{FF2B5EF4-FFF2-40B4-BE49-F238E27FC236}">
                <a16:creationId xmlns:a16="http://schemas.microsoft.com/office/drawing/2014/main" id="{C437CFD6-8782-8672-5598-F3A97DD175FC}"/>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2"/>
            <a:ext cx="1234800" cy="372727"/>
          </a:xfrm>
          <a:prstGeom prst="rect">
            <a:avLst/>
          </a:prstGeom>
        </p:spPr>
      </p:pic>
      <p:sp>
        <p:nvSpPr>
          <p:cNvPr id="2" name="Fußzeilenplatzhalter 1">
            <a:extLst>
              <a:ext uri="{FF2B5EF4-FFF2-40B4-BE49-F238E27FC236}">
                <a16:creationId xmlns:a16="http://schemas.microsoft.com/office/drawing/2014/main" id="{10AA6098-3F2F-0A65-3542-51CB8D539E51}"/>
              </a:ext>
            </a:extLst>
          </p:cNvPr>
          <p:cNvSpPr>
            <a:spLocks noGrp="1"/>
          </p:cNvSpPr>
          <p:nvPr>
            <p:ph type="ftr" sz="quarter" idx="16"/>
          </p:nvPr>
        </p:nvSpPr>
        <p:spPr bwMode="gray">
          <a:xfrm>
            <a:off x="6312024" y="6246836"/>
            <a:ext cx="5040560" cy="288000"/>
          </a:xfrm>
          <a:prstGeom prst="rect">
            <a:avLst/>
          </a:prstGeom>
        </p:spPr>
        <p:txBody>
          <a:bodyPr/>
          <a:lstStyle>
            <a:lvl1pPr>
              <a:defRPr>
                <a:solidFill>
                  <a:schemeClr val="bg1"/>
                </a:solidFill>
              </a:defRPr>
            </a:lvl1pPr>
          </a:lstStyle>
          <a:p>
            <a:r>
              <a:rPr lang="en-US"/>
              <a:t>Presentation title    |    ONLY FOR INTERNAL USE</a:t>
            </a:r>
          </a:p>
        </p:txBody>
      </p:sp>
      <p:grpSp>
        <p:nvGrpSpPr>
          <p:cNvPr id="17" name="Group 16">
            <a:extLst>
              <a:ext uri="{FF2B5EF4-FFF2-40B4-BE49-F238E27FC236}">
                <a16:creationId xmlns:a16="http://schemas.microsoft.com/office/drawing/2014/main" id="{EB3D85D0-EE44-A930-049A-7DA939F6D0F4}"/>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8" name="TextBox 17">
              <a:extLst>
                <a:ext uri="{FF2B5EF4-FFF2-40B4-BE49-F238E27FC236}">
                  <a16:creationId xmlns:a16="http://schemas.microsoft.com/office/drawing/2014/main" id="{AC27EF27-1B97-A569-7351-28E06EE47B6C}"/>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23580758-F3F5-AE7A-4F63-F70660D4FE0A}"/>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CE778F22-457B-0501-F4D5-F037A2E66EB4}"/>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1183471917"/>
      </p:ext>
    </p:extLst>
  </p:cSld>
  <p:clrMapOvr>
    <a:masterClrMapping/>
  </p:clrMapOvr>
  <p:extLst>
    <p:ext uri="{DCECCB84-F9BA-43D5-87BE-67443E8EF086}">
      <p15:sldGuideLst xmlns:p15="http://schemas.microsoft.com/office/powerpoint/2012/main">
        <p15:guide id="1" pos="5133">
          <p15:clr>
            <a:srgbClr val="FBAE40"/>
          </p15:clr>
        </p15:guide>
        <p15:guide id="2" pos="4951">
          <p15:clr>
            <a:srgbClr val="FBAE40"/>
          </p15:clr>
        </p15:guide>
      </p15:sldGuideLst>
    </p:ext>
  </p:extLst>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1_Empty">
    <p:spTree>
      <p:nvGrpSpPr>
        <p:cNvPr id="1" name=""/>
        <p:cNvGrpSpPr/>
        <p:nvPr/>
      </p:nvGrpSpPr>
      <p:grpSpPr>
        <a:xfrm>
          <a:off x="0" y="0"/>
          <a:ext cx="0" cy="0"/>
          <a:chOff x="0" y="0"/>
          <a:chExt cx="0" cy="0"/>
        </a:xfrm>
      </p:grpSpPr>
      <p:sp>
        <p:nvSpPr>
          <p:cNvPr id="9" name="Textplatzhalter 7">
            <a:extLst>
              <a:ext uri="{FF2B5EF4-FFF2-40B4-BE49-F238E27FC236}">
                <a16:creationId xmlns:a16="http://schemas.microsoft.com/office/drawing/2014/main" id="{5B4F68A4-760E-D8DD-FB9B-EEEE9A86D218}"/>
              </a:ext>
            </a:extLst>
          </p:cNvPr>
          <p:cNvSpPr>
            <a:spLocks noGrp="1"/>
          </p:cNvSpPr>
          <p:nvPr>
            <p:ph type="body" sz="quarter" idx="13" hasCustomPrompt="1"/>
          </p:nvPr>
        </p:nvSpPr>
        <p:spPr bwMode="gray">
          <a:xfrm>
            <a:off x="479999"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7" name="Fußzeilenplatzhalter 6">
            <a:extLst>
              <a:ext uri="{FF2B5EF4-FFF2-40B4-BE49-F238E27FC236}">
                <a16:creationId xmlns:a16="http://schemas.microsoft.com/office/drawing/2014/main" id="{65A0CC2C-1A22-ACCD-F954-31305506A0DB}"/>
              </a:ext>
            </a:extLst>
          </p:cNvPr>
          <p:cNvSpPr>
            <a:spLocks noGrp="1"/>
          </p:cNvSpPr>
          <p:nvPr>
            <p:ph type="ftr" sz="quarter" idx="10"/>
          </p:nvPr>
        </p:nvSpPr>
        <p:spPr bwMode="gray">
          <a:xfrm>
            <a:off x="6312024" y="6246836"/>
            <a:ext cx="5040560" cy="288000"/>
          </a:xfrm>
          <a:prstGeom prst="rect">
            <a:avLst/>
          </a:prstGeom>
        </p:spPr>
        <p:txBody>
          <a:bodyPr/>
          <a:lstStyle/>
          <a:p>
            <a:r>
              <a:rPr lang="en-US"/>
              <a:t>Presentation title    |    ONLY FOR INTERNAL USE</a:t>
            </a:r>
          </a:p>
        </p:txBody>
      </p:sp>
      <p:sp>
        <p:nvSpPr>
          <p:cNvPr id="8" name="Foliennummernplatzhalter 7">
            <a:extLst>
              <a:ext uri="{FF2B5EF4-FFF2-40B4-BE49-F238E27FC236}">
                <a16:creationId xmlns:a16="http://schemas.microsoft.com/office/drawing/2014/main" id="{E7CA049A-FBC2-2652-22F7-C91C418B0F2E}"/>
              </a:ext>
            </a:extLst>
          </p:cNvPr>
          <p:cNvSpPr>
            <a:spLocks noGrp="1"/>
          </p:cNvSpPr>
          <p:nvPr>
            <p:ph type="sldNum" sz="quarter" idx="11"/>
          </p:nvPr>
        </p:nvSpPr>
        <p:spPr bwMode="gray"/>
        <p:txBody>
          <a:bodyPr/>
          <a:lstStyle/>
          <a:p>
            <a:fld id="{8FF9B0DE-3FEB-4AA0-B465-B80EF7C1333D}" type="slidenum">
              <a:rPr lang="en-US" smtClean="0"/>
              <a:pPr/>
              <a:t>‹#›</a:t>
            </a:fld>
            <a:endParaRPr lang="en-US"/>
          </a:p>
        </p:txBody>
      </p:sp>
    </p:spTree>
    <p:extLst>
      <p:ext uri="{BB962C8B-B14F-4D97-AF65-F5344CB8AC3E}">
        <p14:creationId xmlns:p14="http://schemas.microsoft.com/office/powerpoint/2010/main" val="2242792801"/>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1_Contact">
    <p:bg>
      <p:bgPr>
        <a:solidFill>
          <a:schemeClr val="bg2"/>
        </a:solidFill>
        <a:effectLst/>
      </p:bgPr>
    </p:bg>
    <p:spTree>
      <p:nvGrpSpPr>
        <p:cNvPr id="1" name=""/>
        <p:cNvGrpSpPr/>
        <p:nvPr/>
      </p:nvGrpSpPr>
      <p:grpSpPr>
        <a:xfrm>
          <a:off x="0" y="0"/>
          <a:ext cx="0" cy="0"/>
          <a:chOff x="0" y="0"/>
          <a:chExt cx="0" cy="0"/>
        </a:xfrm>
      </p:grpSpPr>
      <p:sp>
        <p:nvSpPr>
          <p:cNvPr id="13" name="Titel 12">
            <a:extLst>
              <a:ext uri="{FF2B5EF4-FFF2-40B4-BE49-F238E27FC236}">
                <a16:creationId xmlns:a16="http://schemas.microsoft.com/office/drawing/2014/main" id="{DB5A7F3B-7D8D-EFD1-99CB-9BB681ACBDEE}"/>
              </a:ext>
            </a:extLst>
          </p:cNvPr>
          <p:cNvSpPr>
            <a:spLocks noGrp="1"/>
          </p:cNvSpPr>
          <p:nvPr>
            <p:ph type="title" hasCustomPrompt="1"/>
          </p:nvPr>
        </p:nvSpPr>
        <p:spPr bwMode="gray"/>
        <p:txBody>
          <a:bodyPr/>
          <a:lstStyle>
            <a:lvl1pPr>
              <a:defRPr>
                <a:solidFill>
                  <a:schemeClr val="bg1"/>
                </a:solidFill>
              </a:defRPr>
            </a:lvl1pPr>
          </a:lstStyle>
          <a:p>
            <a:r>
              <a:rPr lang="en-US"/>
              <a:t>Add End Message</a:t>
            </a:r>
          </a:p>
        </p:txBody>
      </p:sp>
      <p:sp>
        <p:nvSpPr>
          <p:cNvPr id="5" name="Bildplatzhalter 10">
            <a:extLst>
              <a:ext uri="{FF2B5EF4-FFF2-40B4-BE49-F238E27FC236}">
                <a16:creationId xmlns:a16="http://schemas.microsoft.com/office/drawing/2014/main" id="{ED8B2C2E-F2A3-10EF-4F1B-48E4651D76B7}"/>
              </a:ext>
            </a:extLst>
          </p:cNvPr>
          <p:cNvSpPr>
            <a:spLocks noGrp="1"/>
          </p:cNvSpPr>
          <p:nvPr>
            <p:ph type="pic" sz="quarter" idx="19" hasCustomPrompt="1"/>
          </p:nvPr>
        </p:nvSpPr>
        <p:spPr bwMode="ltGray">
          <a:xfrm>
            <a:off x="2" y="0"/>
            <a:ext cx="12191999" cy="3392488"/>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8" name="Textplatzhalter 7"/>
          <p:cNvSpPr>
            <a:spLocks noGrp="1"/>
          </p:cNvSpPr>
          <p:nvPr>
            <p:ph type="body" sz="quarter" idx="10" hasCustomPrompt="1"/>
          </p:nvPr>
        </p:nvSpPr>
        <p:spPr bwMode="gray">
          <a:xfrm>
            <a:off x="479425" y="3573016"/>
            <a:ext cx="5472113" cy="2376000"/>
          </a:xfrm>
        </p:spPr>
        <p:txBody>
          <a:bodyPr anchor="t" anchorCtr="0"/>
          <a:lstStyle>
            <a:lvl1pPr marL="0" indent="0" algn="l">
              <a:spcBef>
                <a:spcPts val="0"/>
              </a:spcBef>
              <a:spcAft>
                <a:spcPts val="600"/>
              </a:spcAft>
              <a:buNone/>
              <a:defRPr sz="2000">
                <a:solidFill>
                  <a:schemeClr val="tx2"/>
                </a:solidFill>
              </a:defRPr>
            </a:lvl1pPr>
            <a:lvl2pPr marL="0" indent="0" algn="l">
              <a:spcBef>
                <a:spcPts val="0"/>
              </a:spcBef>
              <a:spcAft>
                <a:spcPts val="0"/>
              </a:spcAft>
              <a:buFont typeface="Arial" panose="020B0604020202020204" pitchFamily="34" charset="0"/>
              <a:buNone/>
              <a:tabLst>
                <a:tab pos="723882" algn="l"/>
              </a:tabLst>
              <a:defRPr b="1">
                <a:solidFill>
                  <a:schemeClr val="bg1"/>
                </a:solidFill>
              </a:defRPr>
            </a:lvl2pPr>
            <a:lvl3pPr marL="0" indent="0" algn="l">
              <a:spcBef>
                <a:spcPts val="0"/>
              </a:spcBef>
              <a:spcAft>
                <a:spcPts val="1200"/>
              </a:spcAft>
              <a:buNone/>
              <a:tabLst>
                <a:tab pos="266693" algn="l"/>
              </a:tabLst>
              <a:defRPr sz="1400">
                <a:solidFill>
                  <a:schemeClr val="bg1"/>
                </a:solidFill>
              </a:defRPr>
            </a:lvl3pPr>
            <a:lvl4pPr marL="0" indent="0" algn="l">
              <a:spcBef>
                <a:spcPts val="0"/>
              </a:spcBef>
              <a:spcAft>
                <a:spcPts val="1200"/>
              </a:spcAft>
              <a:buNone/>
              <a:tabLst>
                <a:tab pos="723882" algn="l"/>
              </a:tabLst>
              <a:defRPr sz="1400">
                <a:solidFill>
                  <a:schemeClr val="bg1"/>
                </a:solidFill>
              </a:defRPr>
            </a:lvl4pPr>
            <a:lvl5pPr marL="0" indent="0" algn="l">
              <a:spcBef>
                <a:spcPts val="0"/>
              </a:spcBef>
              <a:spcAft>
                <a:spcPts val="1200"/>
              </a:spcAft>
              <a:buNone/>
              <a:tabLst>
                <a:tab pos="723882" algn="l"/>
              </a:tabLst>
              <a:defRPr sz="1400">
                <a:solidFill>
                  <a:schemeClr val="bg1"/>
                </a:solidFill>
              </a:defRPr>
            </a:lvl5pPr>
            <a:lvl6pPr marL="0" indent="0">
              <a:spcBef>
                <a:spcPts val="0"/>
              </a:spcBef>
              <a:spcAft>
                <a:spcPts val="1200"/>
              </a:spcAft>
              <a:buNone/>
              <a:tabLst>
                <a:tab pos="723882" algn="l"/>
              </a:tabLst>
              <a:defRPr sz="1400">
                <a:solidFill>
                  <a:schemeClr val="bg1"/>
                </a:solidFill>
              </a:defRPr>
            </a:lvl6pPr>
            <a:lvl7pPr marL="0" indent="0">
              <a:spcBef>
                <a:spcPts val="0"/>
              </a:spcBef>
              <a:spcAft>
                <a:spcPts val="1200"/>
              </a:spcAft>
              <a:buNone/>
              <a:tabLst>
                <a:tab pos="723882" algn="l"/>
              </a:tabLst>
              <a:defRPr sz="1400">
                <a:solidFill>
                  <a:schemeClr val="bg1"/>
                </a:solidFill>
              </a:defRPr>
            </a:lvl7pPr>
            <a:lvl8pPr marL="0" indent="0">
              <a:spcBef>
                <a:spcPts val="0"/>
              </a:spcBef>
              <a:spcAft>
                <a:spcPts val="1200"/>
              </a:spcAft>
              <a:buNone/>
              <a:tabLst>
                <a:tab pos="723882" algn="l"/>
              </a:tabLst>
              <a:defRPr sz="1400">
                <a:solidFill>
                  <a:schemeClr val="bg1"/>
                </a:solidFill>
              </a:defRPr>
            </a:lvl8pPr>
            <a:lvl9pPr marL="0" indent="0">
              <a:spcBef>
                <a:spcPts val="0"/>
              </a:spcBef>
              <a:spcAft>
                <a:spcPts val="1200"/>
              </a:spcAft>
              <a:buNone/>
              <a:tabLst>
                <a:tab pos="723882" algn="l"/>
              </a:tabLst>
              <a:defRPr sz="1400">
                <a:solidFill>
                  <a:schemeClr val="bg1"/>
                </a:solidFill>
              </a:defRPr>
            </a:lvl9pPr>
          </a:lstStyle>
          <a:p>
            <a:pPr lvl="0"/>
            <a:r>
              <a:rPr lang="en-US"/>
              <a:t>Add Name in the first text level, in the second text level function and in the third address. Use the "Increase/ decrease list level" buttons to switch between the set up text levels</a:t>
            </a:r>
          </a:p>
          <a:p>
            <a:pPr lvl="1"/>
            <a:r>
              <a:rPr lang="en-US"/>
              <a:t>Second level</a:t>
            </a:r>
          </a:p>
          <a:p>
            <a:pPr lvl="2"/>
            <a:r>
              <a:rPr lang="en-US"/>
              <a:t>Third level</a:t>
            </a:r>
          </a:p>
        </p:txBody>
      </p:sp>
      <p:sp>
        <p:nvSpPr>
          <p:cNvPr id="11" name="Textplatzhalter 7">
            <a:extLst>
              <a:ext uri="{FF2B5EF4-FFF2-40B4-BE49-F238E27FC236}">
                <a16:creationId xmlns:a16="http://schemas.microsoft.com/office/drawing/2014/main" id="{63EFF41A-2249-B1BB-008D-C93DA85C3703}"/>
              </a:ext>
            </a:extLst>
          </p:cNvPr>
          <p:cNvSpPr>
            <a:spLocks noGrp="1"/>
          </p:cNvSpPr>
          <p:nvPr>
            <p:ph type="body" sz="quarter" idx="15" hasCustomPrompt="1"/>
          </p:nvPr>
        </p:nvSpPr>
        <p:spPr bwMode="gray">
          <a:xfrm>
            <a:off x="6235528" y="3573016"/>
            <a:ext cx="5472113" cy="2376000"/>
          </a:xfrm>
        </p:spPr>
        <p:txBody>
          <a:bodyPr anchor="t" anchorCtr="0"/>
          <a:lstStyle>
            <a:lvl1pPr marL="0" indent="0" algn="l">
              <a:spcBef>
                <a:spcPts val="0"/>
              </a:spcBef>
              <a:spcAft>
                <a:spcPts val="600"/>
              </a:spcAft>
              <a:buNone/>
              <a:defRPr sz="2000">
                <a:solidFill>
                  <a:schemeClr val="tx2"/>
                </a:solidFill>
              </a:defRPr>
            </a:lvl1pPr>
            <a:lvl2pPr marL="0" indent="0" algn="l">
              <a:spcBef>
                <a:spcPts val="0"/>
              </a:spcBef>
              <a:spcAft>
                <a:spcPts val="0"/>
              </a:spcAft>
              <a:buFont typeface="Arial" panose="020B0604020202020204" pitchFamily="34" charset="0"/>
              <a:buNone/>
              <a:tabLst>
                <a:tab pos="723882" algn="l"/>
              </a:tabLst>
              <a:defRPr b="1">
                <a:solidFill>
                  <a:schemeClr val="bg1"/>
                </a:solidFill>
              </a:defRPr>
            </a:lvl2pPr>
            <a:lvl3pPr marL="0" indent="0" algn="l">
              <a:spcBef>
                <a:spcPts val="0"/>
              </a:spcBef>
              <a:spcAft>
                <a:spcPts val="1200"/>
              </a:spcAft>
              <a:buNone/>
              <a:tabLst>
                <a:tab pos="266693" algn="l"/>
              </a:tabLst>
              <a:defRPr sz="1400">
                <a:solidFill>
                  <a:schemeClr val="bg1"/>
                </a:solidFill>
              </a:defRPr>
            </a:lvl3pPr>
            <a:lvl4pPr marL="0" indent="0" algn="l">
              <a:spcBef>
                <a:spcPts val="0"/>
              </a:spcBef>
              <a:spcAft>
                <a:spcPts val="1200"/>
              </a:spcAft>
              <a:buNone/>
              <a:tabLst>
                <a:tab pos="723882" algn="l"/>
              </a:tabLst>
              <a:defRPr sz="1400">
                <a:solidFill>
                  <a:schemeClr val="bg1"/>
                </a:solidFill>
              </a:defRPr>
            </a:lvl4pPr>
            <a:lvl5pPr marL="0" indent="0" algn="l">
              <a:spcBef>
                <a:spcPts val="0"/>
              </a:spcBef>
              <a:spcAft>
                <a:spcPts val="1200"/>
              </a:spcAft>
              <a:buNone/>
              <a:tabLst>
                <a:tab pos="723882" algn="l"/>
              </a:tabLst>
              <a:defRPr sz="1400">
                <a:solidFill>
                  <a:schemeClr val="bg1"/>
                </a:solidFill>
              </a:defRPr>
            </a:lvl5pPr>
            <a:lvl6pPr marL="0" indent="0">
              <a:spcBef>
                <a:spcPts val="0"/>
              </a:spcBef>
              <a:spcAft>
                <a:spcPts val="1200"/>
              </a:spcAft>
              <a:buNone/>
              <a:tabLst>
                <a:tab pos="723882" algn="l"/>
              </a:tabLst>
              <a:defRPr sz="1400">
                <a:solidFill>
                  <a:schemeClr val="bg1"/>
                </a:solidFill>
              </a:defRPr>
            </a:lvl6pPr>
            <a:lvl7pPr marL="0" indent="0">
              <a:spcBef>
                <a:spcPts val="0"/>
              </a:spcBef>
              <a:spcAft>
                <a:spcPts val="1200"/>
              </a:spcAft>
              <a:buNone/>
              <a:tabLst>
                <a:tab pos="723882" algn="l"/>
              </a:tabLst>
              <a:defRPr sz="1400">
                <a:solidFill>
                  <a:schemeClr val="bg1"/>
                </a:solidFill>
              </a:defRPr>
            </a:lvl7pPr>
            <a:lvl8pPr marL="0" indent="0">
              <a:spcBef>
                <a:spcPts val="0"/>
              </a:spcBef>
              <a:spcAft>
                <a:spcPts val="1200"/>
              </a:spcAft>
              <a:buNone/>
              <a:tabLst>
                <a:tab pos="723882" algn="l"/>
              </a:tabLst>
              <a:defRPr sz="1400">
                <a:solidFill>
                  <a:schemeClr val="bg1"/>
                </a:solidFill>
              </a:defRPr>
            </a:lvl8pPr>
            <a:lvl9pPr marL="0" indent="0">
              <a:spcBef>
                <a:spcPts val="0"/>
              </a:spcBef>
              <a:spcAft>
                <a:spcPts val="1200"/>
              </a:spcAft>
              <a:buNone/>
              <a:tabLst>
                <a:tab pos="723882" algn="l"/>
              </a:tabLst>
              <a:defRPr sz="1400">
                <a:solidFill>
                  <a:schemeClr val="bg1"/>
                </a:solidFill>
              </a:defRPr>
            </a:lvl9pPr>
          </a:lstStyle>
          <a:p>
            <a:pPr lvl="0"/>
            <a:r>
              <a:rPr lang="en-US"/>
              <a:t>Add Name in the first text level, in the second text level function and in the third address. Use the "Increase/ decrease list level" buttons to switch between the set up text levels</a:t>
            </a:r>
          </a:p>
          <a:p>
            <a:pPr lvl="1"/>
            <a:r>
              <a:rPr lang="en-US"/>
              <a:t>Second level</a:t>
            </a:r>
          </a:p>
          <a:p>
            <a:pPr lvl="2"/>
            <a:r>
              <a:rPr lang="en-US"/>
              <a:t>Third level</a:t>
            </a:r>
          </a:p>
        </p:txBody>
      </p:sp>
      <p:sp>
        <p:nvSpPr>
          <p:cNvPr id="7" name="Fußzeilenplatzhalter 6">
            <a:extLst>
              <a:ext uri="{FF2B5EF4-FFF2-40B4-BE49-F238E27FC236}">
                <a16:creationId xmlns:a16="http://schemas.microsoft.com/office/drawing/2014/main" id="{9D23F8D4-2091-3342-FC66-194C19083D99}"/>
              </a:ext>
            </a:extLst>
          </p:cNvPr>
          <p:cNvSpPr>
            <a:spLocks noGrp="1"/>
          </p:cNvSpPr>
          <p:nvPr>
            <p:ph type="ftr" sz="quarter" idx="21"/>
          </p:nvPr>
        </p:nvSpPr>
        <p:spPr bwMode="gray">
          <a:xfrm>
            <a:off x="6312024" y="6246836"/>
            <a:ext cx="5040560" cy="288000"/>
          </a:xfrm>
          <a:prstGeom prst="rect">
            <a:avLst/>
          </a:prstGeom>
        </p:spPr>
        <p:txBody>
          <a:bodyPr/>
          <a:lstStyle>
            <a:lvl1pPr>
              <a:defRPr>
                <a:solidFill>
                  <a:schemeClr val="bg1"/>
                </a:solidFill>
              </a:defRPr>
            </a:lvl1pPr>
          </a:lstStyle>
          <a:p>
            <a:r>
              <a:rPr lang="en-US"/>
              <a:t>Presentation title    |    ONLY FOR INTERNAL USE</a:t>
            </a:r>
          </a:p>
        </p:txBody>
      </p:sp>
      <p:sp>
        <p:nvSpPr>
          <p:cNvPr id="9" name="Foliennummernplatzhalter 8">
            <a:extLst>
              <a:ext uri="{FF2B5EF4-FFF2-40B4-BE49-F238E27FC236}">
                <a16:creationId xmlns:a16="http://schemas.microsoft.com/office/drawing/2014/main" id="{41B27782-384F-041B-A991-2E9D5FCFE582}"/>
              </a:ext>
            </a:extLst>
          </p:cNvPr>
          <p:cNvSpPr>
            <a:spLocks noGrp="1"/>
          </p:cNvSpPr>
          <p:nvPr>
            <p:ph type="sldNum" sz="quarter" idx="22"/>
          </p:nvPr>
        </p:nvSpPr>
        <p:spPr bwMode="gray"/>
        <p:txBody>
          <a:bodyPr/>
          <a:lstStyle>
            <a:lvl1pPr>
              <a:defRPr>
                <a:solidFill>
                  <a:schemeClr val="bg1"/>
                </a:solidFill>
              </a:defRPr>
            </a:lvl1pPr>
          </a:lstStyle>
          <a:p>
            <a:fld id="{DF4E8F9F-5B1F-4F5B-BE49-3245D8C18D9F}" type="slidenum">
              <a:rPr lang="en-US" smtClean="0"/>
              <a:pPr/>
              <a:t>‹#›</a:t>
            </a:fld>
            <a:endParaRPr lang="en-US"/>
          </a:p>
        </p:txBody>
      </p:sp>
      <p:pic>
        <p:nvPicPr>
          <p:cNvPr id="12" name="Grafik 11">
            <a:extLst>
              <a:ext uri="{FF2B5EF4-FFF2-40B4-BE49-F238E27FC236}">
                <a16:creationId xmlns:a16="http://schemas.microsoft.com/office/drawing/2014/main" id="{F2874AFC-74CB-0BE3-BE94-780E6A5A13BB}"/>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2"/>
            <a:ext cx="1234800" cy="372727"/>
          </a:xfrm>
          <a:prstGeom prst="rect">
            <a:avLst/>
          </a:prstGeom>
        </p:spPr>
      </p:pic>
      <p:grpSp>
        <p:nvGrpSpPr>
          <p:cNvPr id="10" name="Group 9">
            <a:extLst>
              <a:ext uri="{FF2B5EF4-FFF2-40B4-BE49-F238E27FC236}">
                <a16:creationId xmlns:a16="http://schemas.microsoft.com/office/drawing/2014/main" id="{7F716648-72D7-19EE-F0D1-88CEC08CBD0B}"/>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4" name="TextBox 13">
              <a:extLst>
                <a:ext uri="{FF2B5EF4-FFF2-40B4-BE49-F238E27FC236}">
                  <a16:creationId xmlns:a16="http://schemas.microsoft.com/office/drawing/2014/main" id="{39292310-B8F7-FC12-65D8-0063132D7C5F}"/>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5" name="Picture 14">
              <a:extLst>
                <a:ext uri="{FF2B5EF4-FFF2-40B4-BE49-F238E27FC236}">
                  <a16:creationId xmlns:a16="http://schemas.microsoft.com/office/drawing/2014/main" id="{35B9F273-16B6-E1DC-FCB9-01E9449EED9E}"/>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16" name="TextBox 15">
              <a:extLst>
                <a:ext uri="{FF2B5EF4-FFF2-40B4-BE49-F238E27FC236}">
                  <a16:creationId xmlns:a16="http://schemas.microsoft.com/office/drawing/2014/main" id="{3CC7B68A-834C-1601-B673-ABE093226632}"/>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112809403"/>
      </p:ext>
    </p:extLst>
  </p:cSld>
  <p:clrMapOvr>
    <a:masterClrMapping/>
  </p:clrMapOvr>
  <p:extLst>
    <p:ext uri="{DCECCB84-F9BA-43D5-87BE-67443E8EF086}">
      <p15:sldGuideLst xmlns:p15="http://schemas.microsoft.com/office/powerpoint/2012/main">
        <p15:guide id="1" pos="3931">
          <p15:clr>
            <a:srgbClr val="FBAE40"/>
          </p15:clr>
        </p15:guide>
        <p15:guide id="2" orient="horz" pos="2137">
          <p15:clr>
            <a:srgbClr val="FBAE40"/>
          </p15:clr>
        </p15:guide>
        <p15:guide id="3" orient="horz" pos="1434">
          <p15:clr>
            <a:srgbClr val="FBAE40"/>
          </p15:clr>
        </p15:guide>
        <p15:guide id="4" pos="3749">
          <p15:clr>
            <a:srgbClr val="FBAE40"/>
          </p15:clr>
        </p15:guide>
      </p15:sldGuideLst>
    </p:ext>
  </p:extLst>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1_Disclaimer">
    <p:spTree>
      <p:nvGrpSpPr>
        <p:cNvPr id="1" name=""/>
        <p:cNvGrpSpPr/>
        <p:nvPr/>
      </p:nvGrpSpPr>
      <p:grpSpPr>
        <a:xfrm>
          <a:off x="0" y="0"/>
          <a:ext cx="0" cy="0"/>
          <a:chOff x="0" y="0"/>
          <a:chExt cx="0" cy="0"/>
        </a:xfrm>
      </p:grpSpPr>
      <p:sp>
        <p:nvSpPr>
          <p:cNvPr id="7" name="Fußzeilenplatzhalter 6">
            <a:extLst>
              <a:ext uri="{FF2B5EF4-FFF2-40B4-BE49-F238E27FC236}">
                <a16:creationId xmlns:a16="http://schemas.microsoft.com/office/drawing/2014/main" id="{65A0CC2C-1A22-ACCD-F954-31305506A0DB}"/>
              </a:ext>
            </a:extLst>
          </p:cNvPr>
          <p:cNvSpPr>
            <a:spLocks noGrp="1"/>
          </p:cNvSpPr>
          <p:nvPr>
            <p:ph type="ftr" sz="quarter" idx="10"/>
          </p:nvPr>
        </p:nvSpPr>
        <p:spPr bwMode="gray">
          <a:xfrm>
            <a:off x="6312024" y="6246836"/>
            <a:ext cx="5040560" cy="288000"/>
          </a:xfrm>
          <a:prstGeom prst="rect">
            <a:avLst/>
          </a:prstGeom>
        </p:spPr>
        <p:txBody>
          <a:bodyPr/>
          <a:lstStyle/>
          <a:p>
            <a:r>
              <a:rPr lang="en-US"/>
              <a:t>Presentation title    |    ONLY FOR INTERNAL USE</a:t>
            </a:r>
          </a:p>
        </p:txBody>
      </p:sp>
      <p:sp>
        <p:nvSpPr>
          <p:cNvPr id="8" name="Foliennummernplatzhalter 7">
            <a:extLst>
              <a:ext uri="{FF2B5EF4-FFF2-40B4-BE49-F238E27FC236}">
                <a16:creationId xmlns:a16="http://schemas.microsoft.com/office/drawing/2014/main" id="{E7CA049A-FBC2-2652-22F7-C91C418B0F2E}"/>
              </a:ext>
            </a:extLst>
          </p:cNvPr>
          <p:cNvSpPr>
            <a:spLocks noGrp="1"/>
          </p:cNvSpPr>
          <p:nvPr>
            <p:ph type="sldNum" sz="quarter" idx="11"/>
          </p:nvPr>
        </p:nvSpPr>
        <p:spPr bwMode="gray"/>
        <p:txBody>
          <a:bodyPr/>
          <a:lstStyle/>
          <a:p>
            <a:fld id="{8FF9B0DE-3FEB-4AA0-B465-B80EF7C1333D}" type="slidenum">
              <a:rPr lang="en-US" smtClean="0"/>
              <a:pPr/>
              <a:t>‹#›</a:t>
            </a:fld>
            <a:endParaRPr lang="en-US"/>
          </a:p>
        </p:txBody>
      </p:sp>
      <p:sp>
        <p:nvSpPr>
          <p:cNvPr id="2" name="Rechteck 1">
            <a:extLst>
              <a:ext uri="{FF2B5EF4-FFF2-40B4-BE49-F238E27FC236}">
                <a16:creationId xmlns:a16="http://schemas.microsoft.com/office/drawing/2014/main" id="{3341D3C2-8E8C-C888-7E53-E3465CB0DDEB}"/>
              </a:ext>
            </a:extLst>
          </p:cNvPr>
          <p:cNvSpPr/>
          <p:nvPr userDrawn="1"/>
        </p:nvSpPr>
        <p:spPr bwMode="gray">
          <a:xfrm>
            <a:off x="479426" y="476251"/>
            <a:ext cx="11233151" cy="720000"/>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l"/>
            <a:r>
              <a:rPr lang="en-US" sz="2500" b="1">
                <a:solidFill>
                  <a:schemeClr val="bg2"/>
                </a:solidFill>
                <a:latin typeface="+mj-lt"/>
              </a:rPr>
              <a:t>Disclaimer</a:t>
            </a:r>
          </a:p>
        </p:txBody>
      </p:sp>
      <p:sp>
        <p:nvSpPr>
          <p:cNvPr id="6" name="Inhaltsplatzhalter 18">
            <a:extLst>
              <a:ext uri="{FF2B5EF4-FFF2-40B4-BE49-F238E27FC236}">
                <a16:creationId xmlns:a16="http://schemas.microsoft.com/office/drawing/2014/main" id="{DDE0E452-5F2C-BB59-8DE7-874CECE76ABE}"/>
              </a:ext>
            </a:extLst>
          </p:cNvPr>
          <p:cNvSpPr txBox="1">
            <a:spLocks/>
          </p:cNvSpPr>
          <p:nvPr userDrawn="1"/>
        </p:nvSpPr>
        <p:spPr bwMode="gray">
          <a:xfrm>
            <a:off x="479426" y="1916832"/>
            <a:ext cx="6120631" cy="3456384"/>
          </a:xfrm>
          <a:prstGeom prst="rect">
            <a:avLst/>
          </a:prstGeom>
        </p:spPr>
        <p:txBody>
          <a:bodyPr vert="horz" lIns="0" tIns="0" rIns="0" bIns="0" numCol="1" spcCol="288000" rtlCol="0">
            <a:noAutofit/>
          </a:bodyPr>
          <a:lstStyle>
            <a:lvl1pPr marL="216000" indent="-216000" algn="l" defTabSz="914400" rtl="0" eaLnBrk="1" latinLnBrk="0" hangingPunct="1">
              <a:lnSpc>
                <a:spcPct val="11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lgn="l">
              <a:spcAft>
                <a:spcPts val="1200"/>
              </a:spcAft>
              <a:buFont typeface="Arial" panose="020B0604020202020204" pitchFamily="34" charset="0"/>
              <a:buNone/>
            </a:pPr>
            <a:r>
              <a:rPr lang="en-US" sz="1400"/>
              <a:t>This presentation and its contents are property of Boehringer Ingelheim and are, inter alia, protected by copyright law. Complete or partial passing on to third parties as well as copying, reproduction, publication or any other use by third parties is not permitted.</a:t>
            </a:r>
          </a:p>
        </p:txBody>
      </p:sp>
      <p:sp>
        <p:nvSpPr>
          <p:cNvPr id="10" name="Inhaltsplatzhalter 18">
            <a:extLst>
              <a:ext uri="{FF2B5EF4-FFF2-40B4-BE49-F238E27FC236}">
                <a16:creationId xmlns:a16="http://schemas.microsoft.com/office/drawing/2014/main" id="{7FF0A3E9-BBDF-2079-1E3B-71A2C0AF8B14}"/>
              </a:ext>
            </a:extLst>
          </p:cNvPr>
          <p:cNvSpPr txBox="1">
            <a:spLocks/>
          </p:cNvSpPr>
          <p:nvPr userDrawn="1"/>
        </p:nvSpPr>
        <p:spPr bwMode="gray">
          <a:xfrm>
            <a:off x="475503" y="5697252"/>
            <a:ext cx="8892000" cy="252699"/>
          </a:xfrm>
          <a:prstGeom prst="rect">
            <a:avLst/>
          </a:prstGeom>
        </p:spPr>
        <p:txBody>
          <a:bodyPr vert="horz" lIns="0" tIns="0" rIns="0" bIns="0" rtlCol="0">
            <a:noAutofit/>
          </a:bodyPr>
          <a:lstStyle>
            <a:lvl1pPr marL="216000" indent="-216000" algn="l" defTabSz="914400" rtl="0" eaLnBrk="1" latinLnBrk="0" hangingPunct="1">
              <a:lnSpc>
                <a:spcPct val="11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buFont typeface="Arial" panose="020B0604020202020204" pitchFamily="34" charset="0"/>
              <a:buNone/>
            </a:pPr>
            <a:r>
              <a:rPr lang="en-US" sz="1400"/>
              <a:t> </a:t>
            </a:r>
          </a:p>
        </p:txBody>
      </p:sp>
      <p:sp>
        <p:nvSpPr>
          <p:cNvPr id="11" name="Inhaltsplatzhalter 18">
            <a:extLst>
              <a:ext uri="{FF2B5EF4-FFF2-40B4-BE49-F238E27FC236}">
                <a16:creationId xmlns:a16="http://schemas.microsoft.com/office/drawing/2014/main" id="{74AA0B8D-5EC8-118E-FABE-831281106603}"/>
              </a:ext>
            </a:extLst>
          </p:cNvPr>
          <p:cNvSpPr txBox="1">
            <a:spLocks/>
          </p:cNvSpPr>
          <p:nvPr userDrawn="1"/>
        </p:nvSpPr>
        <p:spPr bwMode="gray">
          <a:xfrm>
            <a:off x="475504" y="1412875"/>
            <a:ext cx="5436555" cy="180020"/>
          </a:xfrm>
          <a:prstGeom prst="rect">
            <a:avLst/>
          </a:prstGeom>
        </p:spPr>
        <p:txBody>
          <a:bodyPr vert="horz" lIns="0" tIns="0" rIns="0" bIns="0" rtlCol="0" anchor="b" anchorCtr="0">
            <a:noAutofit/>
          </a:bodyPr>
          <a:lstStyle>
            <a:lvl1pPr marL="216000" indent="-216000" algn="l" defTabSz="914400" rtl="0" eaLnBrk="1" latinLnBrk="0" hangingPunct="1">
              <a:lnSpc>
                <a:spcPct val="11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lgn="l">
              <a:buFont typeface="Arial" panose="020B0604020202020204" pitchFamily="34" charset="0"/>
              <a:buNone/>
            </a:pPr>
            <a:r>
              <a:rPr lang="en-US" sz="900"/>
              <a:t>© </a:t>
            </a:r>
            <a:fld id="{2F99CDBD-C73A-474F-91D2-EC8081FF32A1}" type="datetimeyyyy">
              <a:rPr lang="en-US" sz="900" smtClean="0"/>
              <a:pPr marL="0" indent="0" algn="l">
                <a:buFont typeface="Arial" panose="020B0604020202020204" pitchFamily="34" charset="0"/>
                <a:buNone/>
              </a:pPr>
              <a:t>2026</a:t>
            </a:fld>
            <a:r>
              <a:rPr lang="en-US" sz="900"/>
              <a:t> Boehringer Ingelheim International GmbH. All rights reserved.</a:t>
            </a:r>
          </a:p>
        </p:txBody>
      </p:sp>
    </p:spTree>
    <p:extLst>
      <p:ext uri="{BB962C8B-B14F-4D97-AF65-F5344CB8AC3E}">
        <p14:creationId xmlns:p14="http://schemas.microsoft.com/office/powerpoint/2010/main" val="3431861453"/>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cSld name="Blank - IQVIA">
    <p:spTree>
      <p:nvGrpSpPr>
        <p:cNvPr id="1" name=""/>
        <p:cNvGrpSpPr/>
        <p:nvPr/>
      </p:nvGrpSpPr>
      <p:grpSpPr>
        <a:xfrm>
          <a:off x="0" y="0"/>
          <a:ext cx="0" cy="0"/>
          <a:chOff x="0" y="0"/>
          <a:chExt cx="0" cy="0"/>
        </a:xfrm>
      </p:grpSpPr>
      <p:sp>
        <p:nvSpPr>
          <p:cNvPr id="3" name="Slide Number Placeholder 5">
            <a:extLst>
              <a:ext uri="{FF2B5EF4-FFF2-40B4-BE49-F238E27FC236}">
                <a16:creationId xmlns:a16="http://schemas.microsoft.com/office/drawing/2014/main" id="{2DEFF783-1996-4984-99EE-7B1AC1AE1A34}"/>
              </a:ext>
            </a:extLst>
          </p:cNvPr>
          <p:cNvSpPr txBox="1">
            <a:spLocks/>
          </p:cNvSpPr>
          <p:nvPr/>
        </p:nvSpPr>
        <p:spPr bwMode="white">
          <a:xfrm>
            <a:off x="11723254" y="6544746"/>
            <a:ext cx="353088" cy="177800"/>
          </a:xfrm>
          <a:prstGeom prst="rect">
            <a:avLst/>
          </a:prstGeom>
        </p:spPr>
        <p:txBody>
          <a:bodyPr vert="horz" lIns="0" tIns="0" rIns="0" bIns="0" rtlCol="0" anchor="ctr"/>
          <a:lstStyle>
            <a:defPPr>
              <a:defRPr lang="en-US"/>
            </a:defPPr>
            <a:lvl1pPr marL="0" algn="r" defTabSz="914400" rtl="0" eaLnBrk="1" latinLnBrk="0" hangingPunct="1">
              <a:defRPr sz="1100" b="1"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C5C7A9E-C6A9-4A9D-A8BC-E29E91AD59EE}" type="slidenum">
              <a:rPr lang="en-US" sz="800" b="0" smtClean="0">
                <a:solidFill>
                  <a:srgbClr val="959CA0"/>
                </a:solidFill>
              </a:rPr>
              <a:t>‹#›</a:t>
            </a:fld>
            <a:endParaRPr lang="en-US" sz="800" b="0">
              <a:solidFill>
                <a:srgbClr val="959CA0"/>
              </a:solidFill>
            </a:endParaRPr>
          </a:p>
        </p:txBody>
      </p:sp>
    </p:spTree>
    <p:extLst>
      <p:ext uri="{BB962C8B-B14F-4D97-AF65-F5344CB8AC3E}">
        <p14:creationId xmlns:p14="http://schemas.microsoft.com/office/powerpoint/2010/main" val="7890209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image" Target="../media/image2.svg"/><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image" Target="../media/image1.png"/><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elplatzhalter 1"/>
          <p:cNvSpPr>
            <a:spLocks noGrp="1"/>
          </p:cNvSpPr>
          <p:nvPr>
            <p:ph type="title"/>
          </p:nvPr>
        </p:nvSpPr>
        <p:spPr bwMode="gray">
          <a:xfrm>
            <a:off x="479426" y="477000"/>
            <a:ext cx="11233151" cy="720000"/>
          </a:xfrm>
          <a:prstGeom prst="rect">
            <a:avLst/>
          </a:prstGeom>
        </p:spPr>
        <p:txBody>
          <a:bodyPr vert="horz" lIns="0" tIns="0" rIns="0" bIns="0" rtlCol="0" anchor="t">
            <a:noAutofit/>
          </a:bodyPr>
          <a:lstStyle/>
          <a:p>
            <a:r>
              <a:rPr lang="en-US"/>
              <a:t>Add Title</a:t>
            </a:r>
          </a:p>
        </p:txBody>
      </p:sp>
      <p:sp>
        <p:nvSpPr>
          <p:cNvPr id="3" name="Textplatzhalter 2"/>
          <p:cNvSpPr>
            <a:spLocks noGrp="1"/>
          </p:cNvSpPr>
          <p:nvPr>
            <p:ph type="body" idx="1"/>
          </p:nvPr>
        </p:nvSpPr>
        <p:spPr bwMode="gray">
          <a:xfrm>
            <a:off x="479474" y="1413280"/>
            <a:ext cx="11233151" cy="4536000"/>
          </a:xfrm>
          <a:prstGeom prst="rect">
            <a:avLst/>
          </a:prstGeom>
        </p:spPr>
        <p:txBody>
          <a:bodyPr vert="horz" lIns="0" tIns="0" rIns="0" bIns="0" rtlCol="0">
            <a:noAutofit/>
          </a:body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6" name="Foliennummernplatzhalter 5"/>
          <p:cNvSpPr>
            <a:spLocks noGrp="1"/>
          </p:cNvSpPr>
          <p:nvPr>
            <p:ph type="sldNum" sz="quarter" idx="4"/>
          </p:nvPr>
        </p:nvSpPr>
        <p:spPr bwMode="gray">
          <a:xfrm>
            <a:off x="11424592" y="6246836"/>
            <a:ext cx="288000" cy="288000"/>
          </a:xfrm>
          <a:prstGeom prst="rect">
            <a:avLst/>
          </a:prstGeom>
        </p:spPr>
        <p:txBody>
          <a:bodyPr vert="horz" lIns="0" tIns="0" rIns="0" bIns="0" rtlCol="0" anchor="b">
            <a:noAutofit/>
          </a:bodyPr>
          <a:lstStyle>
            <a:lvl1pPr algn="r">
              <a:defRPr sz="800">
                <a:solidFill>
                  <a:schemeClr val="bg2"/>
                </a:solidFill>
              </a:defRPr>
            </a:lvl1pPr>
          </a:lstStyle>
          <a:p>
            <a:fld id="{DF4E8F9F-5B1F-4F5B-BE49-3245D8C18D9F}" type="slidenum">
              <a:rPr lang="en-US" smtClean="0"/>
              <a:pPr/>
              <a:t>‹#›</a:t>
            </a:fld>
            <a:endParaRPr lang="en-US"/>
          </a:p>
        </p:txBody>
      </p:sp>
      <p:grpSp>
        <p:nvGrpSpPr>
          <p:cNvPr id="2082" name="Gruppieren 2081">
            <a:extLst>
              <a:ext uri="{FF2B5EF4-FFF2-40B4-BE49-F238E27FC236}">
                <a16:creationId xmlns:a16="http://schemas.microsoft.com/office/drawing/2014/main" id="{541D1760-5727-61F0-8478-5E672791C3A5}"/>
              </a:ext>
            </a:extLst>
          </p:cNvPr>
          <p:cNvGrpSpPr/>
          <p:nvPr userDrawn="1"/>
        </p:nvGrpSpPr>
        <p:grpSpPr bwMode="gray">
          <a:xfrm>
            <a:off x="480000" y="-171400"/>
            <a:ext cx="11232624" cy="72000"/>
            <a:chOff x="480000" y="-171400"/>
            <a:chExt cx="11232624" cy="72000"/>
          </a:xfrm>
        </p:grpSpPr>
        <p:cxnSp>
          <p:nvCxnSpPr>
            <p:cNvPr id="13" name="Gerader Verbinder 12"/>
            <p:cNvCxnSpPr/>
            <p:nvPr userDrawn="1"/>
          </p:nvCxnSpPr>
          <p:spPr bwMode="gray">
            <a:xfrm>
              <a:off x="480000"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Gerader Verbinder 13"/>
            <p:cNvCxnSpPr>
              <a:cxnSpLocks/>
            </p:cNvCxnSpPr>
            <p:nvPr userDrawn="1"/>
          </p:nvCxnSpPr>
          <p:spPr bwMode="gray">
            <a:xfrm>
              <a:off x="4043376"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Gerader Verbinder 14"/>
            <p:cNvCxnSpPr>
              <a:cxnSpLocks/>
            </p:cNvCxnSpPr>
            <p:nvPr userDrawn="1"/>
          </p:nvCxnSpPr>
          <p:spPr bwMode="gray">
            <a:xfrm>
              <a:off x="4331688"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Gerader Verbinder 15"/>
            <p:cNvCxnSpPr/>
            <p:nvPr userDrawn="1"/>
          </p:nvCxnSpPr>
          <p:spPr bwMode="gray">
            <a:xfrm>
              <a:off x="5952000"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Gerader Verbinder 16"/>
            <p:cNvCxnSpPr/>
            <p:nvPr userDrawn="1"/>
          </p:nvCxnSpPr>
          <p:spPr bwMode="gray">
            <a:xfrm>
              <a:off x="6240000"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Gerader Verbinder 17"/>
            <p:cNvCxnSpPr>
              <a:cxnSpLocks/>
            </p:cNvCxnSpPr>
            <p:nvPr userDrawn="1"/>
          </p:nvCxnSpPr>
          <p:spPr bwMode="gray">
            <a:xfrm>
              <a:off x="7859688"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Gerader Verbinder 18"/>
            <p:cNvCxnSpPr>
              <a:cxnSpLocks/>
            </p:cNvCxnSpPr>
            <p:nvPr userDrawn="1"/>
          </p:nvCxnSpPr>
          <p:spPr bwMode="gray">
            <a:xfrm>
              <a:off x="8148000"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Gerader Verbinder 19"/>
            <p:cNvCxnSpPr/>
            <p:nvPr userDrawn="1"/>
          </p:nvCxnSpPr>
          <p:spPr bwMode="gray">
            <a:xfrm>
              <a:off x="11712624"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5" name="Gruppieren 24"/>
          <p:cNvGrpSpPr/>
          <p:nvPr userDrawn="1"/>
        </p:nvGrpSpPr>
        <p:grpSpPr bwMode="gray">
          <a:xfrm>
            <a:off x="-168688" y="1413000"/>
            <a:ext cx="72000" cy="4536000"/>
            <a:chOff x="-456728" y="1628800"/>
            <a:chExt cx="216000" cy="4536504"/>
          </a:xfrm>
        </p:grpSpPr>
        <p:cxnSp>
          <p:nvCxnSpPr>
            <p:cNvPr id="23" name="Gerader Verbinder 22"/>
            <p:cNvCxnSpPr/>
            <p:nvPr userDrawn="1"/>
          </p:nvCxnSpPr>
          <p:spPr bwMode="gray">
            <a:xfrm>
              <a:off x="-456728" y="1628800"/>
              <a:ext cx="216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Gerader Verbinder 23"/>
            <p:cNvCxnSpPr/>
            <p:nvPr userDrawn="1"/>
          </p:nvCxnSpPr>
          <p:spPr bwMode="gray">
            <a:xfrm>
              <a:off x="-456728" y="6165304"/>
              <a:ext cx="216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pic>
        <p:nvPicPr>
          <p:cNvPr id="2069" name="Grafik 2068">
            <a:extLst>
              <a:ext uri="{FF2B5EF4-FFF2-40B4-BE49-F238E27FC236}">
                <a16:creationId xmlns:a16="http://schemas.microsoft.com/office/drawing/2014/main" id="{F9F7D00D-6B99-C8F0-6093-D3BE62E56953}"/>
              </a:ext>
              <a:ext uri="{C183D7F6-B498-43B3-948B-1728B52AA6E4}">
                <adec:decorative xmlns:adec="http://schemas.microsoft.com/office/drawing/2017/decorative" val="1"/>
              </a:ext>
            </a:extLst>
          </p:cNvPr>
          <p:cNvPicPr>
            <a:picLocks noChangeAspect="1"/>
          </p:cNvPicPr>
          <p:nvPr userDrawn="1"/>
        </p:nvPicPr>
        <p:blipFill>
          <a:blip r:embed="rId58">
            <a:extLst>
              <a:ext uri="{96DAC541-7B7A-43D3-8B79-37D633B846F1}">
                <asvg:svgBlip xmlns:asvg="http://schemas.microsoft.com/office/drawing/2016/SVG/main" r:embed="rId59"/>
              </a:ext>
            </a:extLst>
          </a:blip>
          <a:stretch>
            <a:fillRect/>
          </a:stretch>
        </p:blipFill>
        <p:spPr bwMode="gray">
          <a:xfrm>
            <a:off x="479424" y="6165002"/>
            <a:ext cx="1234800" cy="372727"/>
          </a:xfrm>
          <a:prstGeom prst="rect">
            <a:avLst/>
          </a:prstGeom>
        </p:spPr>
      </p:pic>
    </p:spTree>
    <p:extLst>
      <p:ext uri="{BB962C8B-B14F-4D97-AF65-F5344CB8AC3E}">
        <p14:creationId xmlns:p14="http://schemas.microsoft.com/office/powerpoint/2010/main" val="10847006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 id="2147483691" r:id="rId31"/>
    <p:sldLayoutId id="2147483692" r:id="rId32"/>
    <p:sldLayoutId id="2147483693" r:id="rId33"/>
    <p:sldLayoutId id="2147483694" r:id="rId34"/>
    <p:sldLayoutId id="2147483695" r:id="rId35"/>
    <p:sldLayoutId id="2147483696" r:id="rId36"/>
    <p:sldLayoutId id="2147483697" r:id="rId37"/>
    <p:sldLayoutId id="2147483698" r:id="rId38"/>
    <p:sldLayoutId id="2147483699" r:id="rId39"/>
    <p:sldLayoutId id="2147483700" r:id="rId40"/>
    <p:sldLayoutId id="2147483701" r:id="rId41"/>
    <p:sldLayoutId id="2147483702" r:id="rId42"/>
    <p:sldLayoutId id="2147483703" r:id="rId43"/>
    <p:sldLayoutId id="2147483704" r:id="rId44"/>
    <p:sldLayoutId id="2147483705" r:id="rId45"/>
    <p:sldLayoutId id="2147483706" r:id="rId46"/>
    <p:sldLayoutId id="2147483707" r:id="rId47"/>
    <p:sldLayoutId id="2147483708" r:id="rId48"/>
    <p:sldLayoutId id="2147483709" r:id="rId49"/>
    <p:sldLayoutId id="2147483710" r:id="rId50"/>
    <p:sldLayoutId id="2147483711" r:id="rId51"/>
    <p:sldLayoutId id="2147483712" r:id="rId52"/>
    <p:sldLayoutId id="2147483713" r:id="rId53"/>
    <p:sldLayoutId id="2147483714" r:id="rId54"/>
    <p:sldLayoutId id="2147483715" r:id="rId55"/>
    <p:sldLayoutId id="2147483716" r:id="rId56"/>
  </p:sldLayoutIdLst>
  <p:hf hdr="0" dt="0"/>
  <p:txStyles>
    <p:titleStyle>
      <a:lvl1pPr algn="l" defTabSz="914377" rtl="0" eaLnBrk="1" latinLnBrk="0" hangingPunct="1">
        <a:lnSpc>
          <a:spcPct val="100000"/>
        </a:lnSpc>
        <a:spcBef>
          <a:spcPct val="0"/>
        </a:spcBef>
        <a:buNone/>
        <a:defRPr sz="2500" b="1" kern="1200">
          <a:solidFill>
            <a:schemeClr val="bg2"/>
          </a:solidFill>
          <a:latin typeface="+mj-lt"/>
          <a:ea typeface="+mj-ea"/>
          <a:cs typeface="+mj-cs"/>
        </a:defRPr>
      </a:lvl1pPr>
    </p:titleStyle>
    <p:bodyStyle>
      <a:lvl1pPr marL="215995" indent="-215995" algn="l" defTabSz="914377" rtl="0" eaLnBrk="1" latinLnBrk="0" hangingPunct="1">
        <a:lnSpc>
          <a:spcPct val="14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1989" indent="-215995" algn="l" defTabSz="914377"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5986" indent="-215995" algn="l" defTabSz="914377"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1980" indent="-215995" algn="l" defTabSz="914377"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3996" indent="-143996" algn="l" defTabSz="914377"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7993" indent="-142871" algn="l" defTabSz="914377"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1989" indent="-143996" algn="l" defTabSz="914377"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5986" indent="-143996" algn="l" defTabSz="914377"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5986" indent="-143996" algn="l" defTabSz="914377"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p:bodyStyle>
    <p:otherStyle>
      <a:defPPr>
        <a:defRPr lang="de-DE"/>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02">
          <p15:clr>
            <a:srgbClr val="F26B43"/>
          </p15:clr>
        </p15:guide>
        <p15:guide id="2" pos="7378">
          <p15:clr>
            <a:srgbClr val="F26B43"/>
          </p15:clr>
        </p15:guide>
        <p15:guide id="3" orient="horz" pos="890">
          <p15:clr>
            <a:srgbClr val="F26B43"/>
          </p15:clr>
        </p15:guide>
        <p15:guide id="5" orient="horz" pos="300">
          <p15:clr>
            <a:srgbClr val="F26B43"/>
          </p15:clr>
        </p15:guide>
        <p15:guide id="6" orient="horz" pos="3748">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3" Type="http://schemas.openxmlformats.org/officeDocument/2006/relationships/image" Target="../media/image21.png"/><Relationship Id="rId7" Type="http://schemas.openxmlformats.org/officeDocument/2006/relationships/chart" Target="../charts/chart1.xml"/><Relationship Id="rId2" Type="http://schemas.microsoft.com/office/2018/10/relationships/comments" Target="../comments/modernComment_7FFFFFFB_6F95B518.xml"/><Relationship Id="rId1" Type="http://schemas.openxmlformats.org/officeDocument/2006/relationships/slideLayout" Target="../slideLayouts/slideLayout11.xml"/><Relationship Id="rId6" Type="http://schemas.openxmlformats.org/officeDocument/2006/relationships/image" Target="../media/image23.svg"/><Relationship Id="rId5" Type="http://schemas.openxmlformats.org/officeDocument/2006/relationships/image" Target="../media/image1.png"/><Relationship Id="rId4" Type="http://schemas.openxmlformats.org/officeDocument/2006/relationships/image" Target="../media/image22.sv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4.xml.rels><?xml version="1.0" encoding="UTF-8" standalone="yes"?>
<Relationships xmlns="http://schemas.openxmlformats.org/package/2006/relationships"><Relationship Id="rId3" Type="http://schemas.openxmlformats.org/officeDocument/2006/relationships/image" Target="../media/image25.svg"/><Relationship Id="rId2" Type="http://schemas.openxmlformats.org/officeDocument/2006/relationships/image" Target="../media/image24.png"/><Relationship Id="rId1" Type="http://schemas.openxmlformats.org/officeDocument/2006/relationships/slideLayout" Target="../slideLayouts/slideLayout11.xml"/><Relationship Id="rId5" Type="http://schemas.openxmlformats.org/officeDocument/2006/relationships/image" Target="../media/image27.png"/><Relationship Id="rId4" Type="http://schemas.openxmlformats.org/officeDocument/2006/relationships/image" Target="../media/image26.jpe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6.xml.rels><?xml version="1.0" encoding="UTF-8" standalone="yes"?>
<Relationships xmlns="http://schemas.openxmlformats.org/package/2006/relationships"><Relationship Id="rId8" Type="http://schemas.openxmlformats.org/officeDocument/2006/relationships/slideLayout" Target="../slideLayouts/slideLayout11.xml"/><Relationship Id="rId3" Type="http://schemas.openxmlformats.org/officeDocument/2006/relationships/tags" Target="../tags/tag3.xml"/><Relationship Id="rId7" Type="http://schemas.openxmlformats.org/officeDocument/2006/relationships/tags" Target="../tags/tag7.xml"/><Relationship Id="rId2" Type="http://schemas.openxmlformats.org/officeDocument/2006/relationships/tags" Target="../tags/tag2.xml"/><Relationship Id="rId1" Type="http://schemas.openxmlformats.org/officeDocument/2006/relationships/tags" Target="../tags/tag1.xml"/><Relationship Id="rId6" Type="http://schemas.openxmlformats.org/officeDocument/2006/relationships/tags" Target="../tags/tag6.xml"/><Relationship Id="rId5" Type="http://schemas.openxmlformats.org/officeDocument/2006/relationships/tags" Target="../tags/tag5.xml"/><Relationship Id="rId4" Type="http://schemas.openxmlformats.org/officeDocument/2006/relationships/tags" Target="../tags/tag4.xml"/></Relationships>
</file>

<file path=ppt/slides/_rels/slide7.xml.rels><?xml version="1.0" encoding="UTF-8" standalone="yes"?>
<Relationships xmlns="http://schemas.openxmlformats.org/package/2006/relationships"><Relationship Id="rId8" Type="http://schemas.openxmlformats.org/officeDocument/2006/relationships/tags" Target="../tags/tag15.xml"/><Relationship Id="rId13" Type="http://schemas.openxmlformats.org/officeDocument/2006/relationships/tags" Target="../tags/tag20.xml"/><Relationship Id="rId18" Type="http://schemas.openxmlformats.org/officeDocument/2006/relationships/tags" Target="../tags/tag25.xml"/><Relationship Id="rId3" Type="http://schemas.openxmlformats.org/officeDocument/2006/relationships/tags" Target="../tags/tag10.xml"/><Relationship Id="rId21" Type="http://schemas.openxmlformats.org/officeDocument/2006/relationships/notesSlide" Target="../notesSlides/notesSlide1.xml"/><Relationship Id="rId7" Type="http://schemas.openxmlformats.org/officeDocument/2006/relationships/tags" Target="../tags/tag14.xml"/><Relationship Id="rId12" Type="http://schemas.openxmlformats.org/officeDocument/2006/relationships/tags" Target="../tags/tag19.xml"/><Relationship Id="rId17" Type="http://schemas.openxmlformats.org/officeDocument/2006/relationships/tags" Target="../tags/tag24.xml"/><Relationship Id="rId2" Type="http://schemas.openxmlformats.org/officeDocument/2006/relationships/tags" Target="../tags/tag9.xml"/><Relationship Id="rId16" Type="http://schemas.openxmlformats.org/officeDocument/2006/relationships/tags" Target="../tags/tag23.xml"/><Relationship Id="rId20" Type="http://schemas.openxmlformats.org/officeDocument/2006/relationships/slideLayout" Target="../slideLayouts/slideLayout11.xml"/><Relationship Id="rId1" Type="http://schemas.openxmlformats.org/officeDocument/2006/relationships/tags" Target="../tags/tag8.xml"/><Relationship Id="rId6" Type="http://schemas.openxmlformats.org/officeDocument/2006/relationships/tags" Target="../tags/tag13.xml"/><Relationship Id="rId11" Type="http://schemas.openxmlformats.org/officeDocument/2006/relationships/tags" Target="../tags/tag18.xml"/><Relationship Id="rId5" Type="http://schemas.openxmlformats.org/officeDocument/2006/relationships/tags" Target="../tags/tag12.xml"/><Relationship Id="rId15" Type="http://schemas.openxmlformats.org/officeDocument/2006/relationships/tags" Target="../tags/tag22.xml"/><Relationship Id="rId23" Type="http://schemas.openxmlformats.org/officeDocument/2006/relationships/image" Target="../media/image29.svg"/><Relationship Id="rId10" Type="http://schemas.openxmlformats.org/officeDocument/2006/relationships/tags" Target="../tags/tag17.xml"/><Relationship Id="rId19" Type="http://schemas.openxmlformats.org/officeDocument/2006/relationships/tags" Target="../tags/tag26.xml"/><Relationship Id="rId4" Type="http://schemas.openxmlformats.org/officeDocument/2006/relationships/tags" Target="../tags/tag11.xml"/><Relationship Id="rId9" Type="http://schemas.openxmlformats.org/officeDocument/2006/relationships/tags" Target="../tags/tag16.xml"/><Relationship Id="rId14" Type="http://schemas.openxmlformats.org/officeDocument/2006/relationships/tags" Target="../tags/tag21.xml"/><Relationship Id="rId22" Type="http://schemas.openxmlformats.org/officeDocument/2006/relationships/image" Target="../media/image28.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7887C1-D14F-836C-B518-172BFB5EECC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343CCD4-3F6E-F2F3-AD99-7C7AC3FE7C1A}"/>
              </a:ext>
            </a:extLst>
          </p:cNvPr>
          <p:cNvSpPr>
            <a:spLocks noGrp="1"/>
          </p:cNvSpPr>
          <p:nvPr>
            <p:ph type="title"/>
          </p:nvPr>
        </p:nvSpPr>
        <p:spPr>
          <a:xfrm>
            <a:off x="479424" y="2328153"/>
            <a:ext cx="10873160" cy="884583"/>
          </a:xfrm>
        </p:spPr>
        <p:txBody>
          <a:bodyPr anchor="t"/>
          <a:lstStyle/>
          <a:p>
            <a:r>
              <a:rPr lang="en-US" altLang="zh-CN"/>
              <a:t>TENACITY &amp; </a:t>
            </a:r>
            <a:r>
              <a:rPr lang="en-US" altLang="zh-CN" err="1"/>
              <a:t>PersisTENce</a:t>
            </a:r>
            <a:r>
              <a:rPr lang="en-US" altLang="zh-CN"/>
              <a:t> Evaluation</a:t>
            </a:r>
          </a:p>
        </p:txBody>
      </p:sp>
      <p:sp>
        <p:nvSpPr>
          <p:cNvPr id="3" name="文本框 2">
            <a:extLst>
              <a:ext uri="{FF2B5EF4-FFF2-40B4-BE49-F238E27FC236}">
                <a16:creationId xmlns:a16="http://schemas.microsoft.com/office/drawing/2014/main" id="{F80DA0AA-CF63-60CC-DB0B-67090B0FBF31}"/>
              </a:ext>
            </a:extLst>
          </p:cNvPr>
          <p:cNvSpPr txBox="1"/>
          <p:nvPr/>
        </p:nvSpPr>
        <p:spPr bwMode="gray">
          <a:xfrm>
            <a:off x="733425" y="4924425"/>
            <a:ext cx="4600575" cy="315920"/>
          </a:xfrm>
          <a:prstGeom prst="rect">
            <a:avLst/>
          </a:prstGeom>
          <a:noFill/>
        </p:spPr>
        <p:txBody>
          <a:bodyPr wrap="square" lIns="0" tIns="0" rIns="0" bIns="0" rtlCol="0">
            <a:spAutoFit/>
          </a:bodyPr>
          <a:lstStyle/>
          <a:p>
            <a:pPr marL="180000" indent="-180000" algn="l">
              <a:lnSpc>
                <a:spcPct val="140000"/>
              </a:lnSpc>
              <a:buFont typeface="Arial" panose="020B0604020202020204" pitchFamily="34" charset="0"/>
              <a:buChar char="•"/>
            </a:pPr>
            <a:r>
              <a:rPr lang="en-US" altLang="zh-CN" sz="1600" dirty="0"/>
              <a:t>For PEC advice and endorsement</a:t>
            </a:r>
            <a:endParaRPr lang="zh-CN" altLang="en-US" sz="1600" dirty="0"/>
          </a:p>
        </p:txBody>
      </p:sp>
    </p:spTree>
    <p:extLst>
      <p:ext uri="{BB962C8B-B14F-4D97-AF65-F5344CB8AC3E}">
        <p14:creationId xmlns:p14="http://schemas.microsoft.com/office/powerpoint/2010/main" val="274804843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E8F0C9-08E3-3730-A1A0-B54F8D4BDE5E}"/>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8A0FAA75-E4D3-4FD8-35EC-339605D5249A}"/>
              </a:ext>
            </a:extLst>
          </p:cNvPr>
          <p:cNvSpPr/>
          <p:nvPr/>
        </p:nvSpPr>
        <p:spPr bwMode="gray">
          <a:xfrm>
            <a:off x="0" y="4905829"/>
            <a:ext cx="12192000" cy="1952171"/>
          </a:xfrm>
          <a:prstGeom prst="rect">
            <a:avLst/>
          </a:prstGeom>
          <a:solidFill>
            <a:srgbClr val="E5E3DE"/>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6" name="TextBox 5">
            <a:extLst>
              <a:ext uri="{FF2B5EF4-FFF2-40B4-BE49-F238E27FC236}">
                <a16:creationId xmlns:a16="http://schemas.microsoft.com/office/drawing/2014/main" id="{52656B32-8D6D-34ED-88FF-EB288F650606}"/>
              </a:ext>
            </a:extLst>
          </p:cNvPr>
          <p:cNvSpPr txBox="1"/>
          <p:nvPr/>
        </p:nvSpPr>
        <p:spPr bwMode="gray">
          <a:xfrm>
            <a:off x="2179476" y="6153150"/>
            <a:ext cx="1661049" cy="46166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8312A"/>
                </a:solidFill>
                <a:effectLst/>
                <a:uLnTx/>
                <a:uFillTx/>
                <a:latin typeface="Boehringer Forward Head"/>
                <a:ea typeface="+mn-ea"/>
                <a:cs typeface="+mn-cs"/>
              </a:rPr>
              <a:t>Clinical Development</a:t>
            </a:r>
            <a:br>
              <a:rPr kumimoji="0" lang="en-US" sz="1200" b="0" i="0" u="none" strike="noStrike" kern="1200" cap="none" spc="0" normalizeH="0" baseline="0" noProof="0">
                <a:ln>
                  <a:noFill/>
                </a:ln>
                <a:solidFill>
                  <a:srgbClr val="08312A"/>
                </a:solidFill>
                <a:effectLst/>
                <a:uLnTx/>
                <a:uFillTx/>
                <a:latin typeface="Boehringer Forward Head"/>
                <a:ea typeface="+mn-ea"/>
                <a:cs typeface="+mn-cs"/>
              </a:rPr>
            </a:br>
            <a:r>
              <a:rPr kumimoji="0" lang="en-US" sz="1200" b="0" i="0" u="none" strike="noStrike" kern="1200" cap="none" spc="0" normalizeH="0" baseline="0" noProof="0">
                <a:ln>
                  <a:noFill/>
                </a:ln>
                <a:solidFill>
                  <a:srgbClr val="08312A"/>
                </a:solidFill>
                <a:effectLst/>
                <a:uLnTx/>
                <a:uFillTx/>
                <a:latin typeface="Boehringer Forward Head"/>
                <a:ea typeface="+mn-ea"/>
                <a:cs typeface="+mn-cs"/>
              </a:rPr>
              <a:t>and Operations</a:t>
            </a:r>
            <a:endParaRPr kumimoji="0" lang="en-IN" sz="1200" b="0" i="0" u="none" strike="noStrike" kern="1200" cap="none" spc="0" normalizeH="0" baseline="0" noProof="0">
              <a:ln>
                <a:noFill/>
              </a:ln>
              <a:solidFill>
                <a:srgbClr val="08312A"/>
              </a:solidFill>
              <a:effectLst/>
              <a:uLnTx/>
              <a:uFillTx/>
              <a:latin typeface="Boehringer Forward Head"/>
              <a:ea typeface="+mn-ea"/>
              <a:cs typeface="+mn-cs"/>
            </a:endParaRPr>
          </a:p>
        </p:txBody>
      </p:sp>
      <p:pic>
        <p:nvPicPr>
          <p:cNvPr id="7" name="Grafik 18">
            <a:extLst>
              <a:ext uri="{FF2B5EF4-FFF2-40B4-BE49-F238E27FC236}">
                <a16:creationId xmlns:a16="http://schemas.microsoft.com/office/drawing/2014/main" id="{1B85F6EE-0BD2-7D6B-9FD8-E55D5120DC62}"/>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bwMode="gray">
          <a:xfrm rot="16200000" flipH="1">
            <a:off x="1866010" y="6238514"/>
            <a:ext cx="272773" cy="272778"/>
          </a:xfrm>
          <a:prstGeom prst="rect">
            <a:avLst/>
          </a:prstGeom>
        </p:spPr>
      </p:pic>
      <p:pic>
        <p:nvPicPr>
          <p:cNvPr id="8" name="Grafik 11">
            <a:extLst>
              <a:ext uri="{FF2B5EF4-FFF2-40B4-BE49-F238E27FC236}">
                <a16:creationId xmlns:a16="http://schemas.microsoft.com/office/drawing/2014/main" id="{51FB053C-9391-473D-B854-51420308EB3B}"/>
              </a:ext>
              <a:ext uri="{C183D7F6-B498-43B3-948B-1728B52AA6E4}">
                <adec:decorative xmlns:adec="http://schemas.microsoft.com/office/drawing/2017/decorative" val="1"/>
              </a:ext>
            </a:extLst>
          </p:cNvPr>
          <p:cNvPicPr>
            <a:picLocks noChangeAspect="1"/>
          </p:cNvPicPr>
          <p:nvPr/>
        </p:nvPicPr>
        <p:blipFill>
          <a:blip r:embed="rId5" cstate="hqprint">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bwMode="gray">
          <a:xfrm>
            <a:off x="479424" y="6165000"/>
            <a:ext cx="1234800" cy="372727"/>
          </a:xfrm>
          <a:prstGeom prst="rect">
            <a:avLst/>
          </a:prstGeom>
        </p:spPr>
      </p:pic>
      <p:sp>
        <p:nvSpPr>
          <p:cNvPr id="18" name="Title 1">
            <a:extLst>
              <a:ext uri="{FF2B5EF4-FFF2-40B4-BE49-F238E27FC236}">
                <a16:creationId xmlns:a16="http://schemas.microsoft.com/office/drawing/2014/main" id="{C1B87190-5BFB-9CAC-0E2D-5E4775DC0635}"/>
              </a:ext>
            </a:extLst>
          </p:cNvPr>
          <p:cNvSpPr txBox="1">
            <a:spLocks/>
          </p:cNvSpPr>
          <p:nvPr/>
        </p:nvSpPr>
        <p:spPr>
          <a:xfrm>
            <a:off x="479425" y="476250"/>
            <a:ext cx="10444845" cy="720725"/>
          </a:xfrm>
          <a:prstGeom prst="rect">
            <a:avLst/>
          </a:prstGeom>
        </p:spPr>
        <p:txBody>
          <a:bodyPr lIns="0" tIns="0" rIns="0" bIns="0"/>
          <a:lstStyle>
            <a:lvl1pPr algn="l" defTabSz="914400" rtl="0" eaLnBrk="1" latinLnBrk="0" hangingPunct="1">
              <a:lnSpc>
                <a:spcPct val="100000"/>
              </a:lnSpc>
              <a:spcBef>
                <a:spcPct val="0"/>
              </a:spcBef>
              <a:buNone/>
              <a:defRPr sz="2500" b="1" kern="1200">
                <a:solidFill>
                  <a:schemeClr val="bg2"/>
                </a:solidFill>
                <a:latin typeface="+mj-lt"/>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IN" sz="2500" b="1" i="0" u="none" strike="noStrike" kern="1200" cap="none" spc="0" normalizeH="0" baseline="0" noProof="0">
              <a:ln>
                <a:noFill/>
              </a:ln>
              <a:solidFill>
                <a:srgbClr val="08312A"/>
              </a:solidFill>
              <a:effectLst/>
              <a:uLnTx/>
              <a:uFillTx/>
              <a:latin typeface="Boehringer Forward Head"/>
              <a:ea typeface="+mj-ea"/>
              <a:cs typeface="+mj-cs"/>
            </a:endParaRPr>
          </a:p>
        </p:txBody>
      </p:sp>
      <p:sp>
        <p:nvSpPr>
          <p:cNvPr id="16" name="Footer Placeholder 8">
            <a:extLst>
              <a:ext uri="{FF2B5EF4-FFF2-40B4-BE49-F238E27FC236}">
                <a16:creationId xmlns:a16="http://schemas.microsoft.com/office/drawing/2014/main" id="{AD13B117-7327-ECD1-1483-55B685D61372}"/>
              </a:ext>
            </a:extLst>
          </p:cNvPr>
          <p:cNvSpPr>
            <a:spLocks noGrp="1"/>
          </p:cNvSpPr>
          <p:nvPr>
            <p:ph type="ftr" sz="quarter" idx="19"/>
          </p:nvPr>
        </p:nvSpPr>
        <p:spPr/>
        <p:txBody>
          <a:bodyPr/>
          <a:lstStyle/>
          <a:p>
            <a:pPr marL="0" marR="0" lvl="0" indent="0" algn="r" defTabSz="914400" rtl="0" eaLnBrk="1" fontAlgn="auto" latinLnBrk="0" hangingPunct="1">
              <a:lnSpc>
                <a:spcPct val="100000"/>
              </a:lnSpc>
              <a:spcBef>
                <a:spcPts val="0"/>
              </a:spcBef>
              <a:spcAft>
                <a:spcPts val="300"/>
              </a:spcAft>
              <a:buClrTx/>
              <a:buSzTx/>
              <a:buFontTx/>
              <a:buNone/>
              <a:tabLst/>
              <a:defRPr/>
            </a:pPr>
            <a:endParaRPr kumimoji="0" lang="en-US" sz="800" b="0" i="0" u="none" strike="noStrike" kern="1200" cap="none" spc="0" normalizeH="0" baseline="0" noProof="0" dirty="0">
              <a:ln>
                <a:noFill/>
              </a:ln>
              <a:solidFill>
                <a:srgbClr val="08312A"/>
              </a:solidFill>
              <a:effectLst/>
              <a:uLnTx/>
              <a:uFillTx/>
              <a:latin typeface="Boehringer Forward Text"/>
              <a:ea typeface="+mn-ea"/>
              <a:cs typeface="+mn-cs"/>
            </a:endParaRPr>
          </a:p>
        </p:txBody>
      </p:sp>
      <p:sp>
        <p:nvSpPr>
          <p:cNvPr id="17" name="Slide Number Placeholder 9">
            <a:extLst>
              <a:ext uri="{FF2B5EF4-FFF2-40B4-BE49-F238E27FC236}">
                <a16:creationId xmlns:a16="http://schemas.microsoft.com/office/drawing/2014/main" id="{21C1485A-162A-ACDA-9812-28BC07AE06C5}"/>
              </a:ext>
            </a:extLst>
          </p:cNvPr>
          <p:cNvSpPr>
            <a:spLocks noGrp="1"/>
          </p:cNvSpPr>
          <p:nvPr>
            <p:ph type="sldNum" sz="quarter" idx="2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FF9B0DE-3FEB-4AA0-B465-B80EF7C1333D}" type="slidenum">
              <a:rPr kumimoji="0" lang="en-US" sz="800" b="0" i="0" u="none" strike="noStrike" kern="1200" cap="none" spc="0" normalizeH="0" baseline="0" noProof="0" smtClean="0">
                <a:ln>
                  <a:noFill/>
                </a:ln>
                <a:solidFill>
                  <a:srgbClr val="08312A"/>
                </a:solidFill>
                <a:effectLst/>
                <a:uLnTx/>
                <a:uFillTx/>
                <a:latin typeface="Boehringer Forward Text"/>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US" sz="800" b="0" i="0" u="none" strike="noStrike" kern="1200" cap="none" spc="0" normalizeH="0" baseline="0" noProof="0">
              <a:ln>
                <a:noFill/>
              </a:ln>
              <a:solidFill>
                <a:srgbClr val="08312A"/>
              </a:solidFill>
              <a:effectLst/>
              <a:uLnTx/>
              <a:uFillTx/>
              <a:latin typeface="Boehringer Forward Text"/>
              <a:ea typeface="+mn-ea"/>
              <a:cs typeface="+mn-cs"/>
            </a:endParaRPr>
          </a:p>
        </p:txBody>
      </p:sp>
      <p:sp>
        <p:nvSpPr>
          <p:cNvPr id="10" name="标题 2">
            <a:extLst>
              <a:ext uri="{FF2B5EF4-FFF2-40B4-BE49-F238E27FC236}">
                <a16:creationId xmlns:a16="http://schemas.microsoft.com/office/drawing/2014/main" id="{EAEAFA16-4481-82D8-E4F1-8A0B590D5E84}"/>
              </a:ext>
            </a:extLst>
          </p:cNvPr>
          <p:cNvSpPr txBox="1">
            <a:spLocks/>
          </p:cNvSpPr>
          <p:nvPr/>
        </p:nvSpPr>
        <p:spPr bwMode="gray">
          <a:xfrm>
            <a:off x="245805" y="257617"/>
            <a:ext cx="11833899" cy="553999"/>
          </a:xfrm>
          <a:prstGeom prst="rect">
            <a:avLst/>
          </a:prstGeom>
        </p:spPr>
        <p:txBody>
          <a:bodyPr vert="horz" wrap="square" lIns="0" tIns="0" rIns="0" bIns="0" rtlCol="0" anchor="t">
            <a:normAutofit/>
          </a:bodyPr>
          <a:lstStyle>
            <a:lvl1pPr algn="l" defTabSz="914400" rtl="0" eaLnBrk="1" latinLnBrk="0" hangingPunct="1">
              <a:lnSpc>
                <a:spcPct val="100000"/>
              </a:lnSpc>
              <a:spcBef>
                <a:spcPct val="0"/>
              </a:spcBef>
              <a:buNone/>
              <a:defRPr sz="2500" b="1" kern="1200">
                <a:solidFill>
                  <a:schemeClr val="bg2"/>
                </a:solidFill>
                <a:latin typeface="+mj-lt"/>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altLang="zh-CN" sz="2400" b="1" i="0" u="none" strike="noStrike" kern="1200" cap="none" spc="0" normalizeH="0" baseline="0" noProof="0" dirty="0">
                <a:ln>
                  <a:noFill/>
                </a:ln>
                <a:solidFill>
                  <a:srgbClr val="08312A"/>
                </a:solidFill>
                <a:effectLst/>
                <a:uLnTx/>
                <a:uFillTx/>
                <a:latin typeface="Boehringer Forward Head"/>
                <a:ea typeface="+mj-ea"/>
                <a:cs typeface="+mj-cs"/>
              </a:rPr>
              <a:t>1120-0060 TENACITY -</a:t>
            </a:r>
            <a:r>
              <a:rPr kumimoji="0" lang="en-US" altLang="zh-CN" sz="2000" b="1" i="1" u="none" strike="noStrike" kern="1200" cap="none" spc="0" normalizeH="0" baseline="0" noProof="0" dirty="0">
                <a:ln>
                  <a:noFill/>
                </a:ln>
                <a:solidFill>
                  <a:srgbClr val="EE6541"/>
                </a:solidFill>
                <a:effectLst/>
                <a:uLnTx/>
                <a:uFillTx/>
                <a:latin typeface="Boehringer Forward Head"/>
                <a:ea typeface="+mj-ea"/>
                <a:cs typeface="+mj-cs"/>
              </a:rPr>
              <a:t>China recruitment analysis- Cumulative Data as of Mar 2026</a:t>
            </a:r>
            <a:endParaRPr kumimoji="0" lang="en-US" altLang="zh-CN" sz="2000" b="1" i="1" u="none" strike="noStrike" kern="1200" cap="none" spc="0" normalizeH="0" baseline="0" noProof="0" dirty="0">
              <a:ln>
                <a:noFill/>
              </a:ln>
              <a:solidFill>
                <a:srgbClr val="EE6541"/>
              </a:solidFill>
              <a:effectLst/>
              <a:highlight>
                <a:srgbClr val="FFFF00"/>
              </a:highlight>
              <a:uLnTx/>
              <a:uFillTx/>
              <a:latin typeface="Boehringer Forward Head"/>
              <a:ea typeface="+mj-ea"/>
              <a:cs typeface="+mj-cs"/>
            </a:endParaRPr>
          </a:p>
        </p:txBody>
      </p:sp>
      <p:graphicFrame>
        <p:nvGraphicFramePr>
          <p:cNvPr id="11" name="图表 10">
            <a:extLst>
              <a:ext uri="{FF2B5EF4-FFF2-40B4-BE49-F238E27FC236}">
                <a16:creationId xmlns:a16="http://schemas.microsoft.com/office/drawing/2014/main" id="{D6223D79-C746-60A5-D751-C5B45FA789DF}"/>
              </a:ext>
            </a:extLst>
          </p:cNvPr>
          <p:cNvGraphicFramePr>
            <a:graphicFrameLocks/>
          </p:cNvGraphicFramePr>
          <p:nvPr/>
        </p:nvGraphicFramePr>
        <p:xfrm>
          <a:off x="0" y="1278194"/>
          <a:ext cx="6499123" cy="5579805"/>
        </p:xfrm>
        <a:graphic>
          <a:graphicData uri="http://schemas.openxmlformats.org/drawingml/2006/chart">
            <c:chart xmlns:c="http://schemas.openxmlformats.org/drawingml/2006/chart" xmlns:r="http://schemas.openxmlformats.org/officeDocument/2006/relationships" r:id="rId7"/>
          </a:graphicData>
        </a:graphic>
      </p:graphicFrame>
      <p:graphicFrame>
        <p:nvGraphicFramePr>
          <p:cNvPr id="12" name="表格 11">
            <a:extLst>
              <a:ext uri="{FF2B5EF4-FFF2-40B4-BE49-F238E27FC236}">
                <a16:creationId xmlns:a16="http://schemas.microsoft.com/office/drawing/2014/main" id="{708F5746-B91D-A9FB-39C3-0ED26F0C4789}"/>
              </a:ext>
            </a:extLst>
          </p:cNvPr>
          <p:cNvGraphicFramePr>
            <a:graphicFrameLocks noGrp="1"/>
          </p:cNvGraphicFramePr>
          <p:nvPr/>
        </p:nvGraphicFramePr>
        <p:xfrm>
          <a:off x="6592957" y="811616"/>
          <a:ext cx="5420139" cy="6020535"/>
        </p:xfrm>
        <a:graphic>
          <a:graphicData uri="http://schemas.openxmlformats.org/drawingml/2006/table">
            <a:tbl>
              <a:tblPr/>
              <a:tblGrid>
                <a:gridCol w="2281181">
                  <a:extLst>
                    <a:ext uri="{9D8B030D-6E8A-4147-A177-3AD203B41FA5}">
                      <a16:colId xmlns:a16="http://schemas.microsoft.com/office/drawing/2014/main" val="1231502940"/>
                    </a:ext>
                  </a:extLst>
                </a:gridCol>
                <a:gridCol w="664148">
                  <a:extLst>
                    <a:ext uri="{9D8B030D-6E8A-4147-A177-3AD203B41FA5}">
                      <a16:colId xmlns:a16="http://schemas.microsoft.com/office/drawing/2014/main" val="2463594743"/>
                    </a:ext>
                  </a:extLst>
                </a:gridCol>
                <a:gridCol w="634999">
                  <a:extLst>
                    <a:ext uri="{9D8B030D-6E8A-4147-A177-3AD203B41FA5}">
                      <a16:colId xmlns:a16="http://schemas.microsoft.com/office/drawing/2014/main" val="1932781929"/>
                    </a:ext>
                  </a:extLst>
                </a:gridCol>
                <a:gridCol w="1839811">
                  <a:extLst>
                    <a:ext uri="{9D8B030D-6E8A-4147-A177-3AD203B41FA5}">
                      <a16:colId xmlns:a16="http://schemas.microsoft.com/office/drawing/2014/main" val="255262321"/>
                    </a:ext>
                  </a:extLst>
                </a:gridCol>
              </a:tblGrid>
              <a:tr h="639497">
                <a:tc>
                  <a:txBody>
                    <a:bodyPr/>
                    <a:lstStyle/>
                    <a:p>
                      <a:pPr algn="l" fontAlgn="ctr">
                        <a:buNone/>
                      </a:pPr>
                      <a:r>
                        <a:rPr lang="en-US" sz="900" b="1" i="0" u="none" strike="noStrike">
                          <a:solidFill>
                            <a:schemeClr val="bg1"/>
                          </a:solidFill>
                          <a:effectLst/>
                          <a:latin typeface="Arial" panose="020B0604020202020204" pitchFamily="34" charset="0"/>
                          <a:ea typeface="等线" panose="02010600030101010101" pitchFamily="2" charset="-122"/>
                        </a:rPr>
                        <a:t> Ineligibility Breakdown by Criteria</a:t>
                      </a:r>
                    </a:p>
                    <a:p>
                      <a:pPr algn="l" fontAlgn="ctr">
                        <a:buNone/>
                      </a:pPr>
                      <a:r>
                        <a:rPr lang="en-US" sz="900" b="1" i="0" u="none" strike="noStrike">
                          <a:solidFill>
                            <a:schemeClr val="bg1"/>
                          </a:solidFill>
                          <a:effectLst/>
                          <a:latin typeface="Arial" panose="020B0604020202020204" pitchFamily="34" charset="0"/>
                          <a:ea typeface="等线" panose="02010600030101010101" pitchFamily="2" charset="-122"/>
                        </a:rPr>
                        <a:t>(</a:t>
                      </a:r>
                      <a:r>
                        <a:rPr lang="sv-SE" sz="900" b="1" i="0" u="none" strike="noStrike">
                          <a:solidFill>
                            <a:schemeClr val="bg1"/>
                          </a:solidFill>
                          <a:effectLst/>
                          <a:latin typeface="Arial" panose="020B0604020202020204" pitchFamily="34" charset="0"/>
                          <a:ea typeface="等线" panose="02010600030101010101" pitchFamily="2" charset="-122"/>
                        </a:rPr>
                        <a:t>TENACITY)</a:t>
                      </a:r>
                    </a:p>
                  </a:txBody>
                  <a:tcPr marL="72000" marR="72000" marT="0" marB="0" anchor="ctr">
                    <a:lnL>
                      <a:noFill/>
                    </a:lnL>
                    <a:lnR>
                      <a:noFill/>
                    </a:lnR>
                    <a:lnT>
                      <a:noFill/>
                    </a:lnT>
                    <a:lnB w="6350" cap="flat" cmpd="sng" algn="ctr">
                      <a:solidFill>
                        <a:schemeClr val="tx1"/>
                      </a:solidFill>
                      <a:prstDash val="solid"/>
                      <a:round/>
                      <a:headEnd type="none" w="med" len="med"/>
                      <a:tailEnd type="none" w="med" len="med"/>
                    </a:lnB>
                    <a:solidFill>
                      <a:srgbClr val="5D4495"/>
                    </a:solidFill>
                  </a:tcPr>
                </a:tc>
                <a:tc>
                  <a:txBody>
                    <a:bodyPr/>
                    <a:lstStyle/>
                    <a:p>
                      <a:pPr algn="l" fontAlgn="ctr">
                        <a:buNone/>
                      </a:pPr>
                      <a:r>
                        <a:rPr lang="sv-SE" sz="900" b="1" i="0" u="none" strike="noStrike">
                          <a:solidFill>
                            <a:schemeClr val="bg1"/>
                          </a:solidFill>
                          <a:effectLst/>
                          <a:latin typeface="Arial" panose="020B0604020202020204" pitchFamily="34" charset="0"/>
                          <a:ea typeface="等线" panose="02010600030101010101" pitchFamily="2" charset="-122"/>
                        </a:rPr>
                        <a:t>Pt Number</a:t>
                      </a:r>
                    </a:p>
                  </a:txBody>
                  <a:tcPr marL="72000" marR="72000" marT="0" marB="0" anchor="ctr">
                    <a:lnL>
                      <a:noFill/>
                    </a:lnL>
                    <a:lnR>
                      <a:noFill/>
                    </a:lnR>
                    <a:lnT>
                      <a:noFill/>
                    </a:lnT>
                    <a:lnB w="6350" cap="flat" cmpd="sng" algn="ctr">
                      <a:solidFill>
                        <a:schemeClr val="tx1"/>
                      </a:solidFill>
                      <a:prstDash val="solid"/>
                      <a:round/>
                      <a:headEnd type="none" w="med" len="med"/>
                      <a:tailEnd type="none" w="med" len="med"/>
                    </a:lnB>
                    <a:solidFill>
                      <a:srgbClr val="5D4495"/>
                    </a:solidFill>
                  </a:tcPr>
                </a:tc>
                <a:tc>
                  <a:txBody>
                    <a:bodyPr/>
                    <a:lstStyle/>
                    <a:p>
                      <a:pPr algn="l" fontAlgn="ctr">
                        <a:buNone/>
                      </a:pPr>
                      <a:r>
                        <a:rPr lang="sv-SE" sz="900" b="1" i="0" u="none" strike="noStrike">
                          <a:solidFill>
                            <a:schemeClr val="bg1"/>
                          </a:solidFill>
                          <a:effectLst/>
                          <a:latin typeface="Arial" panose="020B0604020202020204" pitchFamily="34" charset="0"/>
                          <a:ea typeface="等线" panose="02010600030101010101" pitchFamily="2" charset="-122"/>
                        </a:rPr>
                        <a:t>Rate</a:t>
                      </a:r>
                    </a:p>
                  </a:txBody>
                  <a:tcPr marL="72000" marR="72000" marT="0" marB="0" anchor="ctr">
                    <a:lnL>
                      <a:noFill/>
                    </a:lnL>
                    <a:lnR>
                      <a:noFill/>
                    </a:lnR>
                    <a:lnT>
                      <a:noFill/>
                    </a:lnT>
                    <a:lnB w="6350" cap="flat" cmpd="sng" algn="ctr">
                      <a:solidFill>
                        <a:schemeClr val="tx1"/>
                      </a:solidFill>
                      <a:prstDash val="solid"/>
                      <a:round/>
                      <a:headEnd type="none" w="med" len="med"/>
                      <a:tailEnd type="none" w="med" len="med"/>
                    </a:lnB>
                    <a:solidFill>
                      <a:srgbClr val="5D4495"/>
                    </a:solidFill>
                  </a:tcPr>
                </a:tc>
                <a:tc>
                  <a:txBody>
                    <a:bodyPr/>
                    <a:lstStyle/>
                    <a:p>
                      <a:pPr algn="l" fontAlgn="ctr">
                        <a:buNone/>
                      </a:pPr>
                      <a:r>
                        <a:rPr lang="sv-SE" sz="900" b="1" i="0" u="none" strike="noStrike">
                          <a:solidFill>
                            <a:schemeClr val="bg1"/>
                          </a:solidFill>
                          <a:effectLst/>
                          <a:latin typeface="Arial" panose="020B0604020202020204" pitchFamily="34" charset="0"/>
                          <a:ea typeface="等线" panose="02010600030101010101" pitchFamily="2" charset="-122"/>
                        </a:rPr>
                        <a:t>Eligibility criteria in ORIGINAL</a:t>
                      </a:r>
                    </a:p>
                  </a:txBody>
                  <a:tcPr marL="72000" marR="72000" marT="0" marB="0" anchor="ctr">
                    <a:lnL>
                      <a:noFill/>
                    </a:lnL>
                    <a:lnR>
                      <a:noFill/>
                    </a:lnR>
                    <a:lnT>
                      <a:noFill/>
                    </a:lnT>
                    <a:lnB w="6350" cap="flat" cmpd="sng" algn="ctr">
                      <a:solidFill>
                        <a:schemeClr val="tx1"/>
                      </a:solidFill>
                      <a:prstDash val="solid"/>
                      <a:round/>
                      <a:headEnd type="none" w="med" len="med"/>
                      <a:tailEnd type="none" w="med" len="med"/>
                    </a:lnB>
                    <a:solidFill>
                      <a:srgbClr val="5D4495"/>
                    </a:solidFill>
                  </a:tcPr>
                </a:tc>
                <a:extLst>
                  <a:ext uri="{0D108BD9-81ED-4DB2-BD59-A6C34878D82A}">
                    <a16:rowId xmlns:a16="http://schemas.microsoft.com/office/drawing/2014/main" val="345431999"/>
                  </a:ext>
                </a:extLst>
              </a:tr>
              <a:tr h="316657">
                <a:tc>
                  <a:txBody>
                    <a:bodyPr/>
                    <a:lstStyle/>
                    <a:p>
                      <a:pPr algn="l" fontAlgn="b">
                        <a:buNone/>
                      </a:pPr>
                      <a:r>
                        <a:rPr lang="sv-SE" sz="900" b="1" i="0" u="none" strike="noStrike" dirty="0">
                          <a:solidFill>
                            <a:srgbClr val="000000"/>
                          </a:solidFill>
                          <a:effectLst/>
                          <a:highlight>
                            <a:srgbClr val="00FFFF"/>
                          </a:highlight>
                          <a:latin typeface="+mn-ea"/>
                          <a:ea typeface="+mn-ea"/>
                        </a:rPr>
                        <a:t>NIHSS ≤5 or &gt;25</a:t>
                      </a:r>
                    </a:p>
                  </a:txBody>
                  <a:tcPr marL="72000" marR="7200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FFFF"/>
                    </a:solidFill>
                  </a:tcPr>
                </a:tc>
                <a:tc>
                  <a:txBody>
                    <a:bodyPr/>
                    <a:lstStyle/>
                    <a:p>
                      <a:pPr algn="l" fontAlgn="ctr">
                        <a:buNone/>
                      </a:pPr>
                      <a:r>
                        <a:rPr lang="en-US" sz="900" b="1" i="0" u="none" strike="noStrike">
                          <a:solidFill>
                            <a:srgbClr val="000000"/>
                          </a:solidFill>
                          <a:effectLst/>
                          <a:highlight>
                            <a:srgbClr val="00FFFF"/>
                          </a:highlight>
                          <a:latin typeface="+mn-ea"/>
                          <a:ea typeface="+mn-ea"/>
                        </a:rPr>
                        <a:t>106</a:t>
                      </a:r>
                    </a:p>
                  </a:txBody>
                  <a:tcPr marL="72000" marR="7200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FFFF"/>
                    </a:solidFill>
                  </a:tcPr>
                </a:tc>
                <a:tc>
                  <a:txBody>
                    <a:bodyPr/>
                    <a:lstStyle/>
                    <a:p>
                      <a:pPr algn="l" fontAlgn="ctr">
                        <a:buNone/>
                      </a:pPr>
                      <a:r>
                        <a:rPr lang="en-US" sz="900" b="1" i="0" u="none" strike="noStrike">
                          <a:solidFill>
                            <a:srgbClr val="000000"/>
                          </a:solidFill>
                          <a:effectLst/>
                          <a:highlight>
                            <a:srgbClr val="00FFFF"/>
                          </a:highlight>
                          <a:latin typeface="+mn-ea"/>
                          <a:ea typeface="+mn-ea"/>
                        </a:rPr>
                        <a:t>42.90%</a:t>
                      </a:r>
                    </a:p>
                  </a:txBody>
                  <a:tcPr marL="72000" marR="7200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FFFF"/>
                    </a:solidFill>
                  </a:tcPr>
                </a:tc>
                <a:tc>
                  <a:txBody>
                    <a:bodyPr/>
                    <a:lstStyle/>
                    <a:p>
                      <a:pPr algn="l" fontAlgn="ctr">
                        <a:buNone/>
                      </a:pPr>
                      <a:r>
                        <a:rPr lang="en-US" sz="900" b="1" i="0" u="none" strike="noStrike" err="1">
                          <a:solidFill>
                            <a:srgbClr val="000000"/>
                          </a:solidFill>
                          <a:effectLst/>
                          <a:highlight>
                            <a:srgbClr val="00FFFF"/>
                          </a:highlight>
                          <a:latin typeface="+mn-ea"/>
                          <a:ea typeface="+mn-ea"/>
                        </a:rPr>
                        <a:t>Inclu</a:t>
                      </a:r>
                      <a:r>
                        <a:rPr lang="en-US" sz="900" b="1" i="0" u="none" strike="noStrike">
                          <a:solidFill>
                            <a:srgbClr val="000000"/>
                          </a:solidFill>
                          <a:effectLst/>
                          <a:highlight>
                            <a:srgbClr val="00FFFF"/>
                          </a:highlight>
                          <a:latin typeface="+mn-ea"/>
                          <a:ea typeface="+mn-ea"/>
                        </a:rPr>
                        <a:t>: </a:t>
                      </a:r>
                      <a:r>
                        <a:rPr lang="en-US" sz="900" b="0" i="0" u="none" strike="noStrike">
                          <a:solidFill>
                            <a:srgbClr val="000000"/>
                          </a:solidFill>
                          <a:effectLst/>
                          <a:highlight>
                            <a:srgbClr val="00FFFF"/>
                          </a:highlight>
                          <a:latin typeface="+mn-ea"/>
                          <a:ea typeface="+mn-ea"/>
                        </a:rPr>
                        <a:t>(0&lt; NIHSS ≤25); if NIHSS &lt;4, patients have to be with at least a measurable deficit on motor power (upper or lower limbs ≥1)</a:t>
                      </a:r>
                    </a:p>
                  </a:txBody>
                  <a:tcPr marL="72000" marR="7200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682456547"/>
                  </a:ext>
                </a:extLst>
              </a:tr>
              <a:tr h="338352">
                <a:tc>
                  <a:txBody>
                    <a:bodyPr/>
                    <a:lstStyle/>
                    <a:p>
                      <a:pPr algn="l" fontAlgn="ctr">
                        <a:buNone/>
                      </a:pPr>
                      <a:r>
                        <a:rPr lang="sv-SE" sz="900" b="1" i="0" u="none" strike="noStrike">
                          <a:solidFill>
                            <a:srgbClr val="000000"/>
                          </a:solidFill>
                          <a:effectLst/>
                          <a:highlight>
                            <a:srgbClr val="00FFFF"/>
                          </a:highlight>
                          <a:latin typeface="+mn-ea"/>
                          <a:ea typeface="+mn-ea"/>
                        </a:rPr>
                        <a:t>Planned/Performed Thrombectomy</a:t>
                      </a:r>
                    </a:p>
                  </a:txBody>
                  <a:tcPr marL="72000" marR="7200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FFFF"/>
                    </a:solidFill>
                  </a:tcPr>
                </a:tc>
                <a:tc>
                  <a:txBody>
                    <a:bodyPr/>
                    <a:lstStyle/>
                    <a:p>
                      <a:pPr algn="l" fontAlgn="ctr">
                        <a:buNone/>
                      </a:pPr>
                      <a:r>
                        <a:rPr lang="en-US" sz="900" b="1" i="0" u="none" strike="noStrike">
                          <a:solidFill>
                            <a:srgbClr val="000000"/>
                          </a:solidFill>
                          <a:effectLst/>
                          <a:highlight>
                            <a:srgbClr val="00FFFF"/>
                          </a:highlight>
                          <a:latin typeface="+mn-ea"/>
                          <a:ea typeface="+mn-ea"/>
                        </a:rPr>
                        <a:t>28</a:t>
                      </a:r>
                    </a:p>
                  </a:txBody>
                  <a:tcPr marL="72000" marR="7200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FFFF"/>
                    </a:solidFill>
                  </a:tcPr>
                </a:tc>
                <a:tc>
                  <a:txBody>
                    <a:bodyPr/>
                    <a:lstStyle/>
                    <a:p>
                      <a:pPr algn="l" fontAlgn="ctr">
                        <a:buNone/>
                      </a:pPr>
                      <a:r>
                        <a:rPr lang="en-US" sz="900" b="1" i="0" u="none" strike="noStrike">
                          <a:solidFill>
                            <a:srgbClr val="000000"/>
                          </a:solidFill>
                          <a:effectLst/>
                          <a:highlight>
                            <a:srgbClr val="00FFFF"/>
                          </a:highlight>
                          <a:latin typeface="+mn-ea"/>
                          <a:ea typeface="+mn-ea"/>
                        </a:rPr>
                        <a:t>11.30%</a:t>
                      </a:r>
                    </a:p>
                  </a:txBody>
                  <a:tcPr marL="72000" marR="7200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FFFF"/>
                    </a:solidFill>
                  </a:tcPr>
                </a:tc>
                <a:tc>
                  <a:txBody>
                    <a:bodyPr/>
                    <a:lstStyle/>
                    <a:p>
                      <a:pPr algn="l" fontAlgn="ctr">
                        <a:buNone/>
                      </a:pPr>
                      <a:r>
                        <a:rPr lang="en-US" sz="900" b="0" i="0" u="none" strike="noStrike">
                          <a:solidFill>
                            <a:srgbClr val="000000"/>
                          </a:solidFill>
                          <a:effectLst/>
                          <a:highlight>
                            <a:srgbClr val="00FFFF"/>
                          </a:highlight>
                          <a:latin typeface="+mn-ea"/>
                          <a:ea typeface="+mn-ea"/>
                        </a:rPr>
                        <a:t>No restriction</a:t>
                      </a:r>
                    </a:p>
                  </a:txBody>
                  <a:tcPr marL="72000" marR="7200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537006945"/>
                  </a:ext>
                </a:extLst>
              </a:tr>
              <a:tr h="277790">
                <a:tc>
                  <a:txBody>
                    <a:bodyPr/>
                    <a:lstStyle/>
                    <a:p>
                      <a:pPr algn="l" fontAlgn="ctr">
                        <a:buNone/>
                      </a:pPr>
                      <a:r>
                        <a:rPr lang="sv-SE" sz="900" b="1" i="0" u="none" strike="noStrike" dirty="0">
                          <a:solidFill>
                            <a:srgbClr val="000000"/>
                          </a:solidFill>
                          <a:effectLst/>
                          <a:highlight>
                            <a:srgbClr val="00FFFF"/>
                          </a:highlight>
                          <a:latin typeface="+mn-ea"/>
                          <a:ea typeface="+mn-ea"/>
                        </a:rPr>
                        <a:t>Imaging/Perfusion Mismatch</a:t>
                      </a:r>
                    </a:p>
                  </a:txBody>
                  <a:tcPr marL="72000" marR="7200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FFFF"/>
                    </a:solidFill>
                  </a:tcPr>
                </a:tc>
                <a:tc>
                  <a:txBody>
                    <a:bodyPr/>
                    <a:lstStyle/>
                    <a:p>
                      <a:pPr algn="l" fontAlgn="ctr">
                        <a:buNone/>
                      </a:pPr>
                      <a:r>
                        <a:rPr lang="en-US" sz="900" b="1" i="0" u="none" strike="noStrike">
                          <a:solidFill>
                            <a:srgbClr val="000000"/>
                          </a:solidFill>
                          <a:effectLst/>
                          <a:highlight>
                            <a:srgbClr val="00FFFF"/>
                          </a:highlight>
                          <a:latin typeface="+mn-ea"/>
                          <a:ea typeface="+mn-ea"/>
                        </a:rPr>
                        <a:t>26</a:t>
                      </a:r>
                    </a:p>
                  </a:txBody>
                  <a:tcPr marL="72000" marR="7200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FFFF"/>
                    </a:solidFill>
                  </a:tcPr>
                </a:tc>
                <a:tc>
                  <a:txBody>
                    <a:bodyPr/>
                    <a:lstStyle/>
                    <a:p>
                      <a:pPr algn="l" fontAlgn="ctr">
                        <a:buNone/>
                      </a:pPr>
                      <a:r>
                        <a:rPr lang="en-US" sz="900" b="1" i="0" u="none" strike="noStrike">
                          <a:solidFill>
                            <a:srgbClr val="000000"/>
                          </a:solidFill>
                          <a:effectLst/>
                          <a:highlight>
                            <a:srgbClr val="00FFFF"/>
                          </a:highlight>
                          <a:latin typeface="+mn-ea"/>
                          <a:ea typeface="+mn-ea"/>
                        </a:rPr>
                        <a:t>10.50%</a:t>
                      </a:r>
                    </a:p>
                  </a:txBody>
                  <a:tcPr marL="72000" marR="7200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FFFF"/>
                    </a:solidFill>
                  </a:tcPr>
                </a:tc>
                <a:tc>
                  <a:txBody>
                    <a:bodyPr/>
                    <a:lstStyle/>
                    <a:p>
                      <a:pPr algn="l" fontAlgn="ctr">
                        <a:buNone/>
                      </a:pPr>
                      <a:r>
                        <a:rPr lang="en-US" sz="900" b="0" i="0" u="none" strike="noStrike">
                          <a:solidFill>
                            <a:srgbClr val="000000"/>
                          </a:solidFill>
                          <a:effectLst/>
                          <a:highlight>
                            <a:srgbClr val="00FFFF"/>
                          </a:highlight>
                          <a:latin typeface="+mn-ea"/>
                          <a:ea typeface="+mn-ea"/>
                        </a:rPr>
                        <a:t>No restriction</a:t>
                      </a:r>
                    </a:p>
                  </a:txBody>
                  <a:tcPr marL="72000" marR="7200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705977634"/>
                  </a:ext>
                </a:extLst>
              </a:tr>
              <a:tr h="439296">
                <a:tc>
                  <a:txBody>
                    <a:bodyPr/>
                    <a:lstStyle/>
                    <a:p>
                      <a:pPr algn="l" fontAlgn="ctr">
                        <a:buNone/>
                      </a:pPr>
                      <a:r>
                        <a:rPr lang="sv-SE" sz="900" b="0" i="0" u="none" strike="noStrike" dirty="0">
                          <a:solidFill>
                            <a:srgbClr val="000000"/>
                          </a:solidFill>
                          <a:effectLst/>
                          <a:latin typeface="+mn-ea"/>
                          <a:ea typeface="+mn-ea"/>
                        </a:rPr>
                        <a:t>Patient Prefer Conservative Treatment</a:t>
                      </a:r>
                    </a:p>
                  </a:txBody>
                  <a:tcPr marL="72000" marR="7200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FFFF"/>
                    </a:solidFill>
                  </a:tcPr>
                </a:tc>
                <a:tc>
                  <a:txBody>
                    <a:bodyPr/>
                    <a:lstStyle/>
                    <a:p>
                      <a:pPr algn="l" fontAlgn="ctr">
                        <a:buNone/>
                      </a:pPr>
                      <a:r>
                        <a:rPr lang="en-US" sz="900" b="0" i="0" u="none" strike="noStrike">
                          <a:solidFill>
                            <a:srgbClr val="000000"/>
                          </a:solidFill>
                          <a:effectLst/>
                          <a:latin typeface="+mn-ea"/>
                          <a:ea typeface="+mn-ea"/>
                        </a:rPr>
                        <a:t>14</a:t>
                      </a:r>
                    </a:p>
                  </a:txBody>
                  <a:tcPr marL="72000" marR="7200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FFFF"/>
                    </a:solidFill>
                  </a:tcPr>
                </a:tc>
                <a:tc>
                  <a:txBody>
                    <a:bodyPr/>
                    <a:lstStyle/>
                    <a:p>
                      <a:pPr algn="l" fontAlgn="ctr">
                        <a:buNone/>
                      </a:pPr>
                      <a:r>
                        <a:rPr lang="en-US" sz="900" b="0" i="0" u="none" strike="noStrike" dirty="0">
                          <a:solidFill>
                            <a:srgbClr val="000000"/>
                          </a:solidFill>
                          <a:effectLst/>
                          <a:latin typeface="+mn-ea"/>
                          <a:ea typeface="+mn-ea"/>
                        </a:rPr>
                        <a:t>5.70%</a:t>
                      </a:r>
                    </a:p>
                  </a:txBody>
                  <a:tcPr marL="72000" marR="7200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FFFF"/>
                    </a:solidFill>
                  </a:tcPr>
                </a:tc>
                <a:tc>
                  <a:txBody>
                    <a:bodyPr/>
                    <a:lstStyle/>
                    <a:p>
                      <a:pPr algn="l" fontAlgn="ctr">
                        <a:buNone/>
                      </a:pPr>
                      <a:r>
                        <a:rPr lang="en-US" altLang="zh-CN" sz="900" b="0" i="0" u="none" strike="noStrike" dirty="0">
                          <a:solidFill>
                            <a:srgbClr val="000000"/>
                          </a:solidFill>
                          <a:effectLst/>
                          <a:latin typeface="+mn-ea"/>
                          <a:ea typeface="+mn-ea"/>
                        </a:rPr>
                        <a:t>Not applicable</a:t>
                      </a:r>
                    </a:p>
                  </a:txBody>
                  <a:tcPr marL="72000" marR="7200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159523935"/>
                  </a:ext>
                </a:extLst>
              </a:tr>
              <a:tr h="323209">
                <a:tc>
                  <a:txBody>
                    <a:bodyPr/>
                    <a:lstStyle/>
                    <a:p>
                      <a:pPr algn="l" fontAlgn="ctr">
                        <a:buNone/>
                      </a:pPr>
                      <a:r>
                        <a:rPr lang="en-US" sz="900" b="0" i="0" u="none" strike="noStrike">
                          <a:solidFill>
                            <a:srgbClr val="000000"/>
                          </a:solidFill>
                          <a:effectLst/>
                          <a:latin typeface="+mn-ea"/>
                          <a:ea typeface="+mn-ea"/>
                        </a:rPr>
                        <a:t>Thrombolysis Already Performed at Another Hospital</a:t>
                      </a:r>
                    </a:p>
                  </a:txBody>
                  <a:tcPr marL="72000" marR="7200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FFFF"/>
                    </a:solidFill>
                  </a:tcPr>
                </a:tc>
                <a:tc>
                  <a:txBody>
                    <a:bodyPr/>
                    <a:lstStyle/>
                    <a:p>
                      <a:pPr algn="l" fontAlgn="ctr">
                        <a:buNone/>
                      </a:pPr>
                      <a:r>
                        <a:rPr lang="en-US" sz="900" b="0" i="0" u="none" strike="noStrike">
                          <a:solidFill>
                            <a:srgbClr val="000000"/>
                          </a:solidFill>
                          <a:effectLst/>
                          <a:latin typeface="+mn-ea"/>
                          <a:ea typeface="+mn-ea"/>
                        </a:rPr>
                        <a:t>12</a:t>
                      </a:r>
                    </a:p>
                  </a:txBody>
                  <a:tcPr marL="72000" marR="7200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FFFF"/>
                    </a:solidFill>
                  </a:tcPr>
                </a:tc>
                <a:tc>
                  <a:txBody>
                    <a:bodyPr/>
                    <a:lstStyle/>
                    <a:p>
                      <a:pPr algn="l" fontAlgn="ctr">
                        <a:buNone/>
                      </a:pPr>
                      <a:r>
                        <a:rPr lang="en-US" sz="900" b="0" i="0" u="none" strike="noStrike">
                          <a:solidFill>
                            <a:srgbClr val="000000"/>
                          </a:solidFill>
                          <a:effectLst/>
                          <a:latin typeface="+mn-ea"/>
                          <a:ea typeface="+mn-ea"/>
                        </a:rPr>
                        <a:t>4.90%</a:t>
                      </a:r>
                    </a:p>
                  </a:txBody>
                  <a:tcPr marL="72000" marR="7200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FFFF"/>
                    </a:solidFill>
                  </a:tcPr>
                </a:tc>
                <a:tc>
                  <a:txBody>
                    <a:bodyPr/>
                    <a:lstStyle/>
                    <a:p>
                      <a:pPr algn="l" fontAlgn="ctr">
                        <a:buNone/>
                      </a:pPr>
                      <a:r>
                        <a:rPr lang="en-US" sz="900" b="0" i="0" u="none" strike="noStrike" dirty="0">
                          <a:solidFill>
                            <a:srgbClr val="000000"/>
                          </a:solidFill>
                          <a:effectLst/>
                          <a:latin typeface="+mn-ea"/>
                          <a:ea typeface="+mn-ea"/>
                        </a:rPr>
                        <a:t>Not applicable </a:t>
                      </a:r>
                    </a:p>
                  </a:txBody>
                  <a:tcPr marL="72000" marR="7200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945540058"/>
                  </a:ext>
                </a:extLst>
              </a:tr>
              <a:tr h="256255">
                <a:tc>
                  <a:txBody>
                    <a:bodyPr/>
                    <a:lstStyle/>
                    <a:p>
                      <a:pPr algn="l" fontAlgn="ctr">
                        <a:buNone/>
                      </a:pPr>
                      <a:r>
                        <a:rPr lang="en-US" sz="900" b="0" i="0" u="none" strike="noStrike">
                          <a:solidFill>
                            <a:srgbClr val="000000"/>
                          </a:solidFill>
                          <a:effectLst/>
                          <a:latin typeface="+mn-ea"/>
                          <a:ea typeface="+mn-ea"/>
                        </a:rPr>
                        <a:t>History of Stroke with Diabetes</a:t>
                      </a:r>
                    </a:p>
                  </a:txBody>
                  <a:tcPr marL="72000" marR="7200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FFFF"/>
                    </a:solidFill>
                  </a:tcPr>
                </a:tc>
                <a:tc>
                  <a:txBody>
                    <a:bodyPr/>
                    <a:lstStyle/>
                    <a:p>
                      <a:pPr algn="l" fontAlgn="ctr">
                        <a:buNone/>
                      </a:pPr>
                      <a:r>
                        <a:rPr lang="en-US" sz="900" b="0" i="0" u="none" strike="noStrike">
                          <a:solidFill>
                            <a:srgbClr val="000000"/>
                          </a:solidFill>
                          <a:effectLst/>
                          <a:latin typeface="+mn-ea"/>
                          <a:ea typeface="+mn-ea"/>
                        </a:rPr>
                        <a:t>7</a:t>
                      </a:r>
                    </a:p>
                  </a:txBody>
                  <a:tcPr marL="72000" marR="7200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FFFF"/>
                    </a:solidFill>
                  </a:tcPr>
                </a:tc>
                <a:tc>
                  <a:txBody>
                    <a:bodyPr/>
                    <a:lstStyle/>
                    <a:p>
                      <a:pPr algn="l" fontAlgn="ctr">
                        <a:buNone/>
                      </a:pPr>
                      <a:r>
                        <a:rPr lang="en-US" sz="900" b="0" i="0" u="none" strike="noStrike">
                          <a:solidFill>
                            <a:srgbClr val="000000"/>
                          </a:solidFill>
                          <a:effectLst/>
                          <a:latin typeface="+mn-ea"/>
                          <a:ea typeface="+mn-ea"/>
                        </a:rPr>
                        <a:t>2.80%</a:t>
                      </a:r>
                    </a:p>
                  </a:txBody>
                  <a:tcPr marL="72000" marR="7200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FFFF"/>
                    </a:solidFill>
                  </a:tcPr>
                </a:tc>
                <a:tc>
                  <a:txBody>
                    <a:bodyPr/>
                    <a:lstStyle/>
                    <a:p>
                      <a:pPr algn="l" fontAlgn="ctr">
                        <a:buNone/>
                      </a:pPr>
                      <a:r>
                        <a:rPr lang="en-US" sz="900" b="0" i="0" u="none" strike="noStrike">
                          <a:solidFill>
                            <a:srgbClr val="000000"/>
                          </a:solidFill>
                          <a:effectLst/>
                          <a:latin typeface="+mn-ea"/>
                          <a:ea typeface="+mn-ea"/>
                        </a:rPr>
                        <a:t>Not applicable </a:t>
                      </a:r>
                    </a:p>
                  </a:txBody>
                  <a:tcPr marL="72000" marR="7200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961163051"/>
                  </a:ext>
                </a:extLst>
              </a:tr>
              <a:tr h="356237">
                <a:tc>
                  <a:txBody>
                    <a:bodyPr/>
                    <a:lstStyle/>
                    <a:p>
                      <a:pPr algn="l" fontAlgn="ctr">
                        <a:buNone/>
                      </a:pPr>
                      <a:r>
                        <a:rPr lang="sv-SE" sz="900" b="0" i="0" u="none" strike="noStrike">
                          <a:solidFill>
                            <a:srgbClr val="000000"/>
                          </a:solidFill>
                          <a:effectLst/>
                          <a:latin typeface="+mn-ea"/>
                          <a:ea typeface="+mn-ea"/>
                        </a:rPr>
                        <a:t>Patinet Prefer Thrombolysis</a:t>
                      </a:r>
                    </a:p>
                  </a:txBody>
                  <a:tcPr marL="72000" marR="7200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FFFF"/>
                    </a:solidFill>
                  </a:tcPr>
                </a:tc>
                <a:tc>
                  <a:txBody>
                    <a:bodyPr/>
                    <a:lstStyle/>
                    <a:p>
                      <a:pPr algn="l" fontAlgn="ctr">
                        <a:buNone/>
                      </a:pPr>
                      <a:r>
                        <a:rPr lang="en-US" sz="900" b="0" i="0" u="none" strike="noStrike">
                          <a:solidFill>
                            <a:srgbClr val="000000"/>
                          </a:solidFill>
                          <a:effectLst/>
                          <a:latin typeface="+mn-ea"/>
                          <a:ea typeface="+mn-ea"/>
                        </a:rPr>
                        <a:t>5</a:t>
                      </a:r>
                    </a:p>
                  </a:txBody>
                  <a:tcPr marL="72000" marR="7200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FFFF"/>
                    </a:solidFill>
                  </a:tcPr>
                </a:tc>
                <a:tc>
                  <a:txBody>
                    <a:bodyPr/>
                    <a:lstStyle/>
                    <a:p>
                      <a:pPr algn="l" fontAlgn="ctr">
                        <a:buNone/>
                      </a:pPr>
                      <a:r>
                        <a:rPr lang="en-US" sz="900" b="0" i="0" u="none" strike="noStrike">
                          <a:solidFill>
                            <a:srgbClr val="000000"/>
                          </a:solidFill>
                          <a:effectLst/>
                          <a:latin typeface="+mn-ea"/>
                          <a:ea typeface="+mn-ea"/>
                        </a:rPr>
                        <a:t>2.00%</a:t>
                      </a:r>
                    </a:p>
                  </a:txBody>
                  <a:tcPr marL="72000" marR="7200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FFFF"/>
                    </a:solidFill>
                  </a:tcPr>
                </a:tc>
                <a:tc>
                  <a:txBody>
                    <a:bodyPr/>
                    <a:lstStyle/>
                    <a:p>
                      <a:pPr algn="l" fontAlgn="ctr">
                        <a:buNone/>
                      </a:pPr>
                      <a:r>
                        <a:rPr lang="en-US" sz="900" b="0" i="0" u="none" strike="noStrike" dirty="0">
                          <a:solidFill>
                            <a:srgbClr val="000000"/>
                          </a:solidFill>
                          <a:effectLst/>
                          <a:latin typeface="+mn-ea"/>
                          <a:ea typeface="+mn-ea"/>
                        </a:rPr>
                        <a:t>Will be enrolled</a:t>
                      </a:r>
                    </a:p>
                  </a:txBody>
                  <a:tcPr marL="72000" marR="7200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594610407"/>
                  </a:ext>
                </a:extLst>
              </a:tr>
              <a:tr h="256255">
                <a:tc>
                  <a:txBody>
                    <a:bodyPr/>
                    <a:lstStyle/>
                    <a:p>
                      <a:pPr algn="l" fontAlgn="ctr">
                        <a:buNone/>
                      </a:pPr>
                      <a:r>
                        <a:rPr lang="en-US" sz="900" b="0" i="0" u="none" strike="noStrike">
                          <a:solidFill>
                            <a:srgbClr val="000000"/>
                          </a:solidFill>
                          <a:effectLst/>
                          <a:latin typeface="+mn-ea"/>
                          <a:ea typeface="+mn-ea"/>
                        </a:rPr>
                        <a:t>Pre-Stroke mRS Score of 2</a:t>
                      </a:r>
                    </a:p>
                  </a:txBody>
                  <a:tcPr marL="72000" marR="7200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FFFF"/>
                    </a:solidFill>
                  </a:tcPr>
                </a:tc>
                <a:tc>
                  <a:txBody>
                    <a:bodyPr/>
                    <a:lstStyle/>
                    <a:p>
                      <a:pPr algn="l" fontAlgn="ctr">
                        <a:buNone/>
                      </a:pPr>
                      <a:r>
                        <a:rPr lang="en-US" sz="900" b="0" i="0" u="none" strike="noStrike">
                          <a:solidFill>
                            <a:srgbClr val="000000"/>
                          </a:solidFill>
                          <a:effectLst/>
                          <a:latin typeface="+mn-ea"/>
                          <a:ea typeface="+mn-ea"/>
                        </a:rPr>
                        <a:t>4</a:t>
                      </a:r>
                    </a:p>
                  </a:txBody>
                  <a:tcPr marL="72000" marR="7200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FFFF"/>
                    </a:solidFill>
                  </a:tcPr>
                </a:tc>
                <a:tc>
                  <a:txBody>
                    <a:bodyPr/>
                    <a:lstStyle/>
                    <a:p>
                      <a:pPr algn="l" fontAlgn="ctr">
                        <a:buNone/>
                      </a:pPr>
                      <a:r>
                        <a:rPr lang="en-US" sz="900" b="0" i="0" u="none" strike="noStrike">
                          <a:solidFill>
                            <a:srgbClr val="000000"/>
                          </a:solidFill>
                          <a:effectLst/>
                          <a:latin typeface="+mn-ea"/>
                          <a:ea typeface="+mn-ea"/>
                        </a:rPr>
                        <a:t>1.60%</a:t>
                      </a:r>
                    </a:p>
                  </a:txBody>
                  <a:tcPr marL="72000" marR="7200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FFFF"/>
                    </a:solidFill>
                  </a:tcPr>
                </a:tc>
                <a:tc>
                  <a:txBody>
                    <a:bodyPr/>
                    <a:lstStyle/>
                    <a:p>
                      <a:pPr algn="l" fontAlgn="ctr">
                        <a:buNone/>
                      </a:pPr>
                      <a:r>
                        <a:rPr lang="en-US" sz="900" b="1" i="0" u="none" strike="noStrike" err="1">
                          <a:solidFill>
                            <a:srgbClr val="000000"/>
                          </a:solidFill>
                          <a:effectLst/>
                          <a:latin typeface="+mn-ea"/>
                          <a:ea typeface="+mn-ea"/>
                        </a:rPr>
                        <a:t>Inclu</a:t>
                      </a:r>
                      <a:r>
                        <a:rPr lang="en-US" sz="900" b="1" i="0" u="none" strike="noStrike">
                          <a:solidFill>
                            <a:srgbClr val="000000"/>
                          </a:solidFill>
                          <a:effectLst/>
                          <a:latin typeface="+mn-ea"/>
                          <a:ea typeface="+mn-ea"/>
                        </a:rPr>
                        <a:t>: </a:t>
                      </a:r>
                      <a:r>
                        <a:rPr lang="en-US" sz="900" b="0" i="0" u="none" strike="noStrike">
                          <a:solidFill>
                            <a:srgbClr val="000000"/>
                          </a:solidFill>
                          <a:effectLst/>
                          <a:latin typeface="+mn-ea"/>
                          <a:ea typeface="+mn-ea"/>
                        </a:rPr>
                        <a:t>Patients with premorbid </a:t>
                      </a:r>
                      <a:r>
                        <a:rPr lang="en-US" sz="900" b="0" i="0" u="none" strike="noStrike" err="1">
                          <a:solidFill>
                            <a:srgbClr val="000000"/>
                          </a:solidFill>
                          <a:effectLst/>
                          <a:latin typeface="+mn-ea"/>
                          <a:ea typeface="+mn-ea"/>
                        </a:rPr>
                        <a:t>mRS</a:t>
                      </a:r>
                      <a:r>
                        <a:rPr lang="en-US" sz="900" b="0" i="0" u="none" strike="noStrike">
                          <a:solidFill>
                            <a:srgbClr val="000000"/>
                          </a:solidFill>
                          <a:effectLst/>
                          <a:latin typeface="+mn-ea"/>
                          <a:ea typeface="+mn-ea"/>
                        </a:rPr>
                        <a:t> 0 or 1</a:t>
                      </a:r>
                    </a:p>
                  </a:txBody>
                  <a:tcPr marL="72000" marR="7200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81991617"/>
                  </a:ext>
                </a:extLst>
              </a:tr>
              <a:tr h="388288">
                <a:tc>
                  <a:txBody>
                    <a:bodyPr/>
                    <a:lstStyle/>
                    <a:p>
                      <a:pPr algn="l" fontAlgn="ctr">
                        <a:buNone/>
                      </a:pPr>
                      <a:r>
                        <a:rPr lang="en-US" sz="900" b="0" i="0" u="none" strike="noStrike" dirty="0">
                          <a:solidFill>
                            <a:srgbClr val="000000"/>
                          </a:solidFill>
                          <a:effectLst/>
                          <a:latin typeface="+mn-ea"/>
                          <a:ea typeface="+mn-ea"/>
                        </a:rPr>
                        <a:t>May exceed 24 hours prior to randomization</a:t>
                      </a:r>
                    </a:p>
                  </a:txBody>
                  <a:tcPr marL="72000" marR="7200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FFFF"/>
                    </a:solidFill>
                  </a:tcPr>
                </a:tc>
                <a:tc>
                  <a:txBody>
                    <a:bodyPr/>
                    <a:lstStyle/>
                    <a:p>
                      <a:pPr algn="l" fontAlgn="ctr">
                        <a:buNone/>
                      </a:pPr>
                      <a:r>
                        <a:rPr lang="en-US" sz="900" b="0" i="0" u="none" strike="noStrike" dirty="0">
                          <a:solidFill>
                            <a:srgbClr val="000000"/>
                          </a:solidFill>
                          <a:effectLst/>
                          <a:latin typeface="+mn-ea"/>
                          <a:ea typeface="+mn-ea"/>
                        </a:rPr>
                        <a:t>3</a:t>
                      </a:r>
                    </a:p>
                  </a:txBody>
                  <a:tcPr marL="72000" marR="7200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FFFF"/>
                    </a:solidFill>
                  </a:tcPr>
                </a:tc>
                <a:tc>
                  <a:txBody>
                    <a:bodyPr/>
                    <a:lstStyle/>
                    <a:p>
                      <a:pPr algn="l" fontAlgn="ctr">
                        <a:buNone/>
                      </a:pPr>
                      <a:r>
                        <a:rPr lang="en-US" sz="900" b="0" i="0" u="none" strike="noStrike">
                          <a:solidFill>
                            <a:srgbClr val="000000"/>
                          </a:solidFill>
                          <a:effectLst/>
                          <a:latin typeface="+mn-ea"/>
                          <a:ea typeface="+mn-ea"/>
                        </a:rPr>
                        <a:t>1.20%</a:t>
                      </a:r>
                    </a:p>
                  </a:txBody>
                  <a:tcPr marL="72000" marR="7200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FFFF"/>
                    </a:solidFill>
                  </a:tcPr>
                </a:tc>
                <a:tc>
                  <a:txBody>
                    <a:bodyPr/>
                    <a:lstStyle/>
                    <a:p>
                      <a:pPr algn="l" fontAlgn="ctr">
                        <a:buNone/>
                      </a:pPr>
                      <a:r>
                        <a:rPr lang="en-US" sz="900" b="1" i="0" u="none" strike="noStrike" err="1">
                          <a:solidFill>
                            <a:srgbClr val="000000"/>
                          </a:solidFill>
                          <a:effectLst/>
                          <a:latin typeface="+mn-ea"/>
                          <a:ea typeface="+mn-ea"/>
                        </a:rPr>
                        <a:t>Inclu</a:t>
                      </a:r>
                      <a:r>
                        <a:rPr lang="en-US" sz="900" b="1" i="0" u="none" strike="noStrike">
                          <a:solidFill>
                            <a:srgbClr val="000000"/>
                          </a:solidFill>
                          <a:effectLst/>
                          <a:latin typeface="+mn-ea"/>
                          <a:ea typeface="+mn-ea"/>
                        </a:rPr>
                        <a:t>: </a:t>
                      </a:r>
                      <a:r>
                        <a:rPr lang="en-US" sz="900" b="0" i="0" u="none" strike="noStrike">
                          <a:solidFill>
                            <a:srgbClr val="000000"/>
                          </a:solidFill>
                          <a:effectLst/>
                          <a:latin typeface="+mn-ea"/>
                          <a:ea typeface="+mn-ea"/>
                        </a:rPr>
                        <a:t>Within 4.5 </a:t>
                      </a:r>
                      <a:r>
                        <a:rPr lang="en-US" sz="900" b="0" i="0" u="none" strike="noStrike" err="1">
                          <a:solidFill>
                            <a:srgbClr val="000000"/>
                          </a:solidFill>
                          <a:effectLst/>
                          <a:latin typeface="+mn-ea"/>
                          <a:ea typeface="+mn-ea"/>
                        </a:rPr>
                        <a:t>hs</a:t>
                      </a:r>
                      <a:endParaRPr lang="en-US" sz="900" b="0" i="0" u="none" strike="noStrike">
                        <a:solidFill>
                          <a:srgbClr val="000000"/>
                        </a:solidFill>
                        <a:effectLst/>
                        <a:latin typeface="+mn-ea"/>
                        <a:ea typeface="+mn-ea"/>
                      </a:endParaRPr>
                    </a:p>
                  </a:txBody>
                  <a:tcPr marL="72000" marR="7200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613565355"/>
                  </a:ext>
                </a:extLst>
              </a:tr>
              <a:tr h="439296">
                <a:tc>
                  <a:txBody>
                    <a:bodyPr/>
                    <a:lstStyle/>
                    <a:p>
                      <a:pPr algn="l" fontAlgn="ctr">
                        <a:buNone/>
                      </a:pPr>
                      <a:r>
                        <a:rPr lang="en-US" sz="900" b="0" i="0" u="none" strike="noStrike">
                          <a:solidFill>
                            <a:srgbClr val="000000"/>
                          </a:solidFill>
                          <a:effectLst/>
                          <a:latin typeface="+mn-ea"/>
                          <a:ea typeface="+mn-ea"/>
                        </a:rPr>
                        <a:t>Large Cerebral Infarction/Brain Herniation</a:t>
                      </a:r>
                    </a:p>
                  </a:txBody>
                  <a:tcPr marL="72000" marR="7200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FFFF"/>
                    </a:solidFill>
                  </a:tcPr>
                </a:tc>
                <a:tc>
                  <a:txBody>
                    <a:bodyPr/>
                    <a:lstStyle/>
                    <a:p>
                      <a:pPr algn="l" fontAlgn="ctr">
                        <a:buNone/>
                      </a:pPr>
                      <a:r>
                        <a:rPr lang="en-US" sz="900" b="0" i="0" u="none" strike="noStrike" dirty="0">
                          <a:solidFill>
                            <a:srgbClr val="000000"/>
                          </a:solidFill>
                          <a:effectLst/>
                          <a:latin typeface="+mn-ea"/>
                          <a:ea typeface="+mn-ea"/>
                        </a:rPr>
                        <a:t>3</a:t>
                      </a:r>
                    </a:p>
                  </a:txBody>
                  <a:tcPr marL="72000" marR="7200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FFFF"/>
                    </a:solidFill>
                  </a:tcPr>
                </a:tc>
                <a:tc>
                  <a:txBody>
                    <a:bodyPr/>
                    <a:lstStyle/>
                    <a:p>
                      <a:pPr algn="l" fontAlgn="ctr">
                        <a:buNone/>
                      </a:pPr>
                      <a:r>
                        <a:rPr lang="en-US" sz="900" b="0" i="0" u="none" strike="noStrike">
                          <a:solidFill>
                            <a:srgbClr val="000000"/>
                          </a:solidFill>
                          <a:effectLst/>
                          <a:latin typeface="+mn-ea"/>
                          <a:ea typeface="+mn-ea"/>
                        </a:rPr>
                        <a:t>1.20%</a:t>
                      </a:r>
                    </a:p>
                  </a:txBody>
                  <a:tcPr marL="72000" marR="7200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FFFF"/>
                    </a:solidFill>
                  </a:tcPr>
                </a:tc>
                <a:tc>
                  <a:txBody>
                    <a:bodyPr/>
                    <a:lstStyle/>
                    <a:p>
                      <a:pPr algn="l" fontAlgn="ctr">
                        <a:buNone/>
                      </a:pPr>
                      <a:r>
                        <a:rPr lang="en-US" sz="900" b="1" i="0" u="none" strike="noStrike" err="1">
                          <a:solidFill>
                            <a:srgbClr val="000000"/>
                          </a:solidFill>
                          <a:effectLst/>
                          <a:latin typeface="+mn-ea"/>
                          <a:ea typeface="+mn-ea"/>
                        </a:rPr>
                        <a:t>Exclu</a:t>
                      </a:r>
                      <a:r>
                        <a:rPr lang="en-US" sz="900" b="1" i="0" u="none" strike="noStrike">
                          <a:solidFill>
                            <a:srgbClr val="000000"/>
                          </a:solidFill>
                          <a:effectLst/>
                          <a:latin typeface="+mn-ea"/>
                          <a:ea typeface="+mn-ea"/>
                        </a:rPr>
                        <a:t>: </a:t>
                      </a:r>
                      <a:r>
                        <a:rPr lang="en-US" sz="900" b="0" i="0" u="none" strike="noStrike">
                          <a:solidFill>
                            <a:srgbClr val="000000"/>
                          </a:solidFill>
                          <a:effectLst/>
                          <a:latin typeface="+mn-ea"/>
                          <a:ea typeface="+mn-ea"/>
                        </a:rPr>
                        <a:t>Imaging demonstrates multi-lobar infarction (hypodensity &gt;1/3 cerebral hemisphere)</a:t>
                      </a:r>
                    </a:p>
                  </a:txBody>
                  <a:tcPr marL="72000" marR="7200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654465998"/>
                  </a:ext>
                </a:extLst>
              </a:tr>
              <a:tr h="335957">
                <a:tc>
                  <a:txBody>
                    <a:bodyPr/>
                    <a:lstStyle/>
                    <a:p>
                      <a:pPr algn="l" fontAlgn="ctr">
                        <a:buNone/>
                      </a:pPr>
                      <a:r>
                        <a:rPr lang="en-US" sz="900" b="0" i="0" u="none" strike="noStrike">
                          <a:solidFill>
                            <a:srgbClr val="000000"/>
                          </a:solidFill>
                          <a:effectLst/>
                          <a:latin typeface="+mn-ea"/>
                          <a:ea typeface="+mn-ea"/>
                        </a:rPr>
                        <a:t>Transferred Back to Local Hospital Without Treatment</a:t>
                      </a:r>
                    </a:p>
                  </a:txBody>
                  <a:tcPr marL="72000" marR="7200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FFFF"/>
                    </a:solidFill>
                  </a:tcPr>
                </a:tc>
                <a:tc>
                  <a:txBody>
                    <a:bodyPr/>
                    <a:lstStyle/>
                    <a:p>
                      <a:pPr algn="l" fontAlgn="ctr">
                        <a:buNone/>
                      </a:pPr>
                      <a:r>
                        <a:rPr lang="en-US" sz="900" b="0" i="0" u="none" strike="noStrike">
                          <a:solidFill>
                            <a:srgbClr val="000000"/>
                          </a:solidFill>
                          <a:effectLst/>
                          <a:latin typeface="+mn-ea"/>
                          <a:ea typeface="+mn-ea"/>
                        </a:rPr>
                        <a:t>2</a:t>
                      </a:r>
                    </a:p>
                  </a:txBody>
                  <a:tcPr marL="72000" marR="7200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FFFF"/>
                    </a:solidFill>
                  </a:tcPr>
                </a:tc>
                <a:tc>
                  <a:txBody>
                    <a:bodyPr/>
                    <a:lstStyle/>
                    <a:p>
                      <a:pPr algn="l" fontAlgn="ctr">
                        <a:buNone/>
                      </a:pPr>
                      <a:r>
                        <a:rPr lang="en-US" sz="900" b="0" i="0" u="none" strike="noStrike">
                          <a:solidFill>
                            <a:srgbClr val="000000"/>
                          </a:solidFill>
                          <a:effectLst/>
                          <a:latin typeface="+mn-ea"/>
                          <a:ea typeface="+mn-ea"/>
                        </a:rPr>
                        <a:t>0.80%</a:t>
                      </a:r>
                    </a:p>
                  </a:txBody>
                  <a:tcPr marL="72000" marR="7200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FFFF"/>
                    </a:solidFill>
                  </a:tcPr>
                </a:tc>
                <a:tc>
                  <a:txBody>
                    <a:bodyPr/>
                    <a:lstStyle/>
                    <a:p>
                      <a:pPr algn="l" fontAlgn="ctr">
                        <a:buNone/>
                      </a:pPr>
                      <a:endParaRPr lang="en-US" sz="900" b="0" i="0" u="none" strike="noStrike">
                        <a:solidFill>
                          <a:srgbClr val="000000"/>
                        </a:solidFill>
                        <a:effectLst/>
                        <a:latin typeface="+mn-ea"/>
                        <a:ea typeface="+mn-ea"/>
                      </a:endParaRPr>
                    </a:p>
                  </a:txBody>
                  <a:tcPr marL="72000" marR="7200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596618358"/>
                  </a:ext>
                </a:extLst>
              </a:tr>
              <a:tr h="324678">
                <a:tc>
                  <a:txBody>
                    <a:bodyPr/>
                    <a:lstStyle/>
                    <a:p>
                      <a:pPr algn="l" fontAlgn="ctr">
                        <a:buNone/>
                      </a:pPr>
                      <a:r>
                        <a:rPr lang="en-US" sz="900" b="0" i="0" u="none" strike="noStrike">
                          <a:solidFill>
                            <a:srgbClr val="000000"/>
                          </a:solidFill>
                          <a:effectLst/>
                          <a:latin typeface="+mn-ea"/>
                          <a:ea typeface="+mn-ea"/>
                        </a:rPr>
                        <a:t>Bleeding Disorders/History of Hemorrhagic Stroke</a:t>
                      </a:r>
                    </a:p>
                  </a:txBody>
                  <a:tcPr marL="72000" marR="7200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FFFF"/>
                    </a:solidFill>
                  </a:tcPr>
                </a:tc>
                <a:tc>
                  <a:txBody>
                    <a:bodyPr/>
                    <a:lstStyle/>
                    <a:p>
                      <a:pPr algn="l" fontAlgn="ctr">
                        <a:buNone/>
                      </a:pPr>
                      <a:r>
                        <a:rPr lang="en-US" sz="900" b="0" i="0" u="none" strike="noStrike">
                          <a:solidFill>
                            <a:srgbClr val="000000"/>
                          </a:solidFill>
                          <a:effectLst/>
                          <a:latin typeface="+mn-ea"/>
                          <a:ea typeface="+mn-ea"/>
                        </a:rPr>
                        <a:t>2</a:t>
                      </a:r>
                    </a:p>
                  </a:txBody>
                  <a:tcPr marL="72000" marR="7200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FFFF"/>
                    </a:solidFill>
                  </a:tcPr>
                </a:tc>
                <a:tc>
                  <a:txBody>
                    <a:bodyPr/>
                    <a:lstStyle/>
                    <a:p>
                      <a:pPr algn="l" fontAlgn="ctr">
                        <a:buNone/>
                      </a:pPr>
                      <a:r>
                        <a:rPr lang="en-US" sz="900" b="0" i="0" u="none" strike="noStrike">
                          <a:solidFill>
                            <a:srgbClr val="000000"/>
                          </a:solidFill>
                          <a:effectLst/>
                          <a:latin typeface="+mn-ea"/>
                          <a:ea typeface="+mn-ea"/>
                        </a:rPr>
                        <a:t>0.80%</a:t>
                      </a:r>
                    </a:p>
                  </a:txBody>
                  <a:tcPr marL="72000" marR="7200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FFFF"/>
                    </a:solidFill>
                  </a:tcPr>
                </a:tc>
                <a:tc>
                  <a:txBody>
                    <a:bodyPr/>
                    <a:lstStyle/>
                    <a:p>
                      <a:pPr algn="l" fontAlgn="ctr">
                        <a:buNone/>
                      </a:pPr>
                      <a:r>
                        <a:rPr lang="en-US" sz="900" b="1" i="0" u="none" strike="noStrike" err="1">
                          <a:solidFill>
                            <a:srgbClr val="000000"/>
                          </a:solidFill>
                          <a:effectLst/>
                          <a:latin typeface="+mn-ea"/>
                          <a:ea typeface="+mn-ea"/>
                        </a:rPr>
                        <a:t>Exclu</a:t>
                      </a:r>
                      <a:r>
                        <a:rPr lang="en-US" sz="900" b="1" i="0" u="none" strike="noStrike">
                          <a:solidFill>
                            <a:srgbClr val="000000"/>
                          </a:solidFill>
                          <a:effectLst/>
                          <a:latin typeface="+mn-ea"/>
                          <a:ea typeface="+mn-ea"/>
                        </a:rPr>
                        <a:t>: </a:t>
                      </a:r>
                      <a:r>
                        <a:rPr lang="en-US" sz="900" b="0" i="0" u="none" strike="noStrike">
                          <a:solidFill>
                            <a:srgbClr val="000000"/>
                          </a:solidFill>
                          <a:effectLst/>
                          <a:latin typeface="+mn-ea"/>
                          <a:ea typeface="+mn-ea"/>
                        </a:rPr>
                        <a:t>Acute bleeding diathesis</a:t>
                      </a:r>
                    </a:p>
                  </a:txBody>
                  <a:tcPr marL="72000" marR="7200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815227192"/>
                  </a:ext>
                </a:extLst>
              </a:tr>
              <a:tr h="439296">
                <a:tc>
                  <a:txBody>
                    <a:bodyPr/>
                    <a:lstStyle/>
                    <a:p>
                      <a:pPr algn="l" fontAlgn="ctr">
                        <a:buNone/>
                      </a:pPr>
                      <a:r>
                        <a:rPr lang="en-US" sz="900" b="1" i="0" u="none" strike="noStrike">
                          <a:solidFill>
                            <a:srgbClr val="000000"/>
                          </a:solidFill>
                          <a:effectLst/>
                          <a:latin typeface="+mn-ea"/>
                          <a:ea typeface="+mn-ea"/>
                        </a:rPr>
                        <a:t>Other Comorbidities or Untraceable Cases</a:t>
                      </a:r>
                    </a:p>
                  </a:txBody>
                  <a:tcPr marL="72000" marR="7200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FFFF"/>
                    </a:solidFill>
                  </a:tcPr>
                </a:tc>
                <a:tc>
                  <a:txBody>
                    <a:bodyPr/>
                    <a:lstStyle/>
                    <a:p>
                      <a:pPr algn="l" fontAlgn="ctr">
                        <a:buNone/>
                      </a:pPr>
                      <a:r>
                        <a:rPr lang="en-US" sz="900" b="1" i="0" u="none" strike="noStrike">
                          <a:solidFill>
                            <a:srgbClr val="000000"/>
                          </a:solidFill>
                          <a:effectLst/>
                          <a:latin typeface="+mn-ea"/>
                          <a:ea typeface="+mn-ea"/>
                        </a:rPr>
                        <a:t>35</a:t>
                      </a:r>
                    </a:p>
                  </a:txBody>
                  <a:tcPr marL="72000" marR="7200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FFFF"/>
                    </a:solidFill>
                  </a:tcPr>
                </a:tc>
                <a:tc>
                  <a:txBody>
                    <a:bodyPr/>
                    <a:lstStyle/>
                    <a:p>
                      <a:pPr algn="l" fontAlgn="ctr">
                        <a:buNone/>
                      </a:pPr>
                      <a:r>
                        <a:rPr lang="en-US" sz="900" b="1" i="0" u="none" strike="noStrike">
                          <a:solidFill>
                            <a:srgbClr val="000000"/>
                          </a:solidFill>
                          <a:effectLst/>
                          <a:latin typeface="+mn-ea"/>
                          <a:ea typeface="+mn-ea"/>
                        </a:rPr>
                        <a:t>14.20%</a:t>
                      </a:r>
                    </a:p>
                  </a:txBody>
                  <a:tcPr marL="72000" marR="7200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FFFF"/>
                    </a:solidFill>
                  </a:tcPr>
                </a:tc>
                <a:tc>
                  <a:txBody>
                    <a:bodyPr/>
                    <a:lstStyle/>
                    <a:p>
                      <a:pPr algn="l" fontAlgn="ctr">
                        <a:buNone/>
                      </a:pPr>
                      <a:endParaRPr lang="en-US" sz="900" b="1" i="0" u="none" strike="noStrike">
                        <a:solidFill>
                          <a:srgbClr val="000000"/>
                        </a:solidFill>
                        <a:effectLst/>
                        <a:latin typeface="+mn-ea"/>
                        <a:ea typeface="+mn-ea"/>
                      </a:endParaRPr>
                    </a:p>
                  </a:txBody>
                  <a:tcPr marL="72000" marR="7200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49057531"/>
                  </a:ext>
                </a:extLst>
              </a:tr>
              <a:tr h="392920">
                <a:tc>
                  <a:txBody>
                    <a:bodyPr/>
                    <a:lstStyle/>
                    <a:p>
                      <a:pPr algn="l" fontAlgn="ctr">
                        <a:buNone/>
                      </a:pPr>
                      <a:r>
                        <a:rPr lang="sv-SE" sz="900" b="1" i="0" u="none" strike="noStrike">
                          <a:solidFill>
                            <a:srgbClr val="000000"/>
                          </a:solidFill>
                          <a:effectLst/>
                          <a:latin typeface="Arial" panose="020B0604020202020204" pitchFamily="34" charset="0"/>
                          <a:ea typeface="等线" panose="02010600030101010101" pitchFamily="2" charset="-122"/>
                        </a:rPr>
                        <a:t>Total</a:t>
                      </a:r>
                    </a:p>
                  </a:txBody>
                  <a:tcPr marL="72000" marR="7200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E0E1F6"/>
                    </a:solidFill>
                  </a:tcPr>
                </a:tc>
                <a:tc>
                  <a:txBody>
                    <a:bodyPr/>
                    <a:lstStyle/>
                    <a:p>
                      <a:pPr algn="l" fontAlgn="ctr">
                        <a:buNone/>
                      </a:pPr>
                      <a:r>
                        <a:rPr lang="en-US" sz="900" b="1" i="0" u="none" strike="noStrike">
                          <a:solidFill>
                            <a:srgbClr val="000000"/>
                          </a:solidFill>
                          <a:effectLst/>
                          <a:latin typeface="Arial" panose="020B0604020202020204" pitchFamily="34" charset="0"/>
                          <a:ea typeface="等线" panose="02010600030101010101" pitchFamily="2" charset="-122"/>
                        </a:rPr>
                        <a:t>247</a:t>
                      </a:r>
                    </a:p>
                  </a:txBody>
                  <a:tcPr marL="72000" marR="7200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E0E1F6"/>
                    </a:solidFill>
                  </a:tcPr>
                </a:tc>
                <a:tc>
                  <a:txBody>
                    <a:bodyPr/>
                    <a:lstStyle/>
                    <a:p>
                      <a:pPr algn="l" fontAlgn="ctr">
                        <a:buNone/>
                      </a:pPr>
                      <a:r>
                        <a:rPr lang="en-US" sz="900" b="1" i="0" u="none" strike="noStrike">
                          <a:solidFill>
                            <a:srgbClr val="000000"/>
                          </a:solidFill>
                          <a:effectLst/>
                          <a:latin typeface="Arial" panose="020B0604020202020204" pitchFamily="34" charset="0"/>
                          <a:ea typeface="等线" panose="02010600030101010101" pitchFamily="2" charset="-122"/>
                        </a:rPr>
                        <a:t>100.00%</a:t>
                      </a:r>
                    </a:p>
                  </a:txBody>
                  <a:tcPr marL="72000" marR="7200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E0E1F6"/>
                    </a:solidFill>
                  </a:tcPr>
                </a:tc>
                <a:tc>
                  <a:txBody>
                    <a:bodyPr/>
                    <a:lstStyle/>
                    <a:p>
                      <a:pPr algn="l" fontAlgn="ctr">
                        <a:buNone/>
                      </a:pPr>
                      <a:endParaRPr lang="en-US" sz="900" b="1" i="0" u="none" strike="noStrike" dirty="0">
                        <a:solidFill>
                          <a:srgbClr val="000000"/>
                        </a:solidFill>
                        <a:effectLst/>
                        <a:latin typeface="Arial" panose="020B0604020202020204" pitchFamily="34" charset="0"/>
                        <a:ea typeface="等线" panose="02010600030101010101" pitchFamily="2" charset="-122"/>
                      </a:endParaRPr>
                    </a:p>
                  </a:txBody>
                  <a:tcPr marL="72000" marR="7200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E0E1F6"/>
                    </a:solidFill>
                  </a:tcPr>
                </a:tc>
                <a:extLst>
                  <a:ext uri="{0D108BD9-81ED-4DB2-BD59-A6C34878D82A}">
                    <a16:rowId xmlns:a16="http://schemas.microsoft.com/office/drawing/2014/main" val="1943995862"/>
                  </a:ext>
                </a:extLst>
              </a:tr>
            </a:tbl>
          </a:graphicData>
        </a:graphic>
      </p:graphicFrame>
      <p:sp>
        <p:nvSpPr>
          <p:cNvPr id="2" name="对话气泡: 矩形 1">
            <a:extLst>
              <a:ext uri="{FF2B5EF4-FFF2-40B4-BE49-F238E27FC236}">
                <a16:creationId xmlns:a16="http://schemas.microsoft.com/office/drawing/2014/main" id="{4223A799-9753-370D-9476-BECC40D86A3C}"/>
              </a:ext>
            </a:extLst>
          </p:cNvPr>
          <p:cNvSpPr/>
          <p:nvPr/>
        </p:nvSpPr>
        <p:spPr bwMode="gray">
          <a:xfrm>
            <a:off x="5163894" y="811616"/>
            <a:ext cx="1362456" cy="733720"/>
          </a:xfrm>
          <a:prstGeom prst="wedgeRectCallout">
            <a:avLst>
              <a:gd name="adj1" fmla="val 61453"/>
              <a:gd name="adj2" fmla="val 58761"/>
            </a:avLst>
          </a:prstGeom>
          <a:solidFill>
            <a:srgbClr val="FBF9AA"/>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r>
              <a:rPr kumimoji="0" lang="en-US" altLang="zh-CN" sz="1050" b="0" i="0" u="none" strike="noStrike" kern="1200" cap="none" spc="0" normalizeH="0" baseline="0" noProof="0">
                <a:ln>
                  <a:noFill/>
                </a:ln>
                <a:solidFill>
                  <a:prstClr val="black"/>
                </a:solidFill>
                <a:effectLst/>
                <a:uLnTx/>
                <a:uFillTx/>
                <a:latin typeface="Boehringer Forward Text"/>
                <a:ea typeface="+mn-ea"/>
                <a:cs typeface="+mn-cs"/>
              </a:rPr>
              <a:t>NIHSS=4</a:t>
            </a:r>
            <a:r>
              <a:rPr kumimoji="0" lang="zh-CN" altLang="en-US" sz="1050" b="0" i="0" u="none" strike="noStrike" kern="1200" cap="none" spc="0" normalizeH="0" baseline="0" noProof="0">
                <a:ln>
                  <a:noFill/>
                </a:ln>
                <a:solidFill>
                  <a:prstClr val="black"/>
                </a:solidFill>
                <a:effectLst/>
                <a:uLnTx/>
                <a:uFillTx/>
                <a:latin typeface="Boehringer Forward Text"/>
                <a:ea typeface="+mn-ea"/>
                <a:cs typeface="+mn-cs"/>
              </a:rPr>
              <a:t>：</a:t>
            </a:r>
            <a:r>
              <a:rPr lang="en-US" altLang="zh-CN" sz="1050">
                <a:solidFill>
                  <a:prstClr val="black"/>
                </a:solidFill>
                <a:latin typeface="Boehringer Forward Text"/>
              </a:rPr>
              <a:t>13</a:t>
            </a:r>
            <a:r>
              <a:rPr kumimoji="0" lang="en-US" altLang="zh-CN" sz="1050" b="0" i="0" u="none" strike="noStrike" kern="1200" cap="none" spc="0" normalizeH="0" baseline="0" noProof="0">
                <a:ln>
                  <a:noFill/>
                </a:ln>
                <a:solidFill>
                  <a:prstClr val="black"/>
                </a:solidFill>
                <a:effectLst/>
                <a:uLnTx/>
                <a:uFillTx/>
                <a:latin typeface="Boehringer Forward Text"/>
                <a:ea typeface="+mn-ea"/>
                <a:cs typeface="+mn-cs"/>
              </a:rPr>
              <a:t>pts</a:t>
            </a:r>
          </a:p>
          <a:p>
            <a:pPr marL="0" marR="0" lvl="0" indent="0" algn="ctr" defTabSz="914400" rtl="0" eaLnBrk="1" fontAlgn="auto" latinLnBrk="0" hangingPunct="1">
              <a:lnSpc>
                <a:spcPct val="140000"/>
              </a:lnSpc>
              <a:spcBef>
                <a:spcPts val="0"/>
              </a:spcBef>
              <a:spcAft>
                <a:spcPts val="0"/>
              </a:spcAft>
              <a:buClrTx/>
              <a:buSzTx/>
              <a:buFontTx/>
              <a:buNone/>
              <a:tabLst/>
              <a:defRPr/>
            </a:pPr>
            <a:r>
              <a:rPr kumimoji="0" lang="en-US" altLang="zh-CN" sz="1050" b="0" i="0" u="none" strike="noStrike" kern="1200" cap="none" spc="0" normalizeH="0" baseline="0" noProof="0">
                <a:ln>
                  <a:noFill/>
                </a:ln>
                <a:solidFill>
                  <a:prstClr val="black"/>
                </a:solidFill>
                <a:effectLst/>
                <a:uLnTx/>
                <a:uFillTx/>
                <a:latin typeface="Boehringer Forward Text"/>
                <a:ea typeface="+mn-ea"/>
                <a:cs typeface="+mn-cs"/>
              </a:rPr>
              <a:t>NIHSS=5</a:t>
            </a:r>
            <a:r>
              <a:rPr kumimoji="0" lang="zh-CN" altLang="en-US" sz="1050" b="0" i="0" u="none" strike="noStrike" kern="1200" cap="none" spc="0" normalizeH="0" baseline="0" noProof="0">
                <a:ln>
                  <a:noFill/>
                </a:ln>
                <a:solidFill>
                  <a:prstClr val="black"/>
                </a:solidFill>
                <a:effectLst/>
                <a:uLnTx/>
                <a:uFillTx/>
                <a:latin typeface="Boehringer Forward Text"/>
                <a:ea typeface="+mn-ea"/>
                <a:cs typeface="+mn-cs"/>
              </a:rPr>
              <a:t>：</a:t>
            </a:r>
            <a:r>
              <a:rPr lang="en-US" altLang="zh-CN" sz="1050">
                <a:solidFill>
                  <a:prstClr val="black"/>
                </a:solidFill>
                <a:latin typeface="Boehringer Forward Text"/>
              </a:rPr>
              <a:t>4</a:t>
            </a:r>
            <a:r>
              <a:rPr kumimoji="0" lang="en-US" altLang="zh-CN" sz="1050" b="0" i="0" u="none" strike="noStrike" kern="1200" cap="none" spc="0" normalizeH="0" baseline="0" noProof="0">
                <a:ln>
                  <a:noFill/>
                </a:ln>
                <a:solidFill>
                  <a:prstClr val="black"/>
                </a:solidFill>
                <a:effectLst/>
                <a:uLnTx/>
                <a:uFillTx/>
                <a:latin typeface="Boehringer Forward Text"/>
                <a:ea typeface="+mn-ea"/>
                <a:cs typeface="+mn-cs"/>
              </a:rPr>
              <a:t>pts</a:t>
            </a:r>
          </a:p>
          <a:p>
            <a:pPr marL="0" marR="0" lvl="0" indent="0" algn="ctr" defTabSz="914400" rtl="0" eaLnBrk="1" fontAlgn="auto" latinLnBrk="0" hangingPunct="1">
              <a:lnSpc>
                <a:spcPct val="140000"/>
              </a:lnSpc>
              <a:spcBef>
                <a:spcPts val="0"/>
              </a:spcBef>
              <a:spcAft>
                <a:spcPts val="0"/>
              </a:spcAft>
              <a:buClrTx/>
              <a:buSzTx/>
              <a:buFontTx/>
              <a:buNone/>
              <a:tabLst/>
              <a:defRPr/>
            </a:pPr>
            <a:r>
              <a:rPr kumimoji="0" lang="en-US" altLang="zh-CN" sz="1050" b="0" i="0" u="none" strike="noStrike" kern="1200" cap="none" spc="0" normalizeH="0" baseline="0" noProof="0">
                <a:ln>
                  <a:noFill/>
                </a:ln>
                <a:solidFill>
                  <a:prstClr val="black"/>
                </a:solidFill>
                <a:effectLst/>
                <a:uLnTx/>
                <a:uFillTx/>
                <a:latin typeface="Boehringer Forward Text"/>
                <a:ea typeface="+mn-ea"/>
                <a:cs typeface="+mn-cs"/>
              </a:rPr>
              <a:t>NIHSS=28: 1pts</a:t>
            </a:r>
            <a:endParaRPr kumimoji="0" lang="zh-CN" altLang="en-US" sz="1050" b="0" i="0" u="none" strike="noStrike" kern="1200" cap="none" spc="0" normalizeH="0" baseline="0" noProof="0">
              <a:ln>
                <a:noFill/>
              </a:ln>
              <a:solidFill>
                <a:prstClr val="black"/>
              </a:solidFill>
              <a:effectLst/>
              <a:uLnTx/>
              <a:uFillTx/>
              <a:latin typeface="Boehringer Forward Text"/>
              <a:ea typeface="+mn-ea"/>
              <a:cs typeface="+mn-cs"/>
            </a:endParaRPr>
          </a:p>
        </p:txBody>
      </p:sp>
    </p:spTree>
    <p:extLst>
      <p:ext uri="{BB962C8B-B14F-4D97-AF65-F5344CB8AC3E}">
        <p14:creationId xmlns:p14="http://schemas.microsoft.com/office/powerpoint/2010/main" val="1872082200"/>
      </p:ext>
    </p:extLst>
  </p:cSld>
  <p:clrMapOvr>
    <a:masterClrMapping/>
  </p:clrMapOvr>
  <p:extLst>
    <p:ext uri="{6950BFC3-D8DA-4A85-94F7-54DA5524770B}">
      <p188:commentRel xmlns:p188="http://schemas.microsoft.com/office/powerpoint/2018/8/main" r:id="rId2"/>
    </p:ext>
  </p:extLs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5C90066-D5FA-08B8-EDC0-11C50FF4D339}"/>
              </a:ext>
            </a:extLst>
          </p:cNvPr>
          <p:cNvSpPr>
            <a:spLocks noGrp="1"/>
          </p:cNvSpPr>
          <p:nvPr>
            <p:ph type="title"/>
          </p:nvPr>
        </p:nvSpPr>
        <p:spPr/>
        <p:txBody>
          <a:bodyPr/>
          <a:lstStyle/>
          <a:p>
            <a:r>
              <a:rPr lang="en-US" altLang="zh-CN" dirty="0"/>
              <a:t>TENACITY Recruitment Mitigation</a:t>
            </a:r>
            <a:endParaRPr lang="zh-CN" altLang="en-US" dirty="0"/>
          </a:p>
        </p:txBody>
      </p:sp>
      <p:sp>
        <p:nvSpPr>
          <p:cNvPr id="3" name="内容占位符 2">
            <a:extLst>
              <a:ext uri="{FF2B5EF4-FFF2-40B4-BE49-F238E27FC236}">
                <a16:creationId xmlns:a16="http://schemas.microsoft.com/office/drawing/2014/main" id="{DCDC6BDA-5864-A1E6-BADF-6BE22E843E66}"/>
              </a:ext>
            </a:extLst>
          </p:cNvPr>
          <p:cNvSpPr>
            <a:spLocks noGrp="1"/>
          </p:cNvSpPr>
          <p:nvPr>
            <p:ph idx="1"/>
          </p:nvPr>
        </p:nvSpPr>
        <p:spPr>
          <a:xfrm>
            <a:off x="479423" y="1197000"/>
            <a:ext cx="11232000" cy="4819972"/>
          </a:xfrm>
        </p:spPr>
        <p:txBody>
          <a:bodyPr vert="horz" lIns="0" tIns="0" rIns="0" bIns="0" rtlCol="0" anchor="t">
            <a:noAutofit/>
          </a:bodyPr>
          <a:lstStyle/>
          <a:p>
            <a:pPr marL="215900" indent="-215900"/>
            <a:endParaRPr lang="en-US" altLang="zh-CN" sz="1800" i="1" dirty="0"/>
          </a:p>
          <a:p>
            <a:pPr marL="215900" indent="-215900"/>
            <a:r>
              <a:rPr lang="en-US" altLang="zh-CN" sz="1800" dirty="0"/>
              <a:t>Increasing up to 55 sites with additional ones proposed by BI CN or selected from top recruiting sites in similar-design IIS</a:t>
            </a:r>
          </a:p>
          <a:p>
            <a:pPr marL="215900" indent="-215900"/>
            <a:r>
              <a:rPr lang="en-US" altLang="zh-CN" sz="1800" dirty="0"/>
              <a:t>Do best to accelerate SIV to include the high-performance sites  earlier</a:t>
            </a:r>
          </a:p>
          <a:p>
            <a:pPr marL="215900" indent="-215900"/>
            <a:r>
              <a:rPr lang="en-US" altLang="zh-CN" sz="1800" dirty="0"/>
              <a:t>Enhance site engagement visits to boost recruitment – implemented by CRO and BI(CTM resource normally assigned 0.2 FTE) </a:t>
            </a:r>
          </a:p>
          <a:p>
            <a:pPr marL="215900" indent="-215900"/>
            <a:r>
              <a:rPr lang="en-US" altLang="zh-CN" sz="1800" dirty="0"/>
              <a:t>To engage leading PI for further support, may explore co-leading PI (candidate: Prof. Xin Cheng and Prof. Min Lou) pathway according to leading PI attitude</a:t>
            </a:r>
          </a:p>
          <a:p>
            <a:pPr marL="0" indent="0">
              <a:buNone/>
            </a:pPr>
            <a:endParaRPr lang="zh-CN" altLang="en-US" sz="1800" dirty="0"/>
          </a:p>
        </p:txBody>
      </p:sp>
      <p:sp>
        <p:nvSpPr>
          <p:cNvPr id="5" name="灯片编号占位符 4">
            <a:extLst>
              <a:ext uri="{FF2B5EF4-FFF2-40B4-BE49-F238E27FC236}">
                <a16:creationId xmlns:a16="http://schemas.microsoft.com/office/drawing/2014/main" id="{F6FA5D20-8EE6-3DB1-B432-1781520D02C4}"/>
              </a:ext>
            </a:extLst>
          </p:cNvPr>
          <p:cNvSpPr>
            <a:spLocks noGrp="1"/>
          </p:cNvSpPr>
          <p:nvPr>
            <p:ph type="sldNum" sz="quarter" idx="20"/>
          </p:nvPr>
        </p:nvSpPr>
        <p:spPr/>
        <p:txBody>
          <a:bodyPr/>
          <a:lstStyle/>
          <a:p>
            <a:fld id="{DF4E8F9F-5B1F-4F5B-BE49-3245D8C18D9F}" type="slidenum">
              <a:rPr lang="en-US" smtClean="0"/>
              <a:pPr/>
              <a:t>3</a:t>
            </a:fld>
            <a:endParaRPr lang="en-US"/>
          </a:p>
        </p:txBody>
      </p:sp>
    </p:spTree>
    <p:extLst>
      <p:ext uri="{BB962C8B-B14F-4D97-AF65-F5344CB8AC3E}">
        <p14:creationId xmlns:p14="http://schemas.microsoft.com/office/powerpoint/2010/main" val="323665006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78E269-51E7-46E3-B747-ABE92A35F20D}"/>
            </a:ext>
          </a:extLst>
        </p:cNvPr>
        <p:cNvGrpSpPr/>
        <p:nvPr/>
      </p:nvGrpSpPr>
      <p:grpSpPr>
        <a:xfrm>
          <a:off x="0" y="0"/>
          <a:ext cx="0" cy="0"/>
          <a:chOff x="0" y="0"/>
          <a:chExt cx="0" cy="0"/>
        </a:xfrm>
      </p:grpSpPr>
      <p:sp>
        <p:nvSpPr>
          <p:cNvPr id="18" name="Title 1">
            <a:extLst>
              <a:ext uri="{FF2B5EF4-FFF2-40B4-BE49-F238E27FC236}">
                <a16:creationId xmlns:a16="http://schemas.microsoft.com/office/drawing/2014/main" id="{6255DD7C-1759-9EF8-12DC-9258FB6AAF72}"/>
              </a:ext>
            </a:extLst>
          </p:cNvPr>
          <p:cNvSpPr txBox="1">
            <a:spLocks/>
          </p:cNvSpPr>
          <p:nvPr/>
        </p:nvSpPr>
        <p:spPr>
          <a:xfrm>
            <a:off x="369697" y="476249"/>
            <a:ext cx="10444845" cy="720725"/>
          </a:xfrm>
          <a:prstGeom prst="rect">
            <a:avLst/>
          </a:prstGeom>
        </p:spPr>
        <p:txBody>
          <a:bodyPr lIns="0" tIns="0" rIns="0" bIns="0"/>
          <a:lstStyle>
            <a:lvl1pPr algn="l" defTabSz="914400" rtl="0" eaLnBrk="1" latinLnBrk="0" hangingPunct="1">
              <a:lnSpc>
                <a:spcPct val="100000"/>
              </a:lnSpc>
              <a:spcBef>
                <a:spcPct val="0"/>
              </a:spcBef>
              <a:buNone/>
              <a:defRPr sz="2500" b="1" kern="1200">
                <a:solidFill>
                  <a:schemeClr val="bg2"/>
                </a:solidFill>
                <a:latin typeface="+mj-lt"/>
                <a:ea typeface="+mj-ea"/>
                <a:cs typeface="+mj-cs"/>
              </a:defRPr>
            </a:lvl1pPr>
          </a:lstStyle>
          <a:p>
            <a:endParaRPr lang="en-IN"/>
          </a:p>
        </p:txBody>
      </p:sp>
      <p:sp>
        <p:nvSpPr>
          <p:cNvPr id="17" name="Slide Number Placeholder 9">
            <a:extLst>
              <a:ext uri="{FF2B5EF4-FFF2-40B4-BE49-F238E27FC236}">
                <a16:creationId xmlns:a16="http://schemas.microsoft.com/office/drawing/2014/main" id="{76DFC65B-CEB8-4974-47E3-D4986191010D}"/>
              </a:ext>
            </a:extLst>
          </p:cNvPr>
          <p:cNvSpPr>
            <a:spLocks noGrp="1"/>
          </p:cNvSpPr>
          <p:nvPr>
            <p:ph type="sldNum" sz="quarter" idx="20"/>
          </p:nvPr>
        </p:nvSpPr>
        <p:spPr/>
        <p:txBody>
          <a:bodyPr/>
          <a:lstStyle/>
          <a:p>
            <a:fld id="{8FF9B0DE-3FEB-4AA0-B465-B80EF7C1333D}" type="slidenum">
              <a:rPr lang="en-US" smtClean="0"/>
              <a:pPr/>
              <a:t>4</a:t>
            </a:fld>
            <a:endParaRPr lang="en-US"/>
          </a:p>
        </p:txBody>
      </p:sp>
      <p:sp>
        <p:nvSpPr>
          <p:cNvPr id="10" name="标题 2">
            <a:extLst>
              <a:ext uri="{FF2B5EF4-FFF2-40B4-BE49-F238E27FC236}">
                <a16:creationId xmlns:a16="http://schemas.microsoft.com/office/drawing/2014/main" id="{285C6677-AFCA-E1E5-CA58-360027099356}"/>
              </a:ext>
            </a:extLst>
          </p:cNvPr>
          <p:cNvSpPr txBox="1">
            <a:spLocks/>
          </p:cNvSpPr>
          <p:nvPr/>
        </p:nvSpPr>
        <p:spPr bwMode="gray">
          <a:xfrm>
            <a:off x="272171" y="320273"/>
            <a:ext cx="12079706" cy="553999"/>
          </a:xfrm>
          <a:prstGeom prst="rect">
            <a:avLst/>
          </a:prstGeom>
        </p:spPr>
        <p:txBody>
          <a:bodyPr vert="horz" wrap="square" lIns="0" tIns="0" rIns="0" bIns="0" rtlCol="0" anchor="t">
            <a:normAutofit/>
          </a:bodyPr>
          <a:lstStyle>
            <a:lvl1pPr algn="l" defTabSz="914400" rtl="0" eaLnBrk="1" latinLnBrk="0" hangingPunct="1">
              <a:lnSpc>
                <a:spcPct val="100000"/>
              </a:lnSpc>
              <a:spcBef>
                <a:spcPct val="0"/>
              </a:spcBef>
              <a:buNone/>
              <a:defRPr sz="2500" b="1" kern="1200">
                <a:solidFill>
                  <a:schemeClr val="bg2"/>
                </a:solidFill>
                <a:latin typeface="+mj-lt"/>
                <a:ea typeface="+mj-ea"/>
                <a:cs typeface="+mj-cs"/>
              </a:defRPr>
            </a:lvl1pPr>
          </a:lstStyle>
          <a:p>
            <a:r>
              <a:rPr lang="en-US" altLang="zh-CN" sz="2400"/>
              <a:t>Site Distribution Analysis: CHESTNUT &amp; TNK-LATE vs. Tenacity</a:t>
            </a:r>
            <a:endParaRPr lang="en-US" altLang="zh-CN" sz="2000" i="1">
              <a:solidFill>
                <a:srgbClr val="EE6541"/>
              </a:solidFill>
              <a:highlight>
                <a:srgbClr val="FFFF00"/>
              </a:highlight>
            </a:endParaRPr>
          </a:p>
        </p:txBody>
      </p:sp>
      <p:sp>
        <p:nvSpPr>
          <p:cNvPr id="15" name="标题 1">
            <a:extLst>
              <a:ext uri="{FF2B5EF4-FFF2-40B4-BE49-F238E27FC236}">
                <a16:creationId xmlns:a16="http://schemas.microsoft.com/office/drawing/2014/main" id="{59A71D37-2FAF-700E-47A1-8AB9BA656F6B}"/>
              </a:ext>
            </a:extLst>
          </p:cNvPr>
          <p:cNvSpPr txBox="1"/>
          <p:nvPr/>
        </p:nvSpPr>
        <p:spPr>
          <a:xfrm>
            <a:off x="7014351" y="4880573"/>
            <a:ext cx="196615" cy="229734"/>
          </a:xfrm>
          <a:custGeom>
            <a:avLst/>
            <a:gdLst>
              <a:gd name="T0" fmla="*/ 8209 w 10908"/>
              <a:gd name="T1" fmla="*/ 2143 h 12744"/>
              <a:gd name="T2" fmla="*/ 8209 w 10908"/>
              <a:gd name="T3" fmla="*/ 1057 h 12744"/>
              <a:gd name="T4" fmla="*/ 7124 w 10908"/>
              <a:gd name="T5" fmla="*/ 0 h 12744"/>
              <a:gd name="T6" fmla="*/ 3840 w 10908"/>
              <a:gd name="T7" fmla="*/ 0 h 12744"/>
              <a:gd name="T8" fmla="*/ 2755 w 10908"/>
              <a:gd name="T9" fmla="*/ 1057 h 12744"/>
              <a:gd name="T10" fmla="*/ 2755 w 10908"/>
              <a:gd name="T11" fmla="*/ 2115 h 12744"/>
              <a:gd name="T12" fmla="*/ 0 w 10908"/>
              <a:gd name="T13" fmla="*/ 2115 h 12744"/>
              <a:gd name="T14" fmla="*/ 0 w 10908"/>
              <a:gd name="T15" fmla="*/ 3172 h 12744"/>
              <a:gd name="T16" fmla="*/ 1085 w 10908"/>
              <a:gd name="T17" fmla="*/ 3172 h 12744"/>
              <a:gd name="T18" fmla="*/ 1085 w 10908"/>
              <a:gd name="T19" fmla="*/ 11687 h 12744"/>
              <a:gd name="T20" fmla="*/ 2171 w 10908"/>
              <a:gd name="T21" fmla="*/ 12744 h 12744"/>
              <a:gd name="T22" fmla="*/ 8738 w 10908"/>
              <a:gd name="T23" fmla="*/ 12744 h 12744"/>
              <a:gd name="T24" fmla="*/ 9823 w 10908"/>
              <a:gd name="T25" fmla="*/ 11687 h 12744"/>
              <a:gd name="T26" fmla="*/ 9823 w 10908"/>
              <a:gd name="T27" fmla="*/ 3200 h 12744"/>
              <a:gd name="T28" fmla="*/ 10908 w 10908"/>
              <a:gd name="T29" fmla="*/ 3200 h 12744"/>
              <a:gd name="T30" fmla="*/ 10908 w 10908"/>
              <a:gd name="T31" fmla="*/ 2143 h 12744"/>
              <a:gd name="T32" fmla="*/ 8209 w 10908"/>
              <a:gd name="T33" fmla="*/ 2143 h 12744"/>
              <a:gd name="T34" fmla="*/ 4870 w 10908"/>
              <a:gd name="T35" fmla="*/ 10963 h 12744"/>
              <a:gd name="T36" fmla="*/ 3645 w 10908"/>
              <a:gd name="T37" fmla="*/ 10963 h 12744"/>
              <a:gd name="T38" fmla="*/ 3645 w 10908"/>
              <a:gd name="T39" fmla="*/ 4257 h 12744"/>
              <a:gd name="T40" fmla="*/ 4870 w 10908"/>
              <a:gd name="T41" fmla="*/ 4257 h 12744"/>
              <a:gd name="T42" fmla="*/ 4870 w 10908"/>
              <a:gd name="T43" fmla="*/ 10963 h 12744"/>
              <a:gd name="T44" fmla="*/ 7319 w 10908"/>
              <a:gd name="T45" fmla="*/ 10963 h 12744"/>
              <a:gd name="T46" fmla="*/ 6094 w 10908"/>
              <a:gd name="T47" fmla="*/ 10963 h 12744"/>
              <a:gd name="T48" fmla="*/ 6094 w 10908"/>
              <a:gd name="T49" fmla="*/ 4257 h 12744"/>
              <a:gd name="T50" fmla="*/ 7319 w 10908"/>
              <a:gd name="T51" fmla="*/ 4257 h 12744"/>
              <a:gd name="T52" fmla="*/ 7319 w 10908"/>
              <a:gd name="T53" fmla="*/ 10963 h 12744"/>
            </a:gdLst>
            <a:ahLst/>
            <a:cxnLst/>
            <a:rect l="0" t="0" r="r" b="b"/>
            <a:pathLst>
              <a:path w="10908" h="12744">
                <a:moveTo>
                  <a:pt x="8209" y="2143"/>
                </a:moveTo>
                <a:lnTo>
                  <a:pt x="8209" y="1057"/>
                </a:lnTo>
                <a:cubicBezTo>
                  <a:pt x="8209" y="473"/>
                  <a:pt x="7708" y="0"/>
                  <a:pt x="7124" y="0"/>
                </a:cubicBezTo>
                <a:lnTo>
                  <a:pt x="3840" y="0"/>
                </a:lnTo>
                <a:cubicBezTo>
                  <a:pt x="3228" y="0"/>
                  <a:pt x="2755" y="473"/>
                  <a:pt x="2755" y="1057"/>
                </a:cubicBezTo>
                <a:lnTo>
                  <a:pt x="2755" y="2115"/>
                </a:lnTo>
                <a:lnTo>
                  <a:pt x="0" y="2115"/>
                </a:lnTo>
                <a:lnTo>
                  <a:pt x="0" y="3172"/>
                </a:lnTo>
                <a:lnTo>
                  <a:pt x="1085" y="3172"/>
                </a:lnTo>
                <a:lnTo>
                  <a:pt x="1085" y="11687"/>
                </a:lnTo>
                <a:cubicBezTo>
                  <a:pt x="1085" y="12271"/>
                  <a:pt x="1586" y="12744"/>
                  <a:pt x="2171" y="12744"/>
                </a:cubicBezTo>
                <a:lnTo>
                  <a:pt x="8738" y="12744"/>
                </a:lnTo>
                <a:cubicBezTo>
                  <a:pt x="9350" y="12744"/>
                  <a:pt x="9823" y="12271"/>
                  <a:pt x="9823" y="11687"/>
                </a:cubicBezTo>
                <a:lnTo>
                  <a:pt x="9823" y="3200"/>
                </a:lnTo>
                <a:lnTo>
                  <a:pt x="10908" y="3200"/>
                </a:lnTo>
                <a:lnTo>
                  <a:pt x="10908" y="2143"/>
                </a:lnTo>
                <a:lnTo>
                  <a:pt x="8209" y="2143"/>
                </a:lnTo>
                <a:close/>
                <a:moveTo>
                  <a:pt x="4870" y="10963"/>
                </a:moveTo>
                <a:lnTo>
                  <a:pt x="3645" y="10963"/>
                </a:lnTo>
                <a:lnTo>
                  <a:pt x="3645" y="4257"/>
                </a:lnTo>
                <a:lnTo>
                  <a:pt x="4870" y="4257"/>
                </a:lnTo>
                <a:lnTo>
                  <a:pt x="4870" y="10963"/>
                </a:lnTo>
                <a:close/>
                <a:moveTo>
                  <a:pt x="7319" y="10963"/>
                </a:moveTo>
                <a:lnTo>
                  <a:pt x="6094" y="10963"/>
                </a:lnTo>
                <a:lnTo>
                  <a:pt x="6094" y="4257"/>
                </a:lnTo>
                <a:lnTo>
                  <a:pt x="7319" y="4257"/>
                </a:lnTo>
                <a:lnTo>
                  <a:pt x="7319" y="10963"/>
                </a:lnTo>
                <a:close/>
              </a:path>
            </a:pathLst>
          </a:custGeom>
          <a:solidFill>
            <a:srgbClr val="FFFFFF"/>
          </a:solidFill>
          <a:ln w="12700" cap="sq">
            <a:noFill/>
            <a:prstDash val="solid"/>
            <a:miter/>
          </a:ln>
        </p:spPr>
        <p:txBody>
          <a:bodyPr vert="horz" wrap="square" lIns="91440" tIns="45720" rIns="91440" bIns="4572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00"/>
              </a:solidFill>
              <a:effectLst/>
              <a:uLnTx/>
              <a:uFillTx/>
              <a:latin typeface="等线" panose="020F0502020204030204"/>
              <a:ea typeface="等线" panose="02010600030101010101" pitchFamily="2" charset="-122"/>
            </a:endParaRPr>
          </a:p>
        </p:txBody>
      </p:sp>
      <p:sp>
        <p:nvSpPr>
          <p:cNvPr id="19" name="标题 1">
            <a:extLst>
              <a:ext uri="{FF2B5EF4-FFF2-40B4-BE49-F238E27FC236}">
                <a16:creationId xmlns:a16="http://schemas.microsoft.com/office/drawing/2014/main" id="{76CF8360-6664-D05F-842B-0A15E3847EB4}"/>
              </a:ext>
            </a:extLst>
          </p:cNvPr>
          <p:cNvSpPr txBox="1"/>
          <p:nvPr/>
        </p:nvSpPr>
        <p:spPr>
          <a:xfrm>
            <a:off x="6682254" y="5188229"/>
            <a:ext cx="850900" cy="190500"/>
          </a:xfrm>
          <a:prstGeom prst="rect">
            <a:avLst/>
          </a:prstGeom>
          <a:noFill/>
          <a:ln>
            <a:noFill/>
          </a:ln>
        </p:spPr>
        <p:txBody>
          <a:bodyPr vert="horz" wrap="none" lIns="0" tIns="0" rIns="0" bIns="0" rtlCol="0" anchor="t">
            <a:spAutoFit/>
          </a:bodyPr>
          <a:lstStyle/>
          <a:p>
            <a:pPr algn="ctr"/>
            <a:r>
              <a:rPr kumimoji="1" lang="en-US" altLang="zh-CN" sz="1400">
                <a:ln w="12700">
                  <a:noFill/>
                </a:ln>
                <a:solidFill>
                  <a:srgbClr val="FFFFFF">
                    <a:alpha val="100000"/>
                  </a:srgbClr>
                </a:solidFill>
                <a:latin typeface="HelloFont WenYiHei"/>
                <a:ea typeface="HelloFont WenYiHei"/>
                <a:cs typeface="HelloFont WenYiHei"/>
              </a:rPr>
              <a:t>03 爱设计</a:t>
            </a:r>
            <a:endParaRPr kumimoji="1" lang="zh-CN" altLang="en-US">
              <a:solidFill>
                <a:srgbClr val="000000"/>
              </a:solidFill>
              <a:latin typeface="等线" panose="020F0502020204030204"/>
              <a:ea typeface="等线" panose="02010600030101010101" pitchFamily="2" charset="-122"/>
            </a:endParaRPr>
          </a:p>
        </p:txBody>
      </p:sp>
      <p:sp>
        <p:nvSpPr>
          <p:cNvPr id="33" name="标题 1">
            <a:extLst>
              <a:ext uri="{FF2B5EF4-FFF2-40B4-BE49-F238E27FC236}">
                <a16:creationId xmlns:a16="http://schemas.microsoft.com/office/drawing/2014/main" id="{6E1C36E6-FBC1-16B5-B9A6-184CA4DE83F4}"/>
              </a:ext>
            </a:extLst>
          </p:cNvPr>
          <p:cNvSpPr txBox="1"/>
          <p:nvPr/>
        </p:nvSpPr>
        <p:spPr>
          <a:xfrm>
            <a:off x="522125" y="2925904"/>
            <a:ext cx="4706229" cy="1350819"/>
          </a:xfrm>
          <a:prstGeom prst="rect">
            <a:avLst/>
          </a:prstGeom>
          <a:solidFill>
            <a:schemeClr val="accent2">
              <a:lumMod val="40000"/>
              <a:lumOff val="60000"/>
            </a:schemeClr>
          </a:solidFill>
          <a:ln>
            <a:noFill/>
          </a:ln>
        </p:spPr>
        <p:txBody>
          <a:bodyPr vert="horz" wrap="square" lIns="0" tIns="0" rIns="0" bIns="0" rtlCol="0" anchor="t">
            <a:spAutoFit/>
          </a:bodyPr>
          <a:lstStyle/>
          <a:p>
            <a:pPr marL="285750" indent="-285750">
              <a:lnSpc>
                <a:spcPct val="150000"/>
              </a:lnSpc>
              <a:buFont typeface="Arial" panose="020B0604020202020204" pitchFamily="34" charset="0"/>
              <a:buChar char="•"/>
            </a:pPr>
            <a:r>
              <a:rPr kumimoji="1" lang="en-US" altLang="zh-CN" sz="1200">
                <a:ln w="12700">
                  <a:noFill/>
                </a:ln>
                <a:solidFill>
                  <a:srgbClr val="404040">
                    <a:alpha val="100000"/>
                  </a:srgbClr>
                </a:solidFill>
                <a:latin typeface="+mn-ea"/>
                <a:cs typeface="OPPOSans R"/>
              </a:rPr>
              <a:t>Among the </a:t>
            </a:r>
            <a:r>
              <a:rPr kumimoji="1" lang="en-US" altLang="zh-CN" sz="1200" b="1">
                <a:ln w="12700">
                  <a:noFill/>
                </a:ln>
                <a:solidFill>
                  <a:srgbClr val="5D4495"/>
                </a:solidFill>
                <a:latin typeface="+mn-ea"/>
                <a:cs typeface="OPPOSans R"/>
              </a:rPr>
              <a:t>top 20 sites </a:t>
            </a:r>
            <a:r>
              <a:rPr kumimoji="1" lang="en-US" altLang="zh-CN" sz="1200">
                <a:ln w="12700">
                  <a:noFill/>
                </a:ln>
                <a:solidFill>
                  <a:srgbClr val="404040">
                    <a:alpha val="100000"/>
                  </a:srgbClr>
                </a:solidFill>
                <a:latin typeface="+mn-ea"/>
                <a:cs typeface="OPPOSans R"/>
              </a:rPr>
              <a:t>in the</a:t>
            </a:r>
            <a:r>
              <a:rPr kumimoji="1" lang="en-US" altLang="zh-CN" sz="1200" b="1">
                <a:ln w="12700">
                  <a:noFill/>
                </a:ln>
                <a:solidFill>
                  <a:srgbClr val="404040">
                    <a:alpha val="100000"/>
                  </a:srgbClr>
                </a:solidFill>
                <a:latin typeface="+mn-ea"/>
                <a:cs typeface="OPPOSans R"/>
              </a:rPr>
              <a:t> CHESTNUT</a:t>
            </a:r>
            <a:r>
              <a:rPr kumimoji="1" lang="en-US" altLang="zh-CN" sz="1200">
                <a:ln w="12700">
                  <a:noFill/>
                </a:ln>
                <a:solidFill>
                  <a:srgbClr val="404040">
                    <a:alpha val="100000"/>
                  </a:srgbClr>
                </a:solidFill>
                <a:latin typeface="+mn-ea"/>
                <a:cs typeface="OPPOSans R"/>
              </a:rPr>
              <a:t>, </a:t>
            </a:r>
            <a:r>
              <a:rPr kumimoji="1" lang="en-US" altLang="zh-CN" sz="1200" b="1">
                <a:ln w="12700">
                  <a:noFill/>
                </a:ln>
                <a:solidFill>
                  <a:srgbClr val="0070C0"/>
                </a:solidFill>
                <a:latin typeface="+mn-ea"/>
                <a:cs typeface="OPPOSans R"/>
              </a:rPr>
              <a:t>5 sites </a:t>
            </a:r>
            <a:r>
              <a:rPr kumimoji="1" lang="en-US" altLang="zh-CN" sz="1200">
                <a:ln w="12700">
                  <a:noFill/>
                </a:ln>
                <a:solidFill>
                  <a:srgbClr val="404040">
                    <a:alpha val="100000"/>
                  </a:srgbClr>
                </a:solidFill>
                <a:latin typeface="+mn-ea"/>
                <a:cs typeface="OPPOSans R"/>
              </a:rPr>
              <a:t>that meet GCP standards and investigator qualification criteria for registration trial are also participating in the </a:t>
            </a:r>
            <a:r>
              <a:rPr kumimoji="1" lang="en-US" altLang="zh-CN" sz="1200" b="1">
                <a:ln w="12700">
                  <a:noFill/>
                </a:ln>
                <a:solidFill>
                  <a:srgbClr val="404040">
                    <a:alpha val="100000"/>
                  </a:srgbClr>
                </a:solidFill>
                <a:latin typeface="+mn-ea"/>
                <a:cs typeface="OPPOSans R"/>
              </a:rPr>
              <a:t>Tenacity</a:t>
            </a:r>
            <a:r>
              <a:rPr kumimoji="1" lang="en-US" altLang="zh-CN" sz="1200">
                <a:ln w="12700">
                  <a:noFill/>
                </a:ln>
                <a:solidFill>
                  <a:srgbClr val="404040">
                    <a:alpha val="100000"/>
                  </a:srgbClr>
                </a:solidFill>
                <a:latin typeface="+mn-ea"/>
                <a:cs typeface="OPPOSans R"/>
              </a:rPr>
              <a:t>. </a:t>
            </a:r>
          </a:p>
          <a:p>
            <a:pPr marL="285750" indent="-285750">
              <a:lnSpc>
                <a:spcPct val="150000"/>
              </a:lnSpc>
              <a:buFont typeface="Arial" panose="020B0604020202020204" pitchFamily="34" charset="0"/>
              <a:buChar char="•"/>
            </a:pPr>
            <a:r>
              <a:rPr kumimoji="1" lang="en-US" altLang="zh-CN" sz="1200" b="1">
                <a:ln w="12700">
                  <a:noFill/>
                </a:ln>
                <a:solidFill>
                  <a:srgbClr val="0070C0"/>
                </a:solidFill>
                <a:latin typeface="+mn-ea"/>
                <a:cs typeface="OPPOSans R"/>
              </a:rPr>
              <a:t>2</a:t>
            </a:r>
            <a:r>
              <a:rPr kumimoji="1" lang="en-US" altLang="zh-CN" sz="1200">
                <a:ln w="12700">
                  <a:noFill/>
                </a:ln>
                <a:solidFill>
                  <a:srgbClr val="404040">
                    <a:alpha val="100000"/>
                  </a:srgbClr>
                </a:solidFill>
                <a:latin typeface="+mn-ea"/>
                <a:cs typeface="OPPOSans R"/>
              </a:rPr>
              <a:t> of these sites have been activated recently, while </a:t>
            </a:r>
            <a:r>
              <a:rPr kumimoji="1" lang="en-US" altLang="zh-CN" sz="1200" b="1">
                <a:ln w="12700">
                  <a:noFill/>
                </a:ln>
                <a:solidFill>
                  <a:srgbClr val="0070C0"/>
                </a:solidFill>
                <a:latin typeface="+mn-ea"/>
                <a:cs typeface="OPPOSans R"/>
              </a:rPr>
              <a:t>3 sites </a:t>
            </a:r>
            <a:r>
              <a:rPr kumimoji="1" lang="en-US" altLang="zh-CN" sz="1200">
                <a:ln w="12700">
                  <a:noFill/>
                </a:ln>
                <a:solidFill>
                  <a:srgbClr val="404040">
                    <a:alpha val="100000"/>
                  </a:srgbClr>
                </a:solidFill>
                <a:latin typeface="+mn-ea"/>
                <a:cs typeface="OPPOSans R"/>
              </a:rPr>
              <a:t>remain pending activation.</a:t>
            </a:r>
            <a:endParaRPr kumimoji="1" lang="zh-CN" altLang="en-US" sz="1200">
              <a:solidFill>
                <a:srgbClr val="000000"/>
              </a:solidFill>
              <a:latin typeface="+mn-ea"/>
            </a:endParaRPr>
          </a:p>
        </p:txBody>
      </p:sp>
      <p:sp>
        <p:nvSpPr>
          <p:cNvPr id="3" name="标题 1">
            <a:extLst>
              <a:ext uri="{FF2B5EF4-FFF2-40B4-BE49-F238E27FC236}">
                <a16:creationId xmlns:a16="http://schemas.microsoft.com/office/drawing/2014/main" id="{306A49E6-B2BD-8AA3-A262-D870461D3011}"/>
              </a:ext>
            </a:extLst>
          </p:cNvPr>
          <p:cNvSpPr txBox="1"/>
          <p:nvPr/>
        </p:nvSpPr>
        <p:spPr>
          <a:xfrm>
            <a:off x="3759444" y="4419522"/>
            <a:ext cx="1975985" cy="1963255"/>
          </a:xfrm>
          <a:prstGeom prst="ellipse">
            <a:avLst/>
          </a:prstGeom>
          <a:solidFill>
            <a:srgbClr val="1EAD1B"/>
          </a:solidFill>
          <a:ln w="12700" cap="sq">
            <a:noFill/>
            <a:prstDash val="solid"/>
            <a:miter/>
          </a:ln>
        </p:spPr>
        <p:txBody>
          <a:bodyPr vert="horz" wrap="square" lIns="91440" tIns="45720" rIns="91440" bIns="45720"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00"/>
              </a:solidFill>
              <a:effectLst/>
              <a:uLnTx/>
              <a:uFillTx/>
              <a:latin typeface="等线" panose="020F0502020204030204"/>
              <a:ea typeface="等线" panose="02010600030101010101" pitchFamily="2" charset="-122"/>
            </a:endParaRPr>
          </a:p>
        </p:txBody>
      </p:sp>
      <p:sp>
        <p:nvSpPr>
          <p:cNvPr id="13" name="标题 1">
            <a:extLst>
              <a:ext uri="{FF2B5EF4-FFF2-40B4-BE49-F238E27FC236}">
                <a16:creationId xmlns:a16="http://schemas.microsoft.com/office/drawing/2014/main" id="{25619F0F-454F-ACAA-8FA8-25B415F373AF}"/>
              </a:ext>
            </a:extLst>
          </p:cNvPr>
          <p:cNvSpPr txBox="1"/>
          <p:nvPr/>
        </p:nvSpPr>
        <p:spPr>
          <a:xfrm>
            <a:off x="4351125" y="5538264"/>
            <a:ext cx="785471" cy="215445"/>
          </a:xfrm>
          <a:prstGeom prst="rect">
            <a:avLst/>
          </a:prstGeom>
          <a:noFill/>
          <a:ln>
            <a:noFill/>
          </a:ln>
        </p:spPr>
        <p:txBody>
          <a:bodyPr vert="horz" wrap="none" lIns="0" tIns="0" rIns="0" bIns="0" rtlCol="0" anchor="t">
            <a:spAutoFit/>
          </a:bodyPr>
          <a:lstStyle/>
          <a:p>
            <a:pPr algn="ctr"/>
            <a:r>
              <a:rPr kumimoji="1" lang="en-US" altLang="zh-CN" sz="1400">
                <a:ln w="12700">
                  <a:noFill/>
                </a:ln>
                <a:solidFill>
                  <a:srgbClr val="FFFFFF">
                    <a:alpha val="100000"/>
                  </a:srgbClr>
                </a:solidFill>
                <a:latin typeface="HelloFont WenYiHei"/>
                <a:ea typeface="HelloFont WenYiHei"/>
                <a:cs typeface="HelloFont WenYiHei"/>
              </a:rPr>
              <a:t>CHESTNUT</a:t>
            </a:r>
            <a:endParaRPr kumimoji="1" lang="zh-CN" altLang="en-US">
              <a:solidFill>
                <a:srgbClr val="000000"/>
              </a:solidFill>
              <a:latin typeface="等线" panose="020F0502020204030204"/>
              <a:ea typeface="等线" panose="02010600030101010101" pitchFamily="2" charset="-122"/>
            </a:endParaRPr>
          </a:p>
        </p:txBody>
      </p:sp>
      <p:sp>
        <p:nvSpPr>
          <p:cNvPr id="39" name="标题 1">
            <a:extLst>
              <a:ext uri="{FF2B5EF4-FFF2-40B4-BE49-F238E27FC236}">
                <a16:creationId xmlns:a16="http://schemas.microsoft.com/office/drawing/2014/main" id="{9057F0AF-4D56-C737-3665-7D5B5F39A8D7}"/>
              </a:ext>
            </a:extLst>
          </p:cNvPr>
          <p:cNvSpPr txBox="1"/>
          <p:nvPr/>
        </p:nvSpPr>
        <p:spPr>
          <a:xfrm>
            <a:off x="5390170" y="4014211"/>
            <a:ext cx="2791860" cy="2773875"/>
          </a:xfrm>
          <a:prstGeom prst="ellipse">
            <a:avLst/>
          </a:prstGeom>
          <a:gradFill>
            <a:gsLst>
              <a:gs pos="0">
                <a:srgbClr val="2E706B"/>
              </a:gs>
              <a:gs pos="100000">
                <a:srgbClr val="2E706B">
                  <a:lumMod val="75000"/>
                </a:srgbClr>
              </a:gs>
            </a:gsLst>
            <a:lin ang="2700000" scaled="0"/>
          </a:gradFill>
          <a:ln w="25400" cap="flat">
            <a:noFill/>
            <a:prstDash val="solid"/>
            <a:miter/>
          </a:ln>
          <a:effectLst>
            <a:outerShdw blurRad="254000" dist="88900" dir="2700000" algn="tl" rotWithShape="0">
              <a:srgbClr val="2E706B">
                <a:lumMod val="50000"/>
                <a:alpha val="30000"/>
              </a:srgbClr>
            </a:outerShdw>
          </a:effectLst>
        </p:spPr>
        <p:txBody>
          <a:bodyPr vert="horz" wrap="square" lIns="91440" tIns="45720" rIns="91440" bIns="4572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00"/>
              </a:solidFill>
              <a:effectLst/>
              <a:uLnTx/>
              <a:uFillTx/>
              <a:latin typeface="等线" panose="020F0502020204030204"/>
              <a:ea typeface="等线" panose="02010600030101010101" pitchFamily="2" charset="-122"/>
            </a:endParaRPr>
          </a:p>
        </p:txBody>
      </p:sp>
      <p:sp>
        <p:nvSpPr>
          <p:cNvPr id="40" name="标题 1">
            <a:extLst>
              <a:ext uri="{FF2B5EF4-FFF2-40B4-BE49-F238E27FC236}">
                <a16:creationId xmlns:a16="http://schemas.microsoft.com/office/drawing/2014/main" id="{CEC2E0B0-967E-7876-582D-064C4EA99A3B}"/>
              </a:ext>
            </a:extLst>
          </p:cNvPr>
          <p:cNvSpPr txBox="1"/>
          <p:nvPr/>
        </p:nvSpPr>
        <p:spPr>
          <a:xfrm>
            <a:off x="6358494" y="5578373"/>
            <a:ext cx="881652" cy="307777"/>
          </a:xfrm>
          <a:prstGeom prst="rect">
            <a:avLst/>
          </a:prstGeom>
          <a:noFill/>
          <a:ln>
            <a:noFill/>
          </a:ln>
        </p:spPr>
        <p:txBody>
          <a:bodyPr vert="horz" wrap="none" lIns="0" tIns="0" rIns="0" bIns="0" rtlCol="0" anchor="t">
            <a:spAutoFit/>
          </a:bodyPr>
          <a:lstStyle/>
          <a:p>
            <a:r>
              <a:rPr kumimoji="1" lang="en-US" altLang="zh-CN" sz="2000">
                <a:ln w="12700">
                  <a:noFill/>
                </a:ln>
                <a:solidFill>
                  <a:srgbClr val="FFFFFF">
                    <a:alpha val="100000"/>
                  </a:srgbClr>
                </a:solidFill>
                <a:latin typeface="HelloFont WenYiHei"/>
                <a:ea typeface="HelloFont WenYiHei"/>
                <a:cs typeface="HelloFont WenYiHei"/>
              </a:rPr>
              <a:t>Tenacity</a:t>
            </a:r>
            <a:endParaRPr kumimoji="1" lang="zh-CN" altLang="en-US" sz="2000">
              <a:solidFill>
                <a:srgbClr val="000000"/>
              </a:solidFill>
              <a:latin typeface="等线" panose="020F0502020204030204"/>
              <a:ea typeface="等线" panose="02010600030101010101" pitchFamily="2" charset="-122"/>
            </a:endParaRPr>
          </a:p>
        </p:txBody>
      </p:sp>
      <p:pic>
        <p:nvPicPr>
          <p:cNvPr id="47" name="图形 46" descr="地球仪 轮廓">
            <a:extLst>
              <a:ext uri="{FF2B5EF4-FFF2-40B4-BE49-F238E27FC236}">
                <a16:creationId xmlns:a16="http://schemas.microsoft.com/office/drawing/2014/main" id="{969EC01C-ABA7-521A-AEDD-3C0E023381A3}"/>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338174" y="4065021"/>
            <a:ext cx="914400" cy="914400"/>
          </a:xfrm>
          <a:prstGeom prst="rect">
            <a:avLst/>
          </a:prstGeom>
        </p:spPr>
      </p:pic>
      <p:pic>
        <p:nvPicPr>
          <p:cNvPr id="1026" name="Picture 2" descr="查看源图像">
            <a:extLst>
              <a:ext uri="{FF2B5EF4-FFF2-40B4-BE49-F238E27FC236}">
                <a16:creationId xmlns:a16="http://schemas.microsoft.com/office/drawing/2014/main" id="{857018CB-72D1-A4B4-B9C6-E17E8A0F2E1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490745" y="4816762"/>
            <a:ext cx="514153" cy="632386"/>
          </a:xfrm>
          <a:prstGeom prst="rect">
            <a:avLst/>
          </a:prstGeom>
          <a:noFill/>
          <a:extLst>
            <a:ext uri="{909E8E84-426E-40DD-AFC4-6F175D3DCCD1}">
              <a14:hiddenFill xmlns:a14="http://schemas.microsoft.com/office/drawing/2010/main">
                <a:solidFill>
                  <a:srgbClr val="FFFFFF"/>
                </a:solidFill>
              </a14:hiddenFill>
            </a:ext>
          </a:extLst>
        </p:spPr>
      </p:pic>
      <p:grpSp>
        <p:nvGrpSpPr>
          <p:cNvPr id="1030" name="组合 1029">
            <a:extLst>
              <a:ext uri="{FF2B5EF4-FFF2-40B4-BE49-F238E27FC236}">
                <a16:creationId xmlns:a16="http://schemas.microsoft.com/office/drawing/2014/main" id="{9D485390-EE92-A2EB-FEC3-BA83907B9B2F}"/>
              </a:ext>
            </a:extLst>
          </p:cNvPr>
          <p:cNvGrpSpPr/>
          <p:nvPr/>
        </p:nvGrpSpPr>
        <p:grpSpPr>
          <a:xfrm>
            <a:off x="7366155" y="2544649"/>
            <a:ext cx="2127031" cy="2113328"/>
            <a:chOff x="7129778" y="2487892"/>
            <a:chExt cx="2127031" cy="2113328"/>
          </a:xfrm>
          <a:solidFill>
            <a:srgbClr val="4ECDDE"/>
          </a:solidFill>
        </p:grpSpPr>
        <p:sp>
          <p:nvSpPr>
            <p:cNvPr id="9" name="标题 1">
              <a:extLst>
                <a:ext uri="{FF2B5EF4-FFF2-40B4-BE49-F238E27FC236}">
                  <a16:creationId xmlns:a16="http://schemas.microsoft.com/office/drawing/2014/main" id="{A8A5AADD-084F-EA10-064D-D510343C448E}"/>
                </a:ext>
              </a:extLst>
            </p:cNvPr>
            <p:cNvSpPr txBox="1"/>
            <p:nvPr/>
          </p:nvSpPr>
          <p:spPr>
            <a:xfrm>
              <a:off x="7129778" y="2487892"/>
              <a:ext cx="2127031" cy="2113328"/>
            </a:xfrm>
            <a:prstGeom prst="ellipse">
              <a:avLst/>
            </a:prstGeom>
            <a:grpFill/>
            <a:ln w="12700" cap="sq">
              <a:noFill/>
              <a:prstDash val="solid"/>
              <a:miter/>
            </a:ln>
          </p:spPr>
          <p:txBody>
            <a:bodyPr vert="horz" wrap="square" lIns="91440" tIns="45720" rIns="91440" bIns="45720"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00"/>
                </a:solidFill>
                <a:effectLst/>
                <a:uLnTx/>
                <a:uFillTx/>
                <a:latin typeface="等线" panose="020F0502020204030204"/>
                <a:ea typeface="等线" panose="02010600030101010101" pitchFamily="2" charset="-122"/>
              </a:endParaRPr>
            </a:p>
          </p:txBody>
        </p:sp>
        <p:sp>
          <p:nvSpPr>
            <p:cNvPr id="20" name="标题 1">
              <a:extLst>
                <a:ext uri="{FF2B5EF4-FFF2-40B4-BE49-F238E27FC236}">
                  <a16:creationId xmlns:a16="http://schemas.microsoft.com/office/drawing/2014/main" id="{3EB441FB-9520-0D0C-B0F5-F0AFC69A89B8}"/>
                </a:ext>
              </a:extLst>
            </p:cNvPr>
            <p:cNvSpPr txBox="1"/>
            <p:nvPr/>
          </p:nvSpPr>
          <p:spPr>
            <a:xfrm>
              <a:off x="7800054" y="3675226"/>
              <a:ext cx="706925" cy="215445"/>
            </a:xfrm>
            <a:prstGeom prst="rect">
              <a:avLst/>
            </a:prstGeom>
            <a:grpFill/>
            <a:ln>
              <a:noFill/>
            </a:ln>
          </p:spPr>
          <p:txBody>
            <a:bodyPr vert="horz" wrap="none" lIns="0" tIns="0" rIns="0" bIns="0" rtlCol="0" anchor="t">
              <a:spAutoFit/>
            </a:bodyPr>
            <a:lstStyle/>
            <a:p>
              <a:pPr algn="ctr"/>
              <a:r>
                <a:rPr kumimoji="1" lang="en-US" altLang="zh-CN" sz="1400">
                  <a:ln w="12700">
                    <a:noFill/>
                  </a:ln>
                  <a:solidFill>
                    <a:srgbClr val="FFFFFF">
                      <a:alpha val="100000"/>
                    </a:srgbClr>
                  </a:solidFill>
                  <a:latin typeface="HelloFont WenYiHei"/>
                  <a:ea typeface="HelloFont WenYiHei"/>
                  <a:cs typeface="HelloFont WenYiHei"/>
                </a:rPr>
                <a:t>TNK-LATE</a:t>
              </a:r>
              <a:endParaRPr kumimoji="1" lang="zh-CN" altLang="en-US">
                <a:solidFill>
                  <a:srgbClr val="000000"/>
                </a:solidFill>
                <a:latin typeface="等线" panose="020F0502020204030204"/>
                <a:ea typeface="等线" panose="02010600030101010101" pitchFamily="2" charset="-122"/>
              </a:endParaRPr>
            </a:p>
          </p:txBody>
        </p:sp>
        <p:pic>
          <p:nvPicPr>
            <p:cNvPr id="53" name="图片 52">
              <a:extLst>
                <a:ext uri="{FF2B5EF4-FFF2-40B4-BE49-F238E27FC236}">
                  <a16:creationId xmlns:a16="http://schemas.microsoft.com/office/drawing/2014/main" id="{D610177C-1540-230A-4593-53451F32F2D2}"/>
                </a:ext>
              </a:extLst>
            </p:cNvPr>
            <p:cNvPicPr>
              <a:picLocks noChangeAspect="1"/>
            </p:cNvPicPr>
            <p:nvPr/>
          </p:nvPicPr>
          <p:blipFill>
            <a:blip r:embed="rId5"/>
            <a:stretch>
              <a:fillRect/>
            </a:stretch>
          </p:blipFill>
          <p:spPr>
            <a:xfrm>
              <a:off x="7879607" y="2962344"/>
              <a:ext cx="627372" cy="627372"/>
            </a:xfrm>
            <a:prstGeom prst="rect">
              <a:avLst/>
            </a:prstGeom>
            <a:grpFill/>
          </p:spPr>
        </p:pic>
      </p:grpSp>
      <p:graphicFrame>
        <p:nvGraphicFramePr>
          <p:cNvPr id="55" name="表格 54">
            <a:extLst>
              <a:ext uri="{FF2B5EF4-FFF2-40B4-BE49-F238E27FC236}">
                <a16:creationId xmlns:a16="http://schemas.microsoft.com/office/drawing/2014/main" id="{6A276E2A-945E-CB78-5060-790D7B47E006}"/>
              </a:ext>
            </a:extLst>
          </p:cNvPr>
          <p:cNvGraphicFramePr>
            <a:graphicFrameLocks noGrp="1"/>
          </p:cNvGraphicFramePr>
          <p:nvPr/>
        </p:nvGraphicFramePr>
        <p:xfrm>
          <a:off x="526171" y="1124941"/>
          <a:ext cx="4706229" cy="1711847"/>
        </p:xfrm>
        <a:graphic>
          <a:graphicData uri="http://schemas.openxmlformats.org/drawingml/2006/table">
            <a:tbl>
              <a:tblPr/>
              <a:tblGrid>
                <a:gridCol w="1769989">
                  <a:extLst>
                    <a:ext uri="{9D8B030D-6E8A-4147-A177-3AD203B41FA5}">
                      <a16:colId xmlns:a16="http://schemas.microsoft.com/office/drawing/2014/main" val="3660993444"/>
                    </a:ext>
                  </a:extLst>
                </a:gridCol>
                <a:gridCol w="701040">
                  <a:extLst>
                    <a:ext uri="{9D8B030D-6E8A-4147-A177-3AD203B41FA5}">
                      <a16:colId xmlns:a16="http://schemas.microsoft.com/office/drawing/2014/main" val="1459057104"/>
                    </a:ext>
                  </a:extLst>
                </a:gridCol>
                <a:gridCol w="2235200">
                  <a:extLst>
                    <a:ext uri="{9D8B030D-6E8A-4147-A177-3AD203B41FA5}">
                      <a16:colId xmlns:a16="http://schemas.microsoft.com/office/drawing/2014/main" val="4103003050"/>
                    </a:ext>
                  </a:extLst>
                </a:gridCol>
              </a:tblGrid>
              <a:tr h="336162">
                <a:tc>
                  <a:txBody>
                    <a:bodyPr/>
                    <a:lstStyle/>
                    <a:p>
                      <a:pPr algn="l" fontAlgn="t">
                        <a:buNone/>
                      </a:pPr>
                      <a:r>
                        <a:rPr lang="en-US" altLang="zh-CN" sz="1200" b="1" i="0" u="none" strike="noStrike">
                          <a:solidFill>
                            <a:srgbClr val="FFFFFF"/>
                          </a:solidFill>
                          <a:effectLst/>
                          <a:latin typeface="+mn-ea"/>
                          <a:ea typeface="+mn-ea"/>
                        </a:rPr>
                        <a:t>Site Name</a:t>
                      </a:r>
                      <a:endParaRPr lang="zh-CN" altLang="en-US" sz="1200" b="1" i="0" u="none" strike="noStrike">
                        <a:solidFill>
                          <a:srgbClr val="FFFFFF"/>
                        </a:solidFill>
                        <a:effectLst/>
                        <a:latin typeface="+mn-ea"/>
                        <a:ea typeface="+mn-ea"/>
                      </a:endParaRPr>
                    </a:p>
                  </a:txBody>
                  <a:tcPr marL="3600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1EAD1B"/>
                    </a:solidFill>
                  </a:tcPr>
                </a:tc>
                <a:tc>
                  <a:txBody>
                    <a:bodyPr/>
                    <a:lstStyle/>
                    <a:p>
                      <a:pPr algn="l" fontAlgn="t">
                        <a:buNone/>
                      </a:pPr>
                      <a:r>
                        <a:rPr lang="sv-SE" sz="1200" b="1" i="0" u="none" strike="noStrike">
                          <a:solidFill>
                            <a:srgbClr val="FFFFFF"/>
                          </a:solidFill>
                          <a:effectLst/>
                          <a:latin typeface="+mn-ea"/>
                          <a:ea typeface="+mn-ea"/>
                        </a:rPr>
                        <a:t>PI</a:t>
                      </a:r>
                    </a:p>
                  </a:txBody>
                  <a:tcPr marL="3600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1EAD1B"/>
                    </a:solidFill>
                  </a:tcPr>
                </a:tc>
                <a:tc>
                  <a:txBody>
                    <a:bodyPr/>
                    <a:lstStyle/>
                    <a:p>
                      <a:pPr algn="l" fontAlgn="t">
                        <a:buNone/>
                      </a:pPr>
                      <a:r>
                        <a:rPr lang="en-US" altLang="zh-CN" sz="1200" b="1" i="0" u="none" strike="noStrike">
                          <a:solidFill>
                            <a:srgbClr val="FFFFFF"/>
                          </a:solidFill>
                          <a:effectLst/>
                          <a:latin typeface="+mn-ea"/>
                          <a:ea typeface="+mn-ea"/>
                        </a:rPr>
                        <a:t> Recruitment in </a:t>
                      </a:r>
                      <a:r>
                        <a:rPr lang="en-US" altLang="zh-CN" sz="1200" b="1" i="0" u="none" strike="noStrike">
                          <a:solidFill>
                            <a:schemeClr val="tx1"/>
                          </a:solidFill>
                          <a:effectLst/>
                          <a:latin typeface="+mn-ea"/>
                          <a:ea typeface="+mn-ea"/>
                        </a:rPr>
                        <a:t>CHESTNUT</a:t>
                      </a:r>
                      <a:endParaRPr lang="zh-CN" altLang="en-US" sz="1200" b="1" i="0" u="none" strike="noStrike">
                        <a:solidFill>
                          <a:schemeClr val="tx1"/>
                        </a:solidFill>
                        <a:effectLst/>
                        <a:latin typeface="+mn-ea"/>
                        <a:ea typeface="+mn-ea"/>
                      </a:endParaRPr>
                    </a:p>
                  </a:txBody>
                  <a:tcPr marL="3600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1EAD1B"/>
                    </a:solidFill>
                  </a:tcPr>
                </a:tc>
                <a:extLst>
                  <a:ext uri="{0D108BD9-81ED-4DB2-BD59-A6C34878D82A}">
                    <a16:rowId xmlns:a16="http://schemas.microsoft.com/office/drawing/2014/main" val="1612276437"/>
                  </a:ext>
                </a:extLst>
              </a:tr>
              <a:tr h="275137">
                <a:tc>
                  <a:txBody>
                    <a:bodyPr/>
                    <a:lstStyle/>
                    <a:p>
                      <a:pPr algn="l" fontAlgn="t">
                        <a:buNone/>
                      </a:pPr>
                      <a:r>
                        <a:rPr lang="zh-CN" altLang="en-US" sz="1200" b="0" i="0" u="none" strike="noStrike">
                          <a:solidFill>
                            <a:srgbClr val="212121"/>
                          </a:solidFill>
                          <a:effectLst/>
                          <a:latin typeface="+mn-ea"/>
                          <a:ea typeface="+mn-ea"/>
                        </a:rPr>
                        <a:t>复旦大学附属华山医院</a:t>
                      </a:r>
                    </a:p>
                  </a:txBody>
                  <a:tcPr marL="3600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zh-CN" altLang="en-US" sz="1200" b="0" i="0" u="none" strike="noStrike">
                          <a:solidFill>
                            <a:srgbClr val="212121"/>
                          </a:solidFill>
                          <a:effectLst/>
                          <a:latin typeface="+mn-ea"/>
                          <a:ea typeface="+mn-ea"/>
                        </a:rPr>
                        <a:t>程忻</a:t>
                      </a:r>
                    </a:p>
                  </a:txBody>
                  <a:tcPr marL="3600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altLang="zh-CN" sz="1200" b="0" i="0" u="none" strike="noStrike">
                          <a:solidFill>
                            <a:srgbClr val="212121"/>
                          </a:solidFill>
                          <a:effectLst/>
                          <a:latin typeface="+mn-ea"/>
                          <a:ea typeface="+mn-ea"/>
                        </a:rPr>
                        <a:t>28</a:t>
                      </a:r>
                    </a:p>
                  </a:txBody>
                  <a:tcPr marL="3600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794811252"/>
                  </a:ext>
                </a:extLst>
              </a:tr>
              <a:tr h="275137">
                <a:tc>
                  <a:txBody>
                    <a:bodyPr/>
                    <a:lstStyle/>
                    <a:p>
                      <a:pPr algn="l" fontAlgn="t">
                        <a:buNone/>
                      </a:pPr>
                      <a:r>
                        <a:rPr lang="zh-CN" altLang="en-US" sz="1200" b="0" i="0" u="none" strike="noStrike">
                          <a:solidFill>
                            <a:srgbClr val="212121"/>
                          </a:solidFill>
                          <a:effectLst/>
                          <a:latin typeface="+mn-ea"/>
                          <a:ea typeface="+mn-ea"/>
                        </a:rPr>
                        <a:t>临沂市人民医院</a:t>
                      </a:r>
                    </a:p>
                  </a:txBody>
                  <a:tcPr marL="3600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zh-CN" altLang="en-US" sz="1200" b="0" i="0" u="none" strike="noStrike">
                          <a:solidFill>
                            <a:srgbClr val="212121"/>
                          </a:solidFill>
                          <a:effectLst/>
                          <a:latin typeface="+mn-ea"/>
                          <a:ea typeface="+mn-ea"/>
                        </a:rPr>
                        <a:t>王自然</a:t>
                      </a:r>
                    </a:p>
                  </a:txBody>
                  <a:tcPr marL="3600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altLang="zh-CN" sz="1200" b="0" i="0" u="none" strike="noStrike">
                          <a:solidFill>
                            <a:srgbClr val="212121"/>
                          </a:solidFill>
                          <a:effectLst/>
                          <a:latin typeface="+mn-ea"/>
                          <a:ea typeface="+mn-ea"/>
                        </a:rPr>
                        <a:t>24</a:t>
                      </a:r>
                    </a:p>
                  </a:txBody>
                  <a:tcPr marL="3600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942519546"/>
                  </a:ext>
                </a:extLst>
              </a:tr>
              <a:tr h="275137">
                <a:tc>
                  <a:txBody>
                    <a:bodyPr/>
                    <a:lstStyle/>
                    <a:p>
                      <a:pPr algn="l" fontAlgn="t">
                        <a:buNone/>
                      </a:pPr>
                      <a:r>
                        <a:rPr lang="zh-CN" altLang="en-US" sz="1200" b="0" i="0" u="none" strike="noStrike">
                          <a:solidFill>
                            <a:srgbClr val="212121"/>
                          </a:solidFill>
                          <a:effectLst/>
                          <a:latin typeface="+mn-ea"/>
                          <a:ea typeface="+mn-ea"/>
                        </a:rPr>
                        <a:t>成都市第二人民医院</a:t>
                      </a:r>
                    </a:p>
                  </a:txBody>
                  <a:tcPr marL="3600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zh-CN" altLang="en-US" sz="1200" b="0" i="0" u="none" strike="noStrike">
                          <a:solidFill>
                            <a:srgbClr val="212121"/>
                          </a:solidFill>
                          <a:effectLst/>
                          <a:latin typeface="+mn-ea"/>
                          <a:ea typeface="+mn-ea"/>
                        </a:rPr>
                        <a:t>王健</a:t>
                      </a:r>
                    </a:p>
                  </a:txBody>
                  <a:tcPr marL="3600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altLang="zh-CN" sz="1200" b="0" i="0" u="none" strike="noStrike">
                          <a:solidFill>
                            <a:srgbClr val="212121"/>
                          </a:solidFill>
                          <a:effectLst/>
                          <a:latin typeface="+mn-ea"/>
                          <a:ea typeface="+mn-ea"/>
                        </a:rPr>
                        <a:t>6</a:t>
                      </a:r>
                    </a:p>
                  </a:txBody>
                  <a:tcPr marL="3600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219181897"/>
                  </a:ext>
                </a:extLst>
              </a:tr>
              <a:tr h="275137">
                <a:tc>
                  <a:txBody>
                    <a:bodyPr/>
                    <a:lstStyle/>
                    <a:p>
                      <a:pPr algn="l" fontAlgn="t">
                        <a:buNone/>
                      </a:pPr>
                      <a:r>
                        <a:rPr lang="zh-CN" altLang="en-US" sz="1200" b="0" i="0" u="none" strike="noStrike">
                          <a:solidFill>
                            <a:srgbClr val="212121"/>
                          </a:solidFill>
                          <a:effectLst/>
                          <a:latin typeface="+mn-ea"/>
                          <a:ea typeface="+mn-ea"/>
                        </a:rPr>
                        <a:t>赤峰市中医蒙医医院</a:t>
                      </a:r>
                    </a:p>
                  </a:txBody>
                  <a:tcPr marL="3600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zh-CN" altLang="en-US" sz="1200" b="0" i="0" u="none" strike="noStrike">
                          <a:solidFill>
                            <a:srgbClr val="212121"/>
                          </a:solidFill>
                          <a:effectLst/>
                          <a:latin typeface="+mn-ea"/>
                          <a:ea typeface="+mn-ea"/>
                        </a:rPr>
                        <a:t>鲁国志</a:t>
                      </a:r>
                    </a:p>
                  </a:txBody>
                  <a:tcPr marL="3600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altLang="zh-CN" sz="1200" b="0" i="0" u="none" strike="noStrike">
                          <a:solidFill>
                            <a:srgbClr val="212121"/>
                          </a:solidFill>
                          <a:effectLst/>
                          <a:latin typeface="+mn-ea"/>
                          <a:ea typeface="+mn-ea"/>
                        </a:rPr>
                        <a:t>5</a:t>
                      </a:r>
                    </a:p>
                  </a:txBody>
                  <a:tcPr marL="3600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403439257"/>
                  </a:ext>
                </a:extLst>
              </a:tr>
              <a:tr h="275137">
                <a:tc>
                  <a:txBody>
                    <a:bodyPr/>
                    <a:lstStyle/>
                    <a:p>
                      <a:pPr algn="l" fontAlgn="t">
                        <a:buNone/>
                      </a:pPr>
                      <a:r>
                        <a:rPr lang="zh-CN" altLang="en-US" sz="1200" b="0" i="0" u="none" strike="noStrike">
                          <a:solidFill>
                            <a:srgbClr val="212121"/>
                          </a:solidFill>
                          <a:effectLst/>
                          <a:latin typeface="+mn-ea"/>
                          <a:ea typeface="+mn-ea"/>
                        </a:rPr>
                        <a:t>惠州市第一人民医院</a:t>
                      </a:r>
                    </a:p>
                  </a:txBody>
                  <a:tcPr marL="3600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zh-CN" altLang="en-US" sz="1200" b="0" i="0" u="none" strike="noStrike">
                          <a:solidFill>
                            <a:srgbClr val="212121"/>
                          </a:solidFill>
                          <a:effectLst/>
                          <a:latin typeface="+mn-ea"/>
                          <a:ea typeface="+mn-ea"/>
                        </a:rPr>
                        <a:t>蔡春生</a:t>
                      </a:r>
                    </a:p>
                  </a:txBody>
                  <a:tcPr marL="3600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altLang="zh-CN" sz="1200" b="0" i="0" u="none" strike="noStrike">
                          <a:solidFill>
                            <a:srgbClr val="212121"/>
                          </a:solidFill>
                          <a:effectLst/>
                          <a:latin typeface="+mn-ea"/>
                          <a:ea typeface="+mn-ea"/>
                        </a:rPr>
                        <a:t>5</a:t>
                      </a:r>
                    </a:p>
                  </a:txBody>
                  <a:tcPr marL="3600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520341610"/>
                  </a:ext>
                </a:extLst>
              </a:tr>
            </a:tbl>
          </a:graphicData>
        </a:graphic>
      </p:graphicFrame>
      <p:sp>
        <p:nvSpPr>
          <p:cNvPr id="60" name="任意多边形: 形状 59">
            <a:extLst>
              <a:ext uri="{FF2B5EF4-FFF2-40B4-BE49-F238E27FC236}">
                <a16:creationId xmlns:a16="http://schemas.microsoft.com/office/drawing/2014/main" id="{BD265C5D-7781-8459-B6D7-680472BD52F4}"/>
              </a:ext>
            </a:extLst>
          </p:cNvPr>
          <p:cNvSpPr/>
          <p:nvPr/>
        </p:nvSpPr>
        <p:spPr bwMode="gray">
          <a:xfrm>
            <a:off x="5384771" y="4831847"/>
            <a:ext cx="376000" cy="1138351"/>
          </a:xfrm>
          <a:custGeom>
            <a:avLst/>
            <a:gdLst>
              <a:gd name="connsiteX0" fmla="*/ 152429 w 376000"/>
              <a:gd name="connsiteY0" fmla="*/ 187 h 1138351"/>
              <a:gd name="connsiteX1" fmla="*/ 375949 w 376000"/>
              <a:gd name="connsiteY1" fmla="*/ 650427 h 1138351"/>
              <a:gd name="connsiteX2" fmla="*/ 132109 w 376000"/>
              <a:gd name="connsiteY2" fmla="*/ 1138107 h 1138351"/>
              <a:gd name="connsiteX3" fmla="*/ 29 w 376000"/>
              <a:gd name="connsiteY3" fmla="*/ 589467 h 1138351"/>
              <a:gd name="connsiteX4" fmla="*/ 152429 w 376000"/>
              <a:gd name="connsiteY4" fmla="*/ 187 h 11383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6000" h="1138351">
                <a:moveTo>
                  <a:pt x="152429" y="187"/>
                </a:moveTo>
                <a:cubicBezTo>
                  <a:pt x="215082" y="10347"/>
                  <a:pt x="379336" y="460774"/>
                  <a:pt x="375949" y="650427"/>
                </a:cubicBezTo>
                <a:cubicBezTo>
                  <a:pt x="372562" y="840080"/>
                  <a:pt x="194762" y="1148267"/>
                  <a:pt x="132109" y="1138107"/>
                </a:cubicBezTo>
                <a:cubicBezTo>
                  <a:pt x="69456" y="1127947"/>
                  <a:pt x="-1664" y="782507"/>
                  <a:pt x="29" y="589467"/>
                </a:cubicBezTo>
                <a:cubicBezTo>
                  <a:pt x="1722" y="396427"/>
                  <a:pt x="89776" y="-9973"/>
                  <a:pt x="152429" y="187"/>
                </a:cubicBezTo>
                <a:close/>
              </a:path>
            </a:pathLst>
          </a:custGeom>
          <a:solidFill>
            <a:schemeClr val="accent5">
              <a:lumMod val="75000"/>
            </a:scheme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zh-CN" altLang="en-US" sz="1600">
              <a:solidFill>
                <a:schemeClr val="tx1"/>
              </a:solidFill>
            </a:endParaRPr>
          </a:p>
        </p:txBody>
      </p:sp>
      <p:cxnSp>
        <p:nvCxnSpPr>
          <p:cNvPr id="1025" name="直接箭头连接符 1024">
            <a:extLst>
              <a:ext uri="{FF2B5EF4-FFF2-40B4-BE49-F238E27FC236}">
                <a16:creationId xmlns:a16="http://schemas.microsoft.com/office/drawing/2014/main" id="{9C470B16-E80B-79BB-B22A-4F8630EB2F3B}"/>
              </a:ext>
            </a:extLst>
          </p:cNvPr>
          <p:cNvCxnSpPr>
            <a:cxnSpLocks/>
            <a:endCxn id="33" idx="3"/>
          </p:cNvCxnSpPr>
          <p:nvPr/>
        </p:nvCxnSpPr>
        <p:spPr bwMode="gray">
          <a:xfrm flipH="1" flipV="1">
            <a:off x="5228354" y="3601314"/>
            <a:ext cx="317003" cy="1262441"/>
          </a:xfrm>
          <a:prstGeom prst="straightConnector1">
            <a:avLst/>
          </a:prstGeom>
          <a:ln w="25400" cap="flat" cmpd="sng" algn="ctr">
            <a:solidFill>
              <a:schemeClr val="accent2"/>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031" name="标题 1">
            <a:extLst>
              <a:ext uri="{FF2B5EF4-FFF2-40B4-BE49-F238E27FC236}">
                <a16:creationId xmlns:a16="http://schemas.microsoft.com/office/drawing/2014/main" id="{FCA07F2C-47EC-9539-8FED-D3F4AF3E4A88}"/>
              </a:ext>
            </a:extLst>
          </p:cNvPr>
          <p:cNvSpPr txBox="1"/>
          <p:nvPr/>
        </p:nvSpPr>
        <p:spPr>
          <a:xfrm>
            <a:off x="8464546" y="4902853"/>
            <a:ext cx="3737363" cy="1904817"/>
          </a:xfrm>
          <a:prstGeom prst="rect">
            <a:avLst/>
          </a:prstGeom>
          <a:solidFill>
            <a:schemeClr val="accent6">
              <a:lumMod val="75000"/>
            </a:schemeClr>
          </a:solidFill>
          <a:ln>
            <a:noFill/>
          </a:ln>
        </p:spPr>
        <p:txBody>
          <a:bodyPr vert="horz" wrap="square" lIns="0" tIns="0" rIns="0" bIns="0" rtlCol="0" anchor="t">
            <a:spAutoFit/>
          </a:bodyPr>
          <a:lstStyle/>
          <a:p>
            <a:pPr marL="285750" indent="-285750">
              <a:lnSpc>
                <a:spcPct val="150000"/>
              </a:lnSpc>
              <a:buFont typeface="Arial" panose="020B0604020202020204" pitchFamily="34" charset="0"/>
              <a:buChar char="•"/>
            </a:pPr>
            <a:r>
              <a:rPr kumimoji="1" lang="en-US" altLang="zh-CN" sz="1200" dirty="0">
                <a:latin typeface="+mn-ea"/>
              </a:rPr>
              <a:t>The PI overlap rate between the </a:t>
            </a:r>
            <a:r>
              <a:rPr kumimoji="1" lang="en-US" altLang="zh-CN" sz="1200" b="1" dirty="0">
                <a:latin typeface="+mn-ea"/>
              </a:rPr>
              <a:t>TNK-LATE</a:t>
            </a:r>
            <a:r>
              <a:rPr kumimoji="1" lang="en-US" altLang="zh-CN" sz="1200" dirty="0">
                <a:latin typeface="+mn-ea"/>
              </a:rPr>
              <a:t> and </a:t>
            </a:r>
            <a:r>
              <a:rPr kumimoji="1" lang="en-US" altLang="zh-CN" sz="1200" b="1" dirty="0">
                <a:latin typeface="+mn-ea"/>
              </a:rPr>
              <a:t>Tenacity</a:t>
            </a:r>
            <a:r>
              <a:rPr kumimoji="1" lang="en-US" altLang="zh-CN" sz="1200" dirty="0">
                <a:latin typeface="+mn-ea"/>
              </a:rPr>
              <a:t> is </a:t>
            </a:r>
            <a:r>
              <a:rPr kumimoji="1" lang="en-US" altLang="zh-CN" sz="1200" b="1" dirty="0">
                <a:solidFill>
                  <a:srgbClr val="5D4495"/>
                </a:solidFill>
                <a:latin typeface="+mn-ea"/>
              </a:rPr>
              <a:t>0%. </a:t>
            </a:r>
          </a:p>
          <a:p>
            <a:pPr marL="285750" indent="-285750">
              <a:lnSpc>
                <a:spcPct val="150000"/>
              </a:lnSpc>
              <a:buFont typeface="Arial" panose="020B0604020202020204" pitchFamily="34" charset="0"/>
              <a:buChar char="•"/>
            </a:pPr>
            <a:r>
              <a:rPr kumimoji="1" lang="en-US" altLang="zh-CN" sz="1200" dirty="0">
                <a:latin typeface="+mn-ea"/>
              </a:rPr>
              <a:t>The </a:t>
            </a:r>
            <a:r>
              <a:rPr kumimoji="1" lang="en-US" altLang="zh-CN" sz="1200" b="1" dirty="0">
                <a:solidFill>
                  <a:srgbClr val="5D4495"/>
                </a:solidFill>
                <a:latin typeface="+mn-ea"/>
              </a:rPr>
              <a:t>10 sites contributing to enrollment </a:t>
            </a:r>
            <a:r>
              <a:rPr kumimoji="1" lang="en-US" altLang="zh-CN" sz="1200" dirty="0">
                <a:latin typeface="+mn-ea"/>
              </a:rPr>
              <a:t>in </a:t>
            </a:r>
            <a:r>
              <a:rPr kumimoji="1" lang="en-US" altLang="zh-CN" sz="1200" b="1" dirty="0">
                <a:latin typeface="+mn-ea"/>
              </a:rPr>
              <a:t>TNK-LATE</a:t>
            </a:r>
            <a:r>
              <a:rPr kumimoji="1" lang="en-US" altLang="zh-CN" sz="1200" dirty="0">
                <a:latin typeface="+mn-ea"/>
              </a:rPr>
              <a:t> did not participate in</a:t>
            </a:r>
            <a:r>
              <a:rPr kumimoji="1" lang="en-US" altLang="zh-CN" sz="1200" b="1" dirty="0">
                <a:latin typeface="+mn-ea"/>
              </a:rPr>
              <a:t> Tenacity, </a:t>
            </a:r>
            <a:r>
              <a:rPr kumimoji="1" lang="en-US" altLang="zh-CN" sz="1200" dirty="0">
                <a:latin typeface="+mn-ea"/>
              </a:rPr>
              <a:t>with </a:t>
            </a:r>
            <a:r>
              <a:rPr kumimoji="1" lang="en-US" altLang="zh-CN" sz="1200" b="1" dirty="0">
                <a:solidFill>
                  <a:srgbClr val="7030A0"/>
                </a:solidFill>
                <a:latin typeface="+mn-ea"/>
              </a:rPr>
              <a:t>8</a:t>
            </a:r>
            <a:r>
              <a:rPr kumimoji="1" lang="en-US" altLang="zh-CN" sz="1200" dirty="0">
                <a:latin typeface="+mn-ea"/>
              </a:rPr>
              <a:t> of them lacking GCP standards or investigator qualification criteria for registration trial. 1 rejected, 1 quality issue(</a:t>
            </a:r>
            <a:r>
              <a:rPr kumimoji="1" lang="zh-CN" altLang="en-US" sz="1200" dirty="0">
                <a:latin typeface="+mn-ea"/>
              </a:rPr>
              <a:t>六安二院，赣州市人民）</a:t>
            </a:r>
          </a:p>
        </p:txBody>
      </p:sp>
      <p:cxnSp>
        <p:nvCxnSpPr>
          <p:cNvPr id="1034" name="直接箭头连接符 1033">
            <a:extLst>
              <a:ext uri="{FF2B5EF4-FFF2-40B4-BE49-F238E27FC236}">
                <a16:creationId xmlns:a16="http://schemas.microsoft.com/office/drawing/2014/main" id="{6EC0BB7A-11C3-D5BE-5D97-D1F3813310C6}"/>
              </a:ext>
            </a:extLst>
          </p:cNvPr>
          <p:cNvCxnSpPr>
            <a:cxnSpLocks/>
            <a:stCxn id="9" idx="3"/>
          </p:cNvCxnSpPr>
          <p:nvPr/>
        </p:nvCxnSpPr>
        <p:spPr bwMode="gray">
          <a:xfrm>
            <a:off x="7677651" y="4348487"/>
            <a:ext cx="776986" cy="627145"/>
          </a:xfrm>
          <a:prstGeom prst="straightConnector1">
            <a:avLst/>
          </a:prstGeom>
          <a:ln w="25400" cap="flat" cmpd="sng" algn="ctr">
            <a:solidFill>
              <a:srgbClr val="4ECDDE"/>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Tree>
    <p:extLst>
      <p:ext uri="{BB962C8B-B14F-4D97-AF65-F5344CB8AC3E}">
        <p14:creationId xmlns:p14="http://schemas.microsoft.com/office/powerpoint/2010/main" val="412149457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7431AA5-B1EC-B3E9-4FAE-DAFF3EF500F7}"/>
              </a:ext>
            </a:extLst>
          </p:cNvPr>
          <p:cNvSpPr>
            <a:spLocks noGrp="1"/>
          </p:cNvSpPr>
          <p:nvPr>
            <p:ph type="title"/>
          </p:nvPr>
        </p:nvSpPr>
        <p:spPr>
          <a:xfrm>
            <a:off x="478849" y="202082"/>
            <a:ext cx="11233151" cy="720000"/>
          </a:xfrm>
        </p:spPr>
        <p:txBody>
          <a:bodyPr/>
          <a:lstStyle/>
          <a:p>
            <a:r>
              <a:rPr lang="en-US" altLang="zh-CN" dirty="0"/>
              <a:t>Consideration on </a:t>
            </a:r>
            <a:r>
              <a:rPr lang="en-US" altLang="zh-CN" dirty="0" err="1"/>
              <a:t>PersisTENce</a:t>
            </a:r>
            <a:r>
              <a:rPr lang="en-US" altLang="zh-CN" dirty="0"/>
              <a:t> (triggered by TENACITY</a:t>
            </a:r>
            <a:r>
              <a:rPr lang="zh-CN" altLang="en-US" dirty="0"/>
              <a:t>）</a:t>
            </a:r>
          </a:p>
        </p:txBody>
      </p:sp>
      <p:sp>
        <p:nvSpPr>
          <p:cNvPr id="3" name="内容占位符 2">
            <a:extLst>
              <a:ext uri="{FF2B5EF4-FFF2-40B4-BE49-F238E27FC236}">
                <a16:creationId xmlns:a16="http://schemas.microsoft.com/office/drawing/2014/main" id="{2D0B423D-A15F-5BF5-4388-6C1A9CA7CF72}"/>
              </a:ext>
            </a:extLst>
          </p:cNvPr>
          <p:cNvSpPr>
            <a:spLocks noGrp="1"/>
          </p:cNvSpPr>
          <p:nvPr>
            <p:ph idx="1"/>
          </p:nvPr>
        </p:nvSpPr>
        <p:spPr>
          <a:xfrm>
            <a:off x="478848" y="948052"/>
            <a:ext cx="11233151" cy="4392000"/>
          </a:xfrm>
        </p:spPr>
        <p:txBody>
          <a:bodyPr vert="horz" lIns="0" tIns="0" rIns="0" bIns="0" rtlCol="0" anchor="t">
            <a:noAutofit/>
          </a:bodyPr>
          <a:lstStyle/>
          <a:p>
            <a:pPr marL="0" indent="0">
              <a:buNone/>
            </a:pPr>
            <a:r>
              <a:rPr lang="en-US" altLang="zh-CN" sz="1400" dirty="0" err="1"/>
              <a:t>PersisTENce</a:t>
            </a:r>
            <a:r>
              <a:rPr lang="en-US" altLang="zh-CN" sz="1400" dirty="0"/>
              <a:t> recruitment will be more challenging than TENACITY</a:t>
            </a:r>
          </a:p>
          <a:p>
            <a:pPr marL="215900" indent="-215900"/>
            <a:r>
              <a:rPr lang="en-US" altLang="zh-CN" sz="1400" dirty="0"/>
              <a:t>Overlap recruitment period with TENACITY</a:t>
            </a:r>
          </a:p>
          <a:p>
            <a:pPr marL="215900" indent="-215900"/>
            <a:r>
              <a:rPr lang="en-US" altLang="zh-CN" sz="1400" dirty="0"/>
              <a:t>Double blind study design</a:t>
            </a:r>
          </a:p>
          <a:p>
            <a:pPr marL="215900" indent="-215900"/>
            <a:r>
              <a:rPr lang="en-US" altLang="zh-CN" sz="1400" dirty="0"/>
              <a:t>Thrombolysis usage in late window AIS will be more widespread</a:t>
            </a:r>
          </a:p>
          <a:p>
            <a:pPr marL="215900" indent="-215900"/>
            <a:endParaRPr lang="en-US" altLang="zh-CN" sz="1400" dirty="0"/>
          </a:p>
          <a:p>
            <a:pPr marL="0" indent="0">
              <a:buNone/>
            </a:pPr>
            <a:r>
              <a:rPr lang="zh-CN" altLang="en-US" sz="1400" dirty="0"/>
              <a:t>中国卒中学会急性缺血性卒中再灌注治疗指南</a:t>
            </a:r>
            <a:r>
              <a:rPr lang="en-US" altLang="zh-CN" sz="1400" dirty="0"/>
              <a:t>2024</a:t>
            </a:r>
          </a:p>
          <a:p>
            <a:pPr marL="215900" indent="-215900"/>
            <a:r>
              <a:rPr lang="zh-CN" altLang="en-US" sz="1400" dirty="0"/>
              <a:t>对于</a:t>
            </a:r>
            <a:r>
              <a:rPr lang="en-US" altLang="zh-CN" sz="1400" dirty="0"/>
              <a:t>NIHSS</a:t>
            </a:r>
            <a:r>
              <a:rPr lang="zh-CN" altLang="en-US" sz="1400" dirty="0"/>
              <a:t>评分≥ </a:t>
            </a:r>
            <a:r>
              <a:rPr lang="en-US" altLang="zh-CN" sz="1400" dirty="0"/>
              <a:t>6 </a:t>
            </a:r>
            <a:r>
              <a:rPr lang="zh-CN" altLang="en-US" sz="1400" dirty="0"/>
              <a:t>分、发病时间</a:t>
            </a:r>
            <a:r>
              <a:rPr lang="en-US" altLang="zh-CN" sz="1400" dirty="0"/>
              <a:t>4.5</a:t>
            </a:r>
            <a:r>
              <a:rPr lang="zh-CN" altLang="en-US" sz="1400" dirty="0"/>
              <a:t>～</a:t>
            </a:r>
            <a:r>
              <a:rPr lang="en-US" altLang="zh-CN" sz="1400" dirty="0"/>
              <a:t>24 h</a:t>
            </a:r>
            <a:r>
              <a:rPr lang="zh-CN" altLang="en-US" sz="1400" dirty="0"/>
              <a:t>内，前循环</a:t>
            </a:r>
            <a:r>
              <a:rPr lang="en-US" altLang="zh-CN" sz="1400" dirty="0"/>
              <a:t>LVO</a:t>
            </a:r>
            <a:r>
              <a:rPr lang="zh-CN" altLang="en-US" sz="1400" dirty="0"/>
              <a:t>且灌注成像提示梗死核心</a:t>
            </a:r>
            <a:r>
              <a:rPr lang="en-US" altLang="zh-CN" sz="1400" dirty="0"/>
              <a:t>/</a:t>
            </a:r>
            <a:r>
              <a:rPr lang="zh-CN" altLang="en-US" sz="1400" dirty="0"/>
              <a:t>低灌注不匹配，但无法进行机械取栓的急性缺血性卒中患者，推荐使用替奈普酶</a:t>
            </a:r>
            <a:r>
              <a:rPr lang="en-US" altLang="zh-CN" sz="1400" dirty="0"/>
              <a:t>0.25 mg/kg</a:t>
            </a:r>
            <a:r>
              <a:rPr lang="zh-CN" altLang="en-US" sz="1400" dirty="0"/>
              <a:t>进行静脉溶栓治疗（</a:t>
            </a:r>
            <a:r>
              <a:rPr lang="en-US" altLang="zh-CN" sz="1400" dirty="0"/>
              <a:t>Ⅰ</a:t>
            </a:r>
            <a:r>
              <a:rPr lang="zh-CN" altLang="en-US" sz="1400" dirty="0"/>
              <a:t>类推荐，</a:t>
            </a:r>
            <a:r>
              <a:rPr lang="en-US" altLang="zh-CN" sz="1400" dirty="0"/>
              <a:t>A</a:t>
            </a:r>
            <a:r>
              <a:rPr lang="zh-CN" altLang="en-US" sz="1400" dirty="0"/>
              <a:t>级证据）</a:t>
            </a:r>
            <a:endParaRPr lang="en-US" altLang="zh-CN" sz="1400" dirty="0"/>
          </a:p>
          <a:p>
            <a:endParaRPr lang="en-US" altLang="zh-CN" sz="1400" dirty="0"/>
          </a:p>
          <a:p>
            <a:pPr marL="0" indent="0">
              <a:buNone/>
            </a:pPr>
            <a:r>
              <a:rPr lang="en-US" altLang="zh-CN" sz="1400" dirty="0"/>
              <a:t>Mitigation plan</a:t>
            </a:r>
          </a:p>
          <a:p>
            <a:pPr marL="215900" indent="-215900"/>
            <a:r>
              <a:rPr lang="en-US" altLang="zh-CN" sz="1400" dirty="0"/>
              <a:t>Site selection: high performance sites from TENACITY will be selected and need further discussion and alignment with recruitment prioritization for both trials; explore more high potential sites with acceptable quality</a:t>
            </a:r>
          </a:p>
          <a:p>
            <a:pPr marL="215900" indent="-215900"/>
            <a:r>
              <a:rPr lang="en-US" altLang="zh-CN" sz="1400" dirty="0"/>
              <a:t>To engage leading PI for further support, may explore co-leading PI (candidate: Prof. Xin Cheng and Prof. Min Lou) pathway according to leading PI attitude</a:t>
            </a:r>
          </a:p>
        </p:txBody>
      </p:sp>
      <p:sp>
        <p:nvSpPr>
          <p:cNvPr id="5" name="灯片编号占位符 4">
            <a:extLst>
              <a:ext uri="{FF2B5EF4-FFF2-40B4-BE49-F238E27FC236}">
                <a16:creationId xmlns:a16="http://schemas.microsoft.com/office/drawing/2014/main" id="{9501BCA5-68B8-50E8-CA23-E06AE6B2AB12}"/>
              </a:ext>
            </a:extLst>
          </p:cNvPr>
          <p:cNvSpPr>
            <a:spLocks noGrp="1"/>
          </p:cNvSpPr>
          <p:nvPr>
            <p:ph type="sldNum" sz="quarter" idx="20"/>
          </p:nvPr>
        </p:nvSpPr>
        <p:spPr/>
        <p:txBody>
          <a:bodyPr/>
          <a:lstStyle/>
          <a:p>
            <a:fld id="{DF4E8F9F-5B1F-4F5B-BE49-3245D8C18D9F}" type="slidenum">
              <a:rPr lang="en-US" smtClean="0"/>
              <a:pPr/>
              <a:t>5</a:t>
            </a:fld>
            <a:endParaRPr lang="en-US"/>
          </a:p>
        </p:txBody>
      </p:sp>
    </p:spTree>
    <p:extLst>
      <p:ext uri="{BB962C8B-B14F-4D97-AF65-F5344CB8AC3E}">
        <p14:creationId xmlns:p14="http://schemas.microsoft.com/office/powerpoint/2010/main" val="136180206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9A76BE-85C1-4C7E-3158-60B5798D3A30}"/>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AB221A2F-35C1-A316-8B29-DA89898897ED}"/>
              </a:ext>
            </a:extLst>
          </p:cNvPr>
          <p:cNvSpPr>
            <a:spLocks noGrp="1"/>
          </p:cNvSpPr>
          <p:nvPr>
            <p:ph type="title"/>
          </p:nvPr>
        </p:nvSpPr>
        <p:spPr/>
        <p:txBody>
          <a:bodyPr/>
          <a:lstStyle/>
          <a:p>
            <a:r>
              <a:rPr lang="en-US" altLang="zh-CN" sz="2400">
                <a:solidFill>
                  <a:srgbClr val="08312A"/>
                </a:solidFill>
              </a:rPr>
              <a:t>Registration Strategy  – </a:t>
            </a:r>
            <a:r>
              <a:rPr lang="en-US" altLang="zh-CN" sz="2400" err="1">
                <a:solidFill>
                  <a:srgbClr val="08312A"/>
                </a:solidFill>
              </a:rPr>
              <a:t>PersisTENce</a:t>
            </a:r>
            <a:endParaRPr lang="zh-CN" altLang="en-US"/>
          </a:p>
        </p:txBody>
      </p:sp>
      <p:sp>
        <p:nvSpPr>
          <p:cNvPr id="5" name="灯片编号占位符 4">
            <a:extLst>
              <a:ext uri="{FF2B5EF4-FFF2-40B4-BE49-F238E27FC236}">
                <a16:creationId xmlns:a16="http://schemas.microsoft.com/office/drawing/2014/main" id="{1228D9F7-C00B-74A4-9296-4961EAFD0098}"/>
              </a:ext>
            </a:extLst>
          </p:cNvPr>
          <p:cNvSpPr>
            <a:spLocks noGrp="1"/>
          </p:cNvSpPr>
          <p:nvPr>
            <p:ph type="sldNum" sz="quarter" idx="20"/>
          </p:nvPr>
        </p:nvSpPr>
        <p:spPr/>
        <p:txBody>
          <a:bodyPr/>
          <a:lstStyle/>
          <a:p>
            <a:fld id="{DF4E8F9F-5B1F-4F5B-BE49-3245D8C18D9F}" type="slidenum">
              <a:rPr lang="en-US" smtClean="0"/>
              <a:pPr/>
              <a:t>6</a:t>
            </a:fld>
            <a:endParaRPr lang="en-US"/>
          </a:p>
        </p:txBody>
      </p:sp>
      <p:sp>
        <p:nvSpPr>
          <p:cNvPr id="7" name="OTLSHAPE_T_e17f3958430f4cff8650518c93c7635e_Shape">
            <a:extLst>
              <a:ext uri="{FF2B5EF4-FFF2-40B4-BE49-F238E27FC236}">
                <a16:creationId xmlns:a16="http://schemas.microsoft.com/office/drawing/2014/main" id="{8C0D81A1-F70D-8249-C665-3D41727F9C38}"/>
              </a:ext>
            </a:extLst>
          </p:cNvPr>
          <p:cNvSpPr/>
          <p:nvPr>
            <p:custDataLst>
              <p:tags r:id="rId1"/>
            </p:custDataLst>
          </p:nvPr>
        </p:nvSpPr>
        <p:spPr bwMode="auto">
          <a:xfrm>
            <a:off x="540687" y="2560550"/>
            <a:ext cx="3267985" cy="1404573"/>
          </a:xfrm>
          <a:prstGeom prst="roundRect">
            <a:avLst/>
          </a:prstGeom>
          <a:solidFill>
            <a:srgbClr val="076D7E">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121920" tIns="60960" rIns="121920" bIns="60960" numCol="1" rtlCol="0" anchor="ctr" anchorCtr="0" compatLnSpc="1">
            <a:prstTxWarp prst="textNoShape">
              <a:avLst/>
            </a:prstTxWarp>
          </a:bodyPr>
          <a:lstStyle/>
          <a:p>
            <a:pPr marL="0" marR="0" lvl="0" indent="0" defTabSz="1219108" rtl="0" eaLnBrk="0" fontAlgn="base" latinLnBrk="0" hangingPunct="0">
              <a:lnSpc>
                <a:spcPct val="100000"/>
              </a:lnSpc>
              <a:spcBef>
                <a:spcPct val="0"/>
              </a:spcBef>
              <a:spcAft>
                <a:spcPct val="0"/>
              </a:spcAft>
              <a:buClrTx/>
              <a:buSzTx/>
              <a:buFontTx/>
              <a:buNone/>
              <a:tabLst/>
              <a:defRPr/>
            </a:pPr>
            <a:r>
              <a:rPr kumimoji="0" lang="en-US" altLang="zh-CN" sz="1050" b="1" i="0" u="none" strike="noStrike" kern="1200" cap="none" spc="0" normalizeH="0" baseline="0" noProof="0">
                <a:ln>
                  <a:noFill/>
                </a:ln>
                <a:solidFill>
                  <a:srgbClr val="000000"/>
                </a:solidFill>
                <a:effectLst/>
                <a:uLnTx/>
                <a:uFillTx/>
                <a:latin typeface="Boehringer Forward Text"/>
                <a:ea typeface="等线" panose="02010600030101010101" pitchFamily="2" charset="-122"/>
                <a:cs typeface="Calibri" panose="020F0502020204030204" pitchFamily="34" charset="0"/>
              </a:rPr>
              <a:t>CTA Review</a:t>
            </a:r>
          </a:p>
          <a:p>
            <a:pPr marL="171450" indent="-171450" fontAlgn="t">
              <a:lnSpc>
                <a:spcPts val="1500"/>
              </a:lnSpc>
              <a:buFont typeface="Arial" panose="020B0604020202020204" pitchFamily="34" charset="0"/>
              <a:buChar char="•"/>
            </a:pPr>
            <a:r>
              <a:rPr lang="en-US" altLang="zh-CN" sz="1000">
                <a:latin typeface="Segoe UI" panose="020B0502040204020203" pitchFamily="34" charset="0"/>
              </a:rPr>
              <a:t>There is potential uncertainty associated with waiving pre-IND meeting. CDE’s attitude is expected at the later stage of CTA review.</a:t>
            </a:r>
          </a:p>
        </p:txBody>
      </p:sp>
      <p:sp>
        <p:nvSpPr>
          <p:cNvPr id="8" name="Rectangle 77">
            <a:extLst>
              <a:ext uri="{FF2B5EF4-FFF2-40B4-BE49-F238E27FC236}">
                <a16:creationId xmlns:a16="http://schemas.microsoft.com/office/drawing/2014/main" id="{DAA368DC-B15A-650E-C984-307CF95B52E7}"/>
              </a:ext>
            </a:extLst>
          </p:cNvPr>
          <p:cNvSpPr/>
          <p:nvPr/>
        </p:nvSpPr>
        <p:spPr>
          <a:xfrm>
            <a:off x="211409" y="4164204"/>
            <a:ext cx="626660" cy="307777"/>
          </a:xfrm>
          <a:prstGeom prst="rect">
            <a:avLst/>
          </a:prstGeom>
        </p:spPr>
        <p:txBody>
          <a:bodyPr wrap="square">
            <a:spAutoFit/>
          </a:bodyPr>
          <a:lstStyle/>
          <a:p>
            <a:pPr marL="0" marR="0" lvl="0" indent="0" algn="ctr" defTabSz="1219108" rtl="0" eaLnBrk="1" fontAlgn="auto" latinLnBrk="0" hangingPunct="1">
              <a:lnSpc>
                <a:spcPct val="100000"/>
              </a:lnSpc>
              <a:spcBef>
                <a:spcPts val="0"/>
              </a:spcBef>
              <a:spcAft>
                <a:spcPts val="0"/>
              </a:spcAft>
              <a:buClrTx/>
              <a:buSzTx/>
              <a:buFontTx/>
              <a:buNone/>
              <a:tabLst/>
              <a:defRPr/>
            </a:pPr>
            <a:r>
              <a:rPr kumimoji="0" lang="en-US" altLang="zh-CN" sz="700" b="1" i="0" u="none" strike="noStrike" kern="1200" cap="none" spc="0" normalizeH="0" baseline="0" noProof="0">
                <a:ln>
                  <a:noFill/>
                </a:ln>
                <a:solidFill>
                  <a:srgbClr val="44546A"/>
                </a:solidFill>
                <a:effectLst/>
                <a:uLnTx/>
                <a:uFillTx/>
                <a:latin typeface="Boehringer Forward Text"/>
                <a:ea typeface="等线" panose="02010600030101010101" pitchFamily="2" charset="-122"/>
                <a:cs typeface="Calibri" panose="020F0502020204030204" pitchFamily="34" charset="0"/>
              </a:rPr>
              <a:t>CTA-s</a:t>
            </a:r>
          </a:p>
          <a:p>
            <a:pPr marL="0" marR="0" lvl="0" indent="0" algn="ctr" defTabSz="1219108" rtl="0" eaLnBrk="1" fontAlgn="auto" latinLnBrk="0" hangingPunct="1">
              <a:lnSpc>
                <a:spcPct val="100000"/>
              </a:lnSpc>
              <a:spcBef>
                <a:spcPts val="0"/>
              </a:spcBef>
              <a:spcAft>
                <a:spcPts val="0"/>
              </a:spcAft>
              <a:buClrTx/>
              <a:buSzTx/>
              <a:buFontTx/>
              <a:buNone/>
              <a:tabLst/>
              <a:defRPr/>
            </a:pPr>
            <a:r>
              <a:rPr lang="en-US" altLang="zh-CN" sz="700" b="1">
                <a:solidFill>
                  <a:srgbClr val="44546A"/>
                </a:solidFill>
                <a:latin typeface="Boehringer Forward Text"/>
                <a:ea typeface="等线" panose="02010600030101010101" pitchFamily="2" charset="-122"/>
                <a:cs typeface="Calibri" panose="020F0502020204030204" pitchFamily="34" charset="0"/>
              </a:rPr>
              <a:t>Apr</a:t>
            </a:r>
            <a:r>
              <a:rPr kumimoji="0" lang="en-US" altLang="zh-CN" sz="700" b="1" i="0" u="none" strike="noStrike" kern="1200" cap="none" spc="0" normalizeH="0" baseline="0" noProof="0">
                <a:ln>
                  <a:noFill/>
                </a:ln>
                <a:solidFill>
                  <a:srgbClr val="44546A"/>
                </a:solidFill>
                <a:effectLst/>
                <a:uLnTx/>
                <a:uFillTx/>
                <a:latin typeface="Boehringer Forward Text"/>
                <a:ea typeface="等线" panose="02010600030101010101" pitchFamily="2" charset="-122"/>
                <a:cs typeface="Calibri" panose="020F0502020204030204" pitchFamily="34" charset="0"/>
              </a:rPr>
              <a:t> 2026</a:t>
            </a:r>
          </a:p>
        </p:txBody>
      </p:sp>
      <p:sp>
        <p:nvSpPr>
          <p:cNvPr id="9" name="Star: 4 Points 143">
            <a:extLst>
              <a:ext uri="{FF2B5EF4-FFF2-40B4-BE49-F238E27FC236}">
                <a16:creationId xmlns:a16="http://schemas.microsoft.com/office/drawing/2014/main" id="{3D20F00A-9295-C0ED-481E-0EEBBB450AB6}"/>
              </a:ext>
            </a:extLst>
          </p:cNvPr>
          <p:cNvSpPr/>
          <p:nvPr/>
        </p:nvSpPr>
        <p:spPr bwMode="auto">
          <a:xfrm>
            <a:off x="482593" y="4018917"/>
            <a:ext cx="116187" cy="156690"/>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marL="0" marR="0" lvl="0" indent="0" algn="l" defTabSz="914354" rtl="0" eaLnBrk="0" fontAlgn="base" latinLnBrk="0" hangingPunct="0">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prstClr val="black"/>
              </a:solidFill>
              <a:effectLst/>
              <a:uLnTx/>
              <a:uFillTx/>
              <a:latin typeface="Boehringer Forward Text"/>
              <a:ea typeface="等线" panose="02010600030101010101" pitchFamily="2" charset="-122"/>
              <a:cs typeface="Calibri" panose="020F0502020204030204" pitchFamily="34" charset="0"/>
            </a:endParaRPr>
          </a:p>
        </p:txBody>
      </p:sp>
      <p:sp>
        <p:nvSpPr>
          <p:cNvPr id="10" name="Star: 4 Points 143">
            <a:extLst>
              <a:ext uri="{FF2B5EF4-FFF2-40B4-BE49-F238E27FC236}">
                <a16:creationId xmlns:a16="http://schemas.microsoft.com/office/drawing/2014/main" id="{2B489711-19A5-6046-8824-B8CA2A2B6F2E}"/>
              </a:ext>
            </a:extLst>
          </p:cNvPr>
          <p:cNvSpPr/>
          <p:nvPr/>
        </p:nvSpPr>
        <p:spPr bwMode="auto">
          <a:xfrm>
            <a:off x="3750578" y="4018917"/>
            <a:ext cx="116187" cy="156690"/>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marL="0" marR="0" lvl="0" indent="0" algn="l" defTabSz="914354" rtl="0" eaLnBrk="0" fontAlgn="base" latinLnBrk="0" hangingPunct="0">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prstClr val="black"/>
              </a:solidFill>
              <a:effectLst/>
              <a:uLnTx/>
              <a:uFillTx/>
              <a:latin typeface="Boehringer Forward Text"/>
              <a:ea typeface="等线" panose="02010600030101010101" pitchFamily="2" charset="-122"/>
              <a:cs typeface="Calibri" panose="020F0502020204030204" pitchFamily="34" charset="0"/>
            </a:endParaRPr>
          </a:p>
        </p:txBody>
      </p:sp>
      <p:sp>
        <p:nvSpPr>
          <p:cNvPr id="11" name="Rectangle 77">
            <a:extLst>
              <a:ext uri="{FF2B5EF4-FFF2-40B4-BE49-F238E27FC236}">
                <a16:creationId xmlns:a16="http://schemas.microsoft.com/office/drawing/2014/main" id="{6BAF65F3-B3D6-5A4E-BC73-D59F0C78C0D8}"/>
              </a:ext>
            </a:extLst>
          </p:cNvPr>
          <p:cNvSpPr/>
          <p:nvPr/>
        </p:nvSpPr>
        <p:spPr>
          <a:xfrm>
            <a:off x="3348383" y="4151052"/>
            <a:ext cx="795130" cy="307777"/>
          </a:xfrm>
          <a:prstGeom prst="rect">
            <a:avLst/>
          </a:prstGeom>
        </p:spPr>
        <p:txBody>
          <a:bodyPr wrap="square">
            <a:spAutoFit/>
          </a:bodyPr>
          <a:lstStyle/>
          <a:p>
            <a:pPr marL="0" marR="0" lvl="0" indent="0" algn="ctr" defTabSz="1219108" rtl="0" eaLnBrk="1" fontAlgn="auto" latinLnBrk="0" hangingPunct="1">
              <a:lnSpc>
                <a:spcPct val="100000"/>
              </a:lnSpc>
              <a:spcBef>
                <a:spcPts val="0"/>
              </a:spcBef>
              <a:spcAft>
                <a:spcPts val="0"/>
              </a:spcAft>
              <a:buClrTx/>
              <a:buSzTx/>
              <a:buFontTx/>
              <a:buNone/>
              <a:tabLst/>
              <a:defRPr/>
            </a:pPr>
            <a:r>
              <a:rPr kumimoji="0" lang="en-US" altLang="zh-CN" sz="700" b="1" i="0" u="none" strike="noStrike" kern="1200" cap="none" spc="0" normalizeH="0" baseline="0" noProof="0">
                <a:ln>
                  <a:noFill/>
                </a:ln>
                <a:solidFill>
                  <a:srgbClr val="44546A"/>
                </a:solidFill>
                <a:effectLst/>
                <a:uLnTx/>
                <a:uFillTx/>
                <a:latin typeface="Boehringer Forward Text"/>
                <a:ea typeface="等线" panose="02010600030101010101" pitchFamily="2" charset="-122"/>
                <a:cs typeface="Calibri" panose="020F0502020204030204" pitchFamily="34" charset="0"/>
              </a:rPr>
              <a:t>CTA-a</a:t>
            </a:r>
          </a:p>
          <a:p>
            <a:pPr marL="0" marR="0" lvl="0" indent="0" algn="ctr" defTabSz="1219108" rtl="0" eaLnBrk="1" fontAlgn="auto" latinLnBrk="0" hangingPunct="1">
              <a:lnSpc>
                <a:spcPct val="100000"/>
              </a:lnSpc>
              <a:spcBef>
                <a:spcPts val="0"/>
              </a:spcBef>
              <a:spcAft>
                <a:spcPts val="0"/>
              </a:spcAft>
              <a:buClrTx/>
              <a:buSzTx/>
              <a:buFontTx/>
              <a:buNone/>
              <a:tabLst/>
              <a:defRPr/>
            </a:pPr>
            <a:r>
              <a:rPr lang="en-US" altLang="zh-CN" sz="700" b="1">
                <a:solidFill>
                  <a:srgbClr val="44546A"/>
                </a:solidFill>
                <a:latin typeface="Boehringer Forward Text"/>
                <a:ea typeface="等线" panose="02010600030101010101" pitchFamily="2" charset="-122"/>
                <a:cs typeface="Calibri" panose="020F0502020204030204" pitchFamily="34" charset="0"/>
              </a:rPr>
              <a:t>Aug</a:t>
            </a:r>
            <a:r>
              <a:rPr kumimoji="0" lang="en-US" altLang="zh-CN" sz="700" b="1" i="0" u="none" strike="noStrike" kern="1200" cap="none" spc="0" normalizeH="0" baseline="0" noProof="0">
                <a:ln>
                  <a:noFill/>
                </a:ln>
                <a:solidFill>
                  <a:srgbClr val="44546A"/>
                </a:solidFill>
                <a:effectLst/>
                <a:uLnTx/>
                <a:uFillTx/>
                <a:latin typeface="Boehringer Forward Text"/>
                <a:ea typeface="等线" panose="02010600030101010101" pitchFamily="2" charset="-122"/>
                <a:cs typeface="Calibri" panose="020F0502020204030204" pitchFamily="34" charset="0"/>
              </a:rPr>
              <a:t> 2026</a:t>
            </a:r>
          </a:p>
        </p:txBody>
      </p:sp>
      <p:cxnSp>
        <p:nvCxnSpPr>
          <p:cNvPr id="16" name="直接连接符 15">
            <a:extLst>
              <a:ext uri="{FF2B5EF4-FFF2-40B4-BE49-F238E27FC236}">
                <a16:creationId xmlns:a16="http://schemas.microsoft.com/office/drawing/2014/main" id="{E4A31F07-3675-ED2A-243B-580A3880DF78}"/>
              </a:ext>
            </a:extLst>
          </p:cNvPr>
          <p:cNvCxnSpPr>
            <a:cxnSpLocks/>
          </p:cNvCxnSpPr>
          <p:nvPr/>
        </p:nvCxnSpPr>
        <p:spPr bwMode="gray">
          <a:xfrm flipV="1">
            <a:off x="3800723" y="1763192"/>
            <a:ext cx="1288109" cy="1543710"/>
          </a:xfrm>
          <a:prstGeom prst="line">
            <a:avLst/>
          </a:prstGeom>
          <a:ln w="6350">
            <a:solidFill>
              <a:srgbClr val="6AD2E2"/>
            </a:solidFill>
          </a:ln>
        </p:spPr>
        <p:style>
          <a:lnRef idx="1">
            <a:schemeClr val="accent1"/>
          </a:lnRef>
          <a:fillRef idx="0">
            <a:schemeClr val="accent1"/>
          </a:fillRef>
          <a:effectRef idx="0">
            <a:schemeClr val="accent1"/>
          </a:effectRef>
          <a:fontRef idx="minor">
            <a:schemeClr val="tx1"/>
          </a:fontRef>
        </p:style>
      </p:cxnSp>
      <p:cxnSp>
        <p:nvCxnSpPr>
          <p:cNvPr id="19" name="直接连接符 18">
            <a:extLst>
              <a:ext uri="{FF2B5EF4-FFF2-40B4-BE49-F238E27FC236}">
                <a16:creationId xmlns:a16="http://schemas.microsoft.com/office/drawing/2014/main" id="{49E232B0-D4FC-A2A3-4A94-9C703DA1FCA8}"/>
              </a:ext>
            </a:extLst>
          </p:cNvPr>
          <p:cNvCxnSpPr>
            <a:cxnSpLocks/>
            <a:endCxn id="4" idx="1"/>
          </p:cNvCxnSpPr>
          <p:nvPr/>
        </p:nvCxnSpPr>
        <p:spPr bwMode="gray">
          <a:xfrm>
            <a:off x="3792773" y="3304024"/>
            <a:ext cx="1280108" cy="1744747"/>
          </a:xfrm>
          <a:prstGeom prst="line">
            <a:avLst/>
          </a:prstGeom>
          <a:ln w="6350">
            <a:solidFill>
              <a:srgbClr val="6AD2E2"/>
            </a:solidFill>
          </a:ln>
        </p:spPr>
        <p:style>
          <a:lnRef idx="1">
            <a:schemeClr val="accent1"/>
          </a:lnRef>
          <a:fillRef idx="0">
            <a:schemeClr val="accent1"/>
          </a:fillRef>
          <a:effectRef idx="0">
            <a:schemeClr val="accent1"/>
          </a:effectRef>
          <a:fontRef idx="minor">
            <a:schemeClr val="tx1"/>
          </a:fontRef>
        </p:style>
      </p:cxnSp>
      <p:cxnSp>
        <p:nvCxnSpPr>
          <p:cNvPr id="23" name="直接连接符 22">
            <a:extLst>
              <a:ext uri="{FF2B5EF4-FFF2-40B4-BE49-F238E27FC236}">
                <a16:creationId xmlns:a16="http://schemas.microsoft.com/office/drawing/2014/main" id="{7796517B-CFD2-0694-2BC6-7FAEB0738FB5}"/>
              </a:ext>
            </a:extLst>
          </p:cNvPr>
          <p:cNvCxnSpPr>
            <a:cxnSpLocks/>
          </p:cNvCxnSpPr>
          <p:nvPr/>
        </p:nvCxnSpPr>
        <p:spPr bwMode="gray">
          <a:xfrm>
            <a:off x="3812672" y="3316854"/>
            <a:ext cx="1264209" cy="10162"/>
          </a:xfrm>
          <a:prstGeom prst="line">
            <a:avLst/>
          </a:prstGeom>
          <a:ln w="6350">
            <a:solidFill>
              <a:srgbClr val="6AD2E2"/>
            </a:solidFill>
          </a:ln>
        </p:spPr>
        <p:style>
          <a:lnRef idx="1">
            <a:schemeClr val="accent1"/>
          </a:lnRef>
          <a:fillRef idx="0">
            <a:schemeClr val="accent1"/>
          </a:fillRef>
          <a:effectRef idx="0">
            <a:schemeClr val="accent1"/>
          </a:effectRef>
          <a:fontRef idx="minor">
            <a:schemeClr val="tx1"/>
          </a:fontRef>
        </p:style>
      </p:cxnSp>
      <p:sp>
        <p:nvSpPr>
          <p:cNvPr id="13" name="OTLSHAPE_T_e17f3958430f4cff8650518c93c7635e_Shape">
            <a:extLst>
              <a:ext uri="{FF2B5EF4-FFF2-40B4-BE49-F238E27FC236}">
                <a16:creationId xmlns:a16="http://schemas.microsoft.com/office/drawing/2014/main" id="{E5ADA8F0-9A61-BE42-371A-CB75DD7A2B48}"/>
              </a:ext>
            </a:extLst>
          </p:cNvPr>
          <p:cNvSpPr/>
          <p:nvPr>
            <p:custDataLst>
              <p:tags r:id="rId2"/>
            </p:custDataLst>
          </p:nvPr>
        </p:nvSpPr>
        <p:spPr bwMode="auto">
          <a:xfrm>
            <a:off x="9255314" y="1419493"/>
            <a:ext cx="1250792" cy="598076"/>
          </a:xfrm>
          <a:prstGeom prst="roundRect">
            <a:avLst/>
          </a:prstGeom>
          <a:solidFill>
            <a:srgbClr val="FFC000">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121920" tIns="60960" rIns="121920" bIns="60960" numCol="1" rtlCol="0" anchor="ctr" anchorCtr="0" compatLnSpc="1">
            <a:prstTxWarp prst="textNoShape">
              <a:avLst/>
            </a:prstTxWarp>
          </a:bodyPr>
          <a:lstStyle/>
          <a:p>
            <a:pPr marL="0" marR="0" lvl="0" indent="0" algn="ctr" defTabSz="1219108" rtl="0" eaLnBrk="0" fontAlgn="base" latinLnBrk="0" hangingPunct="0">
              <a:lnSpc>
                <a:spcPct val="100000"/>
              </a:lnSpc>
              <a:spcBef>
                <a:spcPct val="0"/>
              </a:spcBef>
              <a:spcAft>
                <a:spcPct val="0"/>
              </a:spcAft>
              <a:buClrTx/>
              <a:buSzTx/>
              <a:buFontTx/>
              <a:buNone/>
              <a:tabLst/>
              <a:defRPr/>
            </a:pPr>
            <a:r>
              <a:rPr kumimoji="0" lang="en-US" altLang="zh-CN" sz="1100" b="1" i="0" u="none" strike="noStrike" kern="1200" cap="none" spc="0" normalizeH="0" baseline="0" noProof="0">
                <a:ln>
                  <a:noFill/>
                </a:ln>
                <a:solidFill>
                  <a:srgbClr val="000000"/>
                </a:solidFill>
                <a:effectLst/>
                <a:uLnTx/>
                <a:uFillTx/>
                <a:latin typeface="Boehringer Forward Text"/>
                <a:ea typeface="等线" panose="02010600030101010101" pitchFamily="2" charset="-122"/>
                <a:cs typeface="Calibri" panose="020F0502020204030204" pitchFamily="34" charset="0"/>
              </a:rPr>
              <a:t>Go </a:t>
            </a:r>
          </a:p>
          <a:p>
            <a:pPr marL="0" marR="0" lvl="0" indent="0" algn="ctr" defTabSz="1219108" rtl="0" eaLnBrk="0" fontAlgn="base" latinLnBrk="0" hangingPunct="0">
              <a:lnSpc>
                <a:spcPct val="100000"/>
              </a:lnSpc>
              <a:spcBef>
                <a:spcPct val="0"/>
              </a:spcBef>
              <a:spcAft>
                <a:spcPct val="0"/>
              </a:spcAft>
              <a:buClrTx/>
              <a:buSzTx/>
              <a:buFontTx/>
              <a:buNone/>
              <a:tabLst/>
              <a:defRPr/>
            </a:pPr>
            <a:r>
              <a:rPr kumimoji="0" lang="en-US" altLang="zh-CN" sz="900" b="1" i="0" u="none" strike="noStrike" kern="1200" cap="none" spc="0" normalizeH="0" baseline="0" noProof="0">
                <a:ln>
                  <a:noFill/>
                </a:ln>
                <a:solidFill>
                  <a:srgbClr val="000000"/>
                </a:solidFill>
                <a:effectLst/>
                <a:uLnTx/>
                <a:uFillTx/>
                <a:latin typeface="Boehringer Forward Text"/>
                <a:ea typeface="等线" panose="02010600030101010101" pitchFamily="2" charset="-122"/>
                <a:cs typeface="Calibri" panose="020F0502020204030204" pitchFamily="34" charset="0"/>
              </a:rPr>
              <a:t>(conduct trial)</a:t>
            </a:r>
            <a:endParaRPr kumimoji="0" lang="zh-CN" altLang="en-US" sz="1100" b="1" i="0" u="none" strike="noStrike" kern="1200" cap="none" spc="0" normalizeH="0" baseline="0" noProof="0">
              <a:ln>
                <a:noFill/>
              </a:ln>
              <a:solidFill>
                <a:srgbClr val="000000"/>
              </a:solidFill>
              <a:effectLst/>
              <a:uLnTx/>
              <a:uFillTx/>
              <a:latin typeface="Boehringer Forward Text"/>
              <a:ea typeface="等线" panose="02010600030101010101" pitchFamily="2" charset="-122"/>
              <a:cs typeface="Calibri" panose="020F0502020204030204" pitchFamily="34" charset="0"/>
            </a:endParaRPr>
          </a:p>
        </p:txBody>
      </p:sp>
      <p:sp>
        <p:nvSpPr>
          <p:cNvPr id="15" name="OTLSHAPE_T_e17f3958430f4cff8650518c93c7635e_Shape">
            <a:extLst>
              <a:ext uri="{FF2B5EF4-FFF2-40B4-BE49-F238E27FC236}">
                <a16:creationId xmlns:a16="http://schemas.microsoft.com/office/drawing/2014/main" id="{2C7C8D7D-8AA2-3F4B-3175-B8142FD88DC6}"/>
              </a:ext>
            </a:extLst>
          </p:cNvPr>
          <p:cNvSpPr/>
          <p:nvPr>
            <p:custDataLst>
              <p:tags r:id="rId3"/>
            </p:custDataLst>
          </p:nvPr>
        </p:nvSpPr>
        <p:spPr bwMode="auto">
          <a:xfrm>
            <a:off x="5088832" y="1195940"/>
            <a:ext cx="3260035" cy="1040522"/>
          </a:xfrm>
          <a:prstGeom prst="roundRect">
            <a:avLst/>
          </a:prstGeom>
          <a:solidFill>
            <a:srgbClr val="076D7E">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121920" tIns="60960" rIns="121920" bIns="60960" numCol="1" rtlCol="0" anchor="ctr" anchorCtr="0" compatLnSpc="1">
            <a:prstTxWarp prst="textNoShape">
              <a:avLst/>
            </a:prstTxWarp>
          </a:bodyPr>
          <a:lstStyle/>
          <a:p>
            <a:pPr marL="0" marR="0" lvl="0" indent="0" defTabSz="1219108" rtl="0" eaLnBrk="0" fontAlgn="base" latinLnBrk="0" hangingPunct="0">
              <a:lnSpc>
                <a:spcPct val="100000"/>
              </a:lnSpc>
              <a:spcBef>
                <a:spcPct val="0"/>
              </a:spcBef>
              <a:spcAft>
                <a:spcPct val="0"/>
              </a:spcAft>
              <a:buClrTx/>
              <a:buSzTx/>
              <a:buFontTx/>
              <a:buNone/>
              <a:tabLst/>
              <a:defRPr/>
            </a:pPr>
            <a:r>
              <a:rPr kumimoji="0" lang="en-US" altLang="zh-CN" sz="1000" b="1" i="0" u="none" strike="noStrike" kern="1200" cap="none" spc="0" normalizeH="0" baseline="0" noProof="0">
                <a:ln>
                  <a:noFill/>
                </a:ln>
                <a:solidFill>
                  <a:srgbClr val="000000"/>
                </a:solidFill>
                <a:effectLst/>
                <a:uLnTx/>
                <a:uFillTx/>
                <a:latin typeface="Boehringer Forward Text"/>
                <a:ea typeface="等线" panose="02010600030101010101" pitchFamily="2" charset="-122"/>
                <a:cs typeface="Calibri" panose="020F0502020204030204" pitchFamily="34" charset="0"/>
              </a:rPr>
              <a:t>Scenario </a:t>
            </a:r>
            <a:r>
              <a:rPr lang="en-US" altLang="zh-CN" sz="1000" b="1">
                <a:solidFill>
                  <a:srgbClr val="000000"/>
                </a:solidFill>
                <a:latin typeface="Boehringer Forward Text"/>
                <a:ea typeface="等线" panose="02010600030101010101" pitchFamily="2" charset="-122"/>
                <a:cs typeface="Calibri" panose="020F0502020204030204" pitchFamily="34" charset="0"/>
              </a:rPr>
              <a:t>1</a:t>
            </a:r>
            <a:r>
              <a:rPr kumimoji="0" lang="en-US" altLang="zh-CN" sz="1000" b="1" i="0" u="none" strike="noStrike" kern="1200" cap="none" spc="0" normalizeH="0" baseline="0" noProof="0">
                <a:ln>
                  <a:noFill/>
                </a:ln>
                <a:solidFill>
                  <a:srgbClr val="000000"/>
                </a:solidFill>
                <a:effectLst/>
                <a:uLnTx/>
                <a:uFillTx/>
                <a:latin typeface="Boehringer Forward Text"/>
                <a:ea typeface="等线" panose="02010600030101010101" pitchFamily="2" charset="-122"/>
                <a:cs typeface="Calibri" panose="020F0502020204030204" pitchFamily="34" charset="0"/>
              </a:rPr>
              <a:t> Approve CTA without major comments</a:t>
            </a:r>
          </a:p>
          <a:p>
            <a:pPr marL="171450" marR="0" lvl="0" indent="-171450" defTabSz="1219108" rtl="0" eaLnBrk="0" fontAlgn="base" latinLnBrk="0" hangingPunct="0">
              <a:lnSpc>
                <a:spcPct val="100000"/>
              </a:lnSpc>
              <a:spcBef>
                <a:spcPct val="0"/>
              </a:spcBef>
              <a:spcAft>
                <a:spcPct val="0"/>
              </a:spcAft>
              <a:buClrTx/>
              <a:buSzTx/>
              <a:buFont typeface="Arial" panose="020B0604020202020204" pitchFamily="34" charset="0"/>
              <a:buChar char="•"/>
              <a:tabLst/>
              <a:defRPr/>
            </a:pPr>
            <a:r>
              <a:rPr lang="en-US" altLang="zh-CN" sz="1000">
                <a:solidFill>
                  <a:srgbClr val="000000"/>
                </a:solidFill>
                <a:latin typeface="Boehringer Forward Text"/>
                <a:ea typeface="等线" panose="02010600030101010101" pitchFamily="2" charset="-122"/>
                <a:cs typeface="Calibri" panose="020F0502020204030204" pitchFamily="34" charset="0"/>
              </a:rPr>
              <a:t>No major comments for study design and sample size</a:t>
            </a:r>
          </a:p>
          <a:p>
            <a:pPr marL="171450" marR="0" lvl="0" indent="-171450" defTabSz="1219108" rtl="0" eaLnBrk="0" fontAlgn="base" latinLnBrk="0" hangingPunct="0">
              <a:lnSpc>
                <a:spcPct val="100000"/>
              </a:lnSpc>
              <a:spcBef>
                <a:spcPct val="0"/>
              </a:spcBef>
              <a:spcAft>
                <a:spcPct val="0"/>
              </a:spcAft>
              <a:buClrTx/>
              <a:buSzTx/>
              <a:buFont typeface="Arial" panose="020B0604020202020204" pitchFamily="34" charset="0"/>
              <a:buChar char="•"/>
              <a:tabLst/>
              <a:defRPr/>
            </a:pPr>
            <a:r>
              <a:rPr lang="en-US" altLang="zh-CN" sz="1000">
                <a:solidFill>
                  <a:srgbClr val="000000"/>
                </a:solidFill>
                <a:latin typeface="Boehringer Forward Text"/>
                <a:ea typeface="等线" panose="02010600030101010101" pitchFamily="2" charset="-122"/>
                <a:cs typeface="Calibri" panose="020F0502020204030204" pitchFamily="34" charset="0"/>
              </a:rPr>
              <a:t>No major comments for overall development strategy. </a:t>
            </a:r>
            <a:endParaRPr kumimoji="0" lang="zh-CN" altLang="en-US" sz="1000" i="0" u="none" strike="sngStrike" kern="1200" cap="none" spc="0" normalizeH="0" baseline="0" noProof="0">
              <a:ln>
                <a:noFill/>
              </a:ln>
              <a:solidFill>
                <a:srgbClr val="000000"/>
              </a:solidFill>
              <a:effectLst/>
              <a:uLnTx/>
              <a:uFillTx/>
              <a:latin typeface="Boehringer Forward Text"/>
              <a:ea typeface="等线" panose="02010600030101010101" pitchFamily="2" charset="-122"/>
              <a:cs typeface="Calibri" panose="020F0502020204030204" pitchFamily="34" charset="0"/>
            </a:endParaRPr>
          </a:p>
        </p:txBody>
      </p:sp>
      <p:sp>
        <p:nvSpPr>
          <p:cNvPr id="18" name="OTLSHAPE_T_e17f3958430f4cff8650518c93c7635e_Shape">
            <a:extLst>
              <a:ext uri="{FF2B5EF4-FFF2-40B4-BE49-F238E27FC236}">
                <a16:creationId xmlns:a16="http://schemas.microsoft.com/office/drawing/2014/main" id="{3EC372FA-3FCE-470D-2CA9-FD23A590C1AF}"/>
              </a:ext>
            </a:extLst>
          </p:cNvPr>
          <p:cNvSpPr/>
          <p:nvPr>
            <p:custDataLst>
              <p:tags r:id="rId4"/>
            </p:custDataLst>
          </p:nvPr>
        </p:nvSpPr>
        <p:spPr bwMode="auto">
          <a:xfrm>
            <a:off x="5064932" y="2843585"/>
            <a:ext cx="3260035" cy="921060"/>
          </a:xfrm>
          <a:prstGeom prst="roundRect">
            <a:avLst/>
          </a:prstGeom>
          <a:solidFill>
            <a:srgbClr val="076D7E">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121920" tIns="60960" rIns="121920" bIns="60960" numCol="1" rtlCol="0" anchor="ctr" anchorCtr="0" compatLnSpc="1">
            <a:prstTxWarp prst="textNoShape">
              <a:avLst/>
            </a:prstTxWarp>
          </a:bodyPr>
          <a:lstStyle/>
          <a:p>
            <a:pPr marL="0" marR="0" lvl="0" indent="0" defTabSz="1219108" rtl="0" eaLnBrk="0" fontAlgn="base" latinLnBrk="0" hangingPunct="0">
              <a:lnSpc>
                <a:spcPct val="100000"/>
              </a:lnSpc>
              <a:spcBef>
                <a:spcPct val="0"/>
              </a:spcBef>
              <a:spcAft>
                <a:spcPct val="0"/>
              </a:spcAft>
              <a:buClrTx/>
              <a:buSzTx/>
              <a:buFontTx/>
              <a:buNone/>
              <a:tabLst/>
              <a:defRPr/>
            </a:pPr>
            <a:r>
              <a:rPr kumimoji="0" lang="en-US" altLang="zh-CN" sz="1000" b="1" i="0" u="none" strike="noStrike" kern="1200" cap="none" spc="0" normalizeH="0" baseline="0" noProof="0">
                <a:ln>
                  <a:noFill/>
                </a:ln>
                <a:solidFill>
                  <a:srgbClr val="000000"/>
                </a:solidFill>
                <a:effectLst/>
                <a:uLnTx/>
                <a:uFillTx/>
                <a:latin typeface="Boehringer Forward Text"/>
                <a:ea typeface="等线" panose="02010600030101010101" pitchFamily="2" charset="-122"/>
                <a:cs typeface="Calibri" panose="020F0502020204030204" pitchFamily="34" charset="0"/>
              </a:rPr>
              <a:t>Scenario </a:t>
            </a:r>
            <a:r>
              <a:rPr lang="en-US" altLang="zh-CN" sz="1000" b="1">
                <a:solidFill>
                  <a:srgbClr val="000000"/>
                </a:solidFill>
                <a:latin typeface="Boehringer Forward Text"/>
                <a:ea typeface="等线" panose="02010600030101010101" pitchFamily="2" charset="-122"/>
                <a:cs typeface="Calibri" panose="020F0502020204030204" pitchFamily="34" charset="0"/>
              </a:rPr>
              <a:t>2</a:t>
            </a:r>
            <a:r>
              <a:rPr kumimoji="0" lang="en-US" altLang="zh-CN" sz="1000" b="1" i="0" u="none" strike="noStrike" kern="1200" cap="none" spc="0" normalizeH="0" baseline="0" noProof="0">
                <a:ln>
                  <a:noFill/>
                </a:ln>
                <a:solidFill>
                  <a:srgbClr val="000000"/>
                </a:solidFill>
                <a:effectLst/>
                <a:uLnTx/>
                <a:uFillTx/>
                <a:latin typeface="Boehringer Forward Text"/>
                <a:ea typeface="等线" panose="02010600030101010101" pitchFamily="2" charset="-122"/>
                <a:cs typeface="Calibri" panose="020F0502020204030204" pitchFamily="34" charset="0"/>
              </a:rPr>
              <a:t> Approve CTA with major comments</a:t>
            </a:r>
          </a:p>
          <a:p>
            <a:pPr marL="171450" marR="0" lvl="0" indent="-171450" defTabSz="1219108" rtl="0" eaLnBrk="0" fontAlgn="base" latinLnBrk="0" hangingPunct="0">
              <a:lnSpc>
                <a:spcPct val="100000"/>
              </a:lnSpc>
              <a:spcBef>
                <a:spcPct val="0"/>
              </a:spcBef>
              <a:spcAft>
                <a:spcPct val="0"/>
              </a:spcAft>
              <a:buClrTx/>
              <a:buSzTx/>
              <a:buFont typeface="Arial" panose="020B0604020202020204" pitchFamily="34" charset="0"/>
              <a:buChar char="•"/>
              <a:tabLst/>
              <a:defRPr/>
            </a:pPr>
            <a:r>
              <a:rPr lang="en-US" altLang="zh-CN" sz="1000">
                <a:solidFill>
                  <a:srgbClr val="000000"/>
                </a:solidFill>
                <a:latin typeface="Boehringer Forward Text"/>
                <a:ea typeface="等线" panose="02010600030101010101" pitchFamily="2" charset="-122"/>
                <a:cs typeface="Calibri" panose="020F0502020204030204" pitchFamily="34" charset="0"/>
              </a:rPr>
              <a:t>Major comments for study design or sample size</a:t>
            </a:r>
          </a:p>
        </p:txBody>
      </p:sp>
      <p:sp>
        <p:nvSpPr>
          <p:cNvPr id="34" name="OTLSHAPE_T_e17f3958430f4cff8650518c93c7635e_Shape">
            <a:extLst>
              <a:ext uri="{FF2B5EF4-FFF2-40B4-BE49-F238E27FC236}">
                <a16:creationId xmlns:a16="http://schemas.microsoft.com/office/drawing/2014/main" id="{BE8BFEC9-A696-9D2C-1375-AC509EF44EBD}"/>
              </a:ext>
            </a:extLst>
          </p:cNvPr>
          <p:cNvSpPr/>
          <p:nvPr>
            <p:custDataLst>
              <p:tags r:id="rId5"/>
            </p:custDataLst>
          </p:nvPr>
        </p:nvSpPr>
        <p:spPr bwMode="auto">
          <a:xfrm>
            <a:off x="9322199" y="4761789"/>
            <a:ext cx="1297210" cy="598076"/>
          </a:xfrm>
          <a:prstGeom prst="roundRect">
            <a:avLst/>
          </a:prstGeom>
          <a:solidFill>
            <a:srgbClr val="FFC000">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121920" tIns="60960" rIns="121920" bIns="60960" numCol="1" rtlCol="0" anchor="ctr" anchorCtr="0" compatLnSpc="1">
            <a:prstTxWarp prst="textNoShape">
              <a:avLst/>
            </a:prstTxWarp>
          </a:bodyPr>
          <a:lstStyle/>
          <a:p>
            <a:pPr marL="0" marR="0" lvl="0" indent="0" algn="ctr" defTabSz="1219108" rtl="0" eaLnBrk="0" fontAlgn="base" latinLnBrk="0" hangingPunct="0">
              <a:lnSpc>
                <a:spcPct val="100000"/>
              </a:lnSpc>
              <a:spcBef>
                <a:spcPct val="0"/>
              </a:spcBef>
              <a:spcAft>
                <a:spcPct val="0"/>
              </a:spcAft>
              <a:buClrTx/>
              <a:buSzTx/>
              <a:buFontTx/>
              <a:buNone/>
              <a:tabLst/>
              <a:defRPr/>
            </a:pPr>
            <a:r>
              <a:rPr lang="en-US" altLang="zh-CN" sz="1100" b="1">
                <a:solidFill>
                  <a:srgbClr val="000000"/>
                </a:solidFill>
                <a:latin typeface="Boehringer Forward Text"/>
                <a:ea typeface="等线" panose="02010600030101010101" pitchFamily="2" charset="-122"/>
                <a:cs typeface="Calibri" panose="020F0502020204030204" pitchFamily="34" charset="0"/>
              </a:rPr>
              <a:t>Revisit strategy</a:t>
            </a:r>
            <a:endParaRPr kumimoji="0" lang="zh-CN" altLang="en-US" sz="1100" b="1" i="0" u="none" strike="noStrike" kern="1200" cap="none" spc="0" normalizeH="0" baseline="0" noProof="0">
              <a:ln>
                <a:noFill/>
              </a:ln>
              <a:solidFill>
                <a:srgbClr val="000000"/>
              </a:solidFill>
              <a:effectLst/>
              <a:uLnTx/>
              <a:uFillTx/>
              <a:latin typeface="Boehringer Forward Text"/>
              <a:ea typeface="等线" panose="02010600030101010101" pitchFamily="2" charset="-122"/>
              <a:cs typeface="Calibri" panose="020F0502020204030204" pitchFamily="34" charset="0"/>
            </a:endParaRPr>
          </a:p>
        </p:txBody>
      </p:sp>
      <p:sp>
        <p:nvSpPr>
          <p:cNvPr id="35" name="OTLSHAPE_T_e17f3958430f4cff8650518c93c7635e_Shape">
            <a:extLst>
              <a:ext uri="{FF2B5EF4-FFF2-40B4-BE49-F238E27FC236}">
                <a16:creationId xmlns:a16="http://schemas.microsoft.com/office/drawing/2014/main" id="{A771673E-3F90-751E-D78D-4481E7F79285}"/>
              </a:ext>
            </a:extLst>
          </p:cNvPr>
          <p:cNvSpPr/>
          <p:nvPr>
            <p:custDataLst>
              <p:tags r:id="rId6"/>
            </p:custDataLst>
          </p:nvPr>
        </p:nvSpPr>
        <p:spPr bwMode="auto">
          <a:xfrm>
            <a:off x="9298343" y="3008220"/>
            <a:ext cx="1250792" cy="598078"/>
          </a:xfrm>
          <a:prstGeom prst="roundRect">
            <a:avLst/>
          </a:prstGeom>
          <a:pattFill prst="pct25">
            <a:fgClr>
              <a:srgbClr val="076D7E"/>
            </a:fgClr>
            <a:bgClr>
              <a:schemeClr val="bg1"/>
            </a:bgClr>
          </a:patt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121920" tIns="60960" rIns="121920" bIns="60960" numCol="1" rtlCol="0" anchor="ctr" anchorCtr="0" compatLnSpc="1">
            <a:prstTxWarp prst="textNoShape">
              <a:avLst/>
            </a:prstTxWarp>
          </a:bodyPr>
          <a:lstStyle/>
          <a:p>
            <a:pPr marL="0" marR="0" lvl="0" indent="0" algn="ctr" defTabSz="1219108" rtl="0" eaLnBrk="0" fontAlgn="base" latinLnBrk="0" hangingPunct="0">
              <a:lnSpc>
                <a:spcPct val="100000"/>
              </a:lnSpc>
              <a:spcBef>
                <a:spcPct val="0"/>
              </a:spcBef>
              <a:spcAft>
                <a:spcPct val="0"/>
              </a:spcAft>
              <a:buClrTx/>
              <a:buSzTx/>
              <a:buFontTx/>
              <a:buNone/>
              <a:tabLst/>
              <a:defRPr/>
            </a:pPr>
            <a:r>
              <a:rPr lang="en-US" altLang="zh-CN" sz="1000" b="1">
                <a:solidFill>
                  <a:srgbClr val="000000"/>
                </a:solidFill>
                <a:latin typeface="Boehringer Forward Text"/>
                <a:ea typeface="等线" panose="02010600030101010101" pitchFamily="2" charset="-122"/>
                <a:cs typeface="Calibri" panose="020F0502020204030204" pitchFamily="34" charset="0"/>
              </a:rPr>
              <a:t>HAI</a:t>
            </a:r>
          </a:p>
        </p:txBody>
      </p:sp>
      <p:sp>
        <p:nvSpPr>
          <p:cNvPr id="47" name="Rectangle 77">
            <a:extLst>
              <a:ext uri="{FF2B5EF4-FFF2-40B4-BE49-F238E27FC236}">
                <a16:creationId xmlns:a16="http://schemas.microsoft.com/office/drawing/2014/main" id="{802AF1B9-DA4A-7310-317C-ECF62A59926E}"/>
              </a:ext>
            </a:extLst>
          </p:cNvPr>
          <p:cNvSpPr/>
          <p:nvPr/>
        </p:nvSpPr>
        <p:spPr>
          <a:xfrm>
            <a:off x="8985013" y="4029296"/>
            <a:ext cx="626660" cy="200055"/>
          </a:xfrm>
          <a:prstGeom prst="rect">
            <a:avLst/>
          </a:prstGeom>
        </p:spPr>
        <p:txBody>
          <a:bodyPr wrap="square">
            <a:spAutoFit/>
          </a:bodyPr>
          <a:lstStyle/>
          <a:p>
            <a:pPr marL="0" marR="0" lvl="0" indent="0" algn="ctr" defTabSz="1219108" rtl="0" eaLnBrk="1" fontAlgn="auto" latinLnBrk="0" hangingPunct="1">
              <a:lnSpc>
                <a:spcPct val="100000"/>
              </a:lnSpc>
              <a:spcBef>
                <a:spcPts val="0"/>
              </a:spcBef>
              <a:spcAft>
                <a:spcPts val="0"/>
              </a:spcAft>
              <a:buClrTx/>
              <a:buSzTx/>
              <a:buFontTx/>
              <a:buNone/>
              <a:tabLst/>
              <a:defRPr/>
            </a:pPr>
            <a:r>
              <a:rPr lang="en-US" altLang="zh-CN" sz="700" b="1">
                <a:solidFill>
                  <a:srgbClr val="44546A"/>
                </a:solidFill>
                <a:latin typeface="Boehringer Forward Text"/>
                <a:ea typeface="等线" panose="02010600030101010101" pitchFamily="2" charset="-122"/>
                <a:cs typeface="Calibri" panose="020F0502020204030204" pitchFamily="34" charset="0"/>
              </a:rPr>
              <a:t>Aug</a:t>
            </a:r>
            <a:r>
              <a:rPr kumimoji="0" lang="en-US" altLang="zh-CN" sz="700" b="1" i="0" u="none" strike="noStrike" kern="1200" cap="none" spc="0" normalizeH="0" baseline="0" noProof="0">
                <a:ln>
                  <a:noFill/>
                </a:ln>
                <a:solidFill>
                  <a:srgbClr val="44546A"/>
                </a:solidFill>
                <a:effectLst/>
                <a:uLnTx/>
                <a:uFillTx/>
                <a:latin typeface="Boehringer Forward Text"/>
                <a:ea typeface="等线" panose="02010600030101010101" pitchFamily="2" charset="-122"/>
                <a:cs typeface="Calibri" panose="020F0502020204030204" pitchFamily="34" charset="0"/>
              </a:rPr>
              <a:t> 2026</a:t>
            </a:r>
          </a:p>
        </p:txBody>
      </p:sp>
      <p:sp>
        <p:nvSpPr>
          <p:cNvPr id="48" name="Star: 4 Points 143">
            <a:extLst>
              <a:ext uri="{FF2B5EF4-FFF2-40B4-BE49-F238E27FC236}">
                <a16:creationId xmlns:a16="http://schemas.microsoft.com/office/drawing/2014/main" id="{FE36EC0C-434E-BACC-1018-33A68A5EA3D3}"/>
              </a:ext>
            </a:extLst>
          </p:cNvPr>
          <p:cNvSpPr/>
          <p:nvPr/>
        </p:nvSpPr>
        <p:spPr bwMode="auto">
          <a:xfrm>
            <a:off x="9240250" y="3891166"/>
            <a:ext cx="116187" cy="156690"/>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marL="0" marR="0" lvl="0" indent="0" algn="l" defTabSz="914354" rtl="0" eaLnBrk="0" fontAlgn="base" latinLnBrk="0" hangingPunct="0">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prstClr val="black"/>
              </a:solidFill>
              <a:effectLst/>
              <a:uLnTx/>
              <a:uFillTx/>
              <a:latin typeface="Boehringer Forward Text"/>
              <a:ea typeface="等线" panose="02010600030101010101" pitchFamily="2" charset="-122"/>
              <a:cs typeface="Calibri" panose="020F0502020204030204" pitchFamily="34" charset="0"/>
            </a:endParaRPr>
          </a:p>
        </p:txBody>
      </p:sp>
      <p:sp>
        <p:nvSpPr>
          <p:cNvPr id="49" name="Star: 4 Points 143">
            <a:extLst>
              <a:ext uri="{FF2B5EF4-FFF2-40B4-BE49-F238E27FC236}">
                <a16:creationId xmlns:a16="http://schemas.microsoft.com/office/drawing/2014/main" id="{5F700312-D51B-6397-7BBD-427BC673A419}"/>
              </a:ext>
            </a:extLst>
          </p:cNvPr>
          <p:cNvSpPr/>
          <p:nvPr/>
        </p:nvSpPr>
        <p:spPr bwMode="auto">
          <a:xfrm>
            <a:off x="10432948" y="3876496"/>
            <a:ext cx="116187" cy="156690"/>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marL="0" marR="0" lvl="0" indent="0" algn="l" defTabSz="914354" rtl="0" eaLnBrk="0" fontAlgn="base" latinLnBrk="0" hangingPunct="0">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prstClr val="black"/>
              </a:solidFill>
              <a:effectLst/>
              <a:uLnTx/>
              <a:uFillTx/>
              <a:latin typeface="Boehringer Forward Text"/>
              <a:ea typeface="等线" panose="02010600030101010101" pitchFamily="2" charset="-122"/>
              <a:cs typeface="Calibri" panose="020F0502020204030204" pitchFamily="34" charset="0"/>
            </a:endParaRPr>
          </a:p>
        </p:txBody>
      </p:sp>
      <p:sp>
        <p:nvSpPr>
          <p:cNvPr id="50" name="Rectangle 77">
            <a:extLst>
              <a:ext uri="{FF2B5EF4-FFF2-40B4-BE49-F238E27FC236}">
                <a16:creationId xmlns:a16="http://schemas.microsoft.com/office/drawing/2014/main" id="{91ECA0C3-D17F-69E8-D9FC-A567EEEC11D6}"/>
              </a:ext>
            </a:extLst>
          </p:cNvPr>
          <p:cNvSpPr/>
          <p:nvPr/>
        </p:nvSpPr>
        <p:spPr>
          <a:xfrm>
            <a:off x="10177711" y="4039726"/>
            <a:ext cx="626660" cy="200055"/>
          </a:xfrm>
          <a:prstGeom prst="rect">
            <a:avLst/>
          </a:prstGeom>
        </p:spPr>
        <p:txBody>
          <a:bodyPr wrap="square">
            <a:spAutoFit/>
          </a:bodyPr>
          <a:lstStyle/>
          <a:p>
            <a:pPr marL="0" marR="0" lvl="0" indent="0" algn="ctr" defTabSz="1219108" rtl="0" eaLnBrk="1" fontAlgn="auto" latinLnBrk="0" hangingPunct="1">
              <a:lnSpc>
                <a:spcPct val="100000"/>
              </a:lnSpc>
              <a:spcBef>
                <a:spcPts val="0"/>
              </a:spcBef>
              <a:spcAft>
                <a:spcPts val="0"/>
              </a:spcAft>
              <a:buClrTx/>
              <a:buSzTx/>
              <a:buFontTx/>
              <a:buNone/>
              <a:tabLst/>
              <a:defRPr/>
            </a:pPr>
            <a:r>
              <a:rPr kumimoji="0" lang="en-US" altLang="zh-CN" sz="700" b="1" i="0" u="none" strike="noStrike" kern="1200" cap="none" spc="0" normalizeH="0" baseline="0" noProof="0">
                <a:ln>
                  <a:noFill/>
                </a:ln>
                <a:solidFill>
                  <a:srgbClr val="44546A"/>
                </a:solidFill>
                <a:effectLst/>
                <a:uLnTx/>
                <a:uFillTx/>
                <a:latin typeface="Boehringer Forward Text"/>
                <a:ea typeface="等线" panose="02010600030101010101" pitchFamily="2" charset="-122"/>
                <a:cs typeface="Calibri" panose="020F0502020204030204" pitchFamily="34" charset="0"/>
              </a:rPr>
              <a:t>Nov 2026</a:t>
            </a:r>
          </a:p>
        </p:txBody>
      </p:sp>
      <p:sp>
        <p:nvSpPr>
          <p:cNvPr id="4" name="OTLSHAPE_T_e17f3958430f4cff8650518c93c7635e_Shape">
            <a:extLst>
              <a:ext uri="{FF2B5EF4-FFF2-40B4-BE49-F238E27FC236}">
                <a16:creationId xmlns:a16="http://schemas.microsoft.com/office/drawing/2014/main" id="{18BA82CE-D009-6A7B-BD63-283578653D42}"/>
              </a:ext>
            </a:extLst>
          </p:cNvPr>
          <p:cNvSpPr/>
          <p:nvPr>
            <p:custDataLst>
              <p:tags r:id="rId7"/>
            </p:custDataLst>
          </p:nvPr>
        </p:nvSpPr>
        <p:spPr bwMode="auto">
          <a:xfrm>
            <a:off x="5072881" y="4500590"/>
            <a:ext cx="3260035" cy="1096361"/>
          </a:xfrm>
          <a:prstGeom prst="roundRect">
            <a:avLst/>
          </a:prstGeom>
          <a:solidFill>
            <a:srgbClr val="076D7E">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121920" tIns="60960" rIns="121920" bIns="60960" numCol="1" rtlCol="0" anchor="ctr" anchorCtr="0" compatLnSpc="1">
            <a:prstTxWarp prst="textNoShape">
              <a:avLst/>
            </a:prstTxWarp>
          </a:bodyPr>
          <a:lstStyle/>
          <a:p>
            <a:pPr marL="0" marR="0" lvl="0" indent="0" defTabSz="1219108" rtl="0" eaLnBrk="0" fontAlgn="base" latinLnBrk="0" hangingPunct="0">
              <a:lnSpc>
                <a:spcPct val="100000"/>
              </a:lnSpc>
              <a:spcBef>
                <a:spcPct val="0"/>
              </a:spcBef>
              <a:spcAft>
                <a:spcPct val="0"/>
              </a:spcAft>
              <a:buClrTx/>
              <a:buSzTx/>
              <a:buFontTx/>
              <a:buNone/>
              <a:tabLst/>
              <a:defRPr/>
            </a:pPr>
            <a:r>
              <a:rPr kumimoji="0" lang="en-US" altLang="zh-CN" sz="1000" b="1" i="0" u="none" strike="noStrike" kern="1200" cap="none" spc="0" normalizeH="0" baseline="0" noProof="0">
                <a:ln>
                  <a:noFill/>
                </a:ln>
                <a:solidFill>
                  <a:srgbClr val="000000"/>
                </a:solidFill>
                <a:effectLst/>
                <a:uLnTx/>
                <a:uFillTx/>
                <a:latin typeface="Boehringer Forward Text"/>
                <a:ea typeface="等线" panose="02010600030101010101" pitchFamily="2" charset="-122"/>
                <a:cs typeface="Calibri" panose="020F0502020204030204" pitchFamily="34" charset="0"/>
              </a:rPr>
              <a:t>Scenario 3 Not agree CTA </a:t>
            </a:r>
            <a:r>
              <a:rPr kumimoji="0" lang="en-US" altLang="zh-CN" sz="1000" i="0" u="none" strike="noStrike" kern="1200" cap="none" spc="0" normalizeH="0" baseline="0" noProof="0">
                <a:ln>
                  <a:noFill/>
                </a:ln>
                <a:solidFill>
                  <a:srgbClr val="000000"/>
                </a:solidFill>
                <a:effectLst/>
                <a:uLnTx/>
                <a:uFillTx/>
                <a:latin typeface="Boehringer Forward Text"/>
                <a:ea typeface="等线" panose="02010600030101010101" pitchFamily="2" charset="-122"/>
                <a:cs typeface="Calibri" panose="020F0502020204030204" pitchFamily="34" charset="0"/>
              </a:rPr>
              <a:t>(POS low) </a:t>
            </a:r>
          </a:p>
          <a:p>
            <a:pPr marL="171450" marR="0" lvl="0" indent="-171450" defTabSz="1219108" rtl="0" eaLnBrk="0" fontAlgn="base" latinLnBrk="0" hangingPunct="0">
              <a:lnSpc>
                <a:spcPct val="100000"/>
              </a:lnSpc>
              <a:spcBef>
                <a:spcPct val="0"/>
              </a:spcBef>
              <a:spcAft>
                <a:spcPct val="0"/>
              </a:spcAft>
              <a:buClrTx/>
              <a:buSzTx/>
              <a:buFont typeface="Arial" panose="020B0604020202020204" pitchFamily="34" charset="0"/>
              <a:buChar char="•"/>
              <a:tabLst/>
              <a:defRPr/>
            </a:pPr>
            <a:r>
              <a:rPr kumimoji="0" lang="en-US" altLang="zh-CN" sz="1000" i="0" u="none" strike="noStrike" kern="1200" cap="none" spc="0" normalizeH="0" baseline="0" noProof="0">
                <a:ln>
                  <a:noFill/>
                </a:ln>
                <a:effectLst/>
                <a:uLnTx/>
                <a:uFillTx/>
                <a:latin typeface="Boehringer Forward Text"/>
                <a:ea typeface="等线" panose="02010600030101010101" pitchFamily="2" charset="-122"/>
                <a:cs typeface="Calibri" panose="020F0502020204030204" pitchFamily="34" charset="0"/>
              </a:rPr>
              <a:t>Scientific rationale of the strategy</a:t>
            </a:r>
          </a:p>
          <a:p>
            <a:pPr marL="171450" marR="0" lvl="0" indent="-171450" defTabSz="1219108" rtl="0" eaLnBrk="0" fontAlgn="base" latinLnBrk="0" hangingPunct="0">
              <a:lnSpc>
                <a:spcPct val="100000"/>
              </a:lnSpc>
              <a:spcBef>
                <a:spcPct val="0"/>
              </a:spcBef>
              <a:spcAft>
                <a:spcPct val="0"/>
              </a:spcAft>
              <a:buClrTx/>
              <a:buSzTx/>
              <a:buFont typeface="Arial" panose="020B0604020202020204" pitchFamily="34" charset="0"/>
              <a:buChar char="•"/>
              <a:tabLst/>
              <a:defRPr/>
            </a:pPr>
            <a:r>
              <a:rPr lang="en-US" altLang="zh-CN" sz="1000">
                <a:latin typeface="Boehringer Forward Text"/>
                <a:ea typeface="等线" panose="02010600030101010101" pitchFamily="2" charset="-122"/>
                <a:cs typeface="Calibri" panose="020F0502020204030204" pitchFamily="34" charset="0"/>
              </a:rPr>
              <a:t>Statistical consideration</a:t>
            </a:r>
            <a:r>
              <a:rPr kumimoji="0" lang="en-US" altLang="zh-CN" sz="1000" i="0" u="none" strike="noStrike" kern="1200" cap="none" spc="0" normalizeH="0" baseline="0" noProof="0">
                <a:ln>
                  <a:noFill/>
                </a:ln>
                <a:effectLst/>
                <a:uLnTx/>
                <a:uFillTx/>
                <a:latin typeface="Boehringer Forward Text"/>
                <a:ea typeface="等线" panose="02010600030101010101" pitchFamily="2" charset="-122"/>
                <a:cs typeface="Calibri" panose="020F0502020204030204" pitchFamily="34" charset="0"/>
              </a:rPr>
              <a:t> </a:t>
            </a:r>
          </a:p>
        </p:txBody>
      </p:sp>
      <p:cxnSp>
        <p:nvCxnSpPr>
          <p:cNvPr id="42" name="直接箭头连接符 41">
            <a:extLst>
              <a:ext uri="{FF2B5EF4-FFF2-40B4-BE49-F238E27FC236}">
                <a16:creationId xmlns:a16="http://schemas.microsoft.com/office/drawing/2014/main" id="{E0F9E722-CF21-D198-00E6-55E163563E72}"/>
              </a:ext>
            </a:extLst>
          </p:cNvPr>
          <p:cNvCxnSpPr>
            <a:cxnSpLocks/>
          </p:cNvCxnSpPr>
          <p:nvPr/>
        </p:nvCxnSpPr>
        <p:spPr bwMode="gray">
          <a:xfrm>
            <a:off x="8315403" y="3316854"/>
            <a:ext cx="973376" cy="12924"/>
          </a:xfrm>
          <a:prstGeom prst="straightConnector1">
            <a:avLst/>
          </a:prstGeom>
          <a:ln w="6350">
            <a:solidFill>
              <a:srgbClr val="6AD2E2"/>
            </a:solidFill>
            <a:tailEnd type="triangle"/>
          </a:ln>
        </p:spPr>
        <p:style>
          <a:lnRef idx="1">
            <a:schemeClr val="accent1"/>
          </a:lnRef>
          <a:fillRef idx="0">
            <a:schemeClr val="accent1"/>
          </a:fillRef>
          <a:effectRef idx="0">
            <a:schemeClr val="accent1"/>
          </a:effectRef>
          <a:fontRef idx="minor">
            <a:schemeClr val="tx1"/>
          </a:fontRef>
        </p:style>
      </p:cxnSp>
      <p:cxnSp>
        <p:nvCxnSpPr>
          <p:cNvPr id="45" name="直接箭头连接符 44">
            <a:extLst>
              <a:ext uri="{FF2B5EF4-FFF2-40B4-BE49-F238E27FC236}">
                <a16:creationId xmlns:a16="http://schemas.microsoft.com/office/drawing/2014/main" id="{A3482069-5D09-A2D1-752B-7F18B9F5B962}"/>
              </a:ext>
            </a:extLst>
          </p:cNvPr>
          <p:cNvCxnSpPr>
            <a:cxnSpLocks/>
            <a:stCxn id="18" idx="3"/>
            <a:endCxn id="13" idx="1"/>
          </p:cNvCxnSpPr>
          <p:nvPr/>
        </p:nvCxnSpPr>
        <p:spPr bwMode="gray">
          <a:xfrm flipV="1">
            <a:off x="8324967" y="1718531"/>
            <a:ext cx="930347" cy="1585584"/>
          </a:xfrm>
          <a:prstGeom prst="straightConnector1">
            <a:avLst/>
          </a:prstGeom>
          <a:ln w="6350">
            <a:solidFill>
              <a:srgbClr val="6AD2E2"/>
            </a:solidFill>
            <a:tailEnd type="triangle"/>
          </a:ln>
        </p:spPr>
        <p:style>
          <a:lnRef idx="1">
            <a:schemeClr val="accent1"/>
          </a:lnRef>
          <a:fillRef idx="0">
            <a:schemeClr val="accent1"/>
          </a:fillRef>
          <a:effectRef idx="0">
            <a:schemeClr val="accent1"/>
          </a:effectRef>
          <a:fontRef idx="minor">
            <a:schemeClr val="tx1"/>
          </a:fontRef>
        </p:style>
      </p:cxnSp>
      <p:cxnSp>
        <p:nvCxnSpPr>
          <p:cNvPr id="52" name="直接箭头连接符 51">
            <a:extLst>
              <a:ext uri="{FF2B5EF4-FFF2-40B4-BE49-F238E27FC236}">
                <a16:creationId xmlns:a16="http://schemas.microsoft.com/office/drawing/2014/main" id="{E0DC3159-BD6C-3856-816A-8599A2D07188}"/>
              </a:ext>
            </a:extLst>
          </p:cNvPr>
          <p:cNvCxnSpPr>
            <a:cxnSpLocks/>
            <a:stCxn id="15" idx="3"/>
            <a:endCxn id="13" idx="1"/>
          </p:cNvCxnSpPr>
          <p:nvPr/>
        </p:nvCxnSpPr>
        <p:spPr bwMode="gray">
          <a:xfrm>
            <a:off x="8348867" y="1716201"/>
            <a:ext cx="906447" cy="2330"/>
          </a:xfrm>
          <a:prstGeom prst="straightConnector1">
            <a:avLst/>
          </a:prstGeom>
          <a:ln w="6350">
            <a:solidFill>
              <a:srgbClr val="6AD2E2"/>
            </a:solidFill>
            <a:tailEnd type="triangle"/>
          </a:ln>
        </p:spPr>
        <p:style>
          <a:lnRef idx="1">
            <a:schemeClr val="accent1"/>
          </a:lnRef>
          <a:fillRef idx="0">
            <a:schemeClr val="accent1"/>
          </a:fillRef>
          <a:effectRef idx="0">
            <a:schemeClr val="accent1"/>
          </a:effectRef>
          <a:fontRef idx="minor">
            <a:schemeClr val="tx1"/>
          </a:fontRef>
        </p:style>
      </p:cxnSp>
      <p:cxnSp>
        <p:nvCxnSpPr>
          <p:cNvPr id="57" name="直接箭头连接符 56">
            <a:extLst>
              <a:ext uri="{FF2B5EF4-FFF2-40B4-BE49-F238E27FC236}">
                <a16:creationId xmlns:a16="http://schemas.microsoft.com/office/drawing/2014/main" id="{C3EDE2E8-1C17-51D9-A9FE-11FC8FC9B8F0}"/>
              </a:ext>
            </a:extLst>
          </p:cNvPr>
          <p:cNvCxnSpPr>
            <a:cxnSpLocks/>
            <a:stCxn id="4" idx="3"/>
            <a:endCxn id="34" idx="1"/>
          </p:cNvCxnSpPr>
          <p:nvPr/>
        </p:nvCxnSpPr>
        <p:spPr bwMode="gray">
          <a:xfrm>
            <a:off x="8332916" y="5048771"/>
            <a:ext cx="989283" cy="12056"/>
          </a:xfrm>
          <a:prstGeom prst="straightConnector1">
            <a:avLst/>
          </a:prstGeom>
          <a:ln w="6350">
            <a:solidFill>
              <a:srgbClr val="6AD2E2"/>
            </a:solidFill>
            <a:tailEnd type="triangle"/>
          </a:ln>
        </p:spPr>
        <p:style>
          <a:lnRef idx="1">
            <a:schemeClr val="accent1"/>
          </a:lnRef>
          <a:fillRef idx="0">
            <a:schemeClr val="accent1"/>
          </a:fillRef>
          <a:effectRef idx="0">
            <a:schemeClr val="accent1"/>
          </a:effectRef>
          <a:fontRef idx="minor">
            <a:schemeClr val="tx1"/>
          </a:fontRef>
        </p:style>
      </p:cxnSp>
      <p:cxnSp>
        <p:nvCxnSpPr>
          <p:cNvPr id="60" name="直接箭头连接符 59">
            <a:extLst>
              <a:ext uri="{FF2B5EF4-FFF2-40B4-BE49-F238E27FC236}">
                <a16:creationId xmlns:a16="http://schemas.microsoft.com/office/drawing/2014/main" id="{EC6E8A7B-CB14-76B5-8F3F-2834A0C5D131}"/>
              </a:ext>
            </a:extLst>
          </p:cNvPr>
          <p:cNvCxnSpPr>
            <a:cxnSpLocks/>
            <a:endCxn id="35" idx="1"/>
          </p:cNvCxnSpPr>
          <p:nvPr/>
        </p:nvCxnSpPr>
        <p:spPr bwMode="gray">
          <a:xfrm flipV="1">
            <a:off x="8320993" y="3307259"/>
            <a:ext cx="977350" cy="1737760"/>
          </a:xfrm>
          <a:prstGeom prst="straightConnector1">
            <a:avLst/>
          </a:prstGeom>
          <a:ln w="6350">
            <a:solidFill>
              <a:srgbClr val="6AD2E2"/>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8423067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0FFD79-3C75-19D6-59B4-30DD649A4F2E}"/>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CE7E91E6-E9E7-B622-D6DB-FFBF051887DB}"/>
              </a:ext>
            </a:extLst>
          </p:cNvPr>
          <p:cNvSpPr>
            <a:spLocks noGrp="1"/>
          </p:cNvSpPr>
          <p:nvPr>
            <p:ph type="title"/>
          </p:nvPr>
        </p:nvSpPr>
        <p:spPr>
          <a:xfrm>
            <a:off x="416419" y="152778"/>
            <a:ext cx="11233151" cy="720000"/>
          </a:xfrm>
        </p:spPr>
        <p:txBody>
          <a:bodyPr/>
          <a:lstStyle/>
          <a:p>
            <a:r>
              <a:rPr lang="en-US" altLang="zh-CN" sz="2800">
                <a:solidFill>
                  <a:srgbClr val="08312A"/>
                </a:solidFill>
              </a:rPr>
              <a:t>Timeline Re-assessment – </a:t>
            </a:r>
            <a:r>
              <a:rPr lang="en-US" altLang="zh-CN" sz="2800" err="1">
                <a:solidFill>
                  <a:srgbClr val="08312A"/>
                </a:solidFill>
              </a:rPr>
              <a:t>PersisTENce</a:t>
            </a:r>
            <a:endParaRPr lang="zh-CN" altLang="en-US"/>
          </a:p>
        </p:txBody>
      </p:sp>
      <p:graphicFrame>
        <p:nvGraphicFramePr>
          <p:cNvPr id="7" name="表格 6">
            <a:extLst>
              <a:ext uri="{FF2B5EF4-FFF2-40B4-BE49-F238E27FC236}">
                <a16:creationId xmlns:a16="http://schemas.microsoft.com/office/drawing/2014/main" id="{7A1CA73C-3C45-1307-96DF-93502002DBC8}"/>
              </a:ext>
            </a:extLst>
          </p:cNvPr>
          <p:cNvGraphicFramePr>
            <a:graphicFrameLocks noGrp="1"/>
          </p:cNvGraphicFramePr>
          <p:nvPr/>
        </p:nvGraphicFramePr>
        <p:xfrm>
          <a:off x="794040" y="810295"/>
          <a:ext cx="10558544" cy="510540"/>
        </p:xfrm>
        <a:graphic>
          <a:graphicData uri="http://schemas.openxmlformats.org/drawingml/2006/table">
            <a:tbl>
              <a:tblPr firstRow="1" bandRow="1">
                <a:tableStyleId>{5C22544A-7EE6-4342-B048-85BDC9FD1C3A}</a:tableStyleId>
              </a:tblPr>
              <a:tblGrid>
                <a:gridCol w="659909">
                  <a:extLst>
                    <a:ext uri="{9D8B030D-6E8A-4147-A177-3AD203B41FA5}">
                      <a16:colId xmlns:a16="http://schemas.microsoft.com/office/drawing/2014/main" val="1502066311"/>
                    </a:ext>
                  </a:extLst>
                </a:gridCol>
                <a:gridCol w="659909">
                  <a:extLst>
                    <a:ext uri="{9D8B030D-6E8A-4147-A177-3AD203B41FA5}">
                      <a16:colId xmlns:a16="http://schemas.microsoft.com/office/drawing/2014/main" val="1078825649"/>
                    </a:ext>
                  </a:extLst>
                </a:gridCol>
                <a:gridCol w="659909">
                  <a:extLst>
                    <a:ext uri="{9D8B030D-6E8A-4147-A177-3AD203B41FA5}">
                      <a16:colId xmlns:a16="http://schemas.microsoft.com/office/drawing/2014/main" val="307221141"/>
                    </a:ext>
                  </a:extLst>
                </a:gridCol>
                <a:gridCol w="659909">
                  <a:extLst>
                    <a:ext uri="{9D8B030D-6E8A-4147-A177-3AD203B41FA5}">
                      <a16:colId xmlns:a16="http://schemas.microsoft.com/office/drawing/2014/main" val="4263978768"/>
                    </a:ext>
                  </a:extLst>
                </a:gridCol>
                <a:gridCol w="659909">
                  <a:extLst>
                    <a:ext uri="{9D8B030D-6E8A-4147-A177-3AD203B41FA5}">
                      <a16:colId xmlns:a16="http://schemas.microsoft.com/office/drawing/2014/main" val="2415447908"/>
                    </a:ext>
                  </a:extLst>
                </a:gridCol>
                <a:gridCol w="659909">
                  <a:extLst>
                    <a:ext uri="{9D8B030D-6E8A-4147-A177-3AD203B41FA5}">
                      <a16:colId xmlns:a16="http://schemas.microsoft.com/office/drawing/2014/main" val="457411630"/>
                    </a:ext>
                  </a:extLst>
                </a:gridCol>
                <a:gridCol w="659909">
                  <a:extLst>
                    <a:ext uri="{9D8B030D-6E8A-4147-A177-3AD203B41FA5}">
                      <a16:colId xmlns:a16="http://schemas.microsoft.com/office/drawing/2014/main" val="3912468353"/>
                    </a:ext>
                  </a:extLst>
                </a:gridCol>
                <a:gridCol w="659909">
                  <a:extLst>
                    <a:ext uri="{9D8B030D-6E8A-4147-A177-3AD203B41FA5}">
                      <a16:colId xmlns:a16="http://schemas.microsoft.com/office/drawing/2014/main" val="4023208423"/>
                    </a:ext>
                  </a:extLst>
                </a:gridCol>
                <a:gridCol w="659909">
                  <a:extLst>
                    <a:ext uri="{9D8B030D-6E8A-4147-A177-3AD203B41FA5}">
                      <a16:colId xmlns:a16="http://schemas.microsoft.com/office/drawing/2014/main" val="3166337906"/>
                    </a:ext>
                  </a:extLst>
                </a:gridCol>
                <a:gridCol w="659909">
                  <a:extLst>
                    <a:ext uri="{9D8B030D-6E8A-4147-A177-3AD203B41FA5}">
                      <a16:colId xmlns:a16="http://schemas.microsoft.com/office/drawing/2014/main" val="3573938434"/>
                    </a:ext>
                  </a:extLst>
                </a:gridCol>
                <a:gridCol w="659909">
                  <a:extLst>
                    <a:ext uri="{9D8B030D-6E8A-4147-A177-3AD203B41FA5}">
                      <a16:colId xmlns:a16="http://schemas.microsoft.com/office/drawing/2014/main" val="21364384"/>
                    </a:ext>
                  </a:extLst>
                </a:gridCol>
                <a:gridCol w="659909">
                  <a:extLst>
                    <a:ext uri="{9D8B030D-6E8A-4147-A177-3AD203B41FA5}">
                      <a16:colId xmlns:a16="http://schemas.microsoft.com/office/drawing/2014/main" val="3513749545"/>
                    </a:ext>
                  </a:extLst>
                </a:gridCol>
                <a:gridCol w="659909">
                  <a:extLst>
                    <a:ext uri="{9D8B030D-6E8A-4147-A177-3AD203B41FA5}">
                      <a16:colId xmlns:a16="http://schemas.microsoft.com/office/drawing/2014/main" val="2591754953"/>
                    </a:ext>
                  </a:extLst>
                </a:gridCol>
                <a:gridCol w="659909">
                  <a:extLst>
                    <a:ext uri="{9D8B030D-6E8A-4147-A177-3AD203B41FA5}">
                      <a16:colId xmlns:a16="http://schemas.microsoft.com/office/drawing/2014/main" val="3436882205"/>
                    </a:ext>
                  </a:extLst>
                </a:gridCol>
                <a:gridCol w="659909">
                  <a:extLst>
                    <a:ext uri="{9D8B030D-6E8A-4147-A177-3AD203B41FA5}">
                      <a16:colId xmlns:a16="http://schemas.microsoft.com/office/drawing/2014/main" val="1858644724"/>
                    </a:ext>
                  </a:extLst>
                </a:gridCol>
                <a:gridCol w="659909">
                  <a:extLst>
                    <a:ext uri="{9D8B030D-6E8A-4147-A177-3AD203B41FA5}">
                      <a16:colId xmlns:a16="http://schemas.microsoft.com/office/drawing/2014/main" val="3126517440"/>
                    </a:ext>
                  </a:extLst>
                </a:gridCol>
              </a:tblGrid>
              <a:tr h="200057">
                <a:tc gridSpan="4">
                  <a:txBody>
                    <a:bodyPr/>
                    <a:lstStyle/>
                    <a:p>
                      <a:pPr algn="ctr"/>
                      <a:r>
                        <a:rPr lang="en-US" altLang="zh-CN" sz="1050"/>
                        <a:t>2026</a:t>
                      </a:r>
                      <a:endParaRPr lang="zh-CN" altLang="en-US" sz="1050"/>
                    </a:p>
                  </a:txBody>
                  <a:tcPr anchor="ctr">
                    <a:solidFill>
                      <a:srgbClr val="06251F"/>
                    </a:solidFill>
                  </a:tcPr>
                </a:tc>
                <a:tc hMerge="1">
                  <a:txBody>
                    <a:bodyPr/>
                    <a:lstStyle/>
                    <a:p>
                      <a:endParaRPr lang="zh-CN" altLang="en-US"/>
                    </a:p>
                  </a:txBody>
                  <a:tcPr>
                    <a:solidFill>
                      <a:schemeClr val="accent2">
                        <a:lumMod val="75000"/>
                      </a:schemeClr>
                    </a:solidFill>
                  </a:tcPr>
                </a:tc>
                <a:tc hMerge="1">
                  <a:txBody>
                    <a:bodyPr/>
                    <a:lstStyle/>
                    <a:p>
                      <a:endParaRPr lang="zh-CN" altLang="en-US"/>
                    </a:p>
                  </a:txBody>
                  <a:tcPr>
                    <a:solidFill>
                      <a:schemeClr val="accent2">
                        <a:lumMod val="75000"/>
                      </a:schemeClr>
                    </a:solidFill>
                  </a:tcPr>
                </a:tc>
                <a:tc hMerge="1">
                  <a:txBody>
                    <a:bodyPr/>
                    <a:lstStyle/>
                    <a:p>
                      <a:endParaRPr lang="zh-CN" altLang="en-US"/>
                    </a:p>
                  </a:txBody>
                  <a:tcPr>
                    <a:solidFill>
                      <a:schemeClr val="accent2">
                        <a:lumMod val="75000"/>
                      </a:schemeClr>
                    </a:solidFill>
                  </a:tcPr>
                </a:tc>
                <a:tc gridSpan="4">
                  <a:txBody>
                    <a:bodyPr/>
                    <a:lstStyle/>
                    <a:p>
                      <a:pPr algn="ctr"/>
                      <a:r>
                        <a:rPr lang="en-US" altLang="zh-CN" sz="1050"/>
                        <a:t>2027</a:t>
                      </a:r>
                      <a:endParaRPr lang="zh-CN" altLang="en-US" sz="1050"/>
                    </a:p>
                  </a:txBody>
                  <a:tcPr anchor="ctr">
                    <a:solidFill>
                      <a:srgbClr val="06251F"/>
                    </a:solidFill>
                  </a:tcPr>
                </a:tc>
                <a:tc hMerge="1">
                  <a:txBody>
                    <a:bodyPr/>
                    <a:lstStyle/>
                    <a:p>
                      <a:endParaRPr lang="zh-CN" altLang="en-US"/>
                    </a:p>
                  </a:txBody>
                  <a:tcPr>
                    <a:solidFill>
                      <a:schemeClr val="accent2">
                        <a:lumMod val="75000"/>
                      </a:schemeClr>
                    </a:solidFill>
                  </a:tcPr>
                </a:tc>
                <a:tc hMerge="1">
                  <a:txBody>
                    <a:bodyPr/>
                    <a:lstStyle/>
                    <a:p>
                      <a:endParaRPr lang="zh-CN" altLang="en-US"/>
                    </a:p>
                  </a:txBody>
                  <a:tcPr>
                    <a:solidFill>
                      <a:schemeClr val="accent2">
                        <a:lumMod val="75000"/>
                      </a:schemeClr>
                    </a:solidFill>
                  </a:tcPr>
                </a:tc>
                <a:tc hMerge="1">
                  <a:txBody>
                    <a:bodyPr/>
                    <a:lstStyle/>
                    <a:p>
                      <a:endParaRPr lang="zh-CN" altLang="en-US"/>
                    </a:p>
                  </a:txBody>
                  <a:tcPr>
                    <a:solidFill>
                      <a:schemeClr val="accent2">
                        <a:lumMod val="75000"/>
                      </a:schemeClr>
                    </a:solidFill>
                  </a:tcPr>
                </a:tc>
                <a:tc gridSpan="4">
                  <a:txBody>
                    <a:bodyPr/>
                    <a:lstStyle/>
                    <a:p>
                      <a:pPr algn="ctr"/>
                      <a:r>
                        <a:rPr lang="en-US" altLang="zh-CN" sz="1050"/>
                        <a:t>2028</a:t>
                      </a:r>
                      <a:endParaRPr lang="zh-CN" altLang="en-US" sz="1050"/>
                    </a:p>
                  </a:txBody>
                  <a:tcPr anchor="ctr">
                    <a:solidFill>
                      <a:srgbClr val="06251F"/>
                    </a:solidFill>
                  </a:tcPr>
                </a:tc>
                <a:tc hMerge="1">
                  <a:txBody>
                    <a:bodyPr/>
                    <a:lstStyle/>
                    <a:p>
                      <a:endParaRPr lang="zh-CN" altLang="en-US"/>
                    </a:p>
                  </a:txBody>
                  <a:tcPr>
                    <a:solidFill>
                      <a:schemeClr val="accent2">
                        <a:lumMod val="75000"/>
                      </a:schemeClr>
                    </a:solidFill>
                  </a:tcPr>
                </a:tc>
                <a:tc hMerge="1">
                  <a:txBody>
                    <a:bodyPr/>
                    <a:lstStyle/>
                    <a:p>
                      <a:endParaRPr lang="zh-CN" altLang="en-US"/>
                    </a:p>
                  </a:txBody>
                  <a:tcPr>
                    <a:solidFill>
                      <a:schemeClr val="accent2">
                        <a:lumMod val="75000"/>
                      </a:schemeClr>
                    </a:solidFill>
                  </a:tcPr>
                </a:tc>
                <a:tc hMerge="1">
                  <a:txBody>
                    <a:bodyPr/>
                    <a:lstStyle/>
                    <a:p>
                      <a:endParaRPr lang="zh-CN" altLang="en-US"/>
                    </a:p>
                  </a:txBody>
                  <a:tcPr>
                    <a:solidFill>
                      <a:schemeClr val="accent2">
                        <a:lumMod val="75000"/>
                      </a:schemeClr>
                    </a:solidFill>
                  </a:tcPr>
                </a:tc>
                <a:tc gridSpan="4">
                  <a:txBody>
                    <a:bodyPr/>
                    <a:lstStyle/>
                    <a:p>
                      <a:pPr algn="ctr"/>
                      <a:r>
                        <a:rPr lang="en-US" altLang="zh-CN" sz="1050"/>
                        <a:t>2029</a:t>
                      </a:r>
                      <a:endParaRPr lang="zh-CN" altLang="en-US" sz="1050"/>
                    </a:p>
                  </a:txBody>
                  <a:tcPr anchor="ctr">
                    <a:solidFill>
                      <a:srgbClr val="06251F"/>
                    </a:solidFill>
                  </a:tcPr>
                </a:tc>
                <a:tc hMerge="1">
                  <a:txBody>
                    <a:bodyPr/>
                    <a:lstStyle/>
                    <a:p>
                      <a:endParaRPr lang="zh-CN" altLang="en-US"/>
                    </a:p>
                  </a:txBody>
                  <a:tcPr>
                    <a:solidFill>
                      <a:schemeClr val="accent2">
                        <a:lumMod val="75000"/>
                      </a:schemeClr>
                    </a:solidFill>
                  </a:tcPr>
                </a:tc>
                <a:tc hMerge="1">
                  <a:txBody>
                    <a:bodyPr/>
                    <a:lstStyle/>
                    <a:p>
                      <a:pPr algn="ctr"/>
                      <a:endParaRPr lang="zh-CN" altLang="en-US" sz="1050"/>
                    </a:p>
                  </a:txBody>
                  <a:tcPr anchor="ctr">
                    <a:solidFill>
                      <a:srgbClr val="06251F"/>
                    </a:solidFill>
                  </a:tcPr>
                </a:tc>
                <a:tc hMerge="1">
                  <a:txBody>
                    <a:bodyPr/>
                    <a:lstStyle/>
                    <a:p>
                      <a:endParaRPr lang="zh-CN" altLang="en-US"/>
                    </a:p>
                  </a:txBody>
                  <a:tcPr>
                    <a:solidFill>
                      <a:schemeClr val="accent2">
                        <a:lumMod val="75000"/>
                      </a:schemeClr>
                    </a:solidFill>
                  </a:tcPr>
                </a:tc>
                <a:extLst>
                  <a:ext uri="{0D108BD9-81ED-4DB2-BD59-A6C34878D82A}">
                    <a16:rowId xmlns:a16="http://schemas.microsoft.com/office/drawing/2014/main" val="2760742378"/>
                  </a:ext>
                </a:extLst>
              </a:tr>
              <a:tr h="200057">
                <a:tc>
                  <a:txBody>
                    <a:bodyPr/>
                    <a:lstStyle/>
                    <a:p>
                      <a:pPr algn="ctr"/>
                      <a:r>
                        <a:rPr lang="en-US" altLang="zh-CN" sz="1100"/>
                        <a:t>Q1</a:t>
                      </a:r>
                      <a:endParaRPr lang="zh-CN" altLang="en-US" sz="1100"/>
                    </a:p>
                  </a:txBody>
                  <a:tcPr anchor="ctr">
                    <a:solidFill>
                      <a:srgbClr val="00E47C"/>
                    </a:solidFill>
                  </a:tcPr>
                </a:tc>
                <a:tc>
                  <a:txBody>
                    <a:bodyPr/>
                    <a:lstStyle/>
                    <a:p>
                      <a:pPr algn="ctr"/>
                      <a:r>
                        <a:rPr lang="en-US" altLang="zh-CN" sz="1100"/>
                        <a:t>Q2</a:t>
                      </a:r>
                      <a:endParaRPr lang="zh-CN" altLang="en-US" sz="1100"/>
                    </a:p>
                  </a:txBody>
                  <a:tcPr anchor="ctr">
                    <a:solidFill>
                      <a:srgbClr val="00E47C"/>
                    </a:solidFill>
                  </a:tcPr>
                </a:tc>
                <a:tc>
                  <a:txBody>
                    <a:bodyPr/>
                    <a:lstStyle/>
                    <a:p>
                      <a:pPr algn="ctr"/>
                      <a:r>
                        <a:rPr lang="en-US" altLang="zh-CN" sz="1100"/>
                        <a:t>Q3</a:t>
                      </a:r>
                      <a:endParaRPr lang="zh-CN" altLang="en-US" sz="1100"/>
                    </a:p>
                  </a:txBody>
                  <a:tcPr anchor="ctr">
                    <a:solidFill>
                      <a:srgbClr val="00E47C"/>
                    </a:solidFill>
                  </a:tcPr>
                </a:tc>
                <a:tc>
                  <a:txBody>
                    <a:bodyPr/>
                    <a:lstStyle/>
                    <a:p>
                      <a:pPr algn="ctr"/>
                      <a:r>
                        <a:rPr lang="en-US" altLang="zh-CN" sz="1100"/>
                        <a:t>Q4</a:t>
                      </a:r>
                      <a:endParaRPr lang="zh-CN" altLang="en-US" sz="1100"/>
                    </a:p>
                  </a:txBody>
                  <a:tcPr anchor="ctr">
                    <a:solidFill>
                      <a:srgbClr val="00E47C"/>
                    </a:solidFill>
                  </a:tcPr>
                </a:tc>
                <a:tc>
                  <a:txBody>
                    <a:bodyPr/>
                    <a:lstStyle/>
                    <a:p>
                      <a:pPr algn="ctr"/>
                      <a:r>
                        <a:rPr lang="en-US" altLang="zh-CN" sz="1100"/>
                        <a:t>Q1</a:t>
                      </a:r>
                      <a:endParaRPr lang="zh-CN" altLang="en-US" sz="1100"/>
                    </a:p>
                  </a:txBody>
                  <a:tcPr anchor="ctr">
                    <a:solidFill>
                      <a:srgbClr val="00E47C"/>
                    </a:solidFill>
                  </a:tcPr>
                </a:tc>
                <a:tc>
                  <a:txBody>
                    <a:bodyPr/>
                    <a:lstStyle/>
                    <a:p>
                      <a:pPr algn="ctr"/>
                      <a:r>
                        <a:rPr lang="en-US" altLang="zh-CN" sz="1100"/>
                        <a:t>Q2</a:t>
                      </a:r>
                      <a:endParaRPr lang="zh-CN" altLang="en-US" sz="1100"/>
                    </a:p>
                  </a:txBody>
                  <a:tcPr anchor="ctr">
                    <a:solidFill>
                      <a:srgbClr val="00E47C"/>
                    </a:solidFill>
                  </a:tcPr>
                </a:tc>
                <a:tc>
                  <a:txBody>
                    <a:bodyPr/>
                    <a:lstStyle/>
                    <a:p>
                      <a:pPr algn="ctr"/>
                      <a:r>
                        <a:rPr lang="en-US" altLang="zh-CN" sz="1100"/>
                        <a:t>Q3</a:t>
                      </a:r>
                      <a:endParaRPr lang="zh-CN" altLang="en-US" sz="1100"/>
                    </a:p>
                  </a:txBody>
                  <a:tcPr anchor="ctr">
                    <a:solidFill>
                      <a:srgbClr val="00E47C"/>
                    </a:solidFill>
                  </a:tcPr>
                </a:tc>
                <a:tc>
                  <a:txBody>
                    <a:bodyPr/>
                    <a:lstStyle/>
                    <a:p>
                      <a:pPr algn="ctr"/>
                      <a:r>
                        <a:rPr lang="en-US" altLang="zh-CN" sz="1100"/>
                        <a:t>Q4</a:t>
                      </a:r>
                      <a:endParaRPr lang="zh-CN" altLang="en-US" sz="1100"/>
                    </a:p>
                  </a:txBody>
                  <a:tcPr anchor="ctr">
                    <a:solidFill>
                      <a:srgbClr val="00E47C"/>
                    </a:solidFill>
                  </a:tcPr>
                </a:tc>
                <a:tc>
                  <a:txBody>
                    <a:bodyPr/>
                    <a:lstStyle/>
                    <a:p>
                      <a:pPr algn="ctr"/>
                      <a:r>
                        <a:rPr lang="en-US" altLang="zh-CN" sz="1100"/>
                        <a:t>Q1</a:t>
                      </a:r>
                      <a:endParaRPr lang="zh-CN" altLang="en-US" sz="1100"/>
                    </a:p>
                  </a:txBody>
                  <a:tcPr anchor="ctr">
                    <a:solidFill>
                      <a:srgbClr val="00E47C"/>
                    </a:solidFill>
                  </a:tcPr>
                </a:tc>
                <a:tc>
                  <a:txBody>
                    <a:bodyPr/>
                    <a:lstStyle/>
                    <a:p>
                      <a:pPr algn="ctr"/>
                      <a:r>
                        <a:rPr lang="en-US" altLang="zh-CN" sz="1100"/>
                        <a:t>Q2</a:t>
                      </a:r>
                      <a:endParaRPr lang="zh-CN" altLang="en-US" sz="1100"/>
                    </a:p>
                  </a:txBody>
                  <a:tcPr anchor="ctr">
                    <a:solidFill>
                      <a:srgbClr val="00E47C"/>
                    </a:solidFill>
                  </a:tcPr>
                </a:tc>
                <a:tc>
                  <a:txBody>
                    <a:bodyPr/>
                    <a:lstStyle/>
                    <a:p>
                      <a:pPr algn="ctr"/>
                      <a:r>
                        <a:rPr lang="en-US" altLang="zh-CN" sz="1100"/>
                        <a:t>Q3</a:t>
                      </a:r>
                      <a:endParaRPr lang="zh-CN" altLang="en-US" sz="1100"/>
                    </a:p>
                  </a:txBody>
                  <a:tcPr anchor="ctr">
                    <a:solidFill>
                      <a:srgbClr val="00E47C"/>
                    </a:solidFill>
                  </a:tcPr>
                </a:tc>
                <a:tc>
                  <a:txBody>
                    <a:bodyPr/>
                    <a:lstStyle/>
                    <a:p>
                      <a:pPr algn="ctr"/>
                      <a:r>
                        <a:rPr lang="en-US" altLang="zh-CN" sz="1100"/>
                        <a:t>Q4</a:t>
                      </a:r>
                      <a:endParaRPr lang="zh-CN" altLang="en-US" sz="1100"/>
                    </a:p>
                  </a:txBody>
                  <a:tcPr anchor="ctr">
                    <a:solidFill>
                      <a:srgbClr val="00E47C"/>
                    </a:solidFill>
                  </a:tcPr>
                </a:tc>
                <a:tc>
                  <a:txBody>
                    <a:bodyPr/>
                    <a:lstStyle/>
                    <a:p>
                      <a:pPr algn="ctr"/>
                      <a:r>
                        <a:rPr lang="en-US" altLang="zh-CN" sz="1100"/>
                        <a:t>Q1</a:t>
                      </a:r>
                      <a:endParaRPr lang="zh-CN" altLang="en-US" sz="1100"/>
                    </a:p>
                  </a:txBody>
                  <a:tcPr anchor="ctr">
                    <a:solidFill>
                      <a:srgbClr val="00E47C"/>
                    </a:solidFill>
                  </a:tcPr>
                </a:tc>
                <a:tc>
                  <a:txBody>
                    <a:bodyPr/>
                    <a:lstStyle/>
                    <a:p>
                      <a:pPr algn="ctr"/>
                      <a:r>
                        <a:rPr lang="en-US" altLang="zh-CN" sz="1100"/>
                        <a:t>Q2</a:t>
                      </a:r>
                      <a:endParaRPr lang="zh-CN" altLang="en-US" sz="1100"/>
                    </a:p>
                  </a:txBody>
                  <a:tcPr anchor="ctr">
                    <a:solidFill>
                      <a:srgbClr val="00E47C"/>
                    </a:solidFill>
                  </a:tcPr>
                </a:tc>
                <a:tc>
                  <a:txBody>
                    <a:bodyPr/>
                    <a:lstStyle/>
                    <a:p>
                      <a:pPr algn="ctr"/>
                      <a:r>
                        <a:rPr lang="en-US" altLang="zh-CN" sz="1100"/>
                        <a:t>Q3</a:t>
                      </a:r>
                      <a:endParaRPr lang="zh-CN" altLang="en-US" sz="1100"/>
                    </a:p>
                  </a:txBody>
                  <a:tcPr anchor="ctr">
                    <a:solidFill>
                      <a:srgbClr val="00E47C"/>
                    </a:solidFill>
                  </a:tcPr>
                </a:tc>
                <a:tc>
                  <a:txBody>
                    <a:bodyPr/>
                    <a:lstStyle/>
                    <a:p>
                      <a:pPr algn="ctr"/>
                      <a:r>
                        <a:rPr lang="en-US" altLang="zh-CN" sz="1100"/>
                        <a:t>Q4</a:t>
                      </a:r>
                      <a:endParaRPr lang="zh-CN" altLang="en-US" sz="1100"/>
                    </a:p>
                  </a:txBody>
                  <a:tcPr anchor="ctr">
                    <a:solidFill>
                      <a:srgbClr val="00E47C"/>
                    </a:solidFill>
                  </a:tcPr>
                </a:tc>
                <a:extLst>
                  <a:ext uri="{0D108BD9-81ED-4DB2-BD59-A6C34878D82A}">
                    <a16:rowId xmlns:a16="http://schemas.microsoft.com/office/drawing/2014/main" val="3089569247"/>
                  </a:ext>
                </a:extLst>
              </a:tr>
            </a:tbl>
          </a:graphicData>
        </a:graphic>
      </p:graphicFrame>
      <p:cxnSp>
        <p:nvCxnSpPr>
          <p:cNvPr id="4" name="Straight Connector 51">
            <a:extLst>
              <a:ext uri="{FF2B5EF4-FFF2-40B4-BE49-F238E27FC236}">
                <a16:creationId xmlns:a16="http://schemas.microsoft.com/office/drawing/2014/main" id="{171834B6-2393-E073-4AEE-7CC45AB89D97}"/>
              </a:ext>
            </a:extLst>
          </p:cNvPr>
          <p:cNvCxnSpPr>
            <a:cxnSpLocks/>
          </p:cNvCxnSpPr>
          <p:nvPr/>
        </p:nvCxnSpPr>
        <p:spPr>
          <a:xfrm flipH="1">
            <a:off x="1645159" y="714279"/>
            <a:ext cx="3765" cy="5589784"/>
          </a:xfrm>
          <a:prstGeom prst="line">
            <a:avLst/>
          </a:prstGeom>
          <a:solidFill>
            <a:srgbClr val="00B050"/>
          </a:solidFill>
          <a:ln w="12700" cap="flat" cmpd="sng" algn="ctr">
            <a:solidFill>
              <a:srgbClr val="FF0000"/>
            </a:solidFill>
            <a:prstDash val="sysDot"/>
            <a:miter lim="800000"/>
          </a:ln>
          <a:effectLst/>
        </p:spPr>
      </p:cxnSp>
      <p:sp>
        <p:nvSpPr>
          <p:cNvPr id="9" name="TextBox 50">
            <a:extLst>
              <a:ext uri="{FF2B5EF4-FFF2-40B4-BE49-F238E27FC236}">
                <a16:creationId xmlns:a16="http://schemas.microsoft.com/office/drawing/2014/main" id="{E81FD3DD-2B00-3098-3777-86F30F13C109}"/>
              </a:ext>
            </a:extLst>
          </p:cNvPr>
          <p:cNvSpPr txBox="1"/>
          <p:nvPr/>
        </p:nvSpPr>
        <p:spPr>
          <a:xfrm>
            <a:off x="1507059" y="574424"/>
            <a:ext cx="277320" cy="139855"/>
          </a:xfrm>
          <a:prstGeom prst="rect">
            <a:avLst/>
          </a:prstGeom>
          <a:solidFill>
            <a:srgbClr val="00B050"/>
          </a:solidFill>
        </p:spPr>
        <p:txBody>
          <a:bodyPr wrap="none" lIns="0" tIns="0" rIns="0" bIns="0" rtlCol="0">
            <a:spAutoFit/>
          </a:bodyPr>
          <a:lstStyle/>
          <a:p>
            <a:pPr marL="0" marR="0" lvl="0" indent="0" algn="l" defTabSz="914128" rtl="0" eaLnBrk="1" fontAlgn="auto" latinLnBrk="0" hangingPunct="1">
              <a:lnSpc>
                <a:spcPct val="100000"/>
              </a:lnSpc>
              <a:spcBef>
                <a:spcPts val="0"/>
              </a:spcBef>
              <a:spcAft>
                <a:spcPts val="0"/>
              </a:spcAft>
              <a:buClrTx/>
              <a:buSzTx/>
              <a:buFontTx/>
              <a:buNone/>
              <a:tabLst/>
              <a:defRPr/>
            </a:pPr>
            <a:r>
              <a:rPr kumimoji="0" lang="en-US" altLang="zh-CN" sz="900" b="1" i="0" u="none" strike="noStrike" kern="0" cap="none" spc="0" normalizeH="0" baseline="0" noProof="0">
                <a:ln>
                  <a:noFill/>
                </a:ln>
                <a:solidFill>
                  <a:srgbClr val="FFFFFF"/>
                </a:solidFill>
                <a:effectLst/>
                <a:highlight>
                  <a:srgbClr val="FF0000"/>
                </a:highlight>
                <a:uLnTx/>
                <a:uFillTx/>
                <a:latin typeface="BoehringerForward Text"/>
                <a:ea typeface="黑体"/>
                <a:cs typeface="+mn-cs"/>
                <a:sym typeface="+mn-lt"/>
              </a:rPr>
              <a:t>today</a:t>
            </a:r>
            <a:endParaRPr kumimoji="0" lang="zh-CN" altLang="en-US" sz="900" b="1" i="0" u="none" strike="noStrike" kern="0" cap="none" spc="0" normalizeH="0" baseline="0" noProof="0">
              <a:ln>
                <a:noFill/>
              </a:ln>
              <a:solidFill>
                <a:srgbClr val="FFFFFF"/>
              </a:solidFill>
              <a:effectLst/>
              <a:highlight>
                <a:srgbClr val="FF0000"/>
              </a:highlight>
              <a:uLnTx/>
              <a:uFillTx/>
              <a:latin typeface="BoehringerForward Text"/>
              <a:ea typeface="黑体"/>
              <a:cs typeface="+mn-cs"/>
              <a:sym typeface="+mn-lt"/>
            </a:endParaRPr>
          </a:p>
        </p:txBody>
      </p:sp>
      <p:sp>
        <p:nvSpPr>
          <p:cNvPr id="12" name="OTLSHAPE_T_e17f3958430f4cff8650518c93c7635e_Shape">
            <a:extLst>
              <a:ext uri="{FF2B5EF4-FFF2-40B4-BE49-F238E27FC236}">
                <a16:creationId xmlns:a16="http://schemas.microsoft.com/office/drawing/2014/main" id="{ACEADEB4-0743-7F8E-C821-6E65235B5740}"/>
              </a:ext>
            </a:extLst>
          </p:cNvPr>
          <p:cNvSpPr/>
          <p:nvPr>
            <p:custDataLst>
              <p:tags r:id="rId1"/>
            </p:custDataLst>
          </p:nvPr>
        </p:nvSpPr>
        <p:spPr bwMode="auto">
          <a:xfrm>
            <a:off x="1454944" y="3215754"/>
            <a:ext cx="1104490" cy="227106"/>
          </a:xfrm>
          <a:prstGeom prst="roundRect">
            <a:avLst/>
          </a:prstGeom>
          <a:solidFill>
            <a:srgbClr val="FFC000">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121920" tIns="60960" rIns="121920" bIns="60960" numCol="1" rtlCol="0" anchor="ctr" anchorCtr="0" compatLnSpc="1">
            <a:prstTxWarp prst="textNoShape">
              <a:avLst/>
            </a:prstTxWarp>
          </a:bodyPr>
          <a:lstStyle/>
          <a:p>
            <a:pPr lvl="0" algn="ctr" defTabSz="1219108" eaLnBrk="0" fontAlgn="base" hangingPunct="0">
              <a:spcBef>
                <a:spcPct val="0"/>
              </a:spcBef>
              <a:spcAft>
                <a:spcPct val="0"/>
              </a:spcAft>
              <a:defRPr/>
            </a:pPr>
            <a:r>
              <a:rPr lang="en-US" altLang="zh-CN" sz="700" b="1">
                <a:solidFill>
                  <a:srgbClr val="000000"/>
                </a:solidFill>
                <a:ea typeface="等线" panose="02010600030101010101" pitchFamily="2" charset="-122"/>
                <a:cs typeface="Calibri" panose="020F0502020204030204" pitchFamily="34" charset="0"/>
              </a:rPr>
              <a:t>CO frontloading activity</a:t>
            </a:r>
            <a:endParaRPr lang="zh-CN" altLang="en-US" sz="700" b="1">
              <a:solidFill>
                <a:srgbClr val="000000"/>
              </a:solidFill>
              <a:ea typeface="等线" panose="02010600030101010101" pitchFamily="2" charset="-122"/>
              <a:cs typeface="Calibri" panose="020F0502020204030204" pitchFamily="34" charset="0"/>
            </a:endParaRPr>
          </a:p>
        </p:txBody>
      </p:sp>
      <p:sp>
        <p:nvSpPr>
          <p:cNvPr id="18" name="OTLSHAPE_T_e17f3958430f4cff8650518c93c7635e_Shape">
            <a:extLst>
              <a:ext uri="{FF2B5EF4-FFF2-40B4-BE49-F238E27FC236}">
                <a16:creationId xmlns:a16="http://schemas.microsoft.com/office/drawing/2014/main" id="{AC738E5D-623F-6359-FEDA-5A01614EFE0F}"/>
              </a:ext>
            </a:extLst>
          </p:cNvPr>
          <p:cNvSpPr/>
          <p:nvPr>
            <p:custDataLst>
              <p:tags r:id="rId2"/>
            </p:custDataLst>
          </p:nvPr>
        </p:nvSpPr>
        <p:spPr bwMode="auto">
          <a:xfrm>
            <a:off x="3202444" y="3191689"/>
            <a:ext cx="1995704" cy="237311"/>
          </a:xfrm>
          <a:prstGeom prst="roundRect">
            <a:avLst/>
          </a:prstGeom>
          <a:solidFill>
            <a:srgbClr val="076D7E">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121920" tIns="60960" rIns="121920" bIns="60960" numCol="1" rtlCol="0" anchor="ctr" anchorCtr="0" compatLnSpc="1">
            <a:prstTxWarp prst="textNoShape">
              <a:avLst/>
            </a:prstTxWarp>
          </a:bodyPr>
          <a:lstStyle/>
          <a:p>
            <a:pPr marL="0" marR="0" lvl="0" indent="0" algn="ctr" defTabSz="1219108" rtl="0" eaLnBrk="1" fontAlgn="auto" latinLnBrk="0" hangingPunct="1">
              <a:lnSpc>
                <a:spcPct val="100000"/>
              </a:lnSpc>
              <a:spcBef>
                <a:spcPts val="0"/>
              </a:spcBef>
              <a:spcAft>
                <a:spcPts val="0"/>
              </a:spcAft>
              <a:buClrTx/>
              <a:buSzTx/>
              <a:buFontTx/>
              <a:buNone/>
              <a:tabLst/>
              <a:defRPr/>
            </a:pPr>
            <a:r>
              <a:rPr kumimoji="0" lang="en-US" altLang="zh-CN" sz="700" b="1" i="0" u="none" strike="noStrike" kern="1200" cap="none" spc="0" normalizeH="0" baseline="0" noProof="0">
                <a:ln>
                  <a:noFill/>
                </a:ln>
                <a:solidFill>
                  <a:prstClr val="black"/>
                </a:solidFill>
                <a:effectLst/>
                <a:uLnTx/>
                <a:uFillTx/>
                <a:latin typeface="Boehringer Forward Text"/>
                <a:ea typeface="等线" panose="02010600030101010101" pitchFamily="2" charset="-122"/>
                <a:cs typeface="Calibri" panose="020F0502020204030204" pitchFamily="34" charset="0"/>
              </a:rPr>
              <a:t> N=200 (9 M)</a:t>
            </a:r>
          </a:p>
        </p:txBody>
      </p:sp>
      <p:sp>
        <p:nvSpPr>
          <p:cNvPr id="19" name="Rectangle 77">
            <a:extLst>
              <a:ext uri="{FF2B5EF4-FFF2-40B4-BE49-F238E27FC236}">
                <a16:creationId xmlns:a16="http://schemas.microsoft.com/office/drawing/2014/main" id="{472311B9-2F6B-5087-876D-98D8031A5C2C}"/>
              </a:ext>
            </a:extLst>
          </p:cNvPr>
          <p:cNvSpPr/>
          <p:nvPr/>
        </p:nvSpPr>
        <p:spPr>
          <a:xfrm>
            <a:off x="2919957" y="3698233"/>
            <a:ext cx="626660" cy="307777"/>
          </a:xfrm>
          <a:prstGeom prst="rect">
            <a:avLst/>
          </a:prstGeom>
        </p:spPr>
        <p:txBody>
          <a:bodyPr wrap="square" lIns="91440" tIns="45720" rIns="91440" bIns="45720" anchor="t">
            <a:spAutoFit/>
          </a:bodyPr>
          <a:lstStyle/>
          <a:p>
            <a:pPr marL="0" marR="0" lvl="0" indent="0" algn="ctr" defTabSz="1219108" rtl="0" eaLnBrk="1" fontAlgn="auto" latinLnBrk="0" hangingPunct="1">
              <a:lnSpc>
                <a:spcPct val="100000"/>
              </a:lnSpc>
              <a:spcBef>
                <a:spcPts val="0"/>
              </a:spcBef>
              <a:spcAft>
                <a:spcPts val="0"/>
              </a:spcAft>
              <a:buClrTx/>
              <a:buSzTx/>
              <a:buFontTx/>
              <a:buNone/>
              <a:tabLst/>
              <a:defRPr/>
            </a:pPr>
            <a:r>
              <a:rPr kumimoji="0" lang="en-US" altLang="zh-CN" sz="700" b="1" i="0" u="none" strike="noStrike" kern="1200" cap="none" spc="0" normalizeH="0" baseline="0" noProof="0" err="1">
                <a:ln>
                  <a:noFill/>
                </a:ln>
                <a:solidFill>
                  <a:srgbClr val="44546A"/>
                </a:solidFill>
                <a:effectLst/>
                <a:uLnTx/>
                <a:uFillTx/>
                <a:latin typeface="Boehringer Forward Text"/>
                <a:ea typeface="等线" panose="02010600030101010101" pitchFamily="2" charset="-122"/>
                <a:cs typeface="Calibri" panose="020F0502020204030204" pitchFamily="34" charset="0"/>
              </a:rPr>
              <a:t>fSIV</a:t>
            </a:r>
            <a:endParaRPr kumimoji="0" lang="en-US" altLang="zh-CN" sz="700" b="1" i="0" u="none" strike="noStrike" kern="1200" cap="none" spc="0" normalizeH="0" baseline="0" noProof="0">
              <a:ln>
                <a:noFill/>
              </a:ln>
              <a:solidFill>
                <a:srgbClr val="44546A"/>
              </a:solidFill>
              <a:effectLst/>
              <a:uLnTx/>
              <a:uFillTx/>
              <a:latin typeface="Boehringer Forward Text"/>
              <a:ea typeface="等线" panose="02010600030101010101" pitchFamily="2" charset="-122"/>
              <a:cs typeface="Calibri" panose="020F0502020204030204" pitchFamily="34" charset="0"/>
            </a:endParaRPr>
          </a:p>
          <a:p>
            <a:pPr marL="0" marR="0" lvl="0" indent="0" algn="ctr" defTabSz="1219108" rtl="0" eaLnBrk="1" fontAlgn="auto" latinLnBrk="0" hangingPunct="1">
              <a:lnSpc>
                <a:spcPct val="100000"/>
              </a:lnSpc>
              <a:spcBef>
                <a:spcPts val="0"/>
              </a:spcBef>
              <a:spcAft>
                <a:spcPts val="0"/>
              </a:spcAft>
              <a:buClrTx/>
              <a:buSzTx/>
              <a:buFontTx/>
              <a:buNone/>
              <a:tabLst/>
              <a:defRPr/>
            </a:pPr>
            <a:r>
              <a:rPr lang="en-US" altLang="zh-CN" sz="700" b="1">
                <a:solidFill>
                  <a:srgbClr val="44546A"/>
                </a:solidFill>
                <a:latin typeface="Boehringer Forward Text"/>
                <a:ea typeface="等线"/>
                <a:cs typeface="Calibri"/>
              </a:rPr>
              <a:t>Nov</a:t>
            </a:r>
            <a:r>
              <a:rPr kumimoji="0" lang="en-US" altLang="zh-CN" sz="700" b="1" i="0" u="none" strike="noStrike" kern="1200" cap="none" spc="0" normalizeH="0" baseline="0" noProof="0">
                <a:ln>
                  <a:noFill/>
                </a:ln>
                <a:solidFill>
                  <a:srgbClr val="44546A"/>
                </a:solidFill>
                <a:effectLst/>
                <a:uLnTx/>
                <a:uFillTx/>
                <a:latin typeface="Boehringer Forward Text"/>
                <a:ea typeface="等线"/>
                <a:cs typeface="Calibri"/>
              </a:rPr>
              <a:t> 2026</a:t>
            </a:r>
            <a:endParaRPr lang="en-US" altLang="zh-CN" sz="700" b="1" i="0" u="none" strike="noStrike" kern="1200" cap="none" spc="0" normalizeH="0" baseline="0" noProof="0">
              <a:ln>
                <a:noFill/>
              </a:ln>
              <a:solidFill>
                <a:srgbClr val="44546A"/>
              </a:solidFill>
              <a:effectLst/>
              <a:uLnTx/>
              <a:uFillTx/>
              <a:latin typeface="Boehringer Forward Text"/>
              <a:ea typeface="等线"/>
              <a:cs typeface="Calibri"/>
            </a:endParaRPr>
          </a:p>
        </p:txBody>
      </p:sp>
      <p:sp>
        <p:nvSpPr>
          <p:cNvPr id="20" name="OTLSHAPE_T_5a934a26f311425e8ebaa0f45e6533ad_Shape">
            <a:extLst>
              <a:ext uri="{FF2B5EF4-FFF2-40B4-BE49-F238E27FC236}">
                <a16:creationId xmlns:a16="http://schemas.microsoft.com/office/drawing/2014/main" id="{945FF41E-B8BB-CAFD-D3F5-B0C5C5D8FB81}"/>
              </a:ext>
            </a:extLst>
          </p:cNvPr>
          <p:cNvSpPr/>
          <p:nvPr>
            <p:custDataLst>
              <p:tags r:id="rId3"/>
            </p:custDataLst>
          </p:nvPr>
        </p:nvSpPr>
        <p:spPr bwMode="auto">
          <a:xfrm>
            <a:off x="5195201" y="3205363"/>
            <a:ext cx="571497" cy="231372"/>
          </a:xfrm>
          <a:prstGeom prst="roundRect">
            <a:avLst/>
          </a:prstGeom>
          <a:pattFill prst="pct25">
            <a:fgClr>
              <a:srgbClr val="1AAA42"/>
            </a:fgClr>
            <a:bgClr>
              <a:schemeClr val="bg1"/>
            </a:bgClr>
          </a:patt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91440" tIns="45720" rIns="91440" bIns="45720" numCol="1" rtlCol="0" anchor="t" anchorCtr="0" compatLnSpc="1">
            <a:prstTxWarp prst="textNoShape">
              <a:avLst/>
            </a:prstTxWarp>
          </a:bodyP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altLang="zh-CN" sz="933" b="1" i="0" u="none" strike="noStrike" kern="1200" cap="none" spc="-7" normalizeH="0" baseline="0" noProof="0">
              <a:ln>
                <a:noFill/>
              </a:ln>
              <a:solidFill>
                <a:srgbClr val="000000"/>
              </a:solidFill>
              <a:effectLst/>
              <a:uLnTx/>
              <a:uFillTx/>
              <a:latin typeface="Boehringer Forward Text"/>
              <a:ea typeface="等线" panose="02010600030101010101" pitchFamily="2" charset="-122"/>
              <a:cs typeface="+mn-cs"/>
            </a:endParaRPr>
          </a:p>
        </p:txBody>
      </p:sp>
      <p:sp>
        <p:nvSpPr>
          <p:cNvPr id="21" name="OTLSHAPE_T_5a934a26f311425e8ebaa0f45e6533ad_Shape">
            <a:extLst>
              <a:ext uri="{FF2B5EF4-FFF2-40B4-BE49-F238E27FC236}">
                <a16:creationId xmlns:a16="http://schemas.microsoft.com/office/drawing/2014/main" id="{A97F404D-633C-9D15-8D85-CC7AC3BE9AEF}"/>
              </a:ext>
            </a:extLst>
          </p:cNvPr>
          <p:cNvSpPr/>
          <p:nvPr>
            <p:custDataLst>
              <p:tags r:id="rId4"/>
            </p:custDataLst>
          </p:nvPr>
        </p:nvSpPr>
        <p:spPr bwMode="auto">
          <a:xfrm>
            <a:off x="5766698" y="3203366"/>
            <a:ext cx="620549" cy="233370"/>
          </a:xfrm>
          <a:prstGeom prst="roundRect">
            <a:avLst/>
          </a:prstGeom>
          <a:solidFill>
            <a:schemeClr val="accent6">
              <a:lumMod val="60000"/>
              <a:lumOff val="40000"/>
            </a:scheme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91440" tIns="45720" rIns="91440" bIns="45720" numCol="1" rtlCol="0" anchor="t" anchorCtr="0" compatLnSpc="1">
            <a:prstTxWarp prst="textNoShape">
              <a:avLst/>
            </a:prstTxWarp>
          </a:bodyP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altLang="zh-CN" sz="933" b="1" i="0" u="none" strike="noStrike" kern="1200" cap="none" spc="-7" normalizeH="0" baseline="0" noProof="0">
              <a:ln>
                <a:noFill/>
              </a:ln>
              <a:solidFill>
                <a:srgbClr val="000000"/>
              </a:solidFill>
              <a:effectLst/>
              <a:uLnTx/>
              <a:uFillTx/>
              <a:latin typeface="Boehringer Forward Text"/>
              <a:ea typeface="等线" panose="02010600030101010101" pitchFamily="2" charset="-122"/>
              <a:cs typeface="+mn-cs"/>
            </a:endParaRPr>
          </a:p>
        </p:txBody>
      </p:sp>
      <p:sp>
        <p:nvSpPr>
          <p:cNvPr id="22" name="Rectangle 55">
            <a:extLst>
              <a:ext uri="{FF2B5EF4-FFF2-40B4-BE49-F238E27FC236}">
                <a16:creationId xmlns:a16="http://schemas.microsoft.com/office/drawing/2014/main" id="{7549A870-1068-B052-E48D-AC93DAB93662}"/>
              </a:ext>
            </a:extLst>
          </p:cNvPr>
          <p:cNvSpPr/>
          <p:nvPr/>
        </p:nvSpPr>
        <p:spPr>
          <a:xfrm>
            <a:off x="6558307" y="3512474"/>
            <a:ext cx="590225" cy="307777"/>
          </a:xfrm>
          <a:prstGeom prst="rect">
            <a:avLst/>
          </a:prstGeom>
        </p:spPr>
        <p:txBody>
          <a:bodyPr wrap="none" lIns="91440" tIns="45720" rIns="91440" bIns="45720" anchor="t">
            <a:spAutoFit/>
          </a:bodyPr>
          <a:lstStyle/>
          <a:p>
            <a:pPr marL="0" marR="0" lvl="0" indent="0" algn="ctr" defTabSz="1219108" rtl="0" eaLnBrk="1" fontAlgn="auto" latinLnBrk="0" hangingPunct="1">
              <a:lnSpc>
                <a:spcPct val="100000"/>
              </a:lnSpc>
              <a:spcBef>
                <a:spcPts val="0"/>
              </a:spcBef>
              <a:spcAft>
                <a:spcPts val="0"/>
              </a:spcAft>
              <a:buClrTx/>
              <a:buSzTx/>
              <a:buFontTx/>
              <a:buNone/>
              <a:tabLst/>
              <a:defRPr/>
            </a:pPr>
            <a:r>
              <a:rPr kumimoji="0" lang="en-US" altLang="zh-CN" sz="700" b="1" i="0" u="none" strike="noStrike" kern="1200" cap="none" spc="0" normalizeH="0" baseline="0" noProof="0">
                <a:ln>
                  <a:noFill/>
                </a:ln>
                <a:solidFill>
                  <a:srgbClr val="44546A"/>
                </a:solidFill>
                <a:effectLst/>
                <a:uLnTx/>
                <a:uFillTx/>
                <a:latin typeface="Boehringer Forward Text"/>
                <a:ea typeface="等线" panose="02010600030101010101" pitchFamily="2" charset="-122"/>
                <a:cs typeface="Calibri" panose="020F0502020204030204" pitchFamily="34" charset="0"/>
              </a:rPr>
              <a:t>NDA sub.</a:t>
            </a:r>
          </a:p>
          <a:p>
            <a:pPr marL="0" marR="0" lvl="0" indent="0" algn="ctr" defTabSz="1219108" rtl="0" eaLnBrk="1" fontAlgn="auto" latinLnBrk="0" hangingPunct="1">
              <a:lnSpc>
                <a:spcPct val="100000"/>
              </a:lnSpc>
              <a:spcBef>
                <a:spcPts val="0"/>
              </a:spcBef>
              <a:spcAft>
                <a:spcPts val="0"/>
              </a:spcAft>
              <a:buClrTx/>
              <a:buSzTx/>
              <a:buFontTx/>
              <a:buNone/>
              <a:tabLst/>
              <a:defRPr/>
            </a:pPr>
            <a:r>
              <a:rPr lang="en-US" altLang="zh-CN" sz="700" b="1">
                <a:solidFill>
                  <a:srgbClr val="44546A"/>
                </a:solidFill>
                <a:latin typeface="Boehringer Forward Text"/>
                <a:ea typeface="等线"/>
                <a:cs typeface="Calibri"/>
              </a:rPr>
              <a:t>Apr</a:t>
            </a:r>
            <a:r>
              <a:rPr kumimoji="0" lang="en-US" altLang="zh-CN" sz="700" b="1" i="0" u="none" strike="noStrike" kern="1200" cap="none" spc="0" normalizeH="0" baseline="0" noProof="0">
                <a:ln>
                  <a:noFill/>
                </a:ln>
                <a:solidFill>
                  <a:srgbClr val="44546A"/>
                </a:solidFill>
                <a:effectLst/>
                <a:uLnTx/>
                <a:uFillTx/>
                <a:latin typeface="Boehringer Forward Text"/>
                <a:ea typeface="等线"/>
                <a:cs typeface="Calibri"/>
              </a:rPr>
              <a:t> 2028</a:t>
            </a:r>
            <a:endParaRPr kumimoji="0" lang="zh-CN" altLang="en-US" sz="700" b="1" i="0" u="none" strike="noStrike" kern="1200" cap="none" spc="0" normalizeH="0" baseline="0" noProof="0">
              <a:ln>
                <a:noFill/>
              </a:ln>
              <a:solidFill>
                <a:srgbClr val="44546A"/>
              </a:solidFill>
              <a:effectLst/>
              <a:uLnTx/>
              <a:uFillTx/>
              <a:latin typeface="Boehringer Forward Text"/>
              <a:ea typeface="等线"/>
              <a:cs typeface="Calibri"/>
            </a:endParaRPr>
          </a:p>
        </p:txBody>
      </p:sp>
      <p:sp>
        <p:nvSpPr>
          <p:cNvPr id="23" name="五角星 55">
            <a:extLst>
              <a:ext uri="{FF2B5EF4-FFF2-40B4-BE49-F238E27FC236}">
                <a16:creationId xmlns:a16="http://schemas.microsoft.com/office/drawing/2014/main" id="{47473262-DCD6-385B-CBD8-4DDD9272C75F}"/>
              </a:ext>
            </a:extLst>
          </p:cNvPr>
          <p:cNvSpPr>
            <a:spLocks/>
          </p:cNvSpPr>
          <p:nvPr/>
        </p:nvSpPr>
        <p:spPr bwMode="auto">
          <a:xfrm>
            <a:off x="6775595" y="3298859"/>
            <a:ext cx="144001" cy="144000"/>
          </a:xfrm>
          <a:prstGeom prst="star5">
            <a:avLst/>
          </a:prstGeom>
          <a:solidFill>
            <a:srgbClr val="C00000"/>
          </a:solidFill>
          <a:ln w="9525" cap="flat" cmpd="sng" algn="ctr">
            <a:solidFill>
              <a:srgbClr val="C00000"/>
            </a:solidFill>
            <a:prstDash val="solid"/>
            <a:round/>
            <a:headEnd type="none" w="med" len="med"/>
            <a:tailEnd type="none" w="med" len="med"/>
          </a:ln>
          <a:effectLst/>
        </p:spPr>
        <p:txBody>
          <a:bodyPr lIns="0" tIns="0" rIns="0" bIns="0" anchor="ctr"/>
          <a:lstStyle/>
          <a:p>
            <a:pPr marL="0" marR="0" lvl="0" indent="0" algn="l" defTabSz="914377" rtl="0" eaLnBrk="0" fontAlgn="auto" latinLnBrk="0" hangingPunct="0">
              <a:lnSpc>
                <a:spcPct val="100000"/>
              </a:lnSpc>
              <a:spcBef>
                <a:spcPts val="0"/>
              </a:spcBef>
              <a:spcAft>
                <a:spcPts val="0"/>
              </a:spcAft>
              <a:buClrTx/>
              <a:buSzTx/>
              <a:buFontTx/>
              <a:buNone/>
              <a:tabLst/>
              <a:defRPr/>
            </a:pPr>
            <a:endParaRPr kumimoji="0" lang="zh-CN" altLang="en-US" sz="1067" b="0" i="0" u="none" strike="noStrike" kern="1200" cap="none" spc="0" normalizeH="0" baseline="0" noProof="0">
              <a:ln>
                <a:noFill/>
              </a:ln>
              <a:solidFill>
                <a:srgbClr val="FF0000"/>
              </a:solidFill>
              <a:effectLst/>
              <a:uLnTx/>
              <a:uFillTx/>
              <a:latin typeface="Boehringer Forward Text"/>
              <a:ea typeface="等线" panose="02010600030101010101" pitchFamily="2" charset="-122"/>
              <a:cs typeface="+mn-cs"/>
            </a:endParaRPr>
          </a:p>
        </p:txBody>
      </p:sp>
      <p:sp>
        <p:nvSpPr>
          <p:cNvPr id="24" name="Rectangle 55">
            <a:extLst>
              <a:ext uri="{FF2B5EF4-FFF2-40B4-BE49-F238E27FC236}">
                <a16:creationId xmlns:a16="http://schemas.microsoft.com/office/drawing/2014/main" id="{BEBD0F94-E931-2ADF-DCB3-75DAFA6C12D3}"/>
              </a:ext>
            </a:extLst>
          </p:cNvPr>
          <p:cNvSpPr/>
          <p:nvPr/>
        </p:nvSpPr>
        <p:spPr>
          <a:xfrm>
            <a:off x="9299618" y="3527971"/>
            <a:ext cx="609462" cy="307777"/>
          </a:xfrm>
          <a:prstGeom prst="rect">
            <a:avLst/>
          </a:prstGeom>
        </p:spPr>
        <p:txBody>
          <a:bodyPr wrap="none" lIns="91440" tIns="45720" rIns="91440" bIns="45720" anchor="t">
            <a:spAutoFit/>
          </a:bodyPr>
          <a:lstStyle/>
          <a:p>
            <a:pPr marL="0" marR="0" lvl="0" indent="0" algn="ctr" defTabSz="1219108" rtl="0" eaLnBrk="1" fontAlgn="auto" latinLnBrk="0" hangingPunct="1">
              <a:lnSpc>
                <a:spcPct val="100000"/>
              </a:lnSpc>
              <a:spcBef>
                <a:spcPts val="0"/>
              </a:spcBef>
              <a:spcAft>
                <a:spcPts val="0"/>
              </a:spcAft>
              <a:buClrTx/>
              <a:buSzTx/>
              <a:buFontTx/>
              <a:buNone/>
              <a:tabLst/>
              <a:defRPr/>
            </a:pPr>
            <a:r>
              <a:rPr kumimoji="0" lang="en-US" altLang="zh-CN" sz="700" b="1" i="0" u="none" strike="noStrike" kern="1200" cap="none" spc="0" normalizeH="0" baseline="0" noProof="0">
                <a:ln>
                  <a:noFill/>
                </a:ln>
                <a:solidFill>
                  <a:srgbClr val="44546A"/>
                </a:solidFill>
                <a:effectLst/>
                <a:uLnTx/>
                <a:uFillTx/>
                <a:latin typeface="Boehringer Forward Text"/>
                <a:ea typeface="等线" panose="02010600030101010101" pitchFamily="2" charset="-122"/>
                <a:cs typeface="Calibri" panose="020F0502020204030204" pitchFamily="34" charset="0"/>
              </a:rPr>
              <a:t>NDA app.</a:t>
            </a:r>
          </a:p>
          <a:p>
            <a:pPr algn="ctr" defTabSz="1219108">
              <a:defRPr/>
            </a:pPr>
            <a:r>
              <a:rPr lang="en-US" altLang="zh-CN" sz="700" b="1">
                <a:solidFill>
                  <a:srgbClr val="44546A"/>
                </a:solidFill>
                <a:latin typeface="Boehringer Forward Text"/>
                <a:ea typeface="等线"/>
                <a:cs typeface="Calibri"/>
              </a:rPr>
              <a:t>Apr </a:t>
            </a:r>
            <a:r>
              <a:rPr kumimoji="0" lang="en-US" altLang="zh-CN" sz="700" b="1" i="0" u="none" strike="noStrike" kern="1200" cap="none" spc="0" normalizeH="0" baseline="0" noProof="0">
                <a:ln>
                  <a:noFill/>
                </a:ln>
                <a:solidFill>
                  <a:srgbClr val="44546A"/>
                </a:solidFill>
                <a:effectLst/>
                <a:uLnTx/>
                <a:uFillTx/>
                <a:latin typeface="Boehringer Forward Text"/>
                <a:ea typeface="等线"/>
                <a:cs typeface="Calibri"/>
              </a:rPr>
              <a:t>2029</a:t>
            </a:r>
            <a:endParaRPr lang="zh-CN" altLang="en-US" sz="700" b="1" i="0" u="none" strike="noStrike" kern="1200" cap="none" spc="0" normalizeH="0" baseline="0" noProof="0">
              <a:ln>
                <a:noFill/>
              </a:ln>
              <a:solidFill>
                <a:srgbClr val="44546A"/>
              </a:solidFill>
              <a:effectLst/>
              <a:uLnTx/>
              <a:uFillTx/>
              <a:latin typeface="Boehringer Forward Text"/>
              <a:ea typeface="等线"/>
              <a:cs typeface="Calibri"/>
            </a:endParaRPr>
          </a:p>
        </p:txBody>
      </p:sp>
      <p:pic>
        <p:nvPicPr>
          <p:cNvPr id="25" name="Graphic 317" descr="Flag with solid fill">
            <a:extLst>
              <a:ext uri="{FF2B5EF4-FFF2-40B4-BE49-F238E27FC236}">
                <a16:creationId xmlns:a16="http://schemas.microsoft.com/office/drawing/2014/main" id="{49AE35F1-BA20-6142-9C85-F1ABDEBB0057}"/>
              </a:ext>
            </a:extLst>
          </p:cNvPr>
          <p:cNvPicPr>
            <a:picLocks noChangeAspect="1"/>
          </p:cNvPicPr>
          <p:nvPr/>
        </p:nvPicPr>
        <p:blipFill>
          <a:blip r:embed="rId22">
            <a:extLst>
              <a:ext uri="{96DAC541-7B7A-43D3-8B79-37D633B846F1}">
                <asvg:svgBlip xmlns:asvg="http://schemas.microsoft.com/office/drawing/2016/SVG/main" r:embed="rId23"/>
              </a:ext>
            </a:extLst>
          </a:blip>
          <a:stretch>
            <a:fillRect/>
          </a:stretch>
        </p:blipFill>
        <p:spPr>
          <a:xfrm>
            <a:off x="9564595" y="3298859"/>
            <a:ext cx="210312" cy="210312"/>
          </a:xfrm>
          <a:prstGeom prst="rect">
            <a:avLst/>
          </a:prstGeom>
        </p:spPr>
      </p:pic>
      <p:sp>
        <p:nvSpPr>
          <p:cNvPr id="26" name="Star: 4 Points 143">
            <a:extLst>
              <a:ext uri="{FF2B5EF4-FFF2-40B4-BE49-F238E27FC236}">
                <a16:creationId xmlns:a16="http://schemas.microsoft.com/office/drawing/2014/main" id="{1D1F0F5B-0364-8628-E12C-638D8AA28F77}"/>
              </a:ext>
            </a:extLst>
          </p:cNvPr>
          <p:cNvSpPr/>
          <p:nvPr/>
        </p:nvSpPr>
        <p:spPr bwMode="auto">
          <a:xfrm>
            <a:off x="3166838" y="3509171"/>
            <a:ext cx="116187" cy="156690"/>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marL="0" marR="0" lvl="0" indent="0" algn="l" defTabSz="914354" rtl="0" eaLnBrk="0" fontAlgn="base" latinLnBrk="0" hangingPunct="0">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prstClr val="black"/>
              </a:solidFill>
              <a:effectLst/>
              <a:uLnTx/>
              <a:uFillTx/>
              <a:latin typeface="Boehringer Forward Text"/>
              <a:ea typeface="等线" panose="02010600030101010101" pitchFamily="2" charset="-122"/>
              <a:cs typeface="Calibri" panose="020F0502020204030204" pitchFamily="34" charset="0"/>
            </a:endParaRPr>
          </a:p>
        </p:txBody>
      </p:sp>
      <p:sp>
        <p:nvSpPr>
          <p:cNvPr id="27" name="Star: 4 Points 143">
            <a:extLst>
              <a:ext uri="{FF2B5EF4-FFF2-40B4-BE49-F238E27FC236}">
                <a16:creationId xmlns:a16="http://schemas.microsoft.com/office/drawing/2014/main" id="{D2563715-0CC2-0781-95EA-AEF3B33C26C2}"/>
              </a:ext>
            </a:extLst>
          </p:cNvPr>
          <p:cNvSpPr/>
          <p:nvPr/>
        </p:nvSpPr>
        <p:spPr bwMode="auto">
          <a:xfrm>
            <a:off x="5118301" y="3532694"/>
            <a:ext cx="116187" cy="156690"/>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marL="0" marR="0" lvl="0" indent="0" algn="l" defTabSz="914354" rtl="0" eaLnBrk="0" fontAlgn="base" latinLnBrk="0" hangingPunct="0">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prstClr val="black"/>
              </a:solidFill>
              <a:effectLst/>
              <a:uLnTx/>
              <a:uFillTx/>
              <a:latin typeface="Boehringer Forward Text"/>
              <a:ea typeface="等线" panose="02010600030101010101" pitchFamily="2" charset="-122"/>
              <a:cs typeface="Calibri" panose="020F0502020204030204" pitchFamily="34" charset="0"/>
            </a:endParaRPr>
          </a:p>
        </p:txBody>
      </p:sp>
      <p:sp>
        <p:nvSpPr>
          <p:cNvPr id="28" name="Star: 4 Points 143">
            <a:extLst>
              <a:ext uri="{FF2B5EF4-FFF2-40B4-BE49-F238E27FC236}">
                <a16:creationId xmlns:a16="http://schemas.microsoft.com/office/drawing/2014/main" id="{0E45382B-DEE3-FEC3-DA18-8B64C8DC030E}"/>
              </a:ext>
            </a:extLst>
          </p:cNvPr>
          <p:cNvSpPr/>
          <p:nvPr/>
        </p:nvSpPr>
        <p:spPr bwMode="auto">
          <a:xfrm>
            <a:off x="5721596" y="3554139"/>
            <a:ext cx="116187" cy="156690"/>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marL="0" marR="0" lvl="0" indent="0" algn="l" defTabSz="914354" rtl="0" eaLnBrk="0" fontAlgn="base" latinLnBrk="0" hangingPunct="0">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prstClr val="black"/>
              </a:solidFill>
              <a:effectLst/>
              <a:uLnTx/>
              <a:uFillTx/>
              <a:latin typeface="Boehringer Forward Text"/>
              <a:ea typeface="等线" panose="02010600030101010101" pitchFamily="2" charset="-122"/>
              <a:cs typeface="Calibri" panose="020F0502020204030204" pitchFamily="34" charset="0"/>
            </a:endParaRPr>
          </a:p>
        </p:txBody>
      </p:sp>
      <p:sp>
        <p:nvSpPr>
          <p:cNvPr id="29" name="Star: 4 Points 143">
            <a:extLst>
              <a:ext uri="{FF2B5EF4-FFF2-40B4-BE49-F238E27FC236}">
                <a16:creationId xmlns:a16="http://schemas.microsoft.com/office/drawing/2014/main" id="{BD6CFC84-E1CE-EE39-F08D-C9A54159E7CA}"/>
              </a:ext>
            </a:extLst>
          </p:cNvPr>
          <p:cNvSpPr/>
          <p:nvPr/>
        </p:nvSpPr>
        <p:spPr bwMode="auto">
          <a:xfrm>
            <a:off x="6280088" y="3540068"/>
            <a:ext cx="116187" cy="156690"/>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marL="0" marR="0" lvl="0" indent="0" algn="l" defTabSz="914354" rtl="0" eaLnBrk="0" fontAlgn="base" latinLnBrk="0" hangingPunct="0">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prstClr val="black"/>
              </a:solidFill>
              <a:effectLst/>
              <a:uLnTx/>
              <a:uFillTx/>
              <a:latin typeface="Boehringer Forward Text"/>
              <a:ea typeface="等线" panose="02010600030101010101" pitchFamily="2" charset="-122"/>
              <a:cs typeface="Calibri" panose="020F0502020204030204" pitchFamily="34" charset="0"/>
            </a:endParaRPr>
          </a:p>
        </p:txBody>
      </p:sp>
      <p:sp>
        <p:nvSpPr>
          <p:cNvPr id="30" name="Rectangle 73">
            <a:extLst>
              <a:ext uri="{FF2B5EF4-FFF2-40B4-BE49-F238E27FC236}">
                <a16:creationId xmlns:a16="http://schemas.microsoft.com/office/drawing/2014/main" id="{F2F7265E-708E-4795-9D8F-9A21DA6E583A}"/>
              </a:ext>
            </a:extLst>
          </p:cNvPr>
          <p:cNvSpPr/>
          <p:nvPr/>
        </p:nvSpPr>
        <p:spPr>
          <a:xfrm>
            <a:off x="4863844" y="3731718"/>
            <a:ext cx="622286" cy="307777"/>
          </a:xfrm>
          <a:prstGeom prst="rect">
            <a:avLst/>
          </a:prstGeom>
        </p:spPr>
        <p:txBody>
          <a:bodyPr wrap="none" lIns="91440" tIns="45720" rIns="91440" bIns="45720" anchor="t">
            <a:spAutoFit/>
          </a:bodyPr>
          <a:lstStyle/>
          <a:p>
            <a:pPr marL="0" marR="0" lvl="0" indent="0" algn="ctr" defTabSz="1219108" rtl="0" eaLnBrk="1" fontAlgn="auto" latinLnBrk="0" hangingPunct="1">
              <a:lnSpc>
                <a:spcPct val="100000"/>
              </a:lnSpc>
              <a:spcBef>
                <a:spcPts val="0"/>
              </a:spcBef>
              <a:spcAft>
                <a:spcPts val="0"/>
              </a:spcAft>
              <a:buClrTx/>
              <a:buSzTx/>
              <a:buFontTx/>
              <a:buNone/>
              <a:tabLst/>
              <a:defRPr/>
            </a:pPr>
            <a:r>
              <a:rPr kumimoji="0" lang="en-US" altLang="zh-CN" sz="700" b="1" i="0" u="none" strike="noStrike" kern="1200" cap="none" spc="0" normalizeH="0" baseline="0" noProof="0">
                <a:ln>
                  <a:noFill/>
                </a:ln>
                <a:solidFill>
                  <a:srgbClr val="44546A"/>
                </a:solidFill>
                <a:effectLst/>
                <a:uLnTx/>
                <a:uFillTx/>
                <a:latin typeface="Boehringer Forward Text"/>
                <a:ea typeface="等线" panose="02010600030101010101" pitchFamily="2" charset="-122"/>
                <a:cs typeface="Calibri" panose="020F0502020204030204" pitchFamily="34" charset="0"/>
              </a:rPr>
              <a:t>LPI</a:t>
            </a:r>
          </a:p>
          <a:p>
            <a:pPr algn="ctr" defTabSz="1219108">
              <a:defRPr/>
            </a:pPr>
            <a:r>
              <a:rPr kumimoji="0" lang="en-US" altLang="zh-CN" sz="700" b="1" i="0" u="none" strike="noStrike" kern="1200" cap="none" spc="0" normalizeH="0" baseline="0" noProof="0">
                <a:ln>
                  <a:noFill/>
                </a:ln>
                <a:solidFill>
                  <a:srgbClr val="44546A"/>
                </a:solidFill>
                <a:effectLst/>
                <a:uLnTx/>
                <a:uFillTx/>
                <a:latin typeface="Boehringer Forward Text"/>
                <a:ea typeface="等线"/>
                <a:cs typeface="Calibri"/>
              </a:rPr>
              <a:t> </a:t>
            </a:r>
            <a:r>
              <a:rPr lang="en-US" altLang="zh-CN" sz="700" b="1">
                <a:solidFill>
                  <a:srgbClr val="44546A"/>
                </a:solidFill>
                <a:latin typeface="Boehringer Forward Text"/>
                <a:ea typeface="等线"/>
                <a:cs typeface="Calibri"/>
              </a:rPr>
              <a:t>Aug </a:t>
            </a:r>
            <a:r>
              <a:rPr kumimoji="0" lang="en-US" altLang="zh-CN" sz="700" b="1" i="0" u="none" strike="noStrike" kern="1200" cap="none" spc="0" normalizeH="0" baseline="0" noProof="0">
                <a:ln>
                  <a:noFill/>
                </a:ln>
                <a:solidFill>
                  <a:srgbClr val="44546A"/>
                </a:solidFill>
                <a:effectLst/>
                <a:uLnTx/>
                <a:uFillTx/>
                <a:latin typeface="Boehringer Forward Text"/>
                <a:ea typeface="等线"/>
                <a:cs typeface="Calibri"/>
              </a:rPr>
              <a:t>2027</a:t>
            </a:r>
            <a:endParaRPr kumimoji="0" lang="zh-CN" altLang="en-US" sz="700" b="1" i="0" u="none" strike="noStrike" kern="1200" cap="none" spc="0" normalizeH="0" baseline="0" noProof="0">
              <a:ln>
                <a:noFill/>
              </a:ln>
              <a:solidFill>
                <a:srgbClr val="44546A"/>
              </a:solidFill>
              <a:effectLst/>
              <a:uLnTx/>
              <a:uFillTx/>
              <a:latin typeface="Boehringer Forward Text"/>
              <a:ea typeface="等线"/>
              <a:cs typeface="Calibri"/>
            </a:endParaRPr>
          </a:p>
        </p:txBody>
      </p:sp>
      <p:sp>
        <p:nvSpPr>
          <p:cNvPr id="31" name="文本框 30">
            <a:extLst>
              <a:ext uri="{FF2B5EF4-FFF2-40B4-BE49-F238E27FC236}">
                <a16:creationId xmlns:a16="http://schemas.microsoft.com/office/drawing/2014/main" id="{F7133A3F-F703-5BDA-F6E5-DE8DB3BB08B8}"/>
              </a:ext>
            </a:extLst>
          </p:cNvPr>
          <p:cNvSpPr txBox="1"/>
          <p:nvPr/>
        </p:nvSpPr>
        <p:spPr bwMode="gray">
          <a:xfrm>
            <a:off x="5463781" y="3728914"/>
            <a:ext cx="645536" cy="307777"/>
          </a:xfrm>
          <a:prstGeom prst="rect">
            <a:avLst/>
          </a:prstGeom>
          <a:noFill/>
        </p:spPr>
        <p:txBody>
          <a:bodyPr wrap="square" lIns="91440" tIns="45720" rIns="91440" bIns="45720" anchor="t">
            <a:spAutoFit/>
          </a:bodyPr>
          <a:lstStyle/>
          <a:p>
            <a:pPr marL="0" marR="0" lvl="0" indent="0" algn="ctr" defTabSz="1219108" rtl="0" eaLnBrk="1" fontAlgn="auto" latinLnBrk="0" hangingPunct="1">
              <a:lnSpc>
                <a:spcPct val="100000"/>
              </a:lnSpc>
              <a:spcBef>
                <a:spcPts val="0"/>
              </a:spcBef>
              <a:spcAft>
                <a:spcPts val="0"/>
              </a:spcAft>
              <a:buClrTx/>
              <a:buSzTx/>
              <a:buFontTx/>
              <a:buNone/>
              <a:tabLst/>
              <a:defRPr/>
            </a:pPr>
            <a:r>
              <a:rPr kumimoji="0" lang="en-US" altLang="zh-CN" sz="700" b="1" i="0" u="none" strike="noStrike" kern="1200" cap="none" spc="0" normalizeH="0" baseline="0" noProof="0">
                <a:ln>
                  <a:noFill/>
                </a:ln>
                <a:solidFill>
                  <a:srgbClr val="44546A"/>
                </a:solidFill>
                <a:effectLst/>
                <a:uLnTx/>
                <a:uFillTx/>
                <a:latin typeface="Boehringer Forward Text"/>
                <a:ea typeface="等线" panose="02010600030101010101" pitchFamily="2" charset="-122"/>
                <a:cs typeface="Calibri" panose="020F0502020204030204" pitchFamily="34" charset="0"/>
              </a:rPr>
              <a:t>DBL</a:t>
            </a:r>
          </a:p>
          <a:p>
            <a:pPr algn="ctr" defTabSz="1219108">
              <a:defRPr/>
            </a:pPr>
            <a:r>
              <a:rPr lang="en-US" altLang="zh-CN" sz="700" b="1">
                <a:solidFill>
                  <a:srgbClr val="44546A"/>
                </a:solidFill>
                <a:latin typeface="Boehringer Forward Text"/>
                <a:ea typeface="等线"/>
                <a:cs typeface="Calibri"/>
              </a:rPr>
              <a:t> Dec</a:t>
            </a:r>
            <a:r>
              <a:rPr kumimoji="0" lang="en-US" altLang="zh-CN" sz="700" b="1" i="0" u="none" strike="noStrike" kern="1200" cap="none" spc="0" normalizeH="0" baseline="0" noProof="0">
                <a:ln>
                  <a:noFill/>
                </a:ln>
                <a:solidFill>
                  <a:srgbClr val="44546A"/>
                </a:solidFill>
                <a:effectLst/>
                <a:uLnTx/>
                <a:uFillTx/>
                <a:latin typeface="Boehringer Forward Text"/>
                <a:ea typeface="等线"/>
                <a:cs typeface="Calibri"/>
              </a:rPr>
              <a:t> 2027</a:t>
            </a:r>
            <a:endParaRPr lang="en-US" altLang="zh-CN" sz="700" b="1" i="0" u="none" strike="noStrike" kern="1200" cap="none" spc="0" normalizeH="0" baseline="0" noProof="0">
              <a:ln>
                <a:noFill/>
              </a:ln>
              <a:solidFill>
                <a:srgbClr val="44546A"/>
              </a:solidFill>
              <a:effectLst/>
              <a:uLnTx/>
              <a:uFillTx/>
              <a:latin typeface="Boehringer Forward Text"/>
              <a:ea typeface="等线"/>
              <a:cs typeface="Calibri"/>
            </a:endParaRPr>
          </a:p>
        </p:txBody>
      </p:sp>
      <p:sp>
        <p:nvSpPr>
          <p:cNvPr id="64" name="Rectangle 55">
            <a:extLst>
              <a:ext uri="{FF2B5EF4-FFF2-40B4-BE49-F238E27FC236}">
                <a16:creationId xmlns:a16="http://schemas.microsoft.com/office/drawing/2014/main" id="{2FF30DC5-B3A3-4A8E-8C34-5BFA7DC972A5}"/>
              </a:ext>
            </a:extLst>
          </p:cNvPr>
          <p:cNvSpPr/>
          <p:nvPr/>
        </p:nvSpPr>
        <p:spPr>
          <a:xfrm>
            <a:off x="6009327" y="3721179"/>
            <a:ext cx="587020" cy="307777"/>
          </a:xfrm>
          <a:prstGeom prst="rect">
            <a:avLst/>
          </a:prstGeom>
        </p:spPr>
        <p:txBody>
          <a:bodyPr wrap="none" lIns="91440" tIns="45720" rIns="91440" bIns="45720" anchor="t">
            <a:spAutoFit/>
          </a:bodyPr>
          <a:lstStyle/>
          <a:p>
            <a:pPr marL="0" marR="0" lvl="0" indent="0" algn="ctr" defTabSz="1219108" rtl="0" eaLnBrk="1" fontAlgn="auto" latinLnBrk="0" hangingPunct="1">
              <a:lnSpc>
                <a:spcPct val="100000"/>
              </a:lnSpc>
              <a:spcBef>
                <a:spcPts val="0"/>
              </a:spcBef>
              <a:spcAft>
                <a:spcPts val="0"/>
              </a:spcAft>
              <a:buClrTx/>
              <a:buSzTx/>
              <a:buFontTx/>
              <a:buNone/>
              <a:tabLst/>
              <a:defRPr/>
            </a:pPr>
            <a:r>
              <a:rPr kumimoji="0" lang="en-US" altLang="zh-CN" sz="700" b="1" i="0" u="none" strike="noStrike" kern="1200" cap="none" spc="0" normalizeH="0" baseline="0" noProof="0">
                <a:ln>
                  <a:noFill/>
                </a:ln>
                <a:solidFill>
                  <a:srgbClr val="44546A"/>
                </a:solidFill>
                <a:effectLst/>
                <a:uLnTx/>
                <a:uFillTx/>
                <a:latin typeface="Boehringer Forward Text"/>
                <a:ea typeface="等线" panose="02010600030101010101" pitchFamily="2" charset="-122"/>
                <a:cs typeface="Calibri" panose="020F0502020204030204" pitchFamily="34" charset="0"/>
              </a:rPr>
              <a:t>CSR</a:t>
            </a:r>
          </a:p>
          <a:p>
            <a:pPr algn="ctr" defTabSz="1219108">
              <a:defRPr/>
            </a:pPr>
            <a:r>
              <a:rPr lang="en-US" altLang="zh-CN" sz="700" b="1">
                <a:solidFill>
                  <a:srgbClr val="44546A"/>
                </a:solidFill>
                <a:latin typeface="Boehringer Forward Text"/>
                <a:ea typeface="等线"/>
                <a:cs typeface="Calibri"/>
              </a:rPr>
              <a:t>Feb </a:t>
            </a:r>
            <a:r>
              <a:rPr kumimoji="0" lang="en-US" altLang="zh-CN" sz="700" b="1" i="0" u="none" strike="noStrike" kern="1200" cap="none" spc="0" normalizeH="0" baseline="0" noProof="0">
                <a:ln>
                  <a:noFill/>
                </a:ln>
                <a:solidFill>
                  <a:srgbClr val="44546A"/>
                </a:solidFill>
                <a:effectLst/>
                <a:uLnTx/>
                <a:uFillTx/>
                <a:latin typeface="Boehringer Forward Text"/>
                <a:ea typeface="等线"/>
                <a:cs typeface="Calibri"/>
              </a:rPr>
              <a:t>2028</a:t>
            </a:r>
            <a:endParaRPr kumimoji="0" lang="zh-CN" altLang="en-US" sz="700" b="1" i="0" u="none" strike="noStrike" kern="1200" cap="none" spc="0" normalizeH="0" baseline="0" noProof="0">
              <a:ln>
                <a:noFill/>
              </a:ln>
              <a:solidFill>
                <a:srgbClr val="44546A"/>
              </a:solidFill>
              <a:effectLst/>
              <a:uLnTx/>
              <a:uFillTx/>
              <a:latin typeface="Boehringer Forward Text"/>
              <a:ea typeface="等线"/>
              <a:cs typeface="Calibri"/>
            </a:endParaRPr>
          </a:p>
        </p:txBody>
      </p:sp>
      <p:sp>
        <p:nvSpPr>
          <p:cNvPr id="65" name="Rectangle 77">
            <a:extLst>
              <a:ext uri="{FF2B5EF4-FFF2-40B4-BE49-F238E27FC236}">
                <a16:creationId xmlns:a16="http://schemas.microsoft.com/office/drawing/2014/main" id="{D4E14914-74B3-75FF-F5E6-BFA799E80BE9}"/>
              </a:ext>
            </a:extLst>
          </p:cNvPr>
          <p:cNvSpPr/>
          <p:nvPr/>
        </p:nvSpPr>
        <p:spPr>
          <a:xfrm>
            <a:off x="1162165" y="3619535"/>
            <a:ext cx="626660" cy="200055"/>
          </a:xfrm>
          <a:prstGeom prst="rect">
            <a:avLst/>
          </a:prstGeom>
        </p:spPr>
        <p:txBody>
          <a:bodyPr wrap="square" lIns="91440" tIns="45720" rIns="91440" bIns="45720" anchor="t">
            <a:spAutoFit/>
          </a:bodyPr>
          <a:lstStyle/>
          <a:p>
            <a:pPr marL="0" marR="0" lvl="0" indent="0" algn="ctr" defTabSz="1219108" rtl="0" eaLnBrk="1" fontAlgn="auto" latinLnBrk="0" hangingPunct="1">
              <a:lnSpc>
                <a:spcPct val="100000"/>
              </a:lnSpc>
              <a:spcBef>
                <a:spcPts val="0"/>
              </a:spcBef>
              <a:spcAft>
                <a:spcPts val="0"/>
              </a:spcAft>
              <a:buClrTx/>
              <a:buSzTx/>
              <a:buFontTx/>
              <a:buNone/>
              <a:tabLst/>
              <a:defRPr/>
            </a:pPr>
            <a:r>
              <a:rPr lang="en-US" altLang="zh-CN" sz="700" b="1">
                <a:solidFill>
                  <a:srgbClr val="44546A"/>
                </a:solidFill>
                <a:latin typeface="Boehringer Forward Text"/>
                <a:ea typeface="等线" panose="02010600030101010101" pitchFamily="2" charset="-122"/>
                <a:cs typeface="Calibri" panose="020F0502020204030204" pitchFamily="34" charset="0"/>
              </a:rPr>
              <a:t>Apr</a:t>
            </a:r>
            <a:r>
              <a:rPr kumimoji="0" lang="en-US" altLang="zh-CN" sz="700" b="1" i="0" u="none" strike="noStrike" kern="1200" cap="none" spc="0" normalizeH="0" baseline="0" noProof="0">
                <a:ln>
                  <a:noFill/>
                </a:ln>
                <a:solidFill>
                  <a:srgbClr val="44546A"/>
                </a:solidFill>
                <a:effectLst/>
                <a:uLnTx/>
                <a:uFillTx/>
                <a:latin typeface="Boehringer Forward Text"/>
                <a:ea typeface="等线"/>
                <a:cs typeface="Calibri"/>
              </a:rPr>
              <a:t> 2026</a:t>
            </a:r>
            <a:endParaRPr lang="en-US" altLang="zh-CN" sz="700" b="1" i="0" u="none" strike="noStrike" kern="1200" cap="none" spc="0" normalizeH="0" baseline="0" noProof="0">
              <a:ln>
                <a:noFill/>
              </a:ln>
              <a:solidFill>
                <a:srgbClr val="44546A"/>
              </a:solidFill>
              <a:effectLst/>
              <a:uLnTx/>
              <a:uFillTx/>
              <a:latin typeface="Boehringer Forward Text"/>
              <a:ea typeface="等线"/>
              <a:cs typeface="Calibri"/>
            </a:endParaRPr>
          </a:p>
        </p:txBody>
      </p:sp>
      <p:sp>
        <p:nvSpPr>
          <p:cNvPr id="66" name="Star: 4 Points 143">
            <a:extLst>
              <a:ext uri="{FF2B5EF4-FFF2-40B4-BE49-F238E27FC236}">
                <a16:creationId xmlns:a16="http://schemas.microsoft.com/office/drawing/2014/main" id="{1035EA00-5CA8-39CD-E378-53346E8EA7B4}"/>
              </a:ext>
            </a:extLst>
          </p:cNvPr>
          <p:cNvSpPr/>
          <p:nvPr/>
        </p:nvSpPr>
        <p:spPr bwMode="auto">
          <a:xfrm>
            <a:off x="1409046" y="3462268"/>
            <a:ext cx="116187" cy="156690"/>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marL="0" marR="0" lvl="0" indent="0" algn="l" defTabSz="914354" rtl="0" eaLnBrk="0" fontAlgn="base" latinLnBrk="0" hangingPunct="0">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prstClr val="black"/>
              </a:solidFill>
              <a:effectLst/>
              <a:uLnTx/>
              <a:uFillTx/>
              <a:latin typeface="Boehringer Forward Text"/>
              <a:ea typeface="等线" panose="02010600030101010101" pitchFamily="2" charset="-122"/>
              <a:cs typeface="Calibri" panose="020F0502020204030204" pitchFamily="34" charset="0"/>
            </a:endParaRPr>
          </a:p>
        </p:txBody>
      </p:sp>
      <p:sp>
        <p:nvSpPr>
          <p:cNvPr id="67" name="Star: 4 Points 143">
            <a:extLst>
              <a:ext uri="{FF2B5EF4-FFF2-40B4-BE49-F238E27FC236}">
                <a16:creationId xmlns:a16="http://schemas.microsoft.com/office/drawing/2014/main" id="{A5BD3210-5E4A-80DC-06C7-E4AB37332C1D}"/>
              </a:ext>
            </a:extLst>
          </p:cNvPr>
          <p:cNvSpPr/>
          <p:nvPr/>
        </p:nvSpPr>
        <p:spPr bwMode="auto">
          <a:xfrm>
            <a:off x="3134482" y="3031631"/>
            <a:ext cx="116187" cy="156690"/>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marL="0" marR="0" lvl="0" indent="0" algn="l" defTabSz="914354" rtl="0" eaLnBrk="0" fontAlgn="base" latinLnBrk="0" hangingPunct="0">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prstClr val="black"/>
              </a:solidFill>
              <a:effectLst/>
              <a:uLnTx/>
              <a:uFillTx/>
              <a:latin typeface="Boehringer Forward Text"/>
              <a:ea typeface="等线" panose="02010600030101010101" pitchFamily="2" charset="-122"/>
              <a:cs typeface="Calibri" panose="020F0502020204030204" pitchFamily="34" charset="0"/>
            </a:endParaRPr>
          </a:p>
        </p:txBody>
      </p:sp>
      <p:sp>
        <p:nvSpPr>
          <p:cNvPr id="69" name="Rectangle 77">
            <a:extLst>
              <a:ext uri="{FF2B5EF4-FFF2-40B4-BE49-F238E27FC236}">
                <a16:creationId xmlns:a16="http://schemas.microsoft.com/office/drawing/2014/main" id="{1C3AFA5C-80B9-8992-21FF-46458734EDFC}"/>
              </a:ext>
            </a:extLst>
          </p:cNvPr>
          <p:cNvSpPr/>
          <p:nvPr/>
        </p:nvSpPr>
        <p:spPr>
          <a:xfrm>
            <a:off x="2675114" y="2753001"/>
            <a:ext cx="1209564" cy="307777"/>
          </a:xfrm>
          <a:prstGeom prst="rect">
            <a:avLst/>
          </a:prstGeom>
        </p:spPr>
        <p:txBody>
          <a:bodyPr wrap="square" lIns="91440" tIns="45720" rIns="91440" bIns="45720" anchor="t">
            <a:spAutoFit/>
          </a:bodyPr>
          <a:lstStyle/>
          <a:p>
            <a:pPr marL="0" marR="0" lvl="0" indent="0" algn="ctr" defTabSz="1219108" rtl="0" eaLnBrk="1" fontAlgn="auto" latinLnBrk="0" hangingPunct="1">
              <a:lnSpc>
                <a:spcPct val="100000"/>
              </a:lnSpc>
              <a:spcBef>
                <a:spcPts val="0"/>
              </a:spcBef>
              <a:spcAft>
                <a:spcPts val="0"/>
              </a:spcAft>
              <a:buClrTx/>
              <a:buSzTx/>
              <a:buFontTx/>
              <a:buNone/>
              <a:tabLst/>
              <a:defRPr/>
            </a:pPr>
            <a:r>
              <a:rPr kumimoji="0" lang="en-US" altLang="zh-CN" sz="700" b="1" i="0" u="none" strike="noStrike" kern="1200" cap="none" spc="0" normalizeH="0" baseline="0" noProof="0">
                <a:ln>
                  <a:noFill/>
                </a:ln>
                <a:solidFill>
                  <a:srgbClr val="44546A"/>
                </a:solidFill>
                <a:effectLst/>
                <a:uLnTx/>
                <a:uFillTx/>
                <a:latin typeface="Boehringer Forward Text"/>
                <a:ea typeface="等线" panose="02010600030101010101" pitchFamily="2" charset="-122"/>
                <a:cs typeface="Calibri" panose="020F0502020204030204" pitchFamily="34" charset="0"/>
              </a:rPr>
              <a:t>IMP ready in local depo</a:t>
            </a:r>
          </a:p>
          <a:p>
            <a:pPr marL="0" marR="0" lvl="0" indent="0" algn="ctr" defTabSz="1219108" rtl="0" eaLnBrk="1" fontAlgn="auto" latinLnBrk="0" hangingPunct="1">
              <a:lnSpc>
                <a:spcPct val="100000"/>
              </a:lnSpc>
              <a:spcBef>
                <a:spcPts val="0"/>
              </a:spcBef>
              <a:spcAft>
                <a:spcPts val="0"/>
              </a:spcAft>
              <a:buClrTx/>
              <a:buSzTx/>
              <a:buFontTx/>
              <a:buNone/>
              <a:tabLst/>
              <a:defRPr/>
            </a:pPr>
            <a:r>
              <a:rPr kumimoji="0" lang="en-US" altLang="zh-CN" sz="700" b="1" i="0" u="none" strike="noStrike" kern="1200" cap="none" spc="0" normalizeH="0" baseline="0" noProof="0">
                <a:ln>
                  <a:noFill/>
                </a:ln>
                <a:solidFill>
                  <a:srgbClr val="44546A"/>
                </a:solidFill>
                <a:effectLst/>
                <a:uLnTx/>
                <a:uFillTx/>
                <a:latin typeface="Boehringer Forward Text"/>
                <a:ea typeface="等线"/>
                <a:cs typeface="Calibri"/>
              </a:rPr>
              <a:t>Nov 2026</a:t>
            </a:r>
            <a:endParaRPr lang="en-US" altLang="zh-CN" sz="700" b="1" i="0" u="none" strike="noStrike" kern="1200" cap="none" spc="0" normalizeH="0" baseline="0" noProof="0">
              <a:ln>
                <a:noFill/>
              </a:ln>
              <a:solidFill>
                <a:srgbClr val="44546A"/>
              </a:solidFill>
              <a:effectLst/>
              <a:uLnTx/>
              <a:uFillTx/>
              <a:latin typeface="Boehringer Forward Text"/>
              <a:ea typeface="等线"/>
              <a:cs typeface="Calibri"/>
            </a:endParaRPr>
          </a:p>
        </p:txBody>
      </p:sp>
      <p:sp>
        <p:nvSpPr>
          <p:cNvPr id="71" name="OTLSHAPE_T_e17f3958430f4cff8650518c93c7635e_Shape">
            <a:extLst>
              <a:ext uri="{FF2B5EF4-FFF2-40B4-BE49-F238E27FC236}">
                <a16:creationId xmlns:a16="http://schemas.microsoft.com/office/drawing/2014/main" id="{FA42916A-5C1B-4D3B-FE09-C0E5711092F0}"/>
              </a:ext>
            </a:extLst>
          </p:cNvPr>
          <p:cNvSpPr/>
          <p:nvPr>
            <p:custDataLst>
              <p:tags r:id="rId5"/>
            </p:custDataLst>
          </p:nvPr>
        </p:nvSpPr>
        <p:spPr bwMode="auto">
          <a:xfrm>
            <a:off x="1459661" y="4619051"/>
            <a:ext cx="1099773" cy="260064"/>
          </a:xfrm>
          <a:prstGeom prst="roundRect">
            <a:avLst/>
          </a:prstGeom>
          <a:solidFill>
            <a:srgbClr val="FFC000">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121920" tIns="60960" rIns="121920" bIns="60960" numCol="1" rtlCol="0" anchor="ctr" anchorCtr="0" compatLnSpc="1">
            <a:prstTxWarp prst="textNoShape">
              <a:avLst/>
            </a:prstTxWarp>
          </a:bodyPr>
          <a:lstStyle/>
          <a:p>
            <a:pPr marL="0" marR="0" lvl="0" indent="0" algn="ctr" defTabSz="1219108" rtl="0" eaLnBrk="0" fontAlgn="base" latinLnBrk="0" hangingPunct="0">
              <a:lnSpc>
                <a:spcPct val="100000"/>
              </a:lnSpc>
              <a:spcBef>
                <a:spcPct val="0"/>
              </a:spcBef>
              <a:spcAft>
                <a:spcPct val="0"/>
              </a:spcAft>
              <a:buClrTx/>
              <a:buSzTx/>
              <a:buFontTx/>
              <a:buNone/>
              <a:tabLst/>
              <a:defRPr/>
            </a:pPr>
            <a:r>
              <a:rPr kumimoji="0" lang="en-US" altLang="zh-CN" sz="700" b="1" i="0" u="none" strike="noStrike" kern="1200" cap="none" spc="0" normalizeH="0" baseline="0" noProof="0">
                <a:ln>
                  <a:noFill/>
                </a:ln>
                <a:solidFill>
                  <a:srgbClr val="000000"/>
                </a:solidFill>
                <a:effectLst/>
                <a:uLnTx/>
                <a:uFillTx/>
                <a:latin typeface="Boehringer Forward Text"/>
                <a:ea typeface="等线" panose="02010600030101010101" pitchFamily="2" charset="-122"/>
                <a:cs typeface="Calibri" panose="020F0502020204030204" pitchFamily="34" charset="0"/>
              </a:rPr>
              <a:t>CO frontloading activity</a:t>
            </a:r>
            <a:endParaRPr kumimoji="0" lang="zh-CN" altLang="en-US" sz="700" b="1" i="0" u="none" strike="noStrike" kern="1200" cap="none" spc="0" normalizeH="0" baseline="0" noProof="0">
              <a:ln>
                <a:noFill/>
              </a:ln>
              <a:solidFill>
                <a:srgbClr val="000000"/>
              </a:solidFill>
              <a:effectLst/>
              <a:uLnTx/>
              <a:uFillTx/>
              <a:latin typeface="Boehringer Forward Text"/>
              <a:ea typeface="等线" panose="02010600030101010101" pitchFamily="2" charset="-122"/>
              <a:cs typeface="Calibri" panose="020F0502020204030204" pitchFamily="34" charset="0"/>
            </a:endParaRPr>
          </a:p>
        </p:txBody>
      </p:sp>
      <p:sp>
        <p:nvSpPr>
          <p:cNvPr id="72" name="OTLSHAPE_T_e17f3958430f4cff8650518c93c7635e_Shape">
            <a:extLst>
              <a:ext uri="{FF2B5EF4-FFF2-40B4-BE49-F238E27FC236}">
                <a16:creationId xmlns:a16="http://schemas.microsoft.com/office/drawing/2014/main" id="{3260CB70-D145-636E-D14F-5C41E9364CB3}"/>
              </a:ext>
            </a:extLst>
          </p:cNvPr>
          <p:cNvSpPr/>
          <p:nvPr>
            <p:custDataLst>
              <p:tags r:id="rId6"/>
            </p:custDataLst>
          </p:nvPr>
        </p:nvSpPr>
        <p:spPr bwMode="auto">
          <a:xfrm>
            <a:off x="3367054" y="4590752"/>
            <a:ext cx="2975292" cy="288363"/>
          </a:xfrm>
          <a:prstGeom prst="roundRect">
            <a:avLst/>
          </a:prstGeom>
          <a:solidFill>
            <a:srgbClr val="076D7E">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121920" tIns="60960" rIns="121920" bIns="60960" numCol="1" rtlCol="0" anchor="ctr" anchorCtr="0" compatLnSpc="1">
            <a:prstTxWarp prst="textNoShape">
              <a:avLst/>
            </a:prstTxWarp>
          </a:bodyPr>
          <a:lstStyle/>
          <a:p>
            <a:pPr marL="0" marR="0" lvl="0" indent="0" algn="ctr" defTabSz="1219108" rtl="0" eaLnBrk="1" fontAlgn="auto" latinLnBrk="0" hangingPunct="1">
              <a:lnSpc>
                <a:spcPct val="100000"/>
              </a:lnSpc>
              <a:spcBef>
                <a:spcPts val="0"/>
              </a:spcBef>
              <a:spcAft>
                <a:spcPts val="0"/>
              </a:spcAft>
              <a:buClrTx/>
              <a:buSzTx/>
              <a:buFontTx/>
              <a:buNone/>
              <a:tabLst/>
              <a:defRPr/>
            </a:pPr>
            <a:r>
              <a:rPr kumimoji="0" lang="en-US" altLang="zh-CN" sz="700" b="1" i="0" u="none" strike="noStrike" kern="1200" cap="none" spc="0" normalizeH="0" baseline="0" noProof="0">
                <a:ln>
                  <a:noFill/>
                </a:ln>
                <a:solidFill>
                  <a:prstClr val="black"/>
                </a:solidFill>
                <a:effectLst/>
                <a:uLnTx/>
                <a:uFillTx/>
                <a:latin typeface="Boehringer Forward Text"/>
                <a:ea typeface="等线" panose="02010600030101010101" pitchFamily="2" charset="-122"/>
                <a:cs typeface="Calibri" panose="020F0502020204030204" pitchFamily="34" charset="0"/>
              </a:rPr>
              <a:t> N=? (?M)</a:t>
            </a:r>
          </a:p>
        </p:txBody>
      </p:sp>
      <p:sp>
        <p:nvSpPr>
          <p:cNvPr id="73" name="Rectangle 77">
            <a:extLst>
              <a:ext uri="{FF2B5EF4-FFF2-40B4-BE49-F238E27FC236}">
                <a16:creationId xmlns:a16="http://schemas.microsoft.com/office/drawing/2014/main" id="{8A712A1D-A98C-FC80-3B5D-0CA0E8875EB3}"/>
              </a:ext>
            </a:extLst>
          </p:cNvPr>
          <p:cNvSpPr/>
          <p:nvPr/>
        </p:nvSpPr>
        <p:spPr>
          <a:xfrm>
            <a:off x="3068842" y="5089257"/>
            <a:ext cx="626660" cy="200055"/>
          </a:xfrm>
          <a:prstGeom prst="rect">
            <a:avLst/>
          </a:prstGeom>
        </p:spPr>
        <p:txBody>
          <a:bodyPr wrap="square" lIns="91440" tIns="45720" rIns="91440" bIns="45720" anchor="t">
            <a:spAutoFit/>
          </a:bodyPr>
          <a:lstStyle/>
          <a:p>
            <a:pPr marL="0" marR="0" lvl="0" indent="0" algn="ctr" defTabSz="1219108" rtl="0" eaLnBrk="1" fontAlgn="auto" latinLnBrk="0" hangingPunct="1">
              <a:lnSpc>
                <a:spcPct val="100000"/>
              </a:lnSpc>
              <a:spcBef>
                <a:spcPts val="0"/>
              </a:spcBef>
              <a:spcAft>
                <a:spcPts val="0"/>
              </a:spcAft>
              <a:buClrTx/>
              <a:buSzTx/>
              <a:buFontTx/>
              <a:buNone/>
              <a:tabLst/>
              <a:defRPr/>
            </a:pPr>
            <a:r>
              <a:rPr kumimoji="0" lang="en-US" altLang="zh-CN" sz="700" b="1" i="0" u="none" strike="noStrike" kern="1200" cap="none" spc="0" normalizeH="0" baseline="0" noProof="0" err="1">
                <a:ln>
                  <a:noFill/>
                </a:ln>
                <a:solidFill>
                  <a:srgbClr val="44546A"/>
                </a:solidFill>
                <a:effectLst/>
                <a:uLnTx/>
                <a:uFillTx/>
                <a:latin typeface="Boehringer Forward Text"/>
                <a:ea typeface="等线" panose="02010600030101010101" pitchFamily="2" charset="-122"/>
                <a:cs typeface="Calibri" panose="020F0502020204030204" pitchFamily="34" charset="0"/>
              </a:rPr>
              <a:t>fSIV</a:t>
            </a:r>
            <a:endParaRPr kumimoji="0" lang="en-US" altLang="zh-CN" sz="700" b="1" i="0" u="none" strike="noStrike" kern="1200" cap="none" spc="0" normalizeH="0" baseline="0" noProof="0">
              <a:ln>
                <a:noFill/>
              </a:ln>
              <a:solidFill>
                <a:srgbClr val="44546A"/>
              </a:solidFill>
              <a:effectLst/>
              <a:uLnTx/>
              <a:uFillTx/>
              <a:latin typeface="Boehringer Forward Text"/>
              <a:ea typeface="等线" panose="02010600030101010101" pitchFamily="2" charset="-122"/>
              <a:cs typeface="Calibri" panose="020F0502020204030204" pitchFamily="34" charset="0"/>
            </a:endParaRPr>
          </a:p>
        </p:txBody>
      </p:sp>
      <p:sp>
        <p:nvSpPr>
          <p:cNvPr id="74" name="OTLSHAPE_T_5a934a26f311425e8ebaa0f45e6533ad_Shape">
            <a:extLst>
              <a:ext uri="{FF2B5EF4-FFF2-40B4-BE49-F238E27FC236}">
                <a16:creationId xmlns:a16="http://schemas.microsoft.com/office/drawing/2014/main" id="{14DE983C-2505-6FA5-1637-FD81BF4582CF}"/>
              </a:ext>
            </a:extLst>
          </p:cNvPr>
          <p:cNvSpPr/>
          <p:nvPr>
            <p:custDataLst>
              <p:tags r:id="rId7"/>
            </p:custDataLst>
          </p:nvPr>
        </p:nvSpPr>
        <p:spPr bwMode="auto">
          <a:xfrm>
            <a:off x="6344500" y="4616961"/>
            <a:ext cx="571497" cy="262154"/>
          </a:xfrm>
          <a:prstGeom prst="roundRect">
            <a:avLst/>
          </a:prstGeom>
          <a:pattFill prst="pct25">
            <a:fgClr>
              <a:srgbClr val="1AAA42"/>
            </a:fgClr>
            <a:bgClr>
              <a:schemeClr val="bg1"/>
            </a:bgClr>
          </a:patt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91440" tIns="45720" rIns="91440" bIns="45720" numCol="1" rtlCol="0" anchor="t" anchorCtr="0" compatLnSpc="1">
            <a:prstTxWarp prst="textNoShape">
              <a:avLst/>
            </a:prstTxWarp>
          </a:bodyP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altLang="zh-CN" sz="933" b="1" i="0" u="none" strike="noStrike" kern="1200" cap="none" spc="-7" normalizeH="0" baseline="0" noProof="0">
              <a:ln>
                <a:noFill/>
              </a:ln>
              <a:solidFill>
                <a:srgbClr val="000000"/>
              </a:solidFill>
              <a:effectLst/>
              <a:uLnTx/>
              <a:uFillTx/>
              <a:latin typeface="Boehringer Forward Text"/>
              <a:ea typeface="等线" panose="02010600030101010101" pitchFamily="2" charset="-122"/>
              <a:cs typeface="+mn-cs"/>
            </a:endParaRPr>
          </a:p>
        </p:txBody>
      </p:sp>
      <p:sp>
        <p:nvSpPr>
          <p:cNvPr id="75" name="OTLSHAPE_T_5a934a26f311425e8ebaa0f45e6533ad_Shape">
            <a:extLst>
              <a:ext uri="{FF2B5EF4-FFF2-40B4-BE49-F238E27FC236}">
                <a16:creationId xmlns:a16="http://schemas.microsoft.com/office/drawing/2014/main" id="{BD97E1CE-57EC-5E15-C020-5E54E0FC5A37}"/>
              </a:ext>
            </a:extLst>
          </p:cNvPr>
          <p:cNvSpPr/>
          <p:nvPr>
            <p:custDataLst>
              <p:tags r:id="rId8"/>
            </p:custDataLst>
          </p:nvPr>
        </p:nvSpPr>
        <p:spPr bwMode="auto">
          <a:xfrm>
            <a:off x="6898389" y="4590752"/>
            <a:ext cx="620549" cy="288363"/>
          </a:xfrm>
          <a:prstGeom prst="roundRect">
            <a:avLst/>
          </a:prstGeom>
          <a:solidFill>
            <a:schemeClr val="accent6">
              <a:lumMod val="60000"/>
              <a:lumOff val="40000"/>
            </a:scheme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91440" tIns="45720" rIns="91440" bIns="45720" numCol="1" rtlCol="0" anchor="t" anchorCtr="0" compatLnSpc="1">
            <a:prstTxWarp prst="textNoShape">
              <a:avLst/>
            </a:prstTxWarp>
          </a:bodyP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altLang="zh-CN" sz="933" b="1" i="0" u="none" strike="noStrike" kern="1200" cap="none" spc="-7" normalizeH="0" baseline="0" noProof="0">
              <a:ln>
                <a:noFill/>
              </a:ln>
              <a:solidFill>
                <a:srgbClr val="000000"/>
              </a:solidFill>
              <a:effectLst/>
              <a:uLnTx/>
              <a:uFillTx/>
              <a:latin typeface="Boehringer Forward Text"/>
              <a:ea typeface="等线" panose="02010600030101010101" pitchFamily="2" charset="-122"/>
              <a:cs typeface="+mn-cs"/>
            </a:endParaRPr>
          </a:p>
        </p:txBody>
      </p:sp>
      <p:sp>
        <p:nvSpPr>
          <p:cNvPr id="76" name="Rectangle 55">
            <a:extLst>
              <a:ext uri="{FF2B5EF4-FFF2-40B4-BE49-F238E27FC236}">
                <a16:creationId xmlns:a16="http://schemas.microsoft.com/office/drawing/2014/main" id="{B83E5DC1-947E-CA36-76B3-1F044C08062B}"/>
              </a:ext>
            </a:extLst>
          </p:cNvPr>
          <p:cNvSpPr/>
          <p:nvPr/>
        </p:nvSpPr>
        <p:spPr>
          <a:xfrm>
            <a:off x="7651845" y="4841333"/>
            <a:ext cx="588623" cy="200055"/>
          </a:xfrm>
          <a:prstGeom prst="rect">
            <a:avLst/>
          </a:prstGeom>
        </p:spPr>
        <p:txBody>
          <a:bodyPr wrap="none" lIns="91440" tIns="45720" rIns="91440" bIns="45720" anchor="t">
            <a:spAutoFit/>
          </a:bodyPr>
          <a:lstStyle/>
          <a:p>
            <a:pPr marL="0" marR="0" lvl="0" indent="0" algn="ctr" defTabSz="1219108" rtl="0" eaLnBrk="1" fontAlgn="auto" latinLnBrk="0" hangingPunct="1">
              <a:lnSpc>
                <a:spcPct val="100000"/>
              </a:lnSpc>
              <a:spcBef>
                <a:spcPts val="0"/>
              </a:spcBef>
              <a:spcAft>
                <a:spcPts val="0"/>
              </a:spcAft>
              <a:buClrTx/>
              <a:buSzTx/>
              <a:buFontTx/>
              <a:buNone/>
              <a:tabLst/>
              <a:defRPr/>
            </a:pPr>
            <a:r>
              <a:rPr kumimoji="0" lang="en-US" altLang="zh-CN" sz="700" b="1" i="0" u="none" strike="noStrike" kern="1200" cap="none" spc="0" normalizeH="0" baseline="0" noProof="0">
                <a:ln>
                  <a:noFill/>
                </a:ln>
                <a:solidFill>
                  <a:srgbClr val="44546A"/>
                </a:solidFill>
                <a:effectLst/>
                <a:uLnTx/>
                <a:uFillTx/>
                <a:latin typeface="Boehringer Forward Text"/>
                <a:ea typeface="等线" panose="02010600030101010101" pitchFamily="2" charset="-122"/>
                <a:cs typeface="Calibri" panose="020F0502020204030204" pitchFamily="34" charset="0"/>
              </a:rPr>
              <a:t>NDA sub.</a:t>
            </a:r>
          </a:p>
        </p:txBody>
      </p:sp>
      <p:sp>
        <p:nvSpPr>
          <p:cNvPr id="77" name="五角星 55">
            <a:extLst>
              <a:ext uri="{FF2B5EF4-FFF2-40B4-BE49-F238E27FC236}">
                <a16:creationId xmlns:a16="http://schemas.microsoft.com/office/drawing/2014/main" id="{41774490-1E20-2953-F2D4-C248C641AED9}"/>
              </a:ext>
            </a:extLst>
          </p:cNvPr>
          <p:cNvSpPr>
            <a:spLocks/>
          </p:cNvSpPr>
          <p:nvPr/>
        </p:nvSpPr>
        <p:spPr bwMode="auto">
          <a:xfrm>
            <a:off x="7868332" y="4627718"/>
            <a:ext cx="144001" cy="144000"/>
          </a:xfrm>
          <a:prstGeom prst="star5">
            <a:avLst/>
          </a:prstGeom>
          <a:solidFill>
            <a:srgbClr val="C00000"/>
          </a:solidFill>
          <a:ln w="9525" cap="flat" cmpd="sng" algn="ctr">
            <a:solidFill>
              <a:srgbClr val="C00000"/>
            </a:solidFill>
            <a:prstDash val="solid"/>
            <a:round/>
            <a:headEnd type="none" w="med" len="med"/>
            <a:tailEnd type="none" w="med" len="med"/>
          </a:ln>
          <a:effectLst/>
        </p:spPr>
        <p:txBody>
          <a:bodyPr lIns="0" tIns="0" rIns="0" bIns="0" anchor="ctr"/>
          <a:lstStyle/>
          <a:p>
            <a:pPr marL="0" marR="0" lvl="0" indent="0" algn="l" defTabSz="914377" rtl="0" eaLnBrk="0" fontAlgn="auto" latinLnBrk="0" hangingPunct="0">
              <a:lnSpc>
                <a:spcPct val="100000"/>
              </a:lnSpc>
              <a:spcBef>
                <a:spcPts val="0"/>
              </a:spcBef>
              <a:spcAft>
                <a:spcPts val="0"/>
              </a:spcAft>
              <a:buClrTx/>
              <a:buSzTx/>
              <a:buFontTx/>
              <a:buNone/>
              <a:tabLst/>
              <a:defRPr/>
            </a:pPr>
            <a:endParaRPr kumimoji="0" lang="zh-CN" altLang="en-US" sz="1067" b="0" i="0" u="none" strike="noStrike" kern="1200" cap="none" spc="0" normalizeH="0" baseline="0" noProof="0">
              <a:ln>
                <a:noFill/>
              </a:ln>
              <a:solidFill>
                <a:srgbClr val="FF0000"/>
              </a:solidFill>
              <a:effectLst/>
              <a:uLnTx/>
              <a:uFillTx/>
              <a:latin typeface="Boehringer Forward Text"/>
              <a:ea typeface="等线" panose="02010600030101010101" pitchFamily="2" charset="-122"/>
              <a:cs typeface="+mn-cs"/>
            </a:endParaRPr>
          </a:p>
        </p:txBody>
      </p:sp>
      <p:sp>
        <p:nvSpPr>
          <p:cNvPr id="78" name="Rectangle 55">
            <a:extLst>
              <a:ext uri="{FF2B5EF4-FFF2-40B4-BE49-F238E27FC236}">
                <a16:creationId xmlns:a16="http://schemas.microsoft.com/office/drawing/2014/main" id="{EBF3D74D-9555-72BF-E6CA-A158E87ACCC4}"/>
              </a:ext>
            </a:extLst>
          </p:cNvPr>
          <p:cNvSpPr/>
          <p:nvPr/>
        </p:nvSpPr>
        <p:spPr>
          <a:xfrm>
            <a:off x="10272354" y="4856830"/>
            <a:ext cx="593432" cy="200055"/>
          </a:xfrm>
          <a:prstGeom prst="rect">
            <a:avLst/>
          </a:prstGeom>
        </p:spPr>
        <p:txBody>
          <a:bodyPr wrap="none" lIns="91440" tIns="45720" rIns="91440" bIns="45720" anchor="t">
            <a:spAutoFit/>
          </a:bodyPr>
          <a:lstStyle/>
          <a:p>
            <a:pPr marL="0" marR="0" lvl="0" indent="0" algn="ctr" defTabSz="1219108" rtl="0" eaLnBrk="1" fontAlgn="auto" latinLnBrk="0" hangingPunct="1">
              <a:lnSpc>
                <a:spcPct val="100000"/>
              </a:lnSpc>
              <a:spcBef>
                <a:spcPts val="0"/>
              </a:spcBef>
              <a:spcAft>
                <a:spcPts val="0"/>
              </a:spcAft>
              <a:buClrTx/>
              <a:buSzTx/>
              <a:buFontTx/>
              <a:buNone/>
              <a:tabLst/>
              <a:defRPr/>
            </a:pPr>
            <a:r>
              <a:rPr kumimoji="0" lang="en-US" altLang="zh-CN" sz="700" b="1" i="0" u="none" strike="noStrike" kern="1200" cap="none" spc="0" normalizeH="0" baseline="0" noProof="0">
                <a:ln>
                  <a:noFill/>
                </a:ln>
                <a:solidFill>
                  <a:srgbClr val="44546A"/>
                </a:solidFill>
                <a:effectLst/>
                <a:uLnTx/>
                <a:uFillTx/>
                <a:latin typeface="Boehringer Forward Text"/>
                <a:ea typeface="等线" panose="02010600030101010101" pitchFamily="2" charset="-122"/>
                <a:cs typeface="Calibri" panose="020F0502020204030204" pitchFamily="34" charset="0"/>
              </a:rPr>
              <a:t>NDA app.</a:t>
            </a:r>
          </a:p>
        </p:txBody>
      </p:sp>
      <p:pic>
        <p:nvPicPr>
          <p:cNvPr id="79" name="Graphic 317" descr="Flag with solid fill">
            <a:extLst>
              <a:ext uri="{FF2B5EF4-FFF2-40B4-BE49-F238E27FC236}">
                <a16:creationId xmlns:a16="http://schemas.microsoft.com/office/drawing/2014/main" id="{6D1DE4DD-4B06-1808-2BF5-5AC3A2FA158E}"/>
              </a:ext>
            </a:extLst>
          </p:cNvPr>
          <p:cNvPicPr>
            <a:picLocks noChangeAspect="1"/>
          </p:cNvPicPr>
          <p:nvPr/>
        </p:nvPicPr>
        <p:blipFill>
          <a:blip r:embed="rId22">
            <a:extLst>
              <a:ext uri="{96DAC541-7B7A-43D3-8B79-37D633B846F1}">
                <asvg:svgBlip xmlns:asvg="http://schemas.microsoft.com/office/drawing/2016/SVG/main" r:embed="rId23"/>
              </a:ext>
            </a:extLst>
          </a:blip>
          <a:stretch>
            <a:fillRect/>
          </a:stretch>
        </p:blipFill>
        <p:spPr>
          <a:xfrm>
            <a:off x="10529316" y="4627718"/>
            <a:ext cx="210312" cy="210312"/>
          </a:xfrm>
          <a:prstGeom prst="rect">
            <a:avLst/>
          </a:prstGeom>
        </p:spPr>
      </p:pic>
      <p:sp>
        <p:nvSpPr>
          <p:cNvPr id="80" name="Star: 4 Points 143">
            <a:extLst>
              <a:ext uri="{FF2B5EF4-FFF2-40B4-BE49-F238E27FC236}">
                <a16:creationId xmlns:a16="http://schemas.microsoft.com/office/drawing/2014/main" id="{AB035AF2-9405-4A7A-D4CA-1BA862F599F9}"/>
              </a:ext>
            </a:extLst>
          </p:cNvPr>
          <p:cNvSpPr/>
          <p:nvPr/>
        </p:nvSpPr>
        <p:spPr bwMode="auto">
          <a:xfrm>
            <a:off x="3315723" y="4900195"/>
            <a:ext cx="116187" cy="156690"/>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marL="0" marR="0" lvl="0" indent="0" algn="l" defTabSz="914354" rtl="0" eaLnBrk="0" fontAlgn="base" latinLnBrk="0" hangingPunct="0">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prstClr val="black"/>
              </a:solidFill>
              <a:effectLst/>
              <a:uLnTx/>
              <a:uFillTx/>
              <a:latin typeface="Boehringer Forward Text"/>
              <a:ea typeface="等线" panose="02010600030101010101" pitchFamily="2" charset="-122"/>
              <a:cs typeface="Calibri" panose="020F0502020204030204" pitchFamily="34" charset="0"/>
            </a:endParaRPr>
          </a:p>
        </p:txBody>
      </p:sp>
      <p:sp>
        <p:nvSpPr>
          <p:cNvPr id="81" name="Star: 4 Points 143">
            <a:extLst>
              <a:ext uri="{FF2B5EF4-FFF2-40B4-BE49-F238E27FC236}">
                <a16:creationId xmlns:a16="http://schemas.microsoft.com/office/drawing/2014/main" id="{B3F680D7-43FC-3ED7-ED90-3EEC1C77DBB8}"/>
              </a:ext>
            </a:extLst>
          </p:cNvPr>
          <p:cNvSpPr/>
          <p:nvPr/>
        </p:nvSpPr>
        <p:spPr bwMode="auto">
          <a:xfrm>
            <a:off x="6274997" y="4884150"/>
            <a:ext cx="116187" cy="156690"/>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marL="0" marR="0" lvl="0" indent="0" algn="l" defTabSz="914354" rtl="0" eaLnBrk="0" fontAlgn="base" latinLnBrk="0" hangingPunct="0">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prstClr val="black"/>
              </a:solidFill>
              <a:effectLst/>
              <a:uLnTx/>
              <a:uFillTx/>
              <a:latin typeface="Boehringer Forward Text"/>
              <a:ea typeface="等线" panose="02010600030101010101" pitchFamily="2" charset="-122"/>
              <a:cs typeface="Calibri" panose="020F0502020204030204" pitchFamily="34" charset="0"/>
            </a:endParaRPr>
          </a:p>
        </p:txBody>
      </p:sp>
      <p:sp>
        <p:nvSpPr>
          <p:cNvPr id="82" name="Star: 4 Points 143">
            <a:extLst>
              <a:ext uri="{FF2B5EF4-FFF2-40B4-BE49-F238E27FC236}">
                <a16:creationId xmlns:a16="http://schemas.microsoft.com/office/drawing/2014/main" id="{0466A3D5-BEB5-D0C7-D59C-3BAA067CF8B5}"/>
              </a:ext>
            </a:extLst>
          </p:cNvPr>
          <p:cNvSpPr/>
          <p:nvPr/>
        </p:nvSpPr>
        <p:spPr bwMode="auto">
          <a:xfrm>
            <a:off x="6814333" y="4882998"/>
            <a:ext cx="116187" cy="156690"/>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marL="0" marR="0" lvl="0" indent="0" algn="l" defTabSz="914354" rtl="0" eaLnBrk="0" fontAlgn="base" latinLnBrk="0" hangingPunct="0">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prstClr val="black"/>
              </a:solidFill>
              <a:effectLst/>
              <a:uLnTx/>
              <a:uFillTx/>
              <a:latin typeface="Boehringer Forward Text"/>
              <a:ea typeface="等线" panose="02010600030101010101" pitchFamily="2" charset="-122"/>
              <a:cs typeface="Calibri" panose="020F0502020204030204" pitchFamily="34" charset="0"/>
            </a:endParaRPr>
          </a:p>
        </p:txBody>
      </p:sp>
      <p:sp>
        <p:nvSpPr>
          <p:cNvPr id="83" name="Star: 4 Points 143">
            <a:extLst>
              <a:ext uri="{FF2B5EF4-FFF2-40B4-BE49-F238E27FC236}">
                <a16:creationId xmlns:a16="http://schemas.microsoft.com/office/drawing/2014/main" id="{12DBE185-0A5C-04E0-EDF8-4418D1036162}"/>
              </a:ext>
            </a:extLst>
          </p:cNvPr>
          <p:cNvSpPr/>
          <p:nvPr/>
        </p:nvSpPr>
        <p:spPr bwMode="auto">
          <a:xfrm>
            <a:off x="7372825" y="4868927"/>
            <a:ext cx="116187" cy="156690"/>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marL="0" marR="0" lvl="0" indent="0" algn="l" defTabSz="914354" rtl="0" eaLnBrk="0" fontAlgn="base" latinLnBrk="0" hangingPunct="0">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prstClr val="black"/>
              </a:solidFill>
              <a:effectLst/>
              <a:uLnTx/>
              <a:uFillTx/>
              <a:latin typeface="Boehringer Forward Text"/>
              <a:ea typeface="等线" panose="02010600030101010101" pitchFamily="2" charset="-122"/>
              <a:cs typeface="Calibri" panose="020F0502020204030204" pitchFamily="34" charset="0"/>
            </a:endParaRPr>
          </a:p>
        </p:txBody>
      </p:sp>
      <p:sp>
        <p:nvSpPr>
          <p:cNvPr id="84" name="Rectangle 73">
            <a:extLst>
              <a:ext uri="{FF2B5EF4-FFF2-40B4-BE49-F238E27FC236}">
                <a16:creationId xmlns:a16="http://schemas.microsoft.com/office/drawing/2014/main" id="{BB8DBDDA-770E-EE23-F8A6-74A69BC47F53}"/>
              </a:ext>
            </a:extLst>
          </p:cNvPr>
          <p:cNvSpPr/>
          <p:nvPr/>
        </p:nvSpPr>
        <p:spPr>
          <a:xfrm>
            <a:off x="6201530" y="5065436"/>
            <a:ext cx="319318" cy="307777"/>
          </a:xfrm>
          <a:prstGeom prst="rect">
            <a:avLst/>
          </a:prstGeom>
        </p:spPr>
        <p:txBody>
          <a:bodyPr wrap="square" lIns="91440" tIns="45720" rIns="91440" bIns="45720" anchor="t">
            <a:spAutoFit/>
          </a:bodyPr>
          <a:lstStyle/>
          <a:p>
            <a:pPr marL="0" marR="0" lvl="0" indent="0" algn="ctr" defTabSz="1219108" rtl="0" eaLnBrk="1" fontAlgn="auto" latinLnBrk="0" hangingPunct="1">
              <a:lnSpc>
                <a:spcPct val="100000"/>
              </a:lnSpc>
              <a:spcBef>
                <a:spcPts val="0"/>
              </a:spcBef>
              <a:spcAft>
                <a:spcPts val="0"/>
              </a:spcAft>
              <a:buClrTx/>
              <a:buSzTx/>
              <a:buFontTx/>
              <a:buNone/>
              <a:tabLst/>
              <a:defRPr/>
            </a:pPr>
            <a:r>
              <a:rPr kumimoji="0" lang="en-US" altLang="zh-CN" sz="700" b="1" i="0" u="none" strike="noStrike" kern="1200" cap="none" spc="0" normalizeH="0" baseline="0" noProof="0">
                <a:ln>
                  <a:noFill/>
                </a:ln>
                <a:solidFill>
                  <a:srgbClr val="44546A"/>
                </a:solidFill>
                <a:effectLst/>
                <a:uLnTx/>
                <a:uFillTx/>
                <a:latin typeface="Boehringer Forward Text"/>
                <a:ea typeface="等线" panose="02010600030101010101" pitchFamily="2" charset="-122"/>
                <a:cs typeface="Calibri" panose="020F0502020204030204" pitchFamily="34" charset="0"/>
              </a:rPr>
              <a:t>LPI</a:t>
            </a:r>
          </a:p>
          <a:p>
            <a:pPr algn="ctr" defTabSz="1219108">
              <a:defRPr/>
            </a:pPr>
            <a:r>
              <a:rPr kumimoji="0" lang="en-US" altLang="zh-CN" sz="700" b="1" i="0" u="none" strike="noStrike" kern="1200" cap="none" spc="0" normalizeH="0" baseline="0" noProof="0">
                <a:ln>
                  <a:noFill/>
                </a:ln>
                <a:solidFill>
                  <a:srgbClr val="44546A"/>
                </a:solidFill>
                <a:effectLst/>
                <a:uLnTx/>
                <a:uFillTx/>
                <a:latin typeface="Boehringer Forward Text"/>
                <a:ea typeface="等线"/>
                <a:cs typeface="Calibri"/>
              </a:rPr>
              <a:t> </a:t>
            </a:r>
            <a:endParaRPr kumimoji="0" lang="zh-CN" altLang="en-US" sz="700" b="1" i="0" u="none" strike="noStrike" kern="1200" cap="none" spc="0" normalizeH="0" baseline="0" noProof="0">
              <a:ln>
                <a:noFill/>
              </a:ln>
              <a:solidFill>
                <a:srgbClr val="44546A"/>
              </a:solidFill>
              <a:effectLst/>
              <a:uLnTx/>
              <a:uFillTx/>
              <a:latin typeface="Boehringer Forward Text"/>
              <a:ea typeface="等线"/>
              <a:cs typeface="Calibri"/>
            </a:endParaRPr>
          </a:p>
        </p:txBody>
      </p:sp>
      <p:sp>
        <p:nvSpPr>
          <p:cNvPr id="85" name="文本框 84">
            <a:extLst>
              <a:ext uri="{FF2B5EF4-FFF2-40B4-BE49-F238E27FC236}">
                <a16:creationId xmlns:a16="http://schemas.microsoft.com/office/drawing/2014/main" id="{C51983EC-2B71-78D9-300B-D56BA8F4613B}"/>
              </a:ext>
            </a:extLst>
          </p:cNvPr>
          <p:cNvSpPr txBox="1"/>
          <p:nvPr/>
        </p:nvSpPr>
        <p:spPr bwMode="gray">
          <a:xfrm>
            <a:off x="6563127" y="5054195"/>
            <a:ext cx="645536" cy="307777"/>
          </a:xfrm>
          <a:prstGeom prst="rect">
            <a:avLst/>
          </a:prstGeom>
          <a:noFill/>
        </p:spPr>
        <p:txBody>
          <a:bodyPr wrap="square" lIns="91440" tIns="45720" rIns="91440" bIns="45720" anchor="t">
            <a:spAutoFit/>
          </a:bodyPr>
          <a:lstStyle/>
          <a:p>
            <a:pPr marL="0" marR="0" lvl="0" indent="0" algn="ctr" defTabSz="1219108" rtl="0" eaLnBrk="1" fontAlgn="auto" latinLnBrk="0" hangingPunct="1">
              <a:lnSpc>
                <a:spcPct val="100000"/>
              </a:lnSpc>
              <a:spcBef>
                <a:spcPts val="0"/>
              </a:spcBef>
              <a:spcAft>
                <a:spcPts val="0"/>
              </a:spcAft>
              <a:buClrTx/>
              <a:buSzTx/>
              <a:buFontTx/>
              <a:buNone/>
              <a:tabLst/>
              <a:defRPr/>
            </a:pPr>
            <a:r>
              <a:rPr kumimoji="0" lang="en-US" altLang="zh-CN" sz="700" b="1" i="0" u="none" strike="noStrike" kern="1200" cap="none" spc="0" normalizeH="0" baseline="0" noProof="0">
                <a:ln>
                  <a:noFill/>
                </a:ln>
                <a:solidFill>
                  <a:srgbClr val="44546A"/>
                </a:solidFill>
                <a:effectLst/>
                <a:uLnTx/>
                <a:uFillTx/>
                <a:latin typeface="Boehringer Forward Text"/>
                <a:ea typeface="等线" panose="02010600030101010101" pitchFamily="2" charset="-122"/>
                <a:cs typeface="Calibri" panose="020F0502020204030204" pitchFamily="34" charset="0"/>
              </a:rPr>
              <a:t>DBL</a:t>
            </a:r>
          </a:p>
          <a:p>
            <a:pPr algn="ctr" defTabSz="1219108">
              <a:defRPr/>
            </a:pPr>
            <a:r>
              <a:rPr lang="en-US" altLang="zh-CN" sz="700" b="1">
                <a:solidFill>
                  <a:srgbClr val="44546A"/>
                </a:solidFill>
                <a:latin typeface="Boehringer Forward Text"/>
                <a:ea typeface="等线"/>
                <a:cs typeface="Calibri"/>
              </a:rPr>
              <a:t> </a:t>
            </a:r>
            <a:endParaRPr lang="en-US" altLang="zh-CN" sz="700" b="1" i="0" u="none" strike="noStrike" kern="1200" cap="none" spc="0" normalizeH="0" baseline="0" noProof="0">
              <a:ln>
                <a:noFill/>
              </a:ln>
              <a:solidFill>
                <a:srgbClr val="44546A"/>
              </a:solidFill>
              <a:effectLst/>
              <a:uLnTx/>
              <a:uFillTx/>
              <a:latin typeface="Boehringer Forward Text"/>
              <a:ea typeface="等线"/>
              <a:cs typeface="Calibri"/>
            </a:endParaRPr>
          </a:p>
        </p:txBody>
      </p:sp>
      <p:sp>
        <p:nvSpPr>
          <p:cNvPr id="86" name="Rectangle 55">
            <a:extLst>
              <a:ext uri="{FF2B5EF4-FFF2-40B4-BE49-F238E27FC236}">
                <a16:creationId xmlns:a16="http://schemas.microsoft.com/office/drawing/2014/main" id="{C7246549-2837-CEF4-36EF-21A88013C2BC}"/>
              </a:ext>
            </a:extLst>
          </p:cNvPr>
          <p:cNvSpPr/>
          <p:nvPr/>
        </p:nvSpPr>
        <p:spPr>
          <a:xfrm>
            <a:off x="7250942" y="5049659"/>
            <a:ext cx="373820" cy="200055"/>
          </a:xfrm>
          <a:prstGeom prst="rect">
            <a:avLst/>
          </a:prstGeom>
        </p:spPr>
        <p:txBody>
          <a:bodyPr wrap="none" lIns="91440" tIns="45720" rIns="91440" bIns="45720" anchor="t">
            <a:spAutoFit/>
          </a:bodyPr>
          <a:lstStyle/>
          <a:p>
            <a:pPr marL="0" marR="0" lvl="0" indent="0" algn="ctr" defTabSz="1219108" rtl="0" eaLnBrk="1" fontAlgn="auto" latinLnBrk="0" hangingPunct="1">
              <a:lnSpc>
                <a:spcPct val="100000"/>
              </a:lnSpc>
              <a:spcBef>
                <a:spcPts val="0"/>
              </a:spcBef>
              <a:spcAft>
                <a:spcPts val="0"/>
              </a:spcAft>
              <a:buClrTx/>
              <a:buSzTx/>
              <a:buFontTx/>
              <a:buNone/>
              <a:tabLst/>
              <a:defRPr/>
            </a:pPr>
            <a:r>
              <a:rPr kumimoji="0" lang="en-US" altLang="zh-CN" sz="700" b="1" i="0" u="none" strike="noStrike" kern="1200" cap="none" spc="0" normalizeH="0" baseline="0" noProof="0">
                <a:ln>
                  <a:noFill/>
                </a:ln>
                <a:solidFill>
                  <a:srgbClr val="44546A"/>
                </a:solidFill>
                <a:effectLst/>
                <a:uLnTx/>
                <a:uFillTx/>
                <a:latin typeface="Boehringer Forward Text"/>
                <a:ea typeface="等线" panose="02010600030101010101" pitchFamily="2" charset="-122"/>
                <a:cs typeface="Calibri" panose="020F0502020204030204" pitchFamily="34" charset="0"/>
              </a:rPr>
              <a:t>CSR</a:t>
            </a:r>
          </a:p>
        </p:txBody>
      </p:sp>
      <p:sp>
        <p:nvSpPr>
          <p:cNvPr id="87" name="Rectangle 77">
            <a:extLst>
              <a:ext uri="{FF2B5EF4-FFF2-40B4-BE49-F238E27FC236}">
                <a16:creationId xmlns:a16="http://schemas.microsoft.com/office/drawing/2014/main" id="{EB62318F-D53F-2348-90AB-736CEDC264B5}"/>
              </a:ext>
            </a:extLst>
          </p:cNvPr>
          <p:cNvSpPr/>
          <p:nvPr/>
        </p:nvSpPr>
        <p:spPr>
          <a:xfrm>
            <a:off x="2246103" y="5089257"/>
            <a:ext cx="626660" cy="200055"/>
          </a:xfrm>
          <a:prstGeom prst="rect">
            <a:avLst/>
          </a:prstGeom>
        </p:spPr>
        <p:txBody>
          <a:bodyPr wrap="square" lIns="91440" tIns="45720" rIns="91440" bIns="45720" anchor="t">
            <a:spAutoFit/>
          </a:bodyPr>
          <a:lstStyle/>
          <a:p>
            <a:pPr marL="0" marR="0" lvl="0" indent="0" algn="ctr" defTabSz="1219108" rtl="0" eaLnBrk="1" fontAlgn="auto" latinLnBrk="0" hangingPunct="1">
              <a:lnSpc>
                <a:spcPct val="100000"/>
              </a:lnSpc>
              <a:spcBef>
                <a:spcPts val="0"/>
              </a:spcBef>
              <a:spcAft>
                <a:spcPts val="0"/>
              </a:spcAft>
              <a:buClrTx/>
              <a:buSzTx/>
              <a:buFontTx/>
              <a:buNone/>
              <a:tabLst/>
              <a:defRPr/>
            </a:pPr>
            <a:r>
              <a:rPr lang="en-US" altLang="zh-CN" sz="700" b="1">
                <a:solidFill>
                  <a:srgbClr val="44546A"/>
                </a:solidFill>
                <a:latin typeface="Boehringer Forward Text"/>
                <a:ea typeface="等线" panose="02010600030101010101" pitchFamily="2" charset="-122"/>
                <a:cs typeface="Calibri" panose="020F0502020204030204" pitchFamily="34" charset="0"/>
              </a:rPr>
              <a:t>Aug</a:t>
            </a:r>
            <a:r>
              <a:rPr kumimoji="0" lang="en-US" altLang="zh-CN" sz="700" b="1" i="0" u="none" strike="noStrike" kern="1200" cap="none" spc="0" normalizeH="0" baseline="0" noProof="0">
                <a:ln>
                  <a:noFill/>
                </a:ln>
                <a:solidFill>
                  <a:srgbClr val="44546A"/>
                </a:solidFill>
                <a:effectLst/>
                <a:uLnTx/>
                <a:uFillTx/>
                <a:latin typeface="Boehringer Forward Text"/>
                <a:ea typeface="等线"/>
                <a:cs typeface="Calibri"/>
              </a:rPr>
              <a:t> 2026</a:t>
            </a:r>
            <a:endParaRPr lang="en-US" altLang="zh-CN" sz="700" b="1" i="0" u="none" strike="noStrike" kern="1200" cap="none" spc="0" normalizeH="0" baseline="0" noProof="0">
              <a:ln>
                <a:noFill/>
              </a:ln>
              <a:solidFill>
                <a:srgbClr val="44546A"/>
              </a:solidFill>
              <a:effectLst/>
              <a:uLnTx/>
              <a:uFillTx/>
              <a:latin typeface="Boehringer Forward Text"/>
              <a:ea typeface="等线"/>
              <a:cs typeface="Calibri"/>
            </a:endParaRPr>
          </a:p>
        </p:txBody>
      </p:sp>
      <p:sp>
        <p:nvSpPr>
          <p:cNvPr id="88" name="Star: 4 Points 143">
            <a:extLst>
              <a:ext uri="{FF2B5EF4-FFF2-40B4-BE49-F238E27FC236}">
                <a16:creationId xmlns:a16="http://schemas.microsoft.com/office/drawing/2014/main" id="{B30437EB-D83C-A03F-CDE2-8D1A9FFF88AB}"/>
              </a:ext>
            </a:extLst>
          </p:cNvPr>
          <p:cNvSpPr/>
          <p:nvPr/>
        </p:nvSpPr>
        <p:spPr bwMode="auto">
          <a:xfrm>
            <a:off x="2501340" y="4892529"/>
            <a:ext cx="116187" cy="156690"/>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marL="0" marR="0" lvl="0" indent="0" algn="l" defTabSz="914354" rtl="0" eaLnBrk="0" fontAlgn="base" latinLnBrk="0" hangingPunct="0">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prstClr val="black"/>
              </a:solidFill>
              <a:effectLst/>
              <a:uLnTx/>
              <a:uFillTx/>
              <a:latin typeface="Boehringer Forward Text"/>
              <a:ea typeface="等线" panose="02010600030101010101" pitchFamily="2" charset="-122"/>
              <a:cs typeface="Calibri" panose="020F0502020204030204" pitchFamily="34" charset="0"/>
            </a:endParaRPr>
          </a:p>
        </p:txBody>
      </p:sp>
      <p:cxnSp>
        <p:nvCxnSpPr>
          <p:cNvPr id="91" name="直接连接符 90">
            <a:extLst>
              <a:ext uri="{FF2B5EF4-FFF2-40B4-BE49-F238E27FC236}">
                <a16:creationId xmlns:a16="http://schemas.microsoft.com/office/drawing/2014/main" id="{740AB47B-0992-0F7B-3D88-6FD485FB82B1}"/>
              </a:ext>
            </a:extLst>
          </p:cNvPr>
          <p:cNvCxnSpPr>
            <a:cxnSpLocks/>
          </p:cNvCxnSpPr>
          <p:nvPr/>
        </p:nvCxnSpPr>
        <p:spPr bwMode="gray">
          <a:xfrm>
            <a:off x="266212" y="4059280"/>
            <a:ext cx="11446380" cy="20209"/>
          </a:xfrm>
          <a:prstGeom prst="line">
            <a:avLst/>
          </a:prstGeom>
          <a:ln w="19050"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93" name="直接连接符 92">
            <a:extLst>
              <a:ext uri="{FF2B5EF4-FFF2-40B4-BE49-F238E27FC236}">
                <a16:creationId xmlns:a16="http://schemas.microsoft.com/office/drawing/2014/main" id="{644C374E-B667-9207-EACE-41BF67301667}"/>
              </a:ext>
            </a:extLst>
          </p:cNvPr>
          <p:cNvCxnSpPr>
            <a:cxnSpLocks/>
          </p:cNvCxnSpPr>
          <p:nvPr/>
        </p:nvCxnSpPr>
        <p:spPr bwMode="gray">
          <a:xfrm>
            <a:off x="266212" y="2732024"/>
            <a:ext cx="11446380" cy="20209"/>
          </a:xfrm>
          <a:prstGeom prst="line">
            <a:avLst/>
          </a:prstGeom>
          <a:ln w="19050"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115" name="文本框 114">
            <a:extLst>
              <a:ext uri="{FF2B5EF4-FFF2-40B4-BE49-F238E27FC236}">
                <a16:creationId xmlns:a16="http://schemas.microsoft.com/office/drawing/2014/main" id="{B24EFD10-B9E5-F213-A2DB-E840715DCB71}"/>
              </a:ext>
            </a:extLst>
          </p:cNvPr>
          <p:cNvSpPr txBox="1"/>
          <p:nvPr/>
        </p:nvSpPr>
        <p:spPr bwMode="gray">
          <a:xfrm>
            <a:off x="345974" y="3298809"/>
            <a:ext cx="812426" cy="344710"/>
          </a:xfrm>
          <a:prstGeom prst="rect">
            <a:avLst/>
          </a:prstGeom>
          <a:noFill/>
        </p:spPr>
        <p:txBody>
          <a:bodyPr wrap="square" lIns="0" tIns="0" rIns="0" bIns="0" rtlCol="0">
            <a:spAutoFit/>
          </a:bodyPr>
          <a:lstStyle/>
          <a:p>
            <a:pPr marL="0" marR="0" lvl="0" indent="0" algn="ctr" defTabSz="914400" rtl="0" eaLnBrk="1" fontAlgn="auto" latinLnBrk="0" hangingPunct="1">
              <a:lnSpc>
                <a:spcPct val="140000"/>
              </a:lnSpc>
              <a:spcBef>
                <a:spcPts val="0"/>
              </a:spcBef>
              <a:spcAft>
                <a:spcPts val="0"/>
              </a:spcAft>
              <a:buClrTx/>
              <a:buSzTx/>
              <a:buFontTx/>
              <a:buNone/>
              <a:tabLst/>
              <a:defRPr/>
            </a:pPr>
            <a:r>
              <a:rPr kumimoji="0" lang="en-US" altLang="zh-CN" sz="1050" b="0" i="0" u="none" strike="noStrike" kern="1200" cap="none" spc="0" normalizeH="0" baseline="0" noProof="0" err="1">
                <a:ln>
                  <a:noFill/>
                </a:ln>
                <a:solidFill>
                  <a:srgbClr val="FF0000"/>
                </a:solidFill>
                <a:effectLst/>
                <a:uLnTx/>
                <a:uFillTx/>
                <a:latin typeface="Boehringer Forward Text"/>
                <a:ea typeface="+mn-ea"/>
                <a:cs typeface="+mn-cs"/>
              </a:rPr>
              <a:t>Senario</a:t>
            </a:r>
            <a:r>
              <a:rPr kumimoji="0" lang="en-US" altLang="zh-CN" sz="1050" b="0" i="0" u="none" strike="noStrike" kern="1200" cap="none" spc="0" normalizeH="0" baseline="0" noProof="0">
                <a:ln>
                  <a:noFill/>
                </a:ln>
                <a:solidFill>
                  <a:srgbClr val="FF0000"/>
                </a:solidFill>
                <a:effectLst/>
                <a:uLnTx/>
                <a:uFillTx/>
                <a:latin typeface="Boehringer Forward Text"/>
                <a:ea typeface="+mn-ea"/>
                <a:cs typeface="+mn-cs"/>
              </a:rPr>
              <a:t> 1</a:t>
            </a:r>
          </a:p>
          <a:p>
            <a:pPr lvl="0" algn="ctr">
              <a:lnSpc>
                <a:spcPct val="140000"/>
              </a:lnSpc>
              <a:defRPr/>
            </a:pPr>
            <a:r>
              <a:rPr lang="en-US" altLang="zh-CN" sz="600" b="1">
                <a:solidFill>
                  <a:srgbClr val="FF0000"/>
                </a:solidFill>
                <a:ea typeface="等线" panose="02010600030101010101" pitchFamily="2" charset="-122"/>
                <a:cs typeface="Calibri" panose="020F0502020204030204" pitchFamily="34" charset="0"/>
              </a:rPr>
              <a:t>N=200</a:t>
            </a:r>
            <a:endParaRPr kumimoji="0" lang="zh-CN" altLang="en-US" sz="600" b="0" i="0" u="none" strike="noStrike" kern="1200" cap="none" spc="0" normalizeH="0" baseline="0" noProof="0">
              <a:ln>
                <a:noFill/>
              </a:ln>
              <a:solidFill>
                <a:srgbClr val="FF0000"/>
              </a:solidFill>
              <a:effectLst/>
              <a:uLnTx/>
              <a:uFillTx/>
              <a:latin typeface="Boehringer Forward Text"/>
              <a:ea typeface="+mn-ea"/>
              <a:cs typeface="+mn-cs"/>
            </a:endParaRPr>
          </a:p>
        </p:txBody>
      </p:sp>
      <p:sp>
        <p:nvSpPr>
          <p:cNvPr id="116" name="文本框 115">
            <a:extLst>
              <a:ext uri="{FF2B5EF4-FFF2-40B4-BE49-F238E27FC236}">
                <a16:creationId xmlns:a16="http://schemas.microsoft.com/office/drawing/2014/main" id="{C1AFBA81-D3EB-CCCE-460B-AD037B54754C}"/>
              </a:ext>
            </a:extLst>
          </p:cNvPr>
          <p:cNvSpPr txBox="1"/>
          <p:nvPr/>
        </p:nvSpPr>
        <p:spPr bwMode="gray">
          <a:xfrm>
            <a:off x="353586" y="4446417"/>
            <a:ext cx="812426" cy="603242"/>
          </a:xfrm>
          <a:prstGeom prst="rect">
            <a:avLst/>
          </a:prstGeom>
          <a:noFill/>
        </p:spPr>
        <p:txBody>
          <a:bodyPr wrap="square" lIns="0" tIns="0" rIns="0" bIns="0" rtlCol="0">
            <a:spAutoFit/>
          </a:bodyPr>
          <a:lstStyle/>
          <a:p>
            <a:pPr marL="0" marR="0" lvl="0" indent="0" algn="ctr" defTabSz="914400" rtl="0" eaLnBrk="1" fontAlgn="auto" latinLnBrk="0" hangingPunct="1">
              <a:lnSpc>
                <a:spcPct val="140000"/>
              </a:lnSpc>
              <a:spcBef>
                <a:spcPts val="0"/>
              </a:spcBef>
              <a:spcAft>
                <a:spcPts val="0"/>
              </a:spcAft>
              <a:buClrTx/>
              <a:buSzTx/>
              <a:buFontTx/>
              <a:buNone/>
              <a:tabLst/>
              <a:defRPr/>
            </a:pPr>
            <a:r>
              <a:rPr kumimoji="0" lang="en-US" altLang="zh-CN" sz="1050" b="0" i="0" u="none" strike="noStrike" kern="1200" cap="none" spc="0" normalizeH="0" baseline="0" noProof="0" err="1">
                <a:ln>
                  <a:noFill/>
                </a:ln>
                <a:solidFill>
                  <a:srgbClr val="FF0000"/>
                </a:solidFill>
                <a:effectLst/>
                <a:uLnTx/>
                <a:uFillTx/>
                <a:latin typeface="Boehringer Forward Text"/>
                <a:ea typeface="+mn-ea"/>
                <a:cs typeface="+mn-cs"/>
              </a:rPr>
              <a:t>Senario</a:t>
            </a:r>
            <a:r>
              <a:rPr kumimoji="0" lang="en-US" altLang="zh-CN" sz="1050" b="0" i="0" u="none" strike="noStrike" kern="1200" cap="none" spc="0" normalizeH="0" baseline="0" noProof="0">
                <a:ln>
                  <a:noFill/>
                </a:ln>
                <a:solidFill>
                  <a:srgbClr val="FF0000"/>
                </a:solidFill>
                <a:effectLst/>
                <a:uLnTx/>
                <a:uFillTx/>
                <a:latin typeface="Boehringer Forward Text"/>
                <a:ea typeface="+mn-ea"/>
                <a:cs typeface="+mn-cs"/>
              </a:rPr>
              <a:t> 2</a:t>
            </a:r>
          </a:p>
          <a:p>
            <a:pPr lvl="0" algn="ctr">
              <a:lnSpc>
                <a:spcPct val="140000"/>
              </a:lnSpc>
              <a:defRPr/>
            </a:pPr>
            <a:r>
              <a:rPr lang="en-US" altLang="zh-CN" sz="600" b="1">
                <a:solidFill>
                  <a:srgbClr val="FF0000"/>
                </a:solidFill>
                <a:ea typeface="等线" panose="02010600030101010101" pitchFamily="2" charset="-122"/>
                <a:cs typeface="Calibri" panose="020F0502020204030204" pitchFamily="34" charset="0"/>
              </a:rPr>
              <a:t>N=200+</a:t>
            </a:r>
          </a:p>
          <a:p>
            <a:pPr lvl="0" algn="ctr">
              <a:lnSpc>
                <a:spcPct val="140000"/>
              </a:lnSpc>
              <a:defRPr/>
            </a:pPr>
            <a:r>
              <a:rPr kumimoji="0" lang="zh-CN" altLang="en-US" sz="600" b="1" i="0" u="none" strike="noStrike" kern="1200" cap="none" spc="0" normalizeH="0" baseline="0" noProof="0">
                <a:ln>
                  <a:noFill/>
                </a:ln>
                <a:solidFill>
                  <a:srgbClr val="FF0000"/>
                </a:solidFill>
                <a:effectLst/>
                <a:uLnTx/>
                <a:uFillTx/>
                <a:latin typeface="Boehringer Forward Text"/>
                <a:ea typeface="等线" panose="02010600030101010101" pitchFamily="2" charset="-122"/>
                <a:cs typeface="Calibri" panose="020F0502020204030204" pitchFamily="34" charset="0"/>
              </a:rPr>
              <a:t>（</a:t>
            </a:r>
            <a:r>
              <a:rPr kumimoji="0" lang="en-US" altLang="zh-CN" sz="600" b="1" i="0" u="none" strike="noStrike" kern="1200" cap="none" spc="0" normalizeH="0" baseline="0" noProof="0">
                <a:ln>
                  <a:noFill/>
                </a:ln>
                <a:solidFill>
                  <a:srgbClr val="FF0000"/>
                </a:solidFill>
                <a:effectLst/>
                <a:uLnTx/>
                <a:uFillTx/>
                <a:latin typeface="Boehringer Forward Text"/>
                <a:ea typeface="等线" panose="02010600030101010101" pitchFamily="2" charset="-122"/>
                <a:cs typeface="Calibri" panose="020F0502020204030204" pitchFamily="34" charset="0"/>
              </a:rPr>
              <a:t>Need to apply for additional b</a:t>
            </a:r>
            <a:r>
              <a:rPr lang="en-US" altLang="zh-CN" sz="600" b="1" err="1">
                <a:solidFill>
                  <a:srgbClr val="FF0000"/>
                </a:solidFill>
                <a:latin typeface="Boehringer Forward Text"/>
                <a:ea typeface="等线" panose="02010600030101010101" pitchFamily="2" charset="-122"/>
                <a:cs typeface="Calibri" panose="020F0502020204030204" pitchFamily="34" charset="0"/>
              </a:rPr>
              <a:t>udget</a:t>
            </a:r>
            <a:r>
              <a:rPr lang="en-US" altLang="zh-CN" sz="600" b="1">
                <a:solidFill>
                  <a:srgbClr val="FF0000"/>
                </a:solidFill>
                <a:latin typeface="Boehringer Forward Text"/>
                <a:ea typeface="等线" panose="02010600030101010101" pitchFamily="2" charset="-122"/>
                <a:cs typeface="Calibri" panose="020F0502020204030204" pitchFamily="34" charset="0"/>
              </a:rPr>
              <a:t>)</a:t>
            </a:r>
            <a:endParaRPr kumimoji="0" lang="zh-CN" altLang="en-US" sz="600" b="0" i="0" u="none" strike="noStrike" kern="1200" cap="none" spc="0" normalizeH="0" baseline="0" noProof="0">
              <a:ln>
                <a:noFill/>
              </a:ln>
              <a:solidFill>
                <a:srgbClr val="FF0000"/>
              </a:solidFill>
              <a:effectLst/>
              <a:uLnTx/>
              <a:uFillTx/>
              <a:latin typeface="Boehringer Forward Text"/>
              <a:ea typeface="+mn-ea"/>
              <a:cs typeface="+mn-cs"/>
            </a:endParaRPr>
          </a:p>
        </p:txBody>
      </p:sp>
      <p:sp>
        <p:nvSpPr>
          <p:cNvPr id="8" name="等腰三角形 7">
            <a:extLst>
              <a:ext uri="{FF2B5EF4-FFF2-40B4-BE49-F238E27FC236}">
                <a16:creationId xmlns:a16="http://schemas.microsoft.com/office/drawing/2014/main" id="{89A3AA98-1890-EE47-DCAE-D6DC121FE5B6}"/>
              </a:ext>
            </a:extLst>
          </p:cNvPr>
          <p:cNvSpPr/>
          <p:nvPr/>
        </p:nvSpPr>
        <p:spPr bwMode="gray">
          <a:xfrm rot="10800000">
            <a:off x="2587397" y="4461518"/>
            <a:ext cx="116187" cy="103056"/>
          </a:xfrm>
          <a:prstGeom prst="triangle">
            <a:avLst/>
          </a:prstGeom>
          <a:solidFill>
            <a:srgbClr val="6AD2E2"/>
          </a:solidFill>
          <a:ln w="6350">
            <a:solidFill>
              <a:srgbClr val="06251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zh-CN" altLang="en-US" sz="1600">
              <a:solidFill>
                <a:schemeClr val="tx1"/>
              </a:solidFill>
            </a:endParaRPr>
          </a:p>
        </p:txBody>
      </p:sp>
      <p:sp>
        <p:nvSpPr>
          <p:cNvPr id="68" name="OTLSHAPE_T_5a934a26f311425e8ebaa0f45e6533ad_Shape">
            <a:extLst>
              <a:ext uri="{FF2B5EF4-FFF2-40B4-BE49-F238E27FC236}">
                <a16:creationId xmlns:a16="http://schemas.microsoft.com/office/drawing/2014/main" id="{206AE1F9-4528-4D5D-0976-C82D35499C3C}"/>
              </a:ext>
            </a:extLst>
          </p:cNvPr>
          <p:cNvSpPr/>
          <p:nvPr>
            <p:custDataLst>
              <p:tags r:id="rId9"/>
            </p:custDataLst>
          </p:nvPr>
        </p:nvSpPr>
        <p:spPr bwMode="auto">
          <a:xfrm>
            <a:off x="2572027" y="3201989"/>
            <a:ext cx="620549" cy="240070"/>
          </a:xfrm>
          <a:prstGeom prst="roundRect">
            <a:avLst/>
          </a:prstGeom>
          <a:solidFill>
            <a:schemeClr val="accent6">
              <a:lumMod val="60000"/>
              <a:lumOff val="40000"/>
            </a:scheme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91440" tIns="45720" rIns="91440" bIns="45720" numCol="1" rtlCol="0" anchor="t" anchorCtr="0" compatLnSpc="1">
            <a:prstTxWarp prst="textNoShape">
              <a:avLst/>
            </a:prstTxWarp>
          </a:bodyPr>
          <a:lstStyle/>
          <a:p>
            <a:pPr lvl="0" algn="ctr" defTabSz="914377">
              <a:defRPr/>
            </a:pPr>
            <a:r>
              <a:rPr lang="en-US" altLang="zh-CN" sz="700" b="1" spc="-7">
                <a:solidFill>
                  <a:srgbClr val="000000"/>
                </a:solidFill>
                <a:ea typeface="等线" panose="02010600030101010101" pitchFamily="2" charset="-122"/>
              </a:rPr>
              <a:t>Start-up activity</a:t>
            </a:r>
          </a:p>
        </p:txBody>
      </p:sp>
      <p:sp>
        <p:nvSpPr>
          <p:cNvPr id="92" name="OTLSHAPE_T_5a934a26f311425e8ebaa0f45e6533ad_Shape">
            <a:extLst>
              <a:ext uri="{FF2B5EF4-FFF2-40B4-BE49-F238E27FC236}">
                <a16:creationId xmlns:a16="http://schemas.microsoft.com/office/drawing/2014/main" id="{DA0A8058-B0E1-AC33-93A6-1EC85DC58CE6}"/>
              </a:ext>
            </a:extLst>
          </p:cNvPr>
          <p:cNvSpPr/>
          <p:nvPr>
            <p:custDataLst>
              <p:tags r:id="rId10"/>
            </p:custDataLst>
          </p:nvPr>
        </p:nvSpPr>
        <p:spPr bwMode="auto">
          <a:xfrm>
            <a:off x="2741462" y="4609082"/>
            <a:ext cx="620549" cy="285847"/>
          </a:xfrm>
          <a:prstGeom prst="roundRect">
            <a:avLst/>
          </a:prstGeom>
          <a:solidFill>
            <a:schemeClr val="accent6">
              <a:lumMod val="60000"/>
              <a:lumOff val="40000"/>
            </a:scheme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91440" tIns="45720" rIns="91440" bIns="45720" numCol="1" rtlCol="0" anchor="t" anchorCtr="0" compatLnSpc="1">
            <a:prstTxWarp prst="textNoShape">
              <a:avLst/>
            </a:prstTxWarp>
          </a:bodyPr>
          <a:lstStyle/>
          <a:p>
            <a:pPr lvl="0" algn="ctr" defTabSz="914377">
              <a:defRPr/>
            </a:pPr>
            <a:r>
              <a:rPr lang="en-US" altLang="zh-CN" sz="700" b="1" spc="-7">
                <a:solidFill>
                  <a:srgbClr val="000000"/>
                </a:solidFill>
                <a:ea typeface="等线" panose="02010600030101010101" pitchFamily="2" charset="-122"/>
              </a:rPr>
              <a:t>Start-up activity</a:t>
            </a:r>
          </a:p>
        </p:txBody>
      </p:sp>
      <p:sp>
        <p:nvSpPr>
          <p:cNvPr id="137" name="OTLSHAPE_T_5a934a26f311425e8ebaa0f45e6533ad_Shape">
            <a:extLst>
              <a:ext uri="{FF2B5EF4-FFF2-40B4-BE49-F238E27FC236}">
                <a16:creationId xmlns:a16="http://schemas.microsoft.com/office/drawing/2014/main" id="{37C8BAB5-E267-B8EA-B882-B4CDB610CF9E}"/>
              </a:ext>
            </a:extLst>
          </p:cNvPr>
          <p:cNvSpPr/>
          <p:nvPr>
            <p:custDataLst>
              <p:tags r:id="rId11"/>
            </p:custDataLst>
          </p:nvPr>
        </p:nvSpPr>
        <p:spPr bwMode="auto">
          <a:xfrm>
            <a:off x="2563668" y="4626953"/>
            <a:ext cx="165630" cy="241974"/>
          </a:xfrm>
          <a:prstGeom prst="roundRect">
            <a:avLst/>
          </a:prstGeom>
          <a:solidFill>
            <a:srgbClr val="FFC000"/>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91440" tIns="45720" rIns="91440" bIns="45720" numCol="1" rtlCol="0" anchor="t" anchorCtr="0" compatLnSpc="1">
            <a:prstTxWarp prst="textNoShape">
              <a:avLst/>
            </a:prstTxWarp>
          </a:bodyP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altLang="zh-CN" sz="933" b="1" i="0" u="none" strike="noStrike" kern="1200" cap="none" spc="-7" normalizeH="0" baseline="0" noProof="0">
              <a:ln>
                <a:noFill/>
              </a:ln>
              <a:solidFill>
                <a:srgbClr val="000000"/>
              </a:solidFill>
              <a:effectLst/>
              <a:uLnTx/>
              <a:uFillTx/>
              <a:latin typeface="Boehringer Forward Text"/>
              <a:ea typeface="等线" panose="02010600030101010101" pitchFamily="2" charset="-122"/>
              <a:cs typeface="+mn-cs"/>
            </a:endParaRPr>
          </a:p>
        </p:txBody>
      </p:sp>
      <p:sp>
        <p:nvSpPr>
          <p:cNvPr id="139" name="Rectangle 77">
            <a:extLst>
              <a:ext uri="{FF2B5EF4-FFF2-40B4-BE49-F238E27FC236}">
                <a16:creationId xmlns:a16="http://schemas.microsoft.com/office/drawing/2014/main" id="{EF0D613B-6DEA-9D83-E4F7-C10FAEF8012D}"/>
              </a:ext>
            </a:extLst>
          </p:cNvPr>
          <p:cNvSpPr/>
          <p:nvPr/>
        </p:nvSpPr>
        <p:spPr>
          <a:xfrm>
            <a:off x="2236157" y="3615174"/>
            <a:ext cx="626660" cy="200055"/>
          </a:xfrm>
          <a:prstGeom prst="rect">
            <a:avLst/>
          </a:prstGeom>
        </p:spPr>
        <p:txBody>
          <a:bodyPr wrap="square" lIns="91440" tIns="45720" rIns="91440" bIns="45720" anchor="t">
            <a:spAutoFit/>
          </a:bodyPr>
          <a:lstStyle/>
          <a:p>
            <a:pPr marL="0" marR="0" lvl="0" indent="0" algn="ctr" defTabSz="1219108" rtl="0" eaLnBrk="1" fontAlgn="auto" latinLnBrk="0" hangingPunct="1">
              <a:lnSpc>
                <a:spcPct val="100000"/>
              </a:lnSpc>
              <a:spcBef>
                <a:spcPts val="0"/>
              </a:spcBef>
              <a:spcAft>
                <a:spcPts val="0"/>
              </a:spcAft>
              <a:buClrTx/>
              <a:buSzTx/>
              <a:buFontTx/>
              <a:buNone/>
              <a:tabLst/>
              <a:defRPr/>
            </a:pPr>
            <a:r>
              <a:rPr lang="en-US" altLang="zh-CN" sz="700" b="1">
                <a:solidFill>
                  <a:srgbClr val="44546A"/>
                </a:solidFill>
                <a:latin typeface="Boehringer Forward Text"/>
                <a:ea typeface="等线" panose="02010600030101010101" pitchFamily="2" charset="-122"/>
                <a:cs typeface="Calibri" panose="020F0502020204030204" pitchFamily="34" charset="0"/>
              </a:rPr>
              <a:t>Aug</a:t>
            </a:r>
            <a:r>
              <a:rPr kumimoji="0" lang="en-US" altLang="zh-CN" sz="700" b="1" i="0" u="none" strike="noStrike" kern="1200" cap="none" spc="0" normalizeH="0" baseline="0" noProof="0">
                <a:ln>
                  <a:noFill/>
                </a:ln>
                <a:solidFill>
                  <a:srgbClr val="44546A"/>
                </a:solidFill>
                <a:effectLst/>
                <a:uLnTx/>
                <a:uFillTx/>
                <a:latin typeface="Boehringer Forward Text"/>
                <a:ea typeface="等线"/>
                <a:cs typeface="Calibri"/>
              </a:rPr>
              <a:t> 2026</a:t>
            </a:r>
            <a:endParaRPr lang="en-US" altLang="zh-CN" sz="700" b="1" i="0" u="none" strike="noStrike" kern="1200" cap="none" spc="0" normalizeH="0" baseline="0" noProof="0">
              <a:ln>
                <a:noFill/>
              </a:ln>
              <a:solidFill>
                <a:srgbClr val="44546A"/>
              </a:solidFill>
              <a:effectLst/>
              <a:uLnTx/>
              <a:uFillTx/>
              <a:latin typeface="Boehringer Forward Text"/>
              <a:ea typeface="等线"/>
              <a:cs typeface="Calibri"/>
            </a:endParaRPr>
          </a:p>
        </p:txBody>
      </p:sp>
      <p:sp>
        <p:nvSpPr>
          <p:cNvPr id="140" name="Star: 4 Points 143">
            <a:extLst>
              <a:ext uri="{FF2B5EF4-FFF2-40B4-BE49-F238E27FC236}">
                <a16:creationId xmlns:a16="http://schemas.microsoft.com/office/drawing/2014/main" id="{970EC905-E70C-5DC0-E1C2-BBEE7A1757E9}"/>
              </a:ext>
            </a:extLst>
          </p:cNvPr>
          <p:cNvSpPr/>
          <p:nvPr/>
        </p:nvSpPr>
        <p:spPr bwMode="auto">
          <a:xfrm>
            <a:off x="2507287" y="3485908"/>
            <a:ext cx="116187" cy="156690"/>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marL="0" marR="0" lvl="0" indent="0" algn="l" defTabSz="914354" rtl="0" eaLnBrk="0" fontAlgn="base" latinLnBrk="0" hangingPunct="0">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prstClr val="black"/>
              </a:solidFill>
              <a:effectLst/>
              <a:uLnTx/>
              <a:uFillTx/>
              <a:latin typeface="Boehringer Forward Text"/>
              <a:ea typeface="等线" panose="02010600030101010101" pitchFamily="2" charset="-122"/>
              <a:cs typeface="Calibri" panose="020F0502020204030204" pitchFamily="34" charset="0"/>
            </a:endParaRPr>
          </a:p>
        </p:txBody>
      </p:sp>
      <p:sp>
        <p:nvSpPr>
          <p:cNvPr id="141" name="Rectangle 77">
            <a:extLst>
              <a:ext uri="{FF2B5EF4-FFF2-40B4-BE49-F238E27FC236}">
                <a16:creationId xmlns:a16="http://schemas.microsoft.com/office/drawing/2014/main" id="{1FA92AC4-A668-F6DA-804F-35BE01C63E85}"/>
              </a:ext>
            </a:extLst>
          </p:cNvPr>
          <p:cNvSpPr/>
          <p:nvPr/>
        </p:nvSpPr>
        <p:spPr>
          <a:xfrm>
            <a:off x="1152861" y="5056885"/>
            <a:ext cx="626660" cy="200055"/>
          </a:xfrm>
          <a:prstGeom prst="rect">
            <a:avLst/>
          </a:prstGeom>
        </p:spPr>
        <p:txBody>
          <a:bodyPr wrap="square" lIns="91440" tIns="45720" rIns="91440" bIns="45720" anchor="t">
            <a:spAutoFit/>
          </a:bodyPr>
          <a:lstStyle/>
          <a:p>
            <a:pPr marL="0" marR="0" lvl="0" indent="0" algn="ctr" defTabSz="1219108" rtl="0" eaLnBrk="1" fontAlgn="auto" latinLnBrk="0" hangingPunct="1">
              <a:lnSpc>
                <a:spcPct val="100000"/>
              </a:lnSpc>
              <a:spcBef>
                <a:spcPts val="0"/>
              </a:spcBef>
              <a:spcAft>
                <a:spcPts val="0"/>
              </a:spcAft>
              <a:buClrTx/>
              <a:buSzTx/>
              <a:buFontTx/>
              <a:buNone/>
              <a:tabLst/>
              <a:defRPr/>
            </a:pPr>
            <a:r>
              <a:rPr lang="en-US" altLang="zh-CN" sz="700" b="1">
                <a:solidFill>
                  <a:srgbClr val="44546A"/>
                </a:solidFill>
                <a:latin typeface="Boehringer Forward Text"/>
                <a:ea typeface="等线" panose="02010600030101010101" pitchFamily="2" charset="-122"/>
                <a:cs typeface="Calibri" panose="020F0502020204030204" pitchFamily="34" charset="0"/>
              </a:rPr>
              <a:t>Apr</a:t>
            </a:r>
            <a:r>
              <a:rPr kumimoji="0" lang="en-US" altLang="zh-CN" sz="700" b="1" i="0" u="none" strike="noStrike" kern="1200" cap="none" spc="0" normalizeH="0" baseline="0" noProof="0">
                <a:ln>
                  <a:noFill/>
                </a:ln>
                <a:solidFill>
                  <a:srgbClr val="44546A"/>
                </a:solidFill>
                <a:effectLst/>
                <a:uLnTx/>
                <a:uFillTx/>
                <a:latin typeface="Boehringer Forward Text"/>
                <a:ea typeface="等线"/>
                <a:cs typeface="Calibri"/>
              </a:rPr>
              <a:t> 2026</a:t>
            </a:r>
            <a:endParaRPr lang="en-US" altLang="zh-CN" sz="700" b="1" i="0" u="none" strike="noStrike" kern="1200" cap="none" spc="0" normalizeH="0" baseline="0" noProof="0">
              <a:ln>
                <a:noFill/>
              </a:ln>
              <a:solidFill>
                <a:srgbClr val="44546A"/>
              </a:solidFill>
              <a:effectLst/>
              <a:uLnTx/>
              <a:uFillTx/>
              <a:latin typeface="Boehringer Forward Text"/>
              <a:ea typeface="等线"/>
              <a:cs typeface="Calibri"/>
            </a:endParaRPr>
          </a:p>
        </p:txBody>
      </p:sp>
      <p:sp>
        <p:nvSpPr>
          <p:cNvPr id="142" name="Star: 4 Points 143">
            <a:extLst>
              <a:ext uri="{FF2B5EF4-FFF2-40B4-BE49-F238E27FC236}">
                <a16:creationId xmlns:a16="http://schemas.microsoft.com/office/drawing/2014/main" id="{39CDFFCF-C198-9202-6D3A-7EED34C9E170}"/>
              </a:ext>
            </a:extLst>
          </p:cNvPr>
          <p:cNvSpPr/>
          <p:nvPr/>
        </p:nvSpPr>
        <p:spPr bwMode="auto">
          <a:xfrm>
            <a:off x="1399742" y="4899618"/>
            <a:ext cx="116187" cy="156690"/>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marL="0" marR="0" lvl="0" indent="0" algn="l" defTabSz="914354" rtl="0" eaLnBrk="0" fontAlgn="base" latinLnBrk="0" hangingPunct="0">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prstClr val="black"/>
              </a:solidFill>
              <a:effectLst/>
              <a:uLnTx/>
              <a:uFillTx/>
              <a:latin typeface="Boehringer Forward Text"/>
              <a:ea typeface="等线" panose="02010600030101010101" pitchFamily="2" charset="-122"/>
              <a:cs typeface="Calibri" panose="020F0502020204030204" pitchFamily="34" charset="0"/>
            </a:endParaRPr>
          </a:p>
        </p:txBody>
      </p:sp>
      <p:sp>
        <p:nvSpPr>
          <p:cNvPr id="143" name="Rectangle 77">
            <a:extLst>
              <a:ext uri="{FF2B5EF4-FFF2-40B4-BE49-F238E27FC236}">
                <a16:creationId xmlns:a16="http://schemas.microsoft.com/office/drawing/2014/main" id="{745B7B79-EECD-5FB3-91C3-92610E43472E}"/>
              </a:ext>
            </a:extLst>
          </p:cNvPr>
          <p:cNvSpPr/>
          <p:nvPr/>
        </p:nvSpPr>
        <p:spPr>
          <a:xfrm>
            <a:off x="2052227" y="4252757"/>
            <a:ext cx="1209564" cy="200055"/>
          </a:xfrm>
          <a:prstGeom prst="rect">
            <a:avLst/>
          </a:prstGeom>
        </p:spPr>
        <p:txBody>
          <a:bodyPr wrap="square" lIns="91440" tIns="45720" rIns="91440" bIns="45720" anchor="t">
            <a:spAutoFit/>
          </a:bodyPr>
          <a:lstStyle/>
          <a:p>
            <a:pPr marL="0" marR="0" lvl="0" indent="0" algn="ctr" defTabSz="1219108" rtl="0" eaLnBrk="1" fontAlgn="auto" latinLnBrk="0" hangingPunct="1">
              <a:lnSpc>
                <a:spcPct val="100000"/>
              </a:lnSpc>
              <a:spcBef>
                <a:spcPts val="0"/>
              </a:spcBef>
              <a:spcAft>
                <a:spcPts val="0"/>
              </a:spcAft>
              <a:buClrTx/>
              <a:buSzTx/>
              <a:buFontTx/>
              <a:buNone/>
              <a:tabLst/>
              <a:defRPr/>
            </a:pPr>
            <a:r>
              <a:rPr kumimoji="0" lang="en-US" altLang="zh-CN" sz="700" b="1" i="0" u="none" strike="noStrike" kern="1200" cap="none" spc="0" normalizeH="0" baseline="0" noProof="0">
                <a:ln>
                  <a:noFill/>
                </a:ln>
                <a:solidFill>
                  <a:srgbClr val="44546A"/>
                </a:solidFill>
                <a:effectLst/>
                <a:uLnTx/>
                <a:uFillTx/>
                <a:latin typeface="Boehringer Forward Text"/>
                <a:ea typeface="等线" panose="02010600030101010101" pitchFamily="2" charset="-122"/>
                <a:cs typeface="Calibri" panose="020F0502020204030204" pitchFamily="34" charset="0"/>
              </a:rPr>
              <a:t>Further evaluation</a:t>
            </a:r>
            <a:endParaRPr lang="en-US" altLang="zh-CN" sz="700" b="1" i="0" u="none" strike="noStrike" kern="1200" cap="none" spc="0" normalizeH="0" baseline="0" noProof="0">
              <a:ln>
                <a:noFill/>
              </a:ln>
              <a:solidFill>
                <a:srgbClr val="44546A"/>
              </a:solidFill>
              <a:effectLst/>
              <a:uLnTx/>
              <a:uFillTx/>
              <a:latin typeface="Boehringer Forward Text"/>
              <a:ea typeface="等线"/>
              <a:cs typeface="Calibri"/>
            </a:endParaRPr>
          </a:p>
        </p:txBody>
      </p:sp>
      <p:sp>
        <p:nvSpPr>
          <p:cNvPr id="6" name="OTLSHAPE_T_e17f3958430f4cff8650518c93c7635e_Shape">
            <a:extLst>
              <a:ext uri="{FF2B5EF4-FFF2-40B4-BE49-F238E27FC236}">
                <a16:creationId xmlns:a16="http://schemas.microsoft.com/office/drawing/2014/main" id="{E9A53425-C900-A4F4-F065-7846323B80B1}"/>
              </a:ext>
            </a:extLst>
          </p:cNvPr>
          <p:cNvSpPr/>
          <p:nvPr>
            <p:custDataLst>
              <p:tags r:id="rId12"/>
            </p:custDataLst>
          </p:nvPr>
        </p:nvSpPr>
        <p:spPr bwMode="auto">
          <a:xfrm>
            <a:off x="1222493" y="1876434"/>
            <a:ext cx="2704149" cy="324000"/>
          </a:xfrm>
          <a:prstGeom prst="roundRect">
            <a:avLst/>
          </a:prstGeom>
          <a:solidFill>
            <a:srgbClr val="076D7E">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121920" tIns="60960" rIns="121920" bIns="60960" numCol="1" rtlCol="0" anchor="ctr" anchorCtr="0" compatLnSpc="1">
            <a:prstTxWarp prst="textNoShape">
              <a:avLst/>
            </a:prstTxWarp>
          </a:bodyPr>
          <a:lstStyle/>
          <a:p>
            <a:pPr marL="0" marR="0" lvl="0" indent="0" algn="ctr" defTabSz="1219108"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a:ln>
                  <a:noFill/>
                </a:ln>
                <a:solidFill>
                  <a:prstClr val="black"/>
                </a:solidFill>
                <a:effectLst/>
                <a:uLnTx/>
                <a:uFillTx/>
                <a:latin typeface="Boehringer Forward Text"/>
                <a:ea typeface="等线" panose="02010600030101010101" pitchFamily="2" charset="-122"/>
                <a:cs typeface="Calibri" panose="020F0502020204030204" pitchFamily="34" charset="0"/>
              </a:rPr>
              <a:t>Ph3, N=1325 (China ~ 340pts), 18M</a:t>
            </a:r>
          </a:p>
        </p:txBody>
      </p:sp>
      <p:sp>
        <p:nvSpPr>
          <p:cNvPr id="89" name="OTLSHAPE_T_e17f3958430f4cff8650518c93c7635e_StartDate">
            <a:extLst>
              <a:ext uri="{FF2B5EF4-FFF2-40B4-BE49-F238E27FC236}">
                <a16:creationId xmlns:a16="http://schemas.microsoft.com/office/drawing/2014/main" id="{C707B17A-FC18-E5A8-9689-BEA634F69689}"/>
              </a:ext>
            </a:extLst>
          </p:cNvPr>
          <p:cNvSpPr txBox="1"/>
          <p:nvPr>
            <p:custDataLst>
              <p:tags r:id="rId13"/>
            </p:custDataLst>
          </p:nvPr>
        </p:nvSpPr>
        <p:spPr>
          <a:xfrm>
            <a:off x="823765" y="1606453"/>
            <a:ext cx="1096435" cy="123111"/>
          </a:xfrm>
          <a:prstGeom prst="rect">
            <a:avLst/>
          </a:prstGeom>
          <a:noFill/>
        </p:spPr>
        <p:txBody>
          <a:bodyPr vert="horz" wrap="square" lIns="0" tIns="0" rIns="0" bIns="0" rtlCol="0" anchor="ctr" anchorCtr="0">
            <a:spAutoFit/>
          </a:bodyPr>
          <a:lstStyle/>
          <a:p>
            <a:pPr marL="0" marR="0" lvl="0" indent="0" algn="ctr" defTabSz="1219108" rtl="0" eaLnBrk="1" fontAlgn="auto" latinLnBrk="0" hangingPunct="1">
              <a:lnSpc>
                <a:spcPct val="100000"/>
              </a:lnSpc>
              <a:spcBef>
                <a:spcPts val="0"/>
              </a:spcBef>
              <a:spcAft>
                <a:spcPts val="0"/>
              </a:spcAft>
              <a:buClrTx/>
              <a:buSzTx/>
              <a:buFontTx/>
              <a:buNone/>
              <a:tabLst/>
              <a:defRPr/>
            </a:pPr>
            <a:r>
              <a:rPr kumimoji="0" lang="en-US" altLang="zh-CN" sz="800" b="1" i="1" u="none" strike="noStrike" kern="1200" cap="none" spc="0" normalizeH="0" baseline="0" noProof="0">
                <a:ln>
                  <a:noFill/>
                </a:ln>
                <a:solidFill>
                  <a:prstClr val="white">
                    <a:lumMod val="65000"/>
                  </a:prstClr>
                </a:solidFill>
                <a:effectLst/>
                <a:uLnTx/>
                <a:uFillTx/>
                <a:latin typeface="Boehringer Forward Text"/>
                <a:ea typeface="等线" panose="02010600030101010101" pitchFamily="2" charset="-122"/>
                <a:cs typeface="Calibri" panose="020F0502020204030204" pitchFamily="34" charset="0"/>
              </a:rPr>
              <a:t>Feb 2026</a:t>
            </a:r>
            <a:endParaRPr kumimoji="0" lang="zh-CN" altLang="en-US" sz="800" b="1" i="1" u="none" strike="noStrike" kern="1200" cap="none" spc="0" normalizeH="0" baseline="0" noProof="0">
              <a:ln>
                <a:noFill/>
              </a:ln>
              <a:solidFill>
                <a:prstClr val="white">
                  <a:lumMod val="65000"/>
                </a:prstClr>
              </a:solidFill>
              <a:effectLst/>
              <a:uLnTx/>
              <a:uFillTx/>
              <a:latin typeface="Boehringer Forward Text"/>
              <a:ea typeface="等线" panose="02010600030101010101" pitchFamily="2" charset="-122"/>
              <a:cs typeface="Calibri" panose="020F0502020204030204" pitchFamily="34" charset="0"/>
            </a:endParaRPr>
          </a:p>
        </p:txBody>
      </p:sp>
      <p:sp>
        <p:nvSpPr>
          <p:cNvPr id="90" name="OTLSHAPE_T_e17f3958430f4cff8650518c93c7635e_Shape">
            <a:extLst>
              <a:ext uri="{FF2B5EF4-FFF2-40B4-BE49-F238E27FC236}">
                <a16:creationId xmlns:a16="http://schemas.microsoft.com/office/drawing/2014/main" id="{8E31FDD3-D910-A2A4-B8EE-9F76DCF946DF}"/>
              </a:ext>
            </a:extLst>
          </p:cNvPr>
          <p:cNvSpPr/>
          <p:nvPr>
            <p:custDataLst>
              <p:tags r:id="rId14"/>
            </p:custDataLst>
          </p:nvPr>
        </p:nvSpPr>
        <p:spPr bwMode="auto">
          <a:xfrm>
            <a:off x="169653" y="1876434"/>
            <a:ext cx="1042855" cy="324000"/>
          </a:xfrm>
          <a:prstGeom prst="roundRect">
            <a:avLst/>
          </a:prstGeom>
          <a:solidFill>
            <a:srgbClr val="5D4495">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91440" tIns="45721" rIns="91440" bIns="45721" numCol="1" rtlCol="0" anchor="ctr" anchorCtr="0" compatLnSpc="1">
            <a:prstTxWarp prst="textNoShape">
              <a:avLst/>
            </a:prstTxWarp>
          </a:bodyPr>
          <a:lstStyle/>
          <a:p>
            <a:pPr marL="0" marR="0" lvl="0" indent="0" algn="ctr" defTabSz="1219108" rtl="0" eaLnBrk="0" fontAlgn="base" latinLnBrk="0" hangingPunct="0">
              <a:lnSpc>
                <a:spcPct val="100000"/>
              </a:lnSpc>
              <a:spcBef>
                <a:spcPct val="0"/>
              </a:spcBef>
              <a:spcAft>
                <a:spcPct val="0"/>
              </a:spcAft>
              <a:buClrTx/>
              <a:buSzTx/>
              <a:buFontTx/>
              <a:buNone/>
              <a:tabLst/>
              <a:defRPr/>
            </a:pPr>
            <a:r>
              <a:rPr kumimoji="0" lang="en-US" altLang="zh-CN" sz="700" b="1" i="0" u="none" strike="noStrike" kern="1200" cap="none" spc="0" normalizeH="0" baseline="0" noProof="0">
                <a:ln>
                  <a:noFill/>
                </a:ln>
                <a:solidFill>
                  <a:srgbClr val="000000"/>
                </a:solidFill>
                <a:effectLst/>
                <a:uLnTx/>
                <a:uFillTx/>
                <a:latin typeface="Boehringer Forward Text"/>
                <a:ea typeface="等线" panose="02010600030101010101" pitchFamily="2" charset="-122"/>
                <a:cs typeface="Calibri" panose="020F0502020204030204" pitchFamily="34" charset="0"/>
              </a:rPr>
              <a:t>CTA Review + EC + HGRAC + 1</a:t>
            </a:r>
            <a:r>
              <a:rPr kumimoji="0" lang="en-US" altLang="zh-CN" sz="700" b="1" i="0" u="none" strike="noStrike" kern="1200" cap="none" spc="0" normalizeH="0" baseline="30000" noProof="0">
                <a:ln>
                  <a:noFill/>
                </a:ln>
                <a:solidFill>
                  <a:srgbClr val="000000"/>
                </a:solidFill>
                <a:effectLst/>
                <a:uLnTx/>
                <a:uFillTx/>
                <a:latin typeface="Boehringer Forward Text"/>
                <a:ea typeface="等线" panose="02010600030101010101" pitchFamily="2" charset="-122"/>
                <a:cs typeface="Calibri" panose="020F0502020204030204" pitchFamily="34" charset="0"/>
              </a:rPr>
              <a:t>st</a:t>
            </a:r>
            <a:r>
              <a:rPr kumimoji="0" lang="en-US" altLang="zh-CN" sz="700" b="1" i="0" u="none" strike="noStrike" kern="1200" cap="none" spc="0" normalizeH="0" baseline="0" noProof="0">
                <a:ln>
                  <a:noFill/>
                </a:ln>
                <a:solidFill>
                  <a:srgbClr val="000000"/>
                </a:solidFill>
                <a:effectLst/>
                <a:uLnTx/>
                <a:uFillTx/>
                <a:latin typeface="Boehringer Forward Text"/>
                <a:ea typeface="等线" panose="02010600030101010101" pitchFamily="2" charset="-122"/>
                <a:cs typeface="Calibri" panose="020F0502020204030204" pitchFamily="34" charset="0"/>
              </a:rPr>
              <a:t> SIV</a:t>
            </a:r>
            <a:endParaRPr kumimoji="0" lang="zh-CN" altLang="en-US" sz="700" b="1" i="0" u="none" strike="noStrike" kern="1200" cap="none" spc="0" normalizeH="0" baseline="0" noProof="0">
              <a:ln>
                <a:noFill/>
              </a:ln>
              <a:solidFill>
                <a:srgbClr val="000000"/>
              </a:solidFill>
              <a:effectLst/>
              <a:uLnTx/>
              <a:uFillTx/>
              <a:latin typeface="Boehringer Forward Text"/>
              <a:ea typeface="等线" panose="02010600030101010101" pitchFamily="2" charset="-122"/>
              <a:cs typeface="Calibri" panose="020F0502020204030204" pitchFamily="34" charset="0"/>
            </a:endParaRPr>
          </a:p>
        </p:txBody>
      </p:sp>
      <p:sp>
        <p:nvSpPr>
          <p:cNvPr id="94" name="Rectangle 77">
            <a:extLst>
              <a:ext uri="{FF2B5EF4-FFF2-40B4-BE49-F238E27FC236}">
                <a16:creationId xmlns:a16="http://schemas.microsoft.com/office/drawing/2014/main" id="{0B9E4AA3-0A71-5F0D-C696-ED06AA6FBC86}"/>
              </a:ext>
            </a:extLst>
          </p:cNvPr>
          <p:cNvSpPr/>
          <p:nvPr/>
        </p:nvSpPr>
        <p:spPr>
          <a:xfrm>
            <a:off x="940128" y="2416270"/>
            <a:ext cx="626660" cy="246221"/>
          </a:xfrm>
          <a:prstGeom prst="rect">
            <a:avLst/>
          </a:prstGeom>
        </p:spPr>
        <p:txBody>
          <a:bodyPr wrap="square">
            <a:spAutoFit/>
          </a:bodyPr>
          <a:lstStyle/>
          <a:p>
            <a:pPr marL="0" marR="0" lvl="0" indent="0" algn="ctr" defTabSz="1219108" rtl="0" eaLnBrk="1" fontAlgn="auto" latinLnBrk="0" hangingPunct="1">
              <a:lnSpc>
                <a:spcPct val="100000"/>
              </a:lnSpc>
              <a:spcBef>
                <a:spcPts val="0"/>
              </a:spcBef>
              <a:spcAft>
                <a:spcPts val="0"/>
              </a:spcAft>
              <a:buClrTx/>
              <a:buSzTx/>
              <a:buFontTx/>
              <a:buNone/>
              <a:tabLst/>
              <a:defRPr/>
            </a:pPr>
            <a:r>
              <a:rPr kumimoji="0" lang="en-US" altLang="zh-CN" sz="1000" b="1" i="0" u="none" strike="noStrike" kern="1200" cap="none" spc="0" normalizeH="0" baseline="0" noProof="0">
                <a:ln>
                  <a:noFill/>
                </a:ln>
                <a:solidFill>
                  <a:srgbClr val="44546A"/>
                </a:solidFill>
                <a:effectLst/>
                <a:uLnTx/>
                <a:uFillTx/>
                <a:latin typeface="Boehringer Forward Text"/>
                <a:ea typeface="等线" panose="02010600030101010101" pitchFamily="2" charset="-122"/>
                <a:cs typeface="Calibri" panose="020F0502020204030204" pitchFamily="34" charset="0"/>
              </a:rPr>
              <a:t>1</a:t>
            </a:r>
            <a:r>
              <a:rPr kumimoji="0" lang="en-US" altLang="zh-CN" sz="1000" b="1" i="0" u="none" strike="noStrike" kern="1200" cap="none" spc="0" normalizeH="0" baseline="30000" noProof="0">
                <a:ln>
                  <a:noFill/>
                </a:ln>
                <a:solidFill>
                  <a:srgbClr val="44546A"/>
                </a:solidFill>
                <a:effectLst/>
                <a:uLnTx/>
                <a:uFillTx/>
                <a:latin typeface="Boehringer Forward Text"/>
                <a:ea typeface="等线" panose="02010600030101010101" pitchFamily="2" charset="-122"/>
                <a:cs typeface="Calibri" panose="020F0502020204030204" pitchFamily="34" charset="0"/>
              </a:rPr>
              <a:t>st</a:t>
            </a:r>
            <a:r>
              <a:rPr kumimoji="0" lang="en-US" altLang="zh-CN" sz="1000" b="1" i="0" u="none" strike="noStrike" kern="1200" cap="none" spc="0" normalizeH="0" baseline="0" noProof="0">
                <a:ln>
                  <a:noFill/>
                </a:ln>
                <a:solidFill>
                  <a:srgbClr val="44546A"/>
                </a:solidFill>
                <a:effectLst/>
                <a:uLnTx/>
                <a:uFillTx/>
                <a:latin typeface="Boehringer Forward Text"/>
                <a:ea typeface="等线" panose="02010600030101010101" pitchFamily="2" charset="-122"/>
                <a:cs typeface="Calibri" panose="020F0502020204030204" pitchFamily="34" charset="0"/>
              </a:rPr>
              <a:t> SIV</a:t>
            </a:r>
            <a:endParaRPr kumimoji="0" lang="zh-CN" altLang="en-US" sz="1000" b="1" i="0" u="none" strike="noStrike" kern="1200" cap="none" spc="0" normalizeH="0" baseline="0" noProof="0">
              <a:ln>
                <a:noFill/>
              </a:ln>
              <a:solidFill>
                <a:srgbClr val="44546A"/>
              </a:solidFill>
              <a:effectLst/>
              <a:uLnTx/>
              <a:uFillTx/>
              <a:latin typeface="Boehringer Forward Text"/>
              <a:ea typeface="等线" panose="02010600030101010101" pitchFamily="2" charset="-122"/>
              <a:cs typeface="Calibri" panose="020F0502020204030204" pitchFamily="34" charset="0"/>
            </a:endParaRPr>
          </a:p>
        </p:txBody>
      </p:sp>
      <p:sp>
        <p:nvSpPr>
          <p:cNvPr id="95" name="OTLSHAPE_M_39ea6ebc19a94c9fab6ef5006c31df58_Shape">
            <a:extLst>
              <a:ext uri="{FF2B5EF4-FFF2-40B4-BE49-F238E27FC236}">
                <a16:creationId xmlns:a16="http://schemas.microsoft.com/office/drawing/2014/main" id="{292EA68B-FAC2-E16B-3117-3732C53CE924}"/>
              </a:ext>
            </a:extLst>
          </p:cNvPr>
          <p:cNvSpPr/>
          <p:nvPr>
            <p:custDataLst>
              <p:tags r:id="rId15"/>
            </p:custDataLst>
          </p:nvPr>
        </p:nvSpPr>
        <p:spPr bwMode="auto">
          <a:xfrm rot="16200000">
            <a:off x="233590" y="2121438"/>
            <a:ext cx="77323" cy="79771"/>
          </a:xfrm>
          <a:prstGeom prst="flowChartMerge">
            <a:avLst/>
          </a:prstGeom>
          <a:solidFill>
            <a:srgbClr val="EA161E"/>
          </a:solidFill>
          <a:ln w="9525" cap="flat" cmpd="sng" algn="ctr">
            <a:noFill/>
            <a:prstDash val="solid"/>
            <a:round/>
            <a:headEnd type="none" w="med" len="med"/>
            <a:tailEnd type="none" w="med" len="med"/>
          </a:ln>
          <a:effectLst/>
          <a:scene3d>
            <a:camera prst="orthographicFront"/>
            <a:lightRig rig="threePt" dir="t"/>
          </a:scene3d>
          <a:sp3d>
            <a:bevelT h="12700"/>
          </a:sp3d>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a:scrgbClr r="0" g="0" b="0">
                      <a:alpha val="50000"/>
                    </a:scrgbClr>
                  </a:outerShdw>
                </a:effectLst>
              </a14:hiddenEffects>
            </a:ext>
            <a:ext uri="{53640926-AAD7-44D8-BBD7-CCE9431645EC}">
              <a14:shadowObscured xmlns:a14="http://schemas.microsoft.com/office/drawing/2010/main" val="1"/>
            </a:ext>
          </a:extLst>
        </p:spPr>
        <p:txBody>
          <a:bodyPr vert="horz" wrap="square" lIns="91440" tIns="45721" rIns="91440" bIns="45721" numCol="1" rtlCol="0" anchor="t" anchorCtr="0" compatLnSpc="1">
            <a:prstTxWarp prst="textNoShape">
              <a:avLst/>
            </a:prstTxWarp>
          </a:bodyPr>
          <a:lstStyle/>
          <a:p>
            <a:pPr marL="0" marR="0" lvl="0" indent="0" algn="l" defTabSz="914332" rtl="0" eaLnBrk="0" fontAlgn="base" latinLnBrk="0" hangingPunct="0">
              <a:lnSpc>
                <a:spcPct val="100000"/>
              </a:lnSpc>
              <a:spcBef>
                <a:spcPct val="0"/>
              </a:spcBef>
              <a:spcAft>
                <a:spcPct val="0"/>
              </a:spcAft>
              <a:buClrTx/>
              <a:buSzTx/>
              <a:buFontTx/>
              <a:buNone/>
              <a:tabLst/>
              <a:defRPr/>
            </a:pPr>
            <a:endParaRPr kumimoji="0" lang="zh-CN" altLang="en-US" sz="933" b="0" i="0" u="none" strike="noStrike" kern="1200" cap="none" spc="0" normalizeH="0" baseline="0" noProof="0">
              <a:ln>
                <a:noFill/>
              </a:ln>
              <a:solidFill>
                <a:srgbClr val="000000"/>
              </a:solidFill>
              <a:effectLst/>
              <a:uLnTx/>
              <a:uFillTx/>
              <a:latin typeface="Boehringer Forward Text"/>
              <a:ea typeface="等线" panose="02010600030101010101" pitchFamily="2" charset="-122"/>
              <a:cs typeface="Calibri" panose="020F0502020204030204" pitchFamily="34" charset="0"/>
            </a:endParaRPr>
          </a:p>
        </p:txBody>
      </p:sp>
      <p:sp>
        <p:nvSpPr>
          <p:cNvPr id="96" name="Rectangle 73">
            <a:extLst>
              <a:ext uri="{FF2B5EF4-FFF2-40B4-BE49-F238E27FC236}">
                <a16:creationId xmlns:a16="http://schemas.microsoft.com/office/drawing/2014/main" id="{C50BCF80-A8CA-637A-D511-00F5BDBC26DE}"/>
              </a:ext>
            </a:extLst>
          </p:cNvPr>
          <p:cNvSpPr/>
          <p:nvPr/>
        </p:nvSpPr>
        <p:spPr>
          <a:xfrm>
            <a:off x="3777282" y="2387049"/>
            <a:ext cx="375423" cy="246221"/>
          </a:xfrm>
          <a:prstGeom prst="rect">
            <a:avLst/>
          </a:prstGeom>
        </p:spPr>
        <p:txBody>
          <a:bodyPr wrap="none">
            <a:spAutoFit/>
          </a:bodyPr>
          <a:lstStyle/>
          <a:p>
            <a:pPr marL="0" marR="0" lvl="0" indent="0" algn="ctr" defTabSz="1219108" rtl="0" eaLnBrk="1" fontAlgn="auto" latinLnBrk="0" hangingPunct="1">
              <a:lnSpc>
                <a:spcPct val="100000"/>
              </a:lnSpc>
              <a:spcBef>
                <a:spcPts val="0"/>
              </a:spcBef>
              <a:spcAft>
                <a:spcPts val="0"/>
              </a:spcAft>
              <a:buClrTx/>
              <a:buSzTx/>
              <a:buFontTx/>
              <a:buNone/>
              <a:tabLst/>
              <a:defRPr/>
            </a:pPr>
            <a:r>
              <a:rPr kumimoji="0" lang="en-US" altLang="zh-CN" sz="1000" b="1" i="0" u="none" strike="noStrike" kern="1200" cap="none" spc="0" normalizeH="0" baseline="0" noProof="0">
                <a:ln>
                  <a:noFill/>
                </a:ln>
                <a:solidFill>
                  <a:srgbClr val="44546A"/>
                </a:solidFill>
                <a:effectLst/>
                <a:uLnTx/>
                <a:uFillTx/>
                <a:latin typeface="Boehringer Forward Text"/>
                <a:ea typeface="等线" panose="02010600030101010101" pitchFamily="2" charset="-122"/>
                <a:cs typeface="Calibri" panose="020F0502020204030204" pitchFamily="34" charset="0"/>
              </a:rPr>
              <a:t>LPI</a:t>
            </a:r>
            <a:endParaRPr kumimoji="0" lang="zh-CN" altLang="en-US" sz="1000" b="1" i="0" u="none" strike="noStrike" kern="1200" cap="none" spc="0" normalizeH="0" baseline="0" noProof="0">
              <a:ln>
                <a:noFill/>
              </a:ln>
              <a:solidFill>
                <a:srgbClr val="44546A"/>
              </a:solidFill>
              <a:effectLst/>
              <a:uLnTx/>
              <a:uFillTx/>
              <a:latin typeface="Boehringer Forward Text"/>
              <a:ea typeface="等线" panose="02010600030101010101" pitchFamily="2" charset="-122"/>
              <a:cs typeface="Calibri" panose="020F0502020204030204" pitchFamily="34" charset="0"/>
            </a:endParaRPr>
          </a:p>
        </p:txBody>
      </p:sp>
      <p:sp>
        <p:nvSpPr>
          <p:cNvPr id="97" name="Star: 4 Points 143">
            <a:extLst>
              <a:ext uri="{FF2B5EF4-FFF2-40B4-BE49-F238E27FC236}">
                <a16:creationId xmlns:a16="http://schemas.microsoft.com/office/drawing/2014/main" id="{A8C6400E-707C-963E-57AF-5297702B813D}"/>
              </a:ext>
            </a:extLst>
          </p:cNvPr>
          <p:cNvSpPr/>
          <p:nvPr/>
        </p:nvSpPr>
        <p:spPr bwMode="auto">
          <a:xfrm>
            <a:off x="1130372" y="2214053"/>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marL="0" marR="0" lvl="0" indent="0" algn="l" defTabSz="914354" rtl="0" eaLnBrk="0" fontAlgn="base" latinLnBrk="0" hangingPunct="0">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prstClr val="black"/>
              </a:solidFill>
              <a:effectLst/>
              <a:uLnTx/>
              <a:uFillTx/>
              <a:latin typeface="Boehringer Forward Text"/>
              <a:ea typeface="等线" panose="02010600030101010101" pitchFamily="2" charset="-122"/>
              <a:cs typeface="Calibri" panose="020F0502020204030204" pitchFamily="34" charset="0"/>
            </a:endParaRPr>
          </a:p>
        </p:txBody>
      </p:sp>
      <p:sp>
        <p:nvSpPr>
          <p:cNvPr id="98" name="Star: 4 Points 143">
            <a:extLst>
              <a:ext uri="{FF2B5EF4-FFF2-40B4-BE49-F238E27FC236}">
                <a16:creationId xmlns:a16="http://schemas.microsoft.com/office/drawing/2014/main" id="{5B7E4EE7-DD3C-E5B5-362D-A2A05AD72C94}"/>
              </a:ext>
            </a:extLst>
          </p:cNvPr>
          <p:cNvSpPr/>
          <p:nvPr/>
        </p:nvSpPr>
        <p:spPr bwMode="auto">
          <a:xfrm>
            <a:off x="3858588" y="2189581"/>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marL="0" marR="0" lvl="0" indent="0" algn="l" defTabSz="914354" rtl="0" eaLnBrk="0" fontAlgn="base" latinLnBrk="0" hangingPunct="0">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prstClr val="black"/>
              </a:solidFill>
              <a:effectLst/>
              <a:uLnTx/>
              <a:uFillTx/>
              <a:latin typeface="Boehringer Forward Text"/>
              <a:ea typeface="等线" panose="02010600030101010101" pitchFamily="2" charset="-122"/>
              <a:cs typeface="Calibri" panose="020F0502020204030204" pitchFamily="34" charset="0"/>
            </a:endParaRPr>
          </a:p>
        </p:txBody>
      </p:sp>
      <p:sp>
        <p:nvSpPr>
          <p:cNvPr id="99" name="Star: 4 Points 143">
            <a:extLst>
              <a:ext uri="{FF2B5EF4-FFF2-40B4-BE49-F238E27FC236}">
                <a16:creationId xmlns:a16="http://schemas.microsoft.com/office/drawing/2014/main" id="{64AC1374-970E-DB3D-B88B-233CF321C4E5}"/>
              </a:ext>
            </a:extLst>
          </p:cNvPr>
          <p:cNvSpPr/>
          <p:nvPr/>
        </p:nvSpPr>
        <p:spPr bwMode="auto">
          <a:xfrm>
            <a:off x="159668" y="2183794"/>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marL="0" marR="0" lvl="0" indent="0" algn="l" defTabSz="914354" rtl="0" eaLnBrk="0" fontAlgn="base" latinLnBrk="0" hangingPunct="0">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prstClr val="black"/>
              </a:solidFill>
              <a:effectLst/>
              <a:uLnTx/>
              <a:uFillTx/>
              <a:latin typeface="Boehringer Forward Text"/>
              <a:ea typeface="等线" panose="02010600030101010101" pitchFamily="2" charset="-122"/>
              <a:cs typeface="Calibri" panose="020F0502020204030204" pitchFamily="34" charset="0"/>
            </a:endParaRPr>
          </a:p>
        </p:txBody>
      </p:sp>
      <p:sp>
        <p:nvSpPr>
          <p:cNvPr id="100" name="OTLSHAPE_T_e17f3958430f4cff8650518c93c7635e_StartDate">
            <a:extLst>
              <a:ext uri="{FF2B5EF4-FFF2-40B4-BE49-F238E27FC236}">
                <a16:creationId xmlns:a16="http://schemas.microsoft.com/office/drawing/2014/main" id="{FB8288F8-FC12-4D53-622A-7DA59CE4679E}"/>
              </a:ext>
            </a:extLst>
          </p:cNvPr>
          <p:cNvSpPr txBox="1"/>
          <p:nvPr>
            <p:custDataLst>
              <p:tags r:id="rId16"/>
            </p:custDataLst>
          </p:nvPr>
        </p:nvSpPr>
        <p:spPr>
          <a:xfrm>
            <a:off x="3444054" y="1621768"/>
            <a:ext cx="911145" cy="123111"/>
          </a:xfrm>
          <a:prstGeom prst="rect">
            <a:avLst/>
          </a:prstGeom>
          <a:noFill/>
        </p:spPr>
        <p:txBody>
          <a:bodyPr vert="horz" wrap="square" lIns="0" tIns="0" rIns="0" bIns="0" rtlCol="0" anchor="ctr" anchorCtr="0">
            <a:spAutoFit/>
          </a:bodyPr>
          <a:lstStyle/>
          <a:p>
            <a:pPr marL="0" marR="0" lvl="0" indent="0" algn="ctr" defTabSz="1219108" rtl="0" eaLnBrk="1" fontAlgn="auto" latinLnBrk="0" hangingPunct="1">
              <a:lnSpc>
                <a:spcPct val="100000"/>
              </a:lnSpc>
              <a:spcBef>
                <a:spcPts val="0"/>
              </a:spcBef>
              <a:spcAft>
                <a:spcPts val="0"/>
              </a:spcAft>
              <a:buClrTx/>
              <a:buSzTx/>
              <a:buFontTx/>
              <a:buNone/>
              <a:tabLst/>
              <a:defRPr/>
            </a:pPr>
            <a:r>
              <a:rPr kumimoji="0" lang="en-US" altLang="zh-CN" sz="800" b="1" i="1" u="none" strike="noStrike" kern="1200" cap="none" spc="0" normalizeH="0" baseline="0" noProof="0">
                <a:ln>
                  <a:noFill/>
                </a:ln>
                <a:solidFill>
                  <a:prstClr val="white">
                    <a:lumMod val="65000"/>
                  </a:prstClr>
                </a:solidFill>
                <a:effectLst/>
                <a:uLnTx/>
                <a:uFillTx/>
                <a:latin typeface="Boehringer Forward Text"/>
                <a:ea typeface="等线" panose="02010600030101010101" pitchFamily="2" charset="-122"/>
                <a:cs typeface="Calibri" panose="020F0502020204030204" pitchFamily="34" charset="0"/>
              </a:rPr>
              <a:t>Mar 2027</a:t>
            </a:r>
            <a:endParaRPr kumimoji="0" lang="zh-CN" altLang="en-US" sz="800" b="1" i="1" u="none" strike="noStrike" kern="1200" cap="none" spc="0" normalizeH="0" baseline="0" noProof="0">
              <a:ln>
                <a:noFill/>
              </a:ln>
              <a:solidFill>
                <a:prstClr val="white">
                  <a:lumMod val="65000"/>
                </a:prstClr>
              </a:solidFill>
              <a:effectLst/>
              <a:uLnTx/>
              <a:uFillTx/>
              <a:latin typeface="Boehringer Forward Text"/>
              <a:ea typeface="等线" panose="02010600030101010101" pitchFamily="2" charset="-122"/>
              <a:cs typeface="Calibri" panose="020F0502020204030204" pitchFamily="34" charset="0"/>
            </a:endParaRPr>
          </a:p>
        </p:txBody>
      </p:sp>
      <p:sp>
        <p:nvSpPr>
          <p:cNvPr id="101" name="OTLSHAPE_T_5a934a26f311425e8ebaa0f45e6533ad_Shape">
            <a:extLst>
              <a:ext uri="{FF2B5EF4-FFF2-40B4-BE49-F238E27FC236}">
                <a16:creationId xmlns:a16="http://schemas.microsoft.com/office/drawing/2014/main" id="{7F74B9AC-D0DB-DFDB-C1F4-FF5D41D7D423}"/>
              </a:ext>
            </a:extLst>
          </p:cNvPr>
          <p:cNvSpPr/>
          <p:nvPr>
            <p:custDataLst>
              <p:tags r:id="rId17"/>
            </p:custDataLst>
          </p:nvPr>
        </p:nvSpPr>
        <p:spPr bwMode="auto">
          <a:xfrm>
            <a:off x="3926644" y="1877208"/>
            <a:ext cx="656850" cy="324000"/>
          </a:xfrm>
          <a:prstGeom prst="roundRect">
            <a:avLst/>
          </a:prstGeom>
          <a:pattFill prst="pct25">
            <a:fgClr>
              <a:srgbClr val="1AAA42"/>
            </a:fgClr>
            <a:bgClr>
              <a:schemeClr val="bg1"/>
            </a:bgClr>
          </a:patt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91440" tIns="45720" rIns="91440" bIns="45720" numCol="1" rtlCol="0" anchor="t" anchorCtr="0" compatLnSpc="1">
            <a:prstTxWarp prst="textNoShape">
              <a:avLst/>
            </a:prstTxWarp>
          </a:bodyP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altLang="zh-CN" sz="933" b="1" i="0" u="none" strike="noStrike" kern="1200" cap="none" spc="-7" normalizeH="0" baseline="0" noProof="0">
              <a:ln>
                <a:noFill/>
              </a:ln>
              <a:solidFill>
                <a:srgbClr val="000000"/>
              </a:solidFill>
              <a:effectLst/>
              <a:uLnTx/>
              <a:uFillTx/>
              <a:latin typeface="Boehringer Forward Text"/>
              <a:ea typeface="等线" panose="02010600030101010101" pitchFamily="2" charset="-122"/>
              <a:cs typeface="+mn-cs"/>
            </a:endParaRPr>
          </a:p>
        </p:txBody>
      </p:sp>
      <p:sp>
        <p:nvSpPr>
          <p:cNvPr id="103" name="Rectangle 55">
            <a:extLst>
              <a:ext uri="{FF2B5EF4-FFF2-40B4-BE49-F238E27FC236}">
                <a16:creationId xmlns:a16="http://schemas.microsoft.com/office/drawing/2014/main" id="{E2C5D515-A22B-A123-7CC6-24F002D20E72}"/>
              </a:ext>
            </a:extLst>
          </p:cNvPr>
          <p:cNvSpPr/>
          <p:nvPr/>
        </p:nvSpPr>
        <p:spPr>
          <a:xfrm>
            <a:off x="4768617" y="2387049"/>
            <a:ext cx="453970" cy="246221"/>
          </a:xfrm>
          <a:prstGeom prst="rect">
            <a:avLst/>
          </a:prstGeom>
        </p:spPr>
        <p:txBody>
          <a:bodyPr wrap="none">
            <a:spAutoFit/>
          </a:bodyPr>
          <a:lstStyle/>
          <a:p>
            <a:pPr marL="0" marR="0" lvl="0" indent="0" algn="ctr" defTabSz="1219108" rtl="0" eaLnBrk="1" fontAlgn="auto" latinLnBrk="0" hangingPunct="1">
              <a:lnSpc>
                <a:spcPct val="100000"/>
              </a:lnSpc>
              <a:spcBef>
                <a:spcPts val="0"/>
              </a:spcBef>
              <a:spcAft>
                <a:spcPts val="0"/>
              </a:spcAft>
              <a:buClrTx/>
              <a:buSzTx/>
              <a:buFontTx/>
              <a:buNone/>
              <a:tabLst/>
              <a:defRPr/>
            </a:pPr>
            <a:r>
              <a:rPr kumimoji="0" lang="en-US" altLang="zh-CN" sz="1000" b="1" i="0" u="none" strike="noStrike" kern="1200" cap="none" spc="0" normalizeH="0" baseline="0" noProof="0">
                <a:ln>
                  <a:noFill/>
                </a:ln>
                <a:solidFill>
                  <a:srgbClr val="44546A"/>
                </a:solidFill>
                <a:effectLst/>
                <a:uLnTx/>
                <a:uFillTx/>
                <a:latin typeface="Boehringer Forward Text"/>
                <a:ea typeface="等线" panose="02010600030101010101" pitchFamily="2" charset="-122"/>
                <a:cs typeface="Calibri" panose="020F0502020204030204" pitchFamily="34" charset="0"/>
              </a:rPr>
              <a:t>CSR</a:t>
            </a:r>
            <a:endParaRPr kumimoji="0" lang="zh-CN" altLang="en-US" sz="1000" b="1" i="0" u="none" strike="noStrike" kern="1200" cap="none" spc="0" normalizeH="0" baseline="0" noProof="0">
              <a:ln>
                <a:noFill/>
              </a:ln>
              <a:solidFill>
                <a:srgbClr val="44546A"/>
              </a:solidFill>
              <a:effectLst/>
              <a:uLnTx/>
              <a:uFillTx/>
              <a:latin typeface="Boehringer Forward Text"/>
              <a:ea typeface="等线" panose="02010600030101010101" pitchFamily="2" charset="-122"/>
              <a:cs typeface="Calibri" panose="020F0502020204030204" pitchFamily="34" charset="0"/>
            </a:endParaRPr>
          </a:p>
        </p:txBody>
      </p:sp>
      <p:sp>
        <p:nvSpPr>
          <p:cNvPr id="104" name="Star: 4 Points 143">
            <a:extLst>
              <a:ext uri="{FF2B5EF4-FFF2-40B4-BE49-F238E27FC236}">
                <a16:creationId xmlns:a16="http://schemas.microsoft.com/office/drawing/2014/main" id="{9F6E767B-09FF-F1F3-EA35-DE6AF138082A}"/>
              </a:ext>
            </a:extLst>
          </p:cNvPr>
          <p:cNvSpPr/>
          <p:nvPr/>
        </p:nvSpPr>
        <p:spPr bwMode="auto">
          <a:xfrm>
            <a:off x="4482804" y="2174427"/>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marL="0" marR="0" lvl="0" indent="0" algn="l" defTabSz="914354" rtl="0" eaLnBrk="0" fontAlgn="base" latinLnBrk="0" hangingPunct="0">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prstClr val="black"/>
              </a:solidFill>
              <a:effectLst/>
              <a:uLnTx/>
              <a:uFillTx/>
              <a:latin typeface="Boehringer Forward Text"/>
              <a:ea typeface="等线" panose="02010600030101010101" pitchFamily="2" charset="-122"/>
              <a:cs typeface="Calibri" panose="020F0502020204030204" pitchFamily="34" charset="0"/>
            </a:endParaRPr>
          </a:p>
        </p:txBody>
      </p:sp>
      <p:sp>
        <p:nvSpPr>
          <p:cNvPr id="105" name="OTLSHAPE_T_e17f3958430f4cff8650518c93c7635e_StartDate">
            <a:extLst>
              <a:ext uri="{FF2B5EF4-FFF2-40B4-BE49-F238E27FC236}">
                <a16:creationId xmlns:a16="http://schemas.microsoft.com/office/drawing/2014/main" id="{115BE23A-66B2-BBE7-B9E5-684DCBFDCCAA}"/>
              </a:ext>
            </a:extLst>
          </p:cNvPr>
          <p:cNvSpPr txBox="1"/>
          <p:nvPr>
            <p:custDataLst>
              <p:tags r:id="rId18"/>
            </p:custDataLst>
          </p:nvPr>
        </p:nvSpPr>
        <p:spPr>
          <a:xfrm>
            <a:off x="4101064" y="1611400"/>
            <a:ext cx="911145" cy="123111"/>
          </a:xfrm>
          <a:prstGeom prst="rect">
            <a:avLst/>
          </a:prstGeom>
          <a:noFill/>
        </p:spPr>
        <p:txBody>
          <a:bodyPr vert="horz" wrap="square" lIns="0" tIns="0" rIns="0" bIns="0" rtlCol="0" anchor="ctr" anchorCtr="0">
            <a:spAutoFit/>
          </a:bodyPr>
          <a:lstStyle/>
          <a:p>
            <a:pPr marL="0" marR="0" lvl="0" indent="0" algn="ctr" defTabSz="1219108" rtl="0" eaLnBrk="1" fontAlgn="auto" latinLnBrk="0" hangingPunct="1">
              <a:lnSpc>
                <a:spcPct val="100000"/>
              </a:lnSpc>
              <a:spcBef>
                <a:spcPts val="0"/>
              </a:spcBef>
              <a:spcAft>
                <a:spcPts val="0"/>
              </a:spcAft>
              <a:buClrTx/>
              <a:buSzTx/>
              <a:buFontTx/>
              <a:buNone/>
              <a:tabLst/>
              <a:defRPr/>
            </a:pPr>
            <a:r>
              <a:rPr kumimoji="0" lang="en-US" altLang="zh-CN" sz="800" b="1" i="1" u="none" strike="noStrike" kern="1200" cap="none" spc="0" normalizeH="0" baseline="0" noProof="0">
                <a:ln>
                  <a:noFill/>
                </a:ln>
                <a:solidFill>
                  <a:prstClr val="white">
                    <a:lumMod val="65000"/>
                  </a:prstClr>
                </a:solidFill>
                <a:effectLst/>
                <a:uLnTx/>
                <a:uFillTx/>
                <a:latin typeface="Boehringer Forward Text"/>
                <a:ea typeface="等线" panose="02010600030101010101" pitchFamily="2" charset="-122"/>
                <a:cs typeface="Calibri" panose="020F0502020204030204" pitchFamily="34" charset="0"/>
              </a:rPr>
              <a:t>Jul 2027</a:t>
            </a:r>
            <a:endParaRPr kumimoji="0" lang="zh-CN" altLang="en-US" sz="800" b="1" i="1" u="none" strike="noStrike" kern="1200" cap="none" spc="0" normalizeH="0" baseline="0" noProof="0">
              <a:ln>
                <a:noFill/>
              </a:ln>
              <a:solidFill>
                <a:prstClr val="white">
                  <a:lumMod val="65000"/>
                </a:prstClr>
              </a:solidFill>
              <a:effectLst/>
              <a:uLnTx/>
              <a:uFillTx/>
              <a:latin typeface="Boehringer Forward Text"/>
              <a:ea typeface="等线" panose="02010600030101010101" pitchFamily="2" charset="-122"/>
              <a:cs typeface="Calibri" panose="020F0502020204030204" pitchFamily="34" charset="0"/>
            </a:endParaRPr>
          </a:p>
        </p:txBody>
      </p:sp>
      <p:sp>
        <p:nvSpPr>
          <p:cNvPr id="106" name="Rectangle 73">
            <a:extLst>
              <a:ext uri="{FF2B5EF4-FFF2-40B4-BE49-F238E27FC236}">
                <a16:creationId xmlns:a16="http://schemas.microsoft.com/office/drawing/2014/main" id="{1737A473-2D79-8B97-620A-2F470F94540E}"/>
              </a:ext>
            </a:extLst>
          </p:cNvPr>
          <p:cNvSpPr/>
          <p:nvPr/>
        </p:nvSpPr>
        <p:spPr>
          <a:xfrm>
            <a:off x="4092587" y="2347830"/>
            <a:ext cx="976549" cy="353943"/>
          </a:xfrm>
          <a:prstGeom prst="rect">
            <a:avLst/>
          </a:prstGeom>
        </p:spPr>
        <p:txBody>
          <a:bodyPr wrap="none">
            <a:spAutoFit/>
          </a:bodyPr>
          <a:lstStyle/>
          <a:p>
            <a:pPr marL="0" marR="0" lvl="0" indent="0" algn="ctr" defTabSz="1219108" rtl="0" eaLnBrk="1" fontAlgn="auto" latinLnBrk="0" hangingPunct="1">
              <a:lnSpc>
                <a:spcPct val="100000"/>
              </a:lnSpc>
              <a:spcBef>
                <a:spcPts val="0"/>
              </a:spcBef>
              <a:spcAft>
                <a:spcPts val="0"/>
              </a:spcAft>
              <a:buClrTx/>
              <a:buSzTx/>
              <a:buFontTx/>
              <a:buNone/>
              <a:tabLst/>
              <a:defRPr/>
            </a:pPr>
            <a:r>
              <a:rPr kumimoji="0" lang="en-US" altLang="zh-CN" sz="1000" b="1" i="0" u="none" strike="noStrike" kern="1200" cap="none" spc="0" normalizeH="0" baseline="0" noProof="0">
                <a:ln>
                  <a:noFill/>
                </a:ln>
                <a:solidFill>
                  <a:srgbClr val="44546A"/>
                </a:solidFill>
                <a:effectLst/>
                <a:uLnTx/>
                <a:uFillTx/>
                <a:latin typeface="Boehringer Forward Text"/>
                <a:ea typeface="等线" panose="02010600030101010101" pitchFamily="2" charset="-122"/>
                <a:cs typeface="Calibri" panose="020F0502020204030204" pitchFamily="34" charset="0"/>
              </a:rPr>
              <a:t>DBL</a:t>
            </a:r>
          </a:p>
          <a:p>
            <a:pPr marL="0" marR="0" lvl="0" indent="0" algn="ctr" defTabSz="1219108" rtl="0" eaLnBrk="1" fontAlgn="auto" latinLnBrk="0" hangingPunct="1">
              <a:lnSpc>
                <a:spcPct val="100000"/>
              </a:lnSpc>
              <a:spcBef>
                <a:spcPts val="0"/>
              </a:spcBef>
              <a:spcAft>
                <a:spcPts val="0"/>
              </a:spcAft>
              <a:buClrTx/>
              <a:buSzTx/>
              <a:buFontTx/>
              <a:buNone/>
              <a:tabLst/>
              <a:defRPr/>
            </a:pPr>
            <a:r>
              <a:rPr kumimoji="0" lang="en-US" altLang="zh-CN" sz="700" b="1" i="0" u="none" strike="noStrike" kern="1200" cap="none" spc="0" normalizeH="0" baseline="0" noProof="0">
                <a:ln>
                  <a:noFill/>
                </a:ln>
                <a:solidFill>
                  <a:srgbClr val="44546A"/>
                </a:solidFill>
                <a:effectLst/>
                <a:uLnTx/>
                <a:uFillTx/>
                <a:latin typeface="Boehringer Forward Text"/>
                <a:ea typeface="等线" panose="02010600030101010101" pitchFamily="2" charset="-122"/>
                <a:cs typeface="Calibri" panose="020F0502020204030204" pitchFamily="34" charset="0"/>
              </a:rPr>
              <a:t>(Key results +1W)</a:t>
            </a:r>
            <a:endParaRPr kumimoji="0" lang="zh-CN" altLang="en-US" sz="700" b="1" i="0" u="none" strike="noStrike" kern="1200" cap="none" spc="0" normalizeH="0" baseline="0" noProof="0">
              <a:ln>
                <a:noFill/>
              </a:ln>
              <a:solidFill>
                <a:srgbClr val="44546A"/>
              </a:solidFill>
              <a:effectLst/>
              <a:uLnTx/>
              <a:uFillTx/>
              <a:latin typeface="Boehringer Forward Text"/>
              <a:ea typeface="等线" panose="02010600030101010101" pitchFamily="2" charset="-122"/>
              <a:cs typeface="Calibri" panose="020F0502020204030204" pitchFamily="34" charset="0"/>
            </a:endParaRPr>
          </a:p>
        </p:txBody>
      </p:sp>
      <p:sp>
        <p:nvSpPr>
          <p:cNvPr id="108" name="OTLSHAPE_T_5a934a26f311425e8ebaa0f45e6533ad_Shape">
            <a:extLst>
              <a:ext uri="{FF2B5EF4-FFF2-40B4-BE49-F238E27FC236}">
                <a16:creationId xmlns:a16="http://schemas.microsoft.com/office/drawing/2014/main" id="{D2A9AC75-1400-30FA-51D7-E82D753A1BBD}"/>
              </a:ext>
            </a:extLst>
          </p:cNvPr>
          <p:cNvSpPr/>
          <p:nvPr>
            <p:custDataLst>
              <p:tags r:id="rId19"/>
            </p:custDataLst>
          </p:nvPr>
        </p:nvSpPr>
        <p:spPr bwMode="auto">
          <a:xfrm>
            <a:off x="4583493" y="1877208"/>
            <a:ext cx="464137" cy="324000"/>
          </a:xfrm>
          <a:prstGeom prst="roundRect">
            <a:avLst/>
          </a:prstGeom>
          <a:solidFill>
            <a:schemeClr val="accent6">
              <a:lumMod val="60000"/>
              <a:lumOff val="40000"/>
            </a:scheme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91440" tIns="45720" rIns="91440" bIns="45720" numCol="1" rtlCol="0" anchor="t" anchorCtr="0" compatLnSpc="1">
            <a:prstTxWarp prst="textNoShape">
              <a:avLst/>
            </a:prstTxWarp>
          </a:bodyP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altLang="zh-CN" sz="933" b="1" i="0" u="none" strike="noStrike" kern="1200" cap="none" spc="-7" normalizeH="0" baseline="0" noProof="0">
              <a:ln>
                <a:noFill/>
              </a:ln>
              <a:solidFill>
                <a:srgbClr val="000000"/>
              </a:solidFill>
              <a:effectLst/>
              <a:uLnTx/>
              <a:uFillTx/>
              <a:latin typeface="Boehringer Forward Text"/>
              <a:ea typeface="等线" panose="02010600030101010101" pitchFamily="2" charset="-122"/>
              <a:cs typeface="+mn-cs"/>
            </a:endParaRPr>
          </a:p>
        </p:txBody>
      </p:sp>
      <p:sp>
        <p:nvSpPr>
          <p:cNvPr id="110" name="Rectangle 100">
            <a:extLst>
              <a:ext uri="{FF2B5EF4-FFF2-40B4-BE49-F238E27FC236}">
                <a16:creationId xmlns:a16="http://schemas.microsoft.com/office/drawing/2014/main" id="{04FA06E2-EA29-21C1-24D1-73BDC9F5CCA9}"/>
              </a:ext>
            </a:extLst>
          </p:cNvPr>
          <p:cNvSpPr/>
          <p:nvPr/>
        </p:nvSpPr>
        <p:spPr>
          <a:xfrm>
            <a:off x="4824070" y="1566588"/>
            <a:ext cx="655949" cy="215444"/>
          </a:xfrm>
          <a:prstGeom prst="rect">
            <a:avLst/>
          </a:prstGeom>
        </p:spPr>
        <p:txBody>
          <a:bodyPr wrap="none">
            <a:spAutoFit/>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altLang="zh-CN" sz="800" b="1" i="1">
                <a:solidFill>
                  <a:prstClr val="white">
                    <a:lumMod val="65000"/>
                  </a:prstClr>
                </a:solidFill>
                <a:latin typeface="Boehringer Forward Text"/>
                <a:ea typeface="等线" panose="02010600030101010101" pitchFamily="2" charset="-122"/>
                <a:cs typeface="Calibri" panose="020F0502020204030204" pitchFamily="34" charset="0"/>
              </a:rPr>
              <a:t>Sep</a:t>
            </a:r>
            <a:r>
              <a:rPr kumimoji="0" lang="en-US" altLang="zh-CN" sz="800" b="1" i="1" u="none" strike="noStrike" kern="1200" cap="none" spc="0" normalizeH="0" baseline="0" noProof="0">
                <a:ln>
                  <a:noFill/>
                </a:ln>
                <a:solidFill>
                  <a:prstClr val="white">
                    <a:lumMod val="65000"/>
                  </a:prstClr>
                </a:solidFill>
                <a:effectLst/>
                <a:uLnTx/>
                <a:uFillTx/>
                <a:latin typeface="Boehringer Forward Text"/>
                <a:ea typeface="等线" panose="02010600030101010101" pitchFamily="2" charset="-122"/>
                <a:cs typeface="Calibri" panose="020F0502020204030204" pitchFamily="34" charset="0"/>
              </a:rPr>
              <a:t> 2027</a:t>
            </a:r>
            <a:endParaRPr kumimoji="0" lang="en-US" altLang="zh-CN" sz="800" b="1" i="0" u="none" strike="noStrike" kern="1200" cap="none" spc="0" normalizeH="0" baseline="0" noProof="0">
              <a:ln>
                <a:noFill/>
              </a:ln>
              <a:solidFill>
                <a:srgbClr val="44546A"/>
              </a:solidFill>
              <a:effectLst/>
              <a:uLnTx/>
              <a:uFillTx/>
              <a:latin typeface="Boehringer Forward Text"/>
              <a:ea typeface="等线" panose="02010600030101010101" pitchFamily="2" charset="-122"/>
              <a:cs typeface="Calibri" panose="020F0502020204030204" pitchFamily="34" charset="0"/>
            </a:endParaRPr>
          </a:p>
        </p:txBody>
      </p:sp>
      <p:sp>
        <p:nvSpPr>
          <p:cNvPr id="111" name="Star: 4 Points 143">
            <a:extLst>
              <a:ext uri="{FF2B5EF4-FFF2-40B4-BE49-F238E27FC236}">
                <a16:creationId xmlns:a16="http://schemas.microsoft.com/office/drawing/2014/main" id="{AAB1D5F6-2041-14B2-87FB-FED04B3250F3}"/>
              </a:ext>
            </a:extLst>
          </p:cNvPr>
          <p:cNvSpPr/>
          <p:nvPr/>
        </p:nvSpPr>
        <p:spPr bwMode="auto">
          <a:xfrm>
            <a:off x="4948142" y="2193554"/>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marL="0" marR="0" lvl="0" indent="0" algn="l" defTabSz="914354" rtl="0" eaLnBrk="0" fontAlgn="base" latinLnBrk="0" hangingPunct="0">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prstClr val="black"/>
              </a:solidFill>
              <a:effectLst/>
              <a:uLnTx/>
              <a:uFillTx/>
              <a:latin typeface="Boehringer Forward Text"/>
              <a:ea typeface="等线" panose="02010600030101010101" pitchFamily="2" charset="-122"/>
              <a:cs typeface="Calibri" panose="020F0502020204030204" pitchFamily="34" charset="0"/>
            </a:endParaRPr>
          </a:p>
        </p:txBody>
      </p:sp>
      <p:sp>
        <p:nvSpPr>
          <p:cNvPr id="113" name="文本框 112">
            <a:extLst>
              <a:ext uri="{FF2B5EF4-FFF2-40B4-BE49-F238E27FC236}">
                <a16:creationId xmlns:a16="http://schemas.microsoft.com/office/drawing/2014/main" id="{9750133E-DD2A-87C0-7C07-FA64D0529944}"/>
              </a:ext>
            </a:extLst>
          </p:cNvPr>
          <p:cNvSpPr txBox="1"/>
          <p:nvPr/>
        </p:nvSpPr>
        <p:spPr bwMode="gray">
          <a:xfrm>
            <a:off x="242850" y="1554020"/>
            <a:ext cx="812426" cy="207301"/>
          </a:xfrm>
          <a:prstGeom prst="rect">
            <a:avLst/>
          </a:prstGeom>
          <a:noFill/>
        </p:spPr>
        <p:txBody>
          <a:bodyPr wrap="square" lIns="0" tIns="0" rIns="0" bIns="0" rtlCol="0">
            <a:spAutoFit/>
          </a:bodyPr>
          <a:lstStyle/>
          <a:p>
            <a:pPr marL="0" marR="0" lvl="0" indent="0" algn="ctr" defTabSz="914400" rtl="0" eaLnBrk="1" fontAlgn="auto" latinLnBrk="0" hangingPunct="1">
              <a:lnSpc>
                <a:spcPct val="140000"/>
              </a:lnSpc>
              <a:spcBef>
                <a:spcPts val="0"/>
              </a:spcBef>
              <a:spcAft>
                <a:spcPts val="0"/>
              </a:spcAft>
              <a:buClrTx/>
              <a:buSzTx/>
              <a:buFontTx/>
              <a:buNone/>
              <a:tabLst/>
              <a:defRPr/>
            </a:pPr>
            <a:r>
              <a:rPr kumimoji="0" lang="en-US" altLang="zh-CN" sz="1050" b="0" i="1" u="none" strike="noStrike" kern="1200" cap="none" spc="0" normalizeH="0" baseline="0" noProof="0">
                <a:ln>
                  <a:noFill/>
                </a:ln>
                <a:solidFill>
                  <a:srgbClr val="FF0000"/>
                </a:solidFill>
                <a:effectLst/>
                <a:uLnTx/>
                <a:uFillTx/>
                <a:latin typeface="Boehringer Forward Text"/>
                <a:ea typeface="+mn-ea"/>
                <a:cs typeface="+mn-cs"/>
              </a:rPr>
              <a:t>TENACITY</a:t>
            </a:r>
            <a:endParaRPr kumimoji="0" lang="zh-CN" altLang="en-US" sz="600" b="0" i="1" u="none" strike="noStrike" kern="1200" cap="none" spc="0" normalizeH="0" baseline="0" noProof="0">
              <a:ln>
                <a:noFill/>
              </a:ln>
              <a:solidFill>
                <a:srgbClr val="FF0000"/>
              </a:solidFill>
              <a:effectLst/>
              <a:uLnTx/>
              <a:uFillTx/>
              <a:latin typeface="Boehringer Forward Text"/>
              <a:ea typeface="+mn-ea"/>
              <a:cs typeface="+mn-cs"/>
            </a:endParaRPr>
          </a:p>
        </p:txBody>
      </p:sp>
    </p:spTree>
    <p:extLst>
      <p:ext uri="{BB962C8B-B14F-4D97-AF65-F5344CB8AC3E}">
        <p14:creationId xmlns:p14="http://schemas.microsoft.com/office/powerpoint/2010/main" val="27021586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5556C14-6A8B-F818-411F-2B257A4383BB}"/>
              </a:ext>
            </a:extLst>
          </p:cNvPr>
          <p:cNvSpPr>
            <a:spLocks noGrp="1"/>
          </p:cNvSpPr>
          <p:nvPr>
            <p:ph type="title"/>
          </p:nvPr>
        </p:nvSpPr>
        <p:spPr>
          <a:xfrm>
            <a:off x="2667662" y="2981660"/>
            <a:ext cx="6856675" cy="720000"/>
          </a:xfrm>
        </p:spPr>
        <p:txBody>
          <a:bodyPr/>
          <a:lstStyle/>
          <a:p>
            <a:pPr algn="ctr"/>
            <a:r>
              <a:rPr lang="en-US" altLang="zh-CN" sz="7200"/>
              <a:t>Back up</a:t>
            </a:r>
            <a:endParaRPr lang="zh-CN" altLang="en-US" sz="7200"/>
          </a:p>
        </p:txBody>
      </p:sp>
      <p:sp>
        <p:nvSpPr>
          <p:cNvPr id="5" name="灯片编号占位符 4">
            <a:extLst>
              <a:ext uri="{FF2B5EF4-FFF2-40B4-BE49-F238E27FC236}">
                <a16:creationId xmlns:a16="http://schemas.microsoft.com/office/drawing/2014/main" id="{DBC483DC-659D-FBFE-A088-7D8AABA1C295}"/>
              </a:ext>
            </a:extLst>
          </p:cNvPr>
          <p:cNvSpPr>
            <a:spLocks noGrp="1"/>
          </p:cNvSpPr>
          <p:nvPr>
            <p:ph type="sldNum" sz="quarter" idx="20"/>
          </p:nvPr>
        </p:nvSpPr>
        <p:spPr/>
        <p:txBody>
          <a:bodyPr/>
          <a:lstStyle/>
          <a:p>
            <a:fld id="{DF4E8F9F-5B1F-4F5B-BE49-3245D8C18D9F}" type="slidenum">
              <a:rPr lang="en-US" smtClean="0"/>
              <a:pPr/>
              <a:t>8</a:t>
            </a:fld>
            <a:endParaRPr lang="en-US"/>
          </a:p>
        </p:txBody>
      </p:sp>
    </p:spTree>
    <p:extLst>
      <p:ext uri="{BB962C8B-B14F-4D97-AF65-F5344CB8AC3E}">
        <p14:creationId xmlns:p14="http://schemas.microsoft.com/office/powerpoint/2010/main" val="341604741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63132AC-FD62-2386-65D4-742F6DEAED2C}"/>
              </a:ext>
            </a:extLst>
          </p:cNvPr>
          <p:cNvSpPr>
            <a:spLocks noGrp="1"/>
          </p:cNvSpPr>
          <p:nvPr>
            <p:ph type="title"/>
          </p:nvPr>
        </p:nvSpPr>
        <p:spPr/>
        <p:txBody>
          <a:bodyPr/>
          <a:lstStyle/>
          <a:p>
            <a:r>
              <a:rPr lang="en-US"/>
              <a:t>Site Engagement Plan &amp; S</a:t>
            </a:r>
            <a:r>
              <a:rPr lang="en-US" altLang="zh-CN"/>
              <a:t>tatus</a:t>
            </a:r>
            <a:br>
              <a:rPr lang="en-US"/>
            </a:br>
            <a:r>
              <a:rPr lang="en-US" sz="1600" i="1">
                <a:solidFill>
                  <a:srgbClr val="EE6541"/>
                </a:solidFill>
              </a:rPr>
              <a:t>(The SPOC is responsible for coordinating EE activities for the R/OPU. SPOC is not responsible for any operational issues)</a:t>
            </a:r>
            <a:endParaRPr lang="en-IN" i="1">
              <a:solidFill>
                <a:srgbClr val="EE6541"/>
              </a:solidFill>
            </a:endParaRPr>
          </a:p>
        </p:txBody>
      </p:sp>
      <p:sp>
        <p:nvSpPr>
          <p:cNvPr id="18" name="Title 1">
            <a:extLst>
              <a:ext uri="{FF2B5EF4-FFF2-40B4-BE49-F238E27FC236}">
                <a16:creationId xmlns:a16="http://schemas.microsoft.com/office/drawing/2014/main" id="{D17A68D9-B367-80BC-B937-7B76C98B58C2}"/>
              </a:ext>
            </a:extLst>
          </p:cNvPr>
          <p:cNvSpPr txBox="1">
            <a:spLocks/>
          </p:cNvSpPr>
          <p:nvPr/>
        </p:nvSpPr>
        <p:spPr>
          <a:xfrm>
            <a:off x="479425" y="476250"/>
            <a:ext cx="10444845" cy="720725"/>
          </a:xfrm>
          <a:prstGeom prst="rect">
            <a:avLst/>
          </a:prstGeom>
        </p:spPr>
        <p:txBody>
          <a:bodyPr lIns="0" tIns="0" rIns="0" bIns="0"/>
          <a:lstStyle>
            <a:lvl1pPr algn="l" defTabSz="914400" rtl="0" eaLnBrk="1" latinLnBrk="0" hangingPunct="1">
              <a:lnSpc>
                <a:spcPct val="100000"/>
              </a:lnSpc>
              <a:spcBef>
                <a:spcPct val="0"/>
              </a:spcBef>
              <a:buNone/>
              <a:defRPr sz="2500" b="1" kern="1200">
                <a:solidFill>
                  <a:schemeClr val="bg2"/>
                </a:solidFill>
                <a:latin typeface="+mj-lt"/>
                <a:ea typeface="+mj-ea"/>
                <a:cs typeface="+mj-cs"/>
              </a:defRPr>
            </a:lvl1pPr>
          </a:lstStyle>
          <a:p>
            <a:endParaRPr lang="en-IN"/>
          </a:p>
        </p:txBody>
      </p:sp>
      <p:sp>
        <p:nvSpPr>
          <p:cNvPr id="17" name="Slide Number Placeholder 9">
            <a:extLst>
              <a:ext uri="{FF2B5EF4-FFF2-40B4-BE49-F238E27FC236}">
                <a16:creationId xmlns:a16="http://schemas.microsoft.com/office/drawing/2014/main" id="{F35DB8E2-3297-1EAF-7B4E-8E678FAE16B7}"/>
              </a:ext>
            </a:extLst>
          </p:cNvPr>
          <p:cNvSpPr>
            <a:spLocks noGrp="1"/>
          </p:cNvSpPr>
          <p:nvPr>
            <p:ph type="sldNum" sz="quarter" idx="20"/>
          </p:nvPr>
        </p:nvSpPr>
        <p:spPr/>
        <p:txBody>
          <a:bodyPr/>
          <a:lstStyle/>
          <a:p>
            <a:fld id="{8FF9B0DE-3FEB-4AA0-B465-B80EF7C1333D}" type="slidenum">
              <a:rPr lang="en-US" smtClean="0"/>
              <a:pPr/>
              <a:t>9</a:t>
            </a:fld>
            <a:endParaRPr lang="en-US"/>
          </a:p>
        </p:txBody>
      </p:sp>
      <p:graphicFrame>
        <p:nvGraphicFramePr>
          <p:cNvPr id="9" name="表格 8">
            <a:extLst>
              <a:ext uri="{FF2B5EF4-FFF2-40B4-BE49-F238E27FC236}">
                <a16:creationId xmlns:a16="http://schemas.microsoft.com/office/drawing/2014/main" id="{0952F06F-4056-7448-04B9-2014BB4BB2CD}"/>
              </a:ext>
            </a:extLst>
          </p:cNvPr>
          <p:cNvGraphicFramePr>
            <a:graphicFrameLocks noGrp="1"/>
          </p:cNvGraphicFramePr>
          <p:nvPr/>
        </p:nvGraphicFramePr>
        <p:xfrm>
          <a:off x="479424" y="1365448"/>
          <a:ext cx="11233151" cy="5169385"/>
        </p:xfrm>
        <a:graphic>
          <a:graphicData uri="http://schemas.openxmlformats.org/drawingml/2006/table">
            <a:tbl>
              <a:tblPr firstRow="1" bandRow="1">
                <a:tableStyleId>{B301B821-A1FF-4177-AEE7-76D212191A09}</a:tableStyleId>
              </a:tblPr>
              <a:tblGrid>
                <a:gridCol w="3178177">
                  <a:extLst>
                    <a:ext uri="{9D8B030D-6E8A-4147-A177-3AD203B41FA5}">
                      <a16:colId xmlns:a16="http://schemas.microsoft.com/office/drawing/2014/main" val="1732050477"/>
                    </a:ext>
                  </a:extLst>
                </a:gridCol>
                <a:gridCol w="1212351">
                  <a:extLst>
                    <a:ext uri="{9D8B030D-6E8A-4147-A177-3AD203B41FA5}">
                      <a16:colId xmlns:a16="http://schemas.microsoft.com/office/drawing/2014/main" val="191372689"/>
                    </a:ext>
                  </a:extLst>
                </a:gridCol>
                <a:gridCol w="1222624">
                  <a:extLst>
                    <a:ext uri="{9D8B030D-6E8A-4147-A177-3AD203B41FA5}">
                      <a16:colId xmlns:a16="http://schemas.microsoft.com/office/drawing/2014/main" val="4050062117"/>
                    </a:ext>
                  </a:extLst>
                </a:gridCol>
                <a:gridCol w="1130158">
                  <a:extLst>
                    <a:ext uri="{9D8B030D-6E8A-4147-A177-3AD203B41FA5}">
                      <a16:colId xmlns:a16="http://schemas.microsoft.com/office/drawing/2014/main" val="910853312"/>
                    </a:ext>
                  </a:extLst>
                </a:gridCol>
                <a:gridCol w="4489841">
                  <a:extLst>
                    <a:ext uri="{9D8B030D-6E8A-4147-A177-3AD203B41FA5}">
                      <a16:colId xmlns:a16="http://schemas.microsoft.com/office/drawing/2014/main" val="3282677816"/>
                    </a:ext>
                  </a:extLst>
                </a:gridCol>
              </a:tblGrid>
              <a:tr h="424965">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200" b="1" kern="1200">
                          <a:solidFill>
                            <a:schemeClr val="bg1"/>
                          </a:solidFill>
                          <a:latin typeface="+mn-lt"/>
                          <a:ea typeface="+mn-ea"/>
                          <a:cs typeface="+mn-cs"/>
                        </a:rPr>
                        <a:t> S</a:t>
                      </a:r>
                      <a:r>
                        <a:rPr lang="en-US" altLang="zh-CN" sz="1200" b="1" kern="1200">
                          <a:solidFill>
                            <a:schemeClr val="bg1"/>
                          </a:solidFill>
                          <a:latin typeface="+mn-lt"/>
                          <a:ea typeface="+mn-ea"/>
                          <a:cs typeface="+mn-cs"/>
                        </a:rPr>
                        <a:t>ite </a:t>
                      </a:r>
                      <a:r>
                        <a:rPr lang="en-US" sz="1200" b="1" kern="1200">
                          <a:solidFill>
                            <a:schemeClr val="bg1"/>
                          </a:solidFill>
                          <a:latin typeface="+mn-lt"/>
                          <a:ea typeface="+mn-ea"/>
                          <a:cs typeface="+mn-cs"/>
                        </a:rPr>
                        <a:t>Name/PI Name</a:t>
                      </a:r>
                    </a:p>
                  </a:txBody>
                  <a:tcPr marL="27432" marR="27432" marT="0" marB="0" anchor="ctr">
                    <a:lnL w="12700" cap="flat" cmpd="sng" algn="ctr">
                      <a:solidFill>
                        <a:srgbClr val="6AD2E2"/>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6AD2E2"/>
                      </a:solidFill>
                      <a:prstDash val="solid"/>
                      <a:round/>
                      <a:headEnd type="none" w="med" len="med"/>
                      <a:tailEnd type="none" w="med" len="med"/>
                    </a:lnT>
                    <a:lnB w="12700" cap="flat" cmpd="sng" algn="ctr">
                      <a:solidFill>
                        <a:srgbClr val="6AD2E2"/>
                      </a:solidFill>
                      <a:prstDash val="solid"/>
                      <a:round/>
                      <a:headEnd type="none" w="med" len="med"/>
                      <a:tailEnd type="none" w="med" len="med"/>
                    </a:lnB>
                    <a:solidFill>
                      <a:srgbClr val="6AD2E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200" b="1" kern="1200">
                          <a:solidFill>
                            <a:schemeClr val="bg1"/>
                          </a:solidFill>
                          <a:latin typeface="+mn-lt"/>
                          <a:ea typeface="+mn-ea"/>
                          <a:cs typeface="+mn-cs"/>
                        </a:rPr>
                        <a:t>Attending Function </a:t>
                      </a:r>
                    </a:p>
                  </a:txBody>
                  <a:tcPr marL="27432" marR="27432"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6AD2E2"/>
                      </a:solidFill>
                      <a:prstDash val="solid"/>
                      <a:round/>
                      <a:headEnd type="none" w="med" len="med"/>
                      <a:tailEnd type="none" w="med" len="med"/>
                    </a:lnT>
                    <a:lnB w="12700" cap="flat" cmpd="sng" algn="ctr">
                      <a:solidFill>
                        <a:srgbClr val="6AD2E2"/>
                      </a:solidFill>
                      <a:prstDash val="solid"/>
                      <a:round/>
                      <a:headEnd type="none" w="med" len="med"/>
                      <a:tailEnd type="none" w="med" len="med"/>
                    </a:lnB>
                    <a:solidFill>
                      <a:srgbClr val="6AD2E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1" kern="1200">
                          <a:solidFill>
                            <a:schemeClr val="bg1"/>
                          </a:solidFill>
                          <a:latin typeface="+mn-lt"/>
                          <a:ea typeface="+mn-ea"/>
                          <a:cs typeface="+mn-cs"/>
                        </a:rPr>
                        <a:t>Planned Date</a:t>
                      </a:r>
                    </a:p>
                  </a:txBody>
                  <a:tcPr marL="27432" marR="27432"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6AD2E2"/>
                      </a:solidFill>
                      <a:prstDash val="solid"/>
                      <a:round/>
                      <a:headEnd type="none" w="med" len="med"/>
                      <a:tailEnd type="none" w="med" len="med"/>
                    </a:lnT>
                    <a:lnB w="12700" cap="flat" cmpd="sng" algn="ctr">
                      <a:solidFill>
                        <a:srgbClr val="6AD2E2"/>
                      </a:solidFill>
                      <a:prstDash val="solid"/>
                      <a:round/>
                      <a:headEnd type="none" w="med" len="med"/>
                      <a:tailEnd type="none" w="med" len="med"/>
                    </a:lnB>
                    <a:solidFill>
                      <a:srgbClr val="6AD2E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1" kern="1200">
                          <a:solidFill>
                            <a:schemeClr val="bg1"/>
                          </a:solidFill>
                          <a:latin typeface="+mn-lt"/>
                          <a:ea typeface="+mn-ea"/>
                          <a:cs typeface="+mn-cs"/>
                        </a:rPr>
                        <a:t>Status</a:t>
                      </a:r>
                    </a:p>
                  </a:txBody>
                  <a:tcPr marL="27432" marR="27432"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6AD2E2"/>
                      </a:solidFill>
                      <a:prstDash val="solid"/>
                      <a:round/>
                      <a:headEnd type="none" w="med" len="med"/>
                      <a:tailEnd type="none" w="med" len="med"/>
                    </a:lnT>
                    <a:lnB w="12700" cap="flat" cmpd="sng" algn="ctr">
                      <a:solidFill>
                        <a:srgbClr val="6AD2E2"/>
                      </a:solidFill>
                      <a:prstDash val="solid"/>
                      <a:round/>
                      <a:headEnd type="none" w="med" len="med"/>
                      <a:tailEnd type="none" w="med" len="med"/>
                    </a:lnB>
                    <a:solidFill>
                      <a:srgbClr val="6AD2E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strike="noStrike" kern="1200">
                          <a:solidFill>
                            <a:schemeClr val="bg1"/>
                          </a:solidFill>
                        </a:rPr>
                        <a:t>Visit Purpose/ Comments</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strike="noStrike" kern="1200">
                          <a:solidFill>
                            <a:srgbClr val="EE6541"/>
                          </a:solidFill>
                        </a:rPr>
                        <a:t>(important issues and risks regarding site feedback)</a:t>
                      </a:r>
                    </a:p>
                  </a:txBody>
                  <a:tcPr marL="27432" marR="27432" marT="0" marB="0" anchor="ctr">
                    <a:lnL w="12700" cap="flat" cmpd="sng" algn="ctr">
                      <a:solidFill>
                        <a:schemeClr val="bg1"/>
                      </a:solidFill>
                      <a:prstDash val="solid"/>
                      <a:round/>
                      <a:headEnd type="none" w="med" len="med"/>
                      <a:tailEnd type="none" w="med" len="med"/>
                    </a:lnL>
                    <a:lnR w="12700" cap="flat" cmpd="sng" algn="ctr">
                      <a:solidFill>
                        <a:srgbClr val="6AD2E2"/>
                      </a:solidFill>
                      <a:prstDash val="solid"/>
                      <a:round/>
                      <a:headEnd type="none" w="med" len="med"/>
                      <a:tailEnd type="none" w="med" len="med"/>
                    </a:lnR>
                    <a:lnT w="12700" cap="flat" cmpd="sng" algn="ctr">
                      <a:solidFill>
                        <a:srgbClr val="6AD2E2"/>
                      </a:solidFill>
                      <a:prstDash val="solid"/>
                      <a:round/>
                      <a:headEnd type="none" w="med" len="med"/>
                      <a:tailEnd type="none" w="med" len="med"/>
                    </a:lnT>
                    <a:lnB w="12700" cap="flat" cmpd="sng" algn="ctr">
                      <a:solidFill>
                        <a:srgbClr val="6AD2E2"/>
                      </a:solidFill>
                      <a:prstDash val="solid"/>
                      <a:round/>
                      <a:headEnd type="none" w="med" len="med"/>
                      <a:tailEnd type="none" w="med" len="med"/>
                    </a:lnB>
                    <a:solidFill>
                      <a:srgbClr val="6AD2E2"/>
                    </a:solidFill>
                  </a:tcPr>
                </a:tc>
                <a:extLst>
                  <a:ext uri="{0D108BD9-81ED-4DB2-BD59-A6C34878D82A}">
                    <a16:rowId xmlns:a16="http://schemas.microsoft.com/office/drawing/2014/main" val="3752727955"/>
                  </a:ext>
                </a:extLst>
              </a:tr>
              <a:tr h="478312">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sz="1200">
                          <a:solidFill>
                            <a:srgbClr val="000000"/>
                          </a:solidFill>
                          <a:effectLst/>
                          <a:latin typeface="Calibri" panose="020F0502020204030204" pitchFamily="34" charset="0"/>
                          <a:ea typeface="DengXian" panose="02010600030101010101" pitchFamily="2" charset="-122"/>
                          <a:cs typeface="Calibri" panose="020F0502020204030204" pitchFamily="34" charset="0"/>
                        </a:rPr>
                        <a:t>首都医科大学附属北京天坛医院</a:t>
                      </a:r>
                      <a:r>
                        <a:rPr lang="en-US" altLang="zh-CN" sz="1200">
                          <a:solidFill>
                            <a:srgbClr val="000000"/>
                          </a:solidFill>
                          <a:effectLst/>
                          <a:latin typeface="Calibri" panose="020F0502020204030204" pitchFamily="34" charset="0"/>
                          <a:ea typeface="DengXian" panose="02010600030101010101" pitchFamily="2" charset="-122"/>
                          <a:cs typeface="Calibri" panose="020F0502020204030204" pitchFamily="34" charset="0"/>
                        </a:rPr>
                        <a:t>/ </a:t>
                      </a:r>
                      <a:r>
                        <a:rPr lang="zh-CN" altLang="zh-CN" sz="1200">
                          <a:solidFill>
                            <a:srgbClr val="000000"/>
                          </a:solidFill>
                          <a:effectLst/>
                          <a:latin typeface="DengXian" panose="02010600030101010101" pitchFamily="2" charset="-122"/>
                          <a:ea typeface="DengXian" panose="02010600030101010101" pitchFamily="2" charset="-122"/>
                          <a:cs typeface="SimSun" panose="02010600030101010101" pitchFamily="2" charset="-122"/>
                        </a:rPr>
                        <a:t>赵性泉</a:t>
                      </a:r>
                      <a:endParaRPr lang="zh-CN" altLang="zh-CN" sz="1400">
                        <a:effectLst/>
                        <a:latin typeface="DengXian" panose="02010600030101010101" pitchFamily="2" charset="-122"/>
                        <a:ea typeface="DengXian" panose="02010600030101010101" pitchFamily="2" charset="-122"/>
                        <a:cs typeface="SimSun" panose="02010600030101010101" pitchFamily="2" charset="-122"/>
                      </a:endParaRPr>
                    </a:p>
                  </a:txBody>
                  <a:tcPr marL="68580" marR="68580" marT="9525" marB="9525" anchor="ctr">
                    <a:lnL w="12700" cmpd="sng">
                      <a:noFill/>
                    </a:lnL>
                    <a:lnR w="12700" cap="flat" cmpd="sng" algn="ctr">
                      <a:solidFill>
                        <a:schemeClr val="bg1">
                          <a:lumMod val="85000"/>
                        </a:schemeClr>
                      </a:solidFill>
                      <a:prstDash val="solid"/>
                      <a:round/>
                      <a:headEnd type="none" w="med" len="med"/>
                      <a:tailEnd type="none" w="med" len="med"/>
                    </a:lnR>
                    <a:lnT w="12700" cap="flat" cmpd="sng" algn="ctr">
                      <a:solidFill>
                        <a:srgbClr val="6AD2E2"/>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1EAD1B"/>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200" kern="1200">
                          <a:solidFill>
                            <a:schemeClr val="dk1"/>
                          </a:solidFill>
                          <a:effectLst/>
                          <a:latin typeface="Calibri" panose="020F0502020204030204" pitchFamily="34" charset="0"/>
                          <a:ea typeface="DengXian" panose="02010600030101010101" pitchFamily="2" charset="-122"/>
                          <a:cs typeface="Calibri" panose="020F0502020204030204" pitchFamily="34" charset="0"/>
                        </a:rPr>
                        <a:t>CDO &amp; Medicine &amp; MSL</a:t>
                      </a:r>
                      <a:endParaRPr lang="zh-CN" altLang="zh-CN" sz="1200" kern="1200">
                        <a:solidFill>
                          <a:schemeClr val="dk1"/>
                        </a:solidFill>
                        <a:effectLst/>
                        <a:latin typeface="Calibri" panose="020F0502020204030204" pitchFamily="34" charset="0"/>
                        <a:ea typeface="DengXian" panose="02010600030101010101" pitchFamily="2" charset="-122"/>
                        <a:cs typeface="Calibri" panose="020F0502020204030204" pitchFamily="34" charset="0"/>
                      </a:endParaRPr>
                    </a:p>
                  </a:txBody>
                  <a:tcPr marL="68580" marR="68580" marT="9525" marB="9525"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rgbClr val="6AD2E2"/>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1EAD1B"/>
                    </a:solidFill>
                  </a:tcPr>
                </a:tc>
                <a:tc>
                  <a:txBody>
                    <a:bodyPr/>
                    <a:lstStyle/>
                    <a:p>
                      <a:pPr marL="0" marR="0" lvl="0" indent="0" algn="ctr" defTabSz="914400" rtl="0" eaLnBrk="1" fontAlgn="auto" latinLnBrk="0" hangingPunct="1">
                        <a:lnSpc>
                          <a:spcPct val="100000"/>
                        </a:lnSpc>
                        <a:spcBef>
                          <a:spcPts val="0"/>
                        </a:spcBef>
                        <a:spcAft>
                          <a:spcPts val="0"/>
                        </a:spcAft>
                        <a:buClrTx/>
                        <a:buSzTx/>
                        <a:buFont typeface="Arial" pitchFamily="34" charset="0"/>
                        <a:buNone/>
                        <a:tabLst/>
                        <a:defRPr/>
                      </a:pPr>
                      <a:r>
                        <a:rPr lang="en-US" sz="1200" kern="1200">
                          <a:solidFill>
                            <a:schemeClr val="dk1"/>
                          </a:solidFill>
                          <a:effectLst/>
                          <a:latin typeface="Calibri" panose="020F0502020204030204" pitchFamily="34" charset="0"/>
                          <a:ea typeface="DengXian" panose="02010600030101010101" pitchFamily="2" charset="-122"/>
                          <a:cs typeface="Calibri" panose="020F0502020204030204" pitchFamily="34" charset="0"/>
                        </a:rPr>
                        <a:t>12-Feb-26</a:t>
                      </a:r>
                    </a:p>
                  </a:txBody>
                  <a:tcPr marL="27432" marR="27432"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rgbClr val="6AD2E2"/>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1EAD1B"/>
                    </a:solidFill>
                  </a:tcPr>
                </a:tc>
                <a:tc>
                  <a:txBody>
                    <a:bodyPr/>
                    <a:lstStyle/>
                    <a:p>
                      <a:pPr marL="0" marR="0" lvl="0" indent="0" algn="ctr" defTabSz="914400" rtl="0" eaLnBrk="1" fontAlgn="auto" latinLnBrk="0" hangingPunct="1">
                        <a:lnSpc>
                          <a:spcPct val="100000"/>
                        </a:lnSpc>
                        <a:spcBef>
                          <a:spcPts val="0"/>
                        </a:spcBef>
                        <a:spcAft>
                          <a:spcPts val="0"/>
                        </a:spcAft>
                        <a:buClrTx/>
                        <a:buSzTx/>
                        <a:buFont typeface="Arial" pitchFamily="34" charset="0"/>
                        <a:buNone/>
                        <a:tabLst/>
                        <a:defRPr/>
                      </a:pPr>
                      <a:r>
                        <a:rPr lang="en-US" altLang="zh-CN" sz="1200" kern="1200">
                          <a:solidFill>
                            <a:schemeClr val="dk1"/>
                          </a:solidFill>
                          <a:effectLst/>
                          <a:latin typeface="Calibri" panose="020F0502020204030204" pitchFamily="34" charset="0"/>
                          <a:ea typeface="DengXian" panose="02010600030101010101" pitchFamily="2" charset="-122"/>
                          <a:cs typeface="Calibri" panose="020F0502020204030204" pitchFamily="34" charset="0"/>
                        </a:rPr>
                        <a:t>Completed</a:t>
                      </a:r>
                    </a:p>
                  </a:txBody>
                  <a:tcPr marL="27432" marR="27432"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rgbClr val="6AD2E2"/>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1EAD1B"/>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TW" sz="1100" i="1" kern="1200">
                          <a:solidFill>
                            <a:schemeClr val="tx1"/>
                          </a:solidFill>
                          <a:latin typeface="+mn-lt"/>
                          <a:ea typeface="+mn-ea"/>
                          <a:cs typeface="+mn-cs"/>
                        </a:rPr>
                        <a:t>Leading PI visit</a:t>
                      </a:r>
                      <a:r>
                        <a:rPr lang="zh-TW" altLang="en-US" sz="1100" i="1" kern="1200">
                          <a:solidFill>
                            <a:schemeClr val="tx1"/>
                          </a:solidFill>
                          <a:latin typeface="+mn-lt"/>
                          <a:ea typeface="+mn-ea"/>
                          <a:cs typeface="+mn-cs"/>
                        </a:rPr>
                        <a:t>，</a:t>
                      </a:r>
                      <a:r>
                        <a:rPr lang="en-US" altLang="zh-TW" sz="1100" i="1" kern="1200">
                          <a:solidFill>
                            <a:schemeClr val="tx1"/>
                          </a:solidFill>
                          <a:latin typeface="+mn-lt"/>
                          <a:ea typeface="+mn-ea"/>
                          <a:cs typeface="+mn-cs"/>
                        </a:rPr>
                        <a:t>Site engagement visit for 1st SIV</a:t>
                      </a:r>
                    </a:p>
                  </a:txBody>
                  <a:tcPr marL="27432" marR="27432" marT="0" marB="0" anchor="ctr">
                    <a:lnL w="12700" cap="flat" cmpd="sng" algn="ctr">
                      <a:solidFill>
                        <a:schemeClr val="bg1">
                          <a:lumMod val="85000"/>
                        </a:schemeClr>
                      </a:solidFill>
                      <a:prstDash val="solid"/>
                      <a:round/>
                      <a:headEnd type="none" w="med" len="med"/>
                      <a:tailEnd type="none" w="med" len="med"/>
                    </a:lnL>
                    <a:lnR w="12700" cmpd="sng">
                      <a:noFill/>
                    </a:lnR>
                    <a:lnT w="12700" cap="flat" cmpd="sng" algn="ctr">
                      <a:solidFill>
                        <a:srgbClr val="6AD2E2"/>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1EAD1B"/>
                    </a:solidFill>
                  </a:tcPr>
                </a:tc>
                <a:extLst>
                  <a:ext uri="{0D108BD9-81ED-4DB2-BD59-A6C34878D82A}">
                    <a16:rowId xmlns:a16="http://schemas.microsoft.com/office/drawing/2014/main" val="2487688773"/>
                  </a:ext>
                </a:extLst>
              </a:tr>
              <a:tr h="474012">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1200" kern="1200">
                          <a:solidFill>
                            <a:srgbClr val="000000"/>
                          </a:solidFill>
                          <a:effectLst/>
                          <a:latin typeface="DengXian" panose="02010600030101010101" pitchFamily="2" charset="-122"/>
                          <a:ea typeface="DengXian" panose="02010600030101010101" pitchFamily="2" charset="-122"/>
                          <a:cs typeface="+mn-cs"/>
                        </a:rPr>
                        <a:t>南阳市中心医院</a:t>
                      </a:r>
                      <a:r>
                        <a:rPr lang="en-US" altLang="zh-CN" sz="1200" kern="1200">
                          <a:solidFill>
                            <a:srgbClr val="000000"/>
                          </a:solidFill>
                          <a:effectLst/>
                          <a:latin typeface="DengXian" panose="02010600030101010101" pitchFamily="2" charset="-122"/>
                          <a:ea typeface="DengXian" panose="02010600030101010101" pitchFamily="2" charset="-122"/>
                          <a:cs typeface="+mn-cs"/>
                        </a:rPr>
                        <a:t>/ </a:t>
                      </a:r>
                      <a:r>
                        <a:rPr lang="zh-CN" altLang="en-US" sz="1200" kern="1200">
                          <a:solidFill>
                            <a:srgbClr val="000000"/>
                          </a:solidFill>
                          <a:effectLst/>
                          <a:latin typeface="DengXian" panose="02010600030101010101" pitchFamily="2" charset="-122"/>
                          <a:ea typeface="DengXian" panose="02010600030101010101" pitchFamily="2" charset="-122"/>
                          <a:cs typeface="+mn-cs"/>
                        </a:rPr>
                        <a:t>温昌明</a:t>
                      </a:r>
                      <a:endParaRPr lang="zh-CN" altLang="zh-CN" sz="1200" kern="1200">
                        <a:solidFill>
                          <a:srgbClr val="000000"/>
                        </a:solidFill>
                        <a:effectLst/>
                        <a:latin typeface="DengXian" panose="02010600030101010101" pitchFamily="2" charset="-122"/>
                        <a:ea typeface="DengXian" panose="02010600030101010101" pitchFamily="2" charset="-122"/>
                        <a:cs typeface="Calibri" panose="020F0502020204030204" pitchFamily="34" charset="0"/>
                      </a:endParaRPr>
                    </a:p>
                  </a:txBody>
                  <a:tcPr marL="68580" marR="68580" marT="9525" marB="9525" anchor="ctr">
                    <a:lnL w="12700" cmpd="sng">
                      <a:noFill/>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1EAD1B"/>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noProof="0">
                          <a:ln>
                            <a:noFill/>
                          </a:ln>
                          <a:solidFill>
                            <a:prstClr val="black"/>
                          </a:solidFill>
                          <a:effectLst/>
                          <a:uLnTx/>
                          <a:uFillTx/>
                          <a:latin typeface="Calibri" panose="020F0502020204030204" pitchFamily="34" charset="0"/>
                          <a:ea typeface="DengXian" panose="02010600030101010101" pitchFamily="2" charset="-122"/>
                          <a:cs typeface="Calibri" panose="020F0502020204030204" pitchFamily="34" charset="0"/>
                        </a:rPr>
                        <a:t>CDO</a:t>
                      </a:r>
                      <a:endParaRPr kumimoji="0" lang="zh-CN" altLang="en-US" sz="1200" b="0" i="0" u="none" strike="noStrike" kern="1200" cap="none" spc="0" normalizeH="0" baseline="0" noProof="0">
                        <a:ln>
                          <a:noFill/>
                        </a:ln>
                        <a:solidFill>
                          <a:prstClr val="black"/>
                        </a:solidFill>
                        <a:effectLst/>
                        <a:uLnTx/>
                        <a:uFillTx/>
                        <a:latin typeface="Calibri" panose="020F0502020204030204" pitchFamily="34" charset="0"/>
                        <a:ea typeface="DengXian" panose="02010600030101010101" pitchFamily="2" charset="-122"/>
                        <a:cs typeface="Calibri" panose="020F0502020204030204" pitchFamily="34" charset="0"/>
                      </a:endParaRPr>
                    </a:p>
                  </a:txBody>
                  <a:tcPr marL="68580" marR="68580" marT="9525" marB="9525"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1EAD1B"/>
                    </a:solidFill>
                  </a:tcPr>
                </a:tc>
                <a:tc>
                  <a:txBody>
                    <a:bodyPr/>
                    <a:lstStyle/>
                    <a:p>
                      <a:pPr algn="ctr">
                        <a:buNone/>
                      </a:pPr>
                      <a:r>
                        <a:rPr lang="en-US" sz="1200" kern="1200">
                          <a:solidFill>
                            <a:schemeClr val="dk1"/>
                          </a:solidFill>
                          <a:effectLst/>
                          <a:latin typeface="Calibri" panose="020F0502020204030204" pitchFamily="34" charset="0"/>
                          <a:ea typeface="DengXian" panose="02010600030101010101" pitchFamily="2" charset="-122"/>
                          <a:cs typeface="Calibri" panose="020F0502020204030204" pitchFamily="34" charset="0"/>
                        </a:rPr>
                        <a:t>1-A</a:t>
                      </a:r>
                      <a:r>
                        <a:rPr lang="en-US" altLang="zh-CN" sz="1200" kern="1200">
                          <a:solidFill>
                            <a:schemeClr val="dk1"/>
                          </a:solidFill>
                          <a:effectLst/>
                          <a:latin typeface="Calibri" panose="020F0502020204030204" pitchFamily="34" charset="0"/>
                          <a:ea typeface="DengXian" panose="02010600030101010101" pitchFamily="2" charset="-122"/>
                          <a:cs typeface="Calibri" panose="020F0502020204030204" pitchFamily="34" charset="0"/>
                        </a:rPr>
                        <a:t>pr</a:t>
                      </a:r>
                      <a:r>
                        <a:rPr lang="en-US" sz="1200" kern="1200">
                          <a:solidFill>
                            <a:schemeClr val="dk1"/>
                          </a:solidFill>
                          <a:effectLst/>
                          <a:latin typeface="Calibri" panose="020F0502020204030204" pitchFamily="34" charset="0"/>
                          <a:ea typeface="DengXian" panose="02010600030101010101" pitchFamily="2" charset="-122"/>
                          <a:cs typeface="Calibri" panose="020F0502020204030204" pitchFamily="34" charset="0"/>
                        </a:rPr>
                        <a:t>-26</a:t>
                      </a:r>
                      <a:endParaRPr lang="zh-CN" altLang="en-US" sz="1200" kern="1200">
                        <a:solidFill>
                          <a:schemeClr val="dk1"/>
                        </a:solidFill>
                        <a:effectLst/>
                        <a:latin typeface="Calibri" panose="020F0502020204030204" pitchFamily="34" charset="0"/>
                        <a:ea typeface="DengXian" panose="02010600030101010101" pitchFamily="2" charset="-122"/>
                        <a:cs typeface="Calibri" panose="020F0502020204030204" pitchFamily="34" charset="0"/>
                      </a:endParaRPr>
                    </a:p>
                  </a:txBody>
                  <a:tcPr marL="68580" marR="68580" marT="9525" marB="9525"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1EAD1B"/>
                    </a:solidFill>
                  </a:tcPr>
                </a:tc>
                <a:tc>
                  <a:txBody>
                    <a:bodyPr/>
                    <a:lstStyle/>
                    <a:p>
                      <a:pPr marL="0" marR="0" lvl="0" indent="0" algn="ctr" defTabSz="914400" rtl="0" eaLnBrk="1" fontAlgn="auto" latinLnBrk="0" hangingPunct="1">
                        <a:lnSpc>
                          <a:spcPct val="100000"/>
                        </a:lnSpc>
                        <a:spcBef>
                          <a:spcPts val="0"/>
                        </a:spcBef>
                        <a:spcAft>
                          <a:spcPts val="0"/>
                        </a:spcAft>
                        <a:buClrTx/>
                        <a:buSzTx/>
                        <a:buFont typeface="Arial" pitchFamily="34" charset="0"/>
                        <a:buNone/>
                        <a:tabLst/>
                        <a:defRPr/>
                      </a:pPr>
                      <a:r>
                        <a:rPr lang="en-US" altLang="zh-CN" sz="1200" kern="1200">
                          <a:solidFill>
                            <a:schemeClr val="dk1"/>
                          </a:solidFill>
                          <a:effectLst/>
                          <a:latin typeface="Calibri" panose="020F0502020204030204" pitchFamily="34" charset="0"/>
                          <a:ea typeface="DengXian" panose="02010600030101010101" pitchFamily="2" charset="-122"/>
                          <a:cs typeface="Calibri" panose="020F0502020204030204" pitchFamily="34" charset="0"/>
                        </a:rPr>
                        <a:t>Completed</a:t>
                      </a:r>
                    </a:p>
                  </a:txBody>
                  <a:tcPr marL="27432" marR="27432"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1EAD1B"/>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200" kern="1200">
                          <a:solidFill>
                            <a:schemeClr val="dk1"/>
                          </a:solidFill>
                          <a:effectLst/>
                          <a:latin typeface="Calibri" panose="020F0502020204030204" pitchFamily="34" charset="0"/>
                          <a:ea typeface="DengXian" panose="02010600030101010101" pitchFamily="2" charset="-122"/>
                          <a:cs typeface="Calibri" panose="020F0502020204030204" pitchFamily="34" charset="0"/>
                        </a:rPr>
                        <a:t>Site engagement visit for recruitment boosting</a:t>
                      </a:r>
                      <a:endParaRPr lang="zh-CN" altLang="en-US" sz="1200" kern="1200">
                        <a:solidFill>
                          <a:schemeClr val="dk1"/>
                        </a:solidFill>
                        <a:effectLst/>
                        <a:latin typeface="Calibri" panose="020F0502020204030204" pitchFamily="34" charset="0"/>
                        <a:ea typeface="DengXian" panose="02010600030101010101" pitchFamily="2" charset="-122"/>
                        <a:cs typeface="Calibri" panose="020F0502020204030204" pitchFamily="34" charset="0"/>
                      </a:endParaRPr>
                    </a:p>
                  </a:txBody>
                  <a:tcPr marL="68580" marR="68580" marT="9525" marB="9525" anchor="ctr">
                    <a:lnL w="12700" cap="flat" cmpd="sng" algn="ctr">
                      <a:solidFill>
                        <a:schemeClr val="bg1">
                          <a:lumMod val="85000"/>
                        </a:schemeClr>
                      </a:solidFill>
                      <a:prstDash val="solid"/>
                      <a:round/>
                      <a:headEnd type="none" w="med" len="med"/>
                      <a:tailEnd type="none" w="med" len="med"/>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1EAD1B"/>
                    </a:solidFill>
                  </a:tcPr>
                </a:tc>
                <a:extLst>
                  <a:ext uri="{0D108BD9-81ED-4DB2-BD59-A6C34878D82A}">
                    <a16:rowId xmlns:a16="http://schemas.microsoft.com/office/drawing/2014/main" val="3949062488"/>
                  </a:ext>
                </a:extLst>
              </a:tr>
              <a:tr h="474012">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sz="1200">
                          <a:solidFill>
                            <a:srgbClr val="000000"/>
                          </a:solidFill>
                          <a:effectLst/>
                          <a:latin typeface="Calibri" panose="020F0502020204030204" pitchFamily="34" charset="0"/>
                          <a:ea typeface="DengXian" panose="02010600030101010101" pitchFamily="2" charset="-122"/>
                          <a:cs typeface="Calibri" panose="020F0502020204030204" pitchFamily="34" charset="0"/>
                        </a:rPr>
                        <a:t>安阳市人民医院</a:t>
                      </a:r>
                      <a:r>
                        <a:rPr lang="en-US" altLang="zh-CN" sz="1200">
                          <a:solidFill>
                            <a:srgbClr val="000000"/>
                          </a:solidFill>
                          <a:effectLst/>
                          <a:latin typeface="Calibri" panose="020F0502020204030204" pitchFamily="34" charset="0"/>
                          <a:ea typeface="DengXian" panose="02010600030101010101" pitchFamily="2" charset="-122"/>
                          <a:cs typeface="Calibri" panose="020F0502020204030204" pitchFamily="34" charset="0"/>
                        </a:rPr>
                        <a:t>/</a:t>
                      </a:r>
                      <a:r>
                        <a:rPr lang="zh-CN" altLang="zh-CN" sz="1200">
                          <a:solidFill>
                            <a:srgbClr val="000000"/>
                          </a:solidFill>
                          <a:effectLst/>
                          <a:latin typeface="Calibri" panose="020F0502020204030204" pitchFamily="34" charset="0"/>
                          <a:ea typeface="DengXian" panose="02010600030101010101" pitchFamily="2" charset="-122"/>
                          <a:cs typeface="Calibri" panose="020F0502020204030204" pitchFamily="34" charset="0"/>
                        </a:rPr>
                        <a:t>杨清成，张建刚，郭艳平</a:t>
                      </a:r>
                      <a:endParaRPr lang="zh-CN" altLang="zh-CN" sz="1200">
                        <a:effectLst/>
                        <a:latin typeface="Calibri" panose="020F0502020204030204" pitchFamily="34" charset="0"/>
                        <a:ea typeface="DengXian" panose="02010600030101010101" pitchFamily="2" charset="-122"/>
                        <a:cs typeface="Calibri" panose="020F0502020204030204" pitchFamily="34" charset="0"/>
                      </a:endParaRPr>
                    </a:p>
                  </a:txBody>
                  <a:tcPr marL="68580" marR="68580" marT="9525" marB="9525" anchor="ctr">
                    <a:lnL w="12700" cmpd="sng">
                      <a:noFill/>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1EAD1B"/>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noProof="0">
                          <a:ln>
                            <a:noFill/>
                          </a:ln>
                          <a:solidFill>
                            <a:prstClr val="black"/>
                          </a:solidFill>
                          <a:effectLst/>
                          <a:uLnTx/>
                          <a:uFillTx/>
                          <a:latin typeface="Calibri" panose="020F0502020204030204" pitchFamily="34" charset="0"/>
                          <a:ea typeface="DengXian" panose="02010600030101010101" pitchFamily="2" charset="-122"/>
                          <a:cs typeface="Calibri" panose="020F0502020204030204" pitchFamily="34" charset="0"/>
                        </a:rPr>
                        <a:t>CDO</a:t>
                      </a:r>
                      <a:endParaRPr kumimoji="0" lang="zh-CN" altLang="en-US" sz="1200" b="0" i="0" u="none" strike="noStrike" kern="1200" cap="none" spc="0" normalizeH="0" baseline="0" noProof="0">
                        <a:ln>
                          <a:noFill/>
                        </a:ln>
                        <a:solidFill>
                          <a:prstClr val="black"/>
                        </a:solidFill>
                        <a:effectLst/>
                        <a:uLnTx/>
                        <a:uFillTx/>
                        <a:latin typeface="Calibri" panose="020F0502020204030204" pitchFamily="34" charset="0"/>
                        <a:ea typeface="DengXian" panose="02010600030101010101" pitchFamily="2" charset="-122"/>
                        <a:cs typeface="Calibri" panose="020F0502020204030204" pitchFamily="34" charset="0"/>
                      </a:endParaRPr>
                    </a:p>
                  </a:txBody>
                  <a:tcPr marL="68580" marR="68580" marT="9525" marB="9525"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1EAD1B"/>
                    </a:solidFill>
                  </a:tcPr>
                </a:tc>
                <a:tc>
                  <a:txBody>
                    <a:bodyPr/>
                    <a:lstStyle/>
                    <a:p>
                      <a:pPr algn="ctr">
                        <a:buNone/>
                      </a:pPr>
                      <a:r>
                        <a:rPr lang="en-US" sz="1200" kern="1200">
                          <a:solidFill>
                            <a:schemeClr val="dk1"/>
                          </a:solidFill>
                          <a:effectLst/>
                          <a:latin typeface="Calibri" panose="020F0502020204030204" pitchFamily="34" charset="0"/>
                          <a:ea typeface="DengXian" panose="02010600030101010101" pitchFamily="2" charset="-122"/>
                          <a:cs typeface="Calibri" panose="020F0502020204030204" pitchFamily="34" charset="0"/>
                        </a:rPr>
                        <a:t>2-A</a:t>
                      </a:r>
                      <a:r>
                        <a:rPr lang="en-US" altLang="zh-CN" sz="1200" kern="1200">
                          <a:solidFill>
                            <a:schemeClr val="dk1"/>
                          </a:solidFill>
                          <a:effectLst/>
                          <a:latin typeface="Calibri" panose="020F0502020204030204" pitchFamily="34" charset="0"/>
                          <a:ea typeface="DengXian" panose="02010600030101010101" pitchFamily="2" charset="-122"/>
                          <a:cs typeface="Calibri" panose="020F0502020204030204" pitchFamily="34" charset="0"/>
                        </a:rPr>
                        <a:t>pr</a:t>
                      </a:r>
                      <a:r>
                        <a:rPr lang="en-US" sz="1200" kern="1200">
                          <a:solidFill>
                            <a:schemeClr val="dk1"/>
                          </a:solidFill>
                          <a:effectLst/>
                          <a:latin typeface="Calibri" panose="020F0502020204030204" pitchFamily="34" charset="0"/>
                          <a:ea typeface="DengXian" panose="02010600030101010101" pitchFamily="2" charset="-122"/>
                          <a:cs typeface="Calibri" panose="020F0502020204030204" pitchFamily="34" charset="0"/>
                        </a:rPr>
                        <a:t>-26</a:t>
                      </a:r>
                      <a:endParaRPr lang="zh-CN" altLang="en-US" sz="1200" kern="1200">
                        <a:solidFill>
                          <a:schemeClr val="dk1"/>
                        </a:solidFill>
                        <a:effectLst/>
                        <a:latin typeface="Calibri" panose="020F0502020204030204" pitchFamily="34" charset="0"/>
                        <a:ea typeface="DengXian" panose="02010600030101010101" pitchFamily="2" charset="-122"/>
                        <a:cs typeface="Calibri" panose="020F0502020204030204" pitchFamily="34" charset="0"/>
                      </a:endParaRPr>
                    </a:p>
                  </a:txBody>
                  <a:tcPr marL="68580" marR="68580" marT="9525" marB="9525"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1EAD1B"/>
                    </a:solidFill>
                  </a:tcPr>
                </a:tc>
                <a:tc>
                  <a:txBody>
                    <a:bodyPr/>
                    <a:lstStyle/>
                    <a:p>
                      <a:pPr marL="0" marR="0" lvl="0" indent="0" algn="ctr" defTabSz="914400" rtl="0" eaLnBrk="1" fontAlgn="auto" latinLnBrk="0" hangingPunct="1">
                        <a:lnSpc>
                          <a:spcPct val="100000"/>
                        </a:lnSpc>
                        <a:spcBef>
                          <a:spcPts val="0"/>
                        </a:spcBef>
                        <a:spcAft>
                          <a:spcPts val="0"/>
                        </a:spcAft>
                        <a:buClrTx/>
                        <a:buSzTx/>
                        <a:buFont typeface="Arial" pitchFamily="34" charset="0"/>
                        <a:buNone/>
                        <a:tabLst/>
                        <a:defRPr/>
                      </a:pPr>
                      <a:r>
                        <a:rPr lang="en-US" altLang="zh-CN" sz="1200" kern="1200">
                          <a:solidFill>
                            <a:schemeClr val="dk1"/>
                          </a:solidFill>
                          <a:effectLst/>
                          <a:latin typeface="Calibri" panose="020F0502020204030204" pitchFamily="34" charset="0"/>
                          <a:ea typeface="DengXian" panose="02010600030101010101" pitchFamily="2" charset="-122"/>
                          <a:cs typeface="Calibri" panose="020F0502020204030204" pitchFamily="34" charset="0"/>
                        </a:rPr>
                        <a:t>Completed</a:t>
                      </a:r>
                    </a:p>
                  </a:txBody>
                  <a:tcPr marL="27432" marR="27432"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1EAD1B"/>
                    </a:solidFill>
                  </a:tcPr>
                </a:tc>
                <a:tc>
                  <a:txBody>
                    <a:bodyPr/>
                    <a:lstStyle/>
                    <a:p>
                      <a:pPr algn="ctr">
                        <a:buNone/>
                      </a:pPr>
                      <a:r>
                        <a:rPr lang="en-US" sz="1200" kern="1200">
                          <a:solidFill>
                            <a:schemeClr val="dk1"/>
                          </a:solidFill>
                          <a:effectLst/>
                          <a:latin typeface="Calibri" panose="020F0502020204030204" pitchFamily="34" charset="0"/>
                          <a:ea typeface="DengXian" panose="02010600030101010101" pitchFamily="2" charset="-122"/>
                          <a:cs typeface="Calibri" panose="020F0502020204030204" pitchFamily="34" charset="0"/>
                        </a:rPr>
                        <a:t>Site engagement visit for recruitment </a:t>
                      </a:r>
                      <a:r>
                        <a:rPr lang="en-US" altLang="zh-CN" sz="1200" kern="1200">
                          <a:solidFill>
                            <a:schemeClr val="dk1"/>
                          </a:solidFill>
                          <a:effectLst/>
                          <a:latin typeface="Calibri" panose="020F0502020204030204" pitchFamily="34" charset="0"/>
                          <a:ea typeface="DengXian" panose="02010600030101010101" pitchFamily="2" charset="-122"/>
                          <a:cs typeface="Calibri" panose="020F0502020204030204" pitchFamily="34" charset="0"/>
                        </a:rPr>
                        <a:t>boosting</a:t>
                      </a:r>
                      <a:endParaRPr lang="zh-CN" altLang="en-US" sz="1200" kern="1200">
                        <a:solidFill>
                          <a:schemeClr val="dk1"/>
                        </a:solidFill>
                        <a:effectLst/>
                        <a:latin typeface="Calibri" panose="020F0502020204030204" pitchFamily="34" charset="0"/>
                        <a:ea typeface="DengXian" panose="02010600030101010101" pitchFamily="2" charset="-122"/>
                        <a:cs typeface="Calibri" panose="020F0502020204030204" pitchFamily="34" charset="0"/>
                      </a:endParaRPr>
                    </a:p>
                  </a:txBody>
                  <a:tcPr marL="68580" marR="68580" marT="9525" marB="9525" anchor="ctr">
                    <a:lnL w="12700" cap="flat" cmpd="sng" algn="ctr">
                      <a:solidFill>
                        <a:schemeClr val="bg1">
                          <a:lumMod val="85000"/>
                        </a:schemeClr>
                      </a:solidFill>
                      <a:prstDash val="solid"/>
                      <a:round/>
                      <a:headEnd type="none" w="med" len="med"/>
                      <a:tailEnd type="none" w="med" len="med"/>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1EAD1B"/>
                    </a:solidFill>
                  </a:tcPr>
                </a:tc>
                <a:extLst>
                  <a:ext uri="{0D108BD9-81ED-4DB2-BD59-A6C34878D82A}">
                    <a16:rowId xmlns:a16="http://schemas.microsoft.com/office/drawing/2014/main" val="3956952025"/>
                  </a:ext>
                </a:extLst>
              </a:tr>
              <a:tr h="474012">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sz="1200">
                          <a:solidFill>
                            <a:srgbClr val="000000"/>
                          </a:solidFill>
                          <a:effectLst/>
                          <a:latin typeface="Calibri" panose="020F0502020204030204" pitchFamily="34" charset="0"/>
                          <a:ea typeface="DengXian" panose="02010600030101010101" pitchFamily="2" charset="-122"/>
                          <a:cs typeface="Calibri" panose="020F0502020204030204" pitchFamily="34" charset="0"/>
                        </a:rPr>
                        <a:t>广州医科大学附属第三医院</a:t>
                      </a:r>
                      <a:r>
                        <a:rPr lang="en-US" altLang="zh-CN" sz="1200">
                          <a:solidFill>
                            <a:srgbClr val="000000"/>
                          </a:solidFill>
                          <a:effectLst/>
                          <a:latin typeface="Calibri" panose="020F0502020204030204" pitchFamily="34" charset="0"/>
                          <a:ea typeface="DengXian" panose="02010600030101010101" pitchFamily="2" charset="-122"/>
                          <a:cs typeface="Calibri" panose="020F0502020204030204" pitchFamily="34" charset="0"/>
                        </a:rPr>
                        <a:t>/</a:t>
                      </a:r>
                      <a:r>
                        <a:rPr lang="zh-CN" altLang="zh-CN" sz="1200">
                          <a:solidFill>
                            <a:srgbClr val="000000"/>
                          </a:solidFill>
                          <a:effectLst/>
                          <a:latin typeface="Calibri" panose="020F0502020204030204" pitchFamily="34" charset="0"/>
                          <a:ea typeface="DengXian" panose="02010600030101010101" pitchFamily="2" charset="-122"/>
                          <a:cs typeface="Calibri" panose="020F0502020204030204" pitchFamily="34" charset="0"/>
                        </a:rPr>
                        <a:t>梁燕玲</a:t>
                      </a:r>
                      <a:endParaRPr lang="zh-CN" altLang="zh-CN" sz="1200">
                        <a:effectLst/>
                        <a:latin typeface="Calibri" panose="020F0502020204030204" pitchFamily="34" charset="0"/>
                        <a:ea typeface="DengXian" panose="02010600030101010101" pitchFamily="2" charset="-122"/>
                        <a:cs typeface="Calibri" panose="020F0502020204030204" pitchFamily="34" charset="0"/>
                      </a:endParaRPr>
                    </a:p>
                  </a:txBody>
                  <a:tcPr marL="68580" marR="68580" marT="9525" marB="9525" anchor="ctr">
                    <a:lnL w="12700" cmpd="sng">
                      <a:noFill/>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1EAD1B"/>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noProof="0">
                          <a:ln>
                            <a:noFill/>
                          </a:ln>
                          <a:solidFill>
                            <a:prstClr val="black"/>
                          </a:solidFill>
                          <a:effectLst/>
                          <a:uLnTx/>
                          <a:uFillTx/>
                          <a:latin typeface="Calibri" panose="020F0502020204030204" pitchFamily="34" charset="0"/>
                          <a:ea typeface="DengXian" panose="02010600030101010101" pitchFamily="2" charset="-122"/>
                          <a:cs typeface="Calibri" panose="020F0502020204030204" pitchFamily="34" charset="0"/>
                        </a:rPr>
                        <a:t>CDO</a:t>
                      </a:r>
                      <a:endParaRPr kumimoji="0" lang="zh-CN" altLang="en-US" sz="1200" b="0" i="0" u="none" strike="noStrike" kern="1200" cap="none" spc="0" normalizeH="0" baseline="0" noProof="0">
                        <a:ln>
                          <a:noFill/>
                        </a:ln>
                        <a:solidFill>
                          <a:prstClr val="black"/>
                        </a:solidFill>
                        <a:effectLst/>
                        <a:uLnTx/>
                        <a:uFillTx/>
                        <a:latin typeface="Calibri" panose="020F0502020204030204" pitchFamily="34" charset="0"/>
                        <a:ea typeface="DengXian" panose="02010600030101010101" pitchFamily="2" charset="-122"/>
                        <a:cs typeface="Calibri" panose="020F0502020204030204" pitchFamily="34" charset="0"/>
                      </a:endParaRPr>
                    </a:p>
                  </a:txBody>
                  <a:tcPr marL="68580" marR="68580" marT="9525" marB="9525"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1EAD1B"/>
                    </a:solidFill>
                  </a:tcPr>
                </a:tc>
                <a:tc>
                  <a:txBody>
                    <a:bodyPr/>
                    <a:lstStyle/>
                    <a:p>
                      <a:pPr algn="ctr">
                        <a:buNone/>
                      </a:pPr>
                      <a:r>
                        <a:rPr lang="en-US" sz="1200" kern="1200">
                          <a:solidFill>
                            <a:schemeClr val="dk1"/>
                          </a:solidFill>
                          <a:effectLst/>
                          <a:latin typeface="Calibri" panose="020F0502020204030204" pitchFamily="34" charset="0"/>
                          <a:ea typeface="DengXian" panose="02010600030101010101" pitchFamily="2" charset="-122"/>
                          <a:cs typeface="Calibri" panose="020F0502020204030204" pitchFamily="34" charset="0"/>
                        </a:rPr>
                        <a:t>15-Apr-26</a:t>
                      </a:r>
                      <a:endParaRPr lang="zh-CN" altLang="en-US" sz="1200" kern="1200">
                        <a:solidFill>
                          <a:schemeClr val="dk1"/>
                        </a:solidFill>
                        <a:effectLst/>
                        <a:latin typeface="Calibri" panose="020F0502020204030204" pitchFamily="34" charset="0"/>
                        <a:ea typeface="DengXian" panose="02010600030101010101" pitchFamily="2" charset="-122"/>
                        <a:cs typeface="Calibri" panose="020F0502020204030204" pitchFamily="34" charset="0"/>
                      </a:endParaRPr>
                    </a:p>
                  </a:txBody>
                  <a:tcPr marL="68580" marR="68580" marT="9525" marB="9525"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1EAD1B"/>
                    </a:solidFill>
                  </a:tcPr>
                </a:tc>
                <a:tc>
                  <a:txBody>
                    <a:bodyPr/>
                    <a:lstStyle/>
                    <a:p>
                      <a:pPr marL="0" marR="0" lvl="0" indent="0" algn="ctr" defTabSz="914400" rtl="0" eaLnBrk="1" fontAlgn="auto" latinLnBrk="0" hangingPunct="1">
                        <a:lnSpc>
                          <a:spcPct val="100000"/>
                        </a:lnSpc>
                        <a:spcBef>
                          <a:spcPts val="0"/>
                        </a:spcBef>
                        <a:spcAft>
                          <a:spcPts val="0"/>
                        </a:spcAft>
                        <a:buClrTx/>
                        <a:buSzTx/>
                        <a:buFont typeface="Arial" pitchFamily="34" charset="0"/>
                        <a:buNone/>
                        <a:tabLst/>
                        <a:defRPr/>
                      </a:pPr>
                      <a:r>
                        <a:rPr lang="en-US" altLang="zh-CN" sz="1100" kern="1200">
                          <a:solidFill>
                            <a:schemeClr val="dk1"/>
                          </a:solidFill>
                          <a:effectLst/>
                          <a:latin typeface="Calibri" panose="020F0502020204030204" pitchFamily="34" charset="0"/>
                          <a:ea typeface="DengXian" panose="02010600030101010101" pitchFamily="2" charset="-122"/>
                          <a:cs typeface="Calibri" panose="020F0502020204030204" pitchFamily="34" charset="0"/>
                        </a:rPr>
                        <a:t>Completed</a:t>
                      </a:r>
                    </a:p>
                  </a:txBody>
                  <a:tcPr marL="27432" marR="27432"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1EAD1B"/>
                    </a:solidFill>
                  </a:tcPr>
                </a:tc>
                <a:tc>
                  <a:txBody>
                    <a:bodyPr/>
                    <a:lstStyle/>
                    <a:p>
                      <a:pPr algn="ctr">
                        <a:buNone/>
                      </a:pPr>
                      <a:r>
                        <a:rPr lang="en-US" sz="1200" kern="1200">
                          <a:solidFill>
                            <a:schemeClr val="dk1"/>
                          </a:solidFill>
                          <a:effectLst/>
                          <a:latin typeface="Calibri" panose="020F0502020204030204" pitchFamily="34" charset="0"/>
                          <a:ea typeface="DengXian" panose="02010600030101010101" pitchFamily="2" charset="-122"/>
                          <a:cs typeface="Calibri" panose="020F0502020204030204" pitchFamily="34" charset="0"/>
                        </a:rPr>
                        <a:t>Site engagement visit for recruitment boosting</a:t>
                      </a:r>
                      <a:endParaRPr lang="zh-CN" altLang="en-US" sz="1200" kern="1200">
                        <a:solidFill>
                          <a:schemeClr val="dk1"/>
                        </a:solidFill>
                        <a:effectLst/>
                        <a:latin typeface="Calibri" panose="020F0502020204030204" pitchFamily="34" charset="0"/>
                        <a:ea typeface="DengXian" panose="02010600030101010101" pitchFamily="2" charset="-122"/>
                        <a:cs typeface="Calibri" panose="020F0502020204030204" pitchFamily="34" charset="0"/>
                      </a:endParaRPr>
                    </a:p>
                  </a:txBody>
                  <a:tcPr marL="68580" marR="68580" marT="9525" marB="9525" anchor="ctr">
                    <a:lnL w="12700" cap="flat" cmpd="sng" algn="ctr">
                      <a:solidFill>
                        <a:schemeClr val="bg1">
                          <a:lumMod val="85000"/>
                        </a:schemeClr>
                      </a:solidFill>
                      <a:prstDash val="solid"/>
                      <a:round/>
                      <a:headEnd type="none" w="med" len="med"/>
                      <a:tailEnd type="none" w="med" len="med"/>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1EAD1B"/>
                    </a:solidFill>
                  </a:tcPr>
                </a:tc>
                <a:extLst>
                  <a:ext uri="{0D108BD9-81ED-4DB2-BD59-A6C34878D82A}">
                    <a16:rowId xmlns:a16="http://schemas.microsoft.com/office/drawing/2014/main" val="1979378760"/>
                  </a:ext>
                </a:extLst>
              </a:tr>
              <a:tr h="474012">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1200" kern="1200">
                          <a:solidFill>
                            <a:srgbClr val="000000"/>
                          </a:solidFill>
                          <a:effectLst/>
                          <a:latin typeface="Calibri" panose="020F0502020204030204" pitchFamily="34" charset="0"/>
                          <a:ea typeface="DengXian" panose="02010600030101010101" pitchFamily="2" charset="-122"/>
                          <a:cs typeface="Calibri" panose="020F0502020204030204" pitchFamily="34" charset="0"/>
                        </a:rPr>
                        <a:t>南京医科大学第二附属医院</a:t>
                      </a:r>
                      <a:r>
                        <a:rPr lang="en-US" altLang="zh-CN" sz="1200" kern="1200">
                          <a:solidFill>
                            <a:srgbClr val="000000"/>
                          </a:solidFill>
                          <a:effectLst/>
                          <a:latin typeface="Calibri" panose="020F0502020204030204" pitchFamily="34" charset="0"/>
                          <a:ea typeface="DengXian" panose="02010600030101010101" pitchFamily="2" charset="-122"/>
                          <a:cs typeface="Calibri" panose="020F0502020204030204" pitchFamily="34" charset="0"/>
                        </a:rPr>
                        <a:t>/</a:t>
                      </a:r>
                      <a:r>
                        <a:rPr lang="zh-CN" altLang="en-US" sz="1200" kern="1200">
                          <a:solidFill>
                            <a:srgbClr val="000000"/>
                          </a:solidFill>
                          <a:effectLst/>
                          <a:latin typeface="Calibri" panose="020F0502020204030204" pitchFamily="34" charset="0"/>
                          <a:ea typeface="DengXian" panose="02010600030101010101" pitchFamily="2" charset="-122"/>
                          <a:cs typeface="Calibri" panose="020F0502020204030204" pitchFamily="34" charset="0"/>
                        </a:rPr>
                        <a:t>吴晋</a:t>
                      </a:r>
                      <a:endParaRPr lang="zh-CN" altLang="zh-CN" sz="1200" kern="1200">
                        <a:solidFill>
                          <a:srgbClr val="000000"/>
                        </a:solidFill>
                        <a:effectLst/>
                        <a:latin typeface="Calibri" panose="020F0502020204030204" pitchFamily="34" charset="0"/>
                        <a:ea typeface="DengXian" panose="02010600030101010101" pitchFamily="2" charset="-122"/>
                        <a:cs typeface="Calibri" panose="020F0502020204030204" pitchFamily="34" charset="0"/>
                      </a:endParaRPr>
                    </a:p>
                  </a:txBody>
                  <a:tcPr marL="68580" marR="68580" marT="9525" marB="9525" anchor="ctr">
                    <a:lnL w="12700" cmpd="sng">
                      <a:noFill/>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noProof="0">
                          <a:ln>
                            <a:noFill/>
                          </a:ln>
                          <a:solidFill>
                            <a:prstClr val="black"/>
                          </a:solidFill>
                          <a:effectLst/>
                          <a:uLnTx/>
                          <a:uFillTx/>
                          <a:latin typeface="Calibri" panose="020F0502020204030204" pitchFamily="34" charset="0"/>
                          <a:ea typeface="DengXian" panose="02010600030101010101" pitchFamily="2" charset="-122"/>
                          <a:cs typeface="Calibri" panose="020F0502020204030204" pitchFamily="34" charset="0"/>
                        </a:rPr>
                        <a:t>CDO &amp; MSL</a:t>
                      </a:r>
                      <a:endParaRPr kumimoji="0" lang="zh-CN" altLang="en-US" sz="1200" b="0" i="0" u="none" strike="noStrike" kern="1200" cap="none" spc="0" normalizeH="0" baseline="0" noProof="0">
                        <a:ln>
                          <a:noFill/>
                        </a:ln>
                        <a:solidFill>
                          <a:prstClr val="black"/>
                        </a:solidFill>
                        <a:effectLst/>
                        <a:uLnTx/>
                        <a:uFillTx/>
                        <a:latin typeface="Calibri" panose="020F0502020204030204" pitchFamily="34" charset="0"/>
                        <a:ea typeface="DengXian" panose="02010600030101010101" pitchFamily="2" charset="-122"/>
                        <a:cs typeface="Calibri" panose="020F0502020204030204" pitchFamily="34" charset="0"/>
                      </a:endParaRPr>
                    </a:p>
                  </a:txBody>
                  <a:tcPr marL="68580" marR="68580" marT="9525" marB="9525"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100" i="1" kern="1200">
                          <a:solidFill>
                            <a:srgbClr val="EE6541"/>
                          </a:solidFill>
                          <a:latin typeface="+mn-lt"/>
                          <a:ea typeface="+mn-ea"/>
                          <a:cs typeface="+mn-cs"/>
                        </a:rPr>
                        <a:t>28-Apr-26</a:t>
                      </a:r>
                      <a:endParaRPr lang="zh-CN" altLang="en-US" sz="1100" i="1" kern="1200">
                        <a:solidFill>
                          <a:srgbClr val="EE6541"/>
                        </a:solidFill>
                        <a:latin typeface="+mn-lt"/>
                        <a:ea typeface="+mn-ea"/>
                        <a:cs typeface="+mn-cs"/>
                      </a:endParaRPr>
                    </a:p>
                  </a:txBody>
                  <a:tcPr marL="68580" marR="68580" marT="9525" marB="9525"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 typeface="Arial" pitchFamily="34" charset="0"/>
                        <a:buNone/>
                        <a:tabLst/>
                        <a:defRPr/>
                      </a:pPr>
                      <a:r>
                        <a:rPr lang="en-US" altLang="zh-CN" sz="1100" i="1" kern="1200" noProof="0">
                          <a:solidFill>
                            <a:srgbClr val="EE6541"/>
                          </a:solidFill>
                          <a:latin typeface="+mn-lt"/>
                          <a:ea typeface="+mn-ea"/>
                          <a:cs typeface="+mn-cs"/>
                        </a:rPr>
                        <a:t>Planned</a:t>
                      </a:r>
                    </a:p>
                  </a:txBody>
                  <a:tcPr marL="27432" marR="27432"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100" i="1" kern="1200">
                          <a:solidFill>
                            <a:srgbClr val="EE6541"/>
                          </a:solidFill>
                          <a:latin typeface="+mn-lt"/>
                          <a:ea typeface="+mn-ea"/>
                          <a:cs typeface="+mn-cs"/>
                        </a:rPr>
                        <a:t>Site engagement visit for recruitment boosting</a:t>
                      </a:r>
                      <a:endParaRPr lang="zh-CN" altLang="en-US" sz="1100" i="1" kern="1200">
                        <a:solidFill>
                          <a:srgbClr val="EE6541"/>
                        </a:solidFill>
                        <a:latin typeface="+mn-lt"/>
                        <a:ea typeface="+mn-ea"/>
                        <a:cs typeface="+mn-cs"/>
                      </a:endParaRPr>
                    </a:p>
                  </a:txBody>
                  <a:tcPr marL="68580" marR="68580" marT="9525" marB="9525" anchor="ctr">
                    <a:lnL w="12700" cap="flat" cmpd="sng" algn="ctr">
                      <a:solidFill>
                        <a:schemeClr val="bg1">
                          <a:lumMod val="85000"/>
                        </a:schemeClr>
                      </a:solidFill>
                      <a:prstDash val="solid"/>
                      <a:round/>
                      <a:headEnd type="none" w="med" len="med"/>
                      <a:tailEnd type="none" w="med" len="med"/>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141842372"/>
                  </a:ext>
                </a:extLst>
              </a:tr>
              <a:tr h="474012">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sz="1200">
                          <a:solidFill>
                            <a:srgbClr val="000000"/>
                          </a:solidFill>
                          <a:effectLst/>
                          <a:latin typeface="Calibri" panose="020F0502020204030204" pitchFamily="34" charset="0"/>
                          <a:ea typeface="DengXian" panose="02010600030101010101" pitchFamily="2" charset="-122"/>
                          <a:cs typeface="Calibri" panose="020F0502020204030204" pitchFamily="34" charset="0"/>
                        </a:rPr>
                        <a:t>湖南省人民医院</a:t>
                      </a:r>
                      <a:r>
                        <a:rPr lang="en-US" altLang="zh-CN" sz="1200">
                          <a:solidFill>
                            <a:srgbClr val="000000"/>
                          </a:solidFill>
                          <a:effectLst/>
                          <a:latin typeface="Calibri" panose="020F0502020204030204" pitchFamily="34" charset="0"/>
                          <a:ea typeface="DengXian" panose="02010600030101010101" pitchFamily="2" charset="-122"/>
                          <a:cs typeface="Calibri" panose="020F0502020204030204" pitchFamily="34" charset="0"/>
                        </a:rPr>
                        <a:t>/</a:t>
                      </a:r>
                      <a:r>
                        <a:rPr lang="zh-CN" altLang="zh-CN" sz="1200">
                          <a:solidFill>
                            <a:srgbClr val="000000"/>
                          </a:solidFill>
                          <a:effectLst/>
                          <a:latin typeface="Calibri" panose="020F0502020204030204" pitchFamily="34" charset="0"/>
                          <a:ea typeface="DengXian" panose="02010600030101010101" pitchFamily="2" charset="-122"/>
                          <a:cs typeface="Calibri" panose="020F0502020204030204" pitchFamily="34" charset="0"/>
                        </a:rPr>
                        <a:t>赵志鸿</a:t>
                      </a:r>
                      <a:endParaRPr lang="zh-CN" altLang="zh-CN" sz="1200">
                        <a:effectLst/>
                        <a:latin typeface="Calibri" panose="020F0502020204030204" pitchFamily="34" charset="0"/>
                        <a:ea typeface="DengXian" panose="02010600030101010101" pitchFamily="2" charset="-122"/>
                        <a:cs typeface="Calibri" panose="020F0502020204030204" pitchFamily="34" charset="0"/>
                      </a:endParaRPr>
                    </a:p>
                  </a:txBody>
                  <a:tcPr marL="68580" marR="68580" marT="9525" marB="9525" anchor="ctr">
                    <a:lnL w="12700" cmpd="sng">
                      <a:noFill/>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noProof="0">
                          <a:ln>
                            <a:noFill/>
                          </a:ln>
                          <a:solidFill>
                            <a:prstClr val="black"/>
                          </a:solidFill>
                          <a:effectLst/>
                          <a:uLnTx/>
                          <a:uFillTx/>
                          <a:latin typeface="Calibri" panose="020F0502020204030204" pitchFamily="34" charset="0"/>
                          <a:ea typeface="DengXian" panose="02010600030101010101" pitchFamily="2" charset="-122"/>
                          <a:cs typeface="Calibri" panose="020F0502020204030204" pitchFamily="34" charset="0"/>
                        </a:rPr>
                        <a:t>CDO &amp; MSL</a:t>
                      </a:r>
                      <a:endParaRPr kumimoji="0" lang="zh-CN" altLang="en-US" sz="1200" b="0" i="0" u="none" strike="noStrike" kern="1200" cap="none" spc="0" normalizeH="0" baseline="0" noProof="0">
                        <a:ln>
                          <a:noFill/>
                        </a:ln>
                        <a:solidFill>
                          <a:prstClr val="black"/>
                        </a:solidFill>
                        <a:effectLst/>
                        <a:uLnTx/>
                        <a:uFillTx/>
                        <a:latin typeface="Calibri" panose="020F0502020204030204" pitchFamily="34" charset="0"/>
                        <a:ea typeface="DengXian" panose="02010600030101010101" pitchFamily="2" charset="-122"/>
                        <a:cs typeface="Calibri" panose="020F0502020204030204" pitchFamily="34" charset="0"/>
                      </a:endParaRPr>
                    </a:p>
                  </a:txBody>
                  <a:tcPr marL="68580" marR="68580" marT="9525" marB="9525"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buNone/>
                      </a:pPr>
                      <a:r>
                        <a:rPr lang="en-US" sz="1100" i="1" kern="1200">
                          <a:solidFill>
                            <a:srgbClr val="EE6541"/>
                          </a:solidFill>
                          <a:latin typeface="+mn-lt"/>
                          <a:ea typeface="+mn-ea"/>
                          <a:cs typeface="+mn-cs"/>
                        </a:rPr>
                        <a:t>13-M</a:t>
                      </a:r>
                      <a:r>
                        <a:rPr lang="en-US" altLang="zh-CN" sz="1100" i="1" kern="1200">
                          <a:solidFill>
                            <a:srgbClr val="EE6541"/>
                          </a:solidFill>
                          <a:latin typeface="+mn-lt"/>
                          <a:ea typeface="+mn-ea"/>
                          <a:cs typeface="+mn-cs"/>
                        </a:rPr>
                        <a:t>ay</a:t>
                      </a:r>
                      <a:r>
                        <a:rPr lang="en-US" sz="1100" i="1" kern="1200">
                          <a:solidFill>
                            <a:srgbClr val="EE6541"/>
                          </a:solidFill>
                          <a:latin typeface="+mn-lt"/>
                          <a:ea typeface="+mn-ea"/>
                          <a:cs typeface="+mn-cs"/>
                        </a:rPr>
                        <a:t>-26</a:t>
                      </a:r>
                      <a:endParaRPr lang="zh-CN" altLang="en-US" sz="1100" i="1" kern="1200">
                        <a:solidFill>
                          <a:srgbClr val="EE6541"/>
                        </a:solidFill>
                        <a:latin typeface="+mn-lt"/>
                        <a:ea typeface="+mn-ea"/>
                        <a:cs typeface="+mn-cs"/>
                      </a:endParaRPr>
                    </a:p>
                  </a:txBody>
                  <a:tcPr marL="68580" marR="68580" marT="9525" marB="9525"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 typeface="Arial" pitchFamily="34" charset="0"/>
                        <a:buNone/>
                        <a:tabLst/>
                        <a:defRPr/>
                      </a:pPr>
                      <a:r>
                        <a:rPr lang="en-US" altLang="zh-CN" sz="1100" i="1" kern="1200" noProof="0">
                          <a:solidFill>
                            <a:srgbClr val="EE6541"/>
                          </a:solidFill>
                          <a:latin typeface="+mn-lt"/>
                          <a:ea typeface="+mn-ea"/>
                          <a:cs typeface="+mn-cs"/>
                        </a:rPr>
                        <a:t>Planned</a:t>
                      </a:r>
                    </a:p>
                  </a:txBody>
                  <a:tcPr marL="27432" marR="27432"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buNone/>
                      </a:pPr>
                      <a:r>
                        <a:rPr lang="en-US" sz="1100" i="1" kern="1200">
                          <a:solidFill>
                            <a:srgbClr val="EE6541"/>
                          </a:solidFill>
                          <a:latin typeface="+mn-lt"/>
                          <a:ea typeface="+mn-ea"/>
                          <a:cs typeface="+mn-cs"/>
                        </a:rPr>
                        <a:t>Site engagement visit for recruitment </a:t>
                      </a:r>
                      <a:r>
                        <a:rPr lang="en-US" altLang="zh-CN" sz="1100" i="1" kern="1200">
                          <a:solidFill>
                            <a:srgbClr val="EE6541"/>
                          </a:solidFill>
                          <a:latin typeface="+mn-lt"/>
                          <a:ea typeface="+mn-ea"/>
                          <a:cs typeface="+mn-cs"/>
                        </a:rPr>
                        <a:t>boosting</a:t>
                      </a:r>
                      <a:endParaRPr lang="zh-CN" altLang="en-US" sz="1100" i="1" kern="1200">
                        <a:solidFill>
                          <a:srgbClr val="EE6541"/>
                        </a:solidFill>
                        <a:latin typeface="+mn-lt"/>
                        <a:ea typeface="+mn-ea"/>
                        <a:cs typeface="+mn-cs"/>
                      </a:endParaRPr>
                    </a:p>
                  </a:txBody>
                  <a:tcPr marL="68580" marR="68580" marT="9525" marB="9525" anchor="ctr">
                    <a:lnL w="12700" cap="flat" cmpd="sng" algn="ctr">
                      <a:solidFill>
                        <a:schemeClr val="bg1">
                          <a:lumMod val="85000"/>
                        </a:schemeClr>
                      </a:solidFill>
                      <a:prstDash val="solid"/>
                      <a:round/>
                      <a:headEnd type="none" w="med" len="med"/>
                      <a:tailEnd type="none" w="med" len="med"/>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834169862"/>
                  </a:ext>
                </a:extLst>
              </a:tr>
              <a:tr h="474012">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1200">
                          <a:effectLst/>
                          <a:latin typeface="Calibri" panose="020F0502020204030204" pitchFamily="34" charset="0"/>
                          <a:ea typeface="DengXian" panose="02010600030101010101" pitchFamily="2" charset="-122"/>
                          <a:cs typeface="Calibri" panose="020F0502020204030204" pitchFamily="34" charset="0"/>
                        </a:rPr>
                        <a:t>南华大学附属第一医院</a:t>
                      </a:r>
                      <a:r>
                        <a:rPr lang="en-US" altLang="zh-CN" sz="1200">
                          <a:effectLst/>
                          <a:latin typeface="Calibri" panose="020F0502020204030204" pitchFamily="34" charset="0"/>
                          <a:ea typeface="DengXian" panose="02010600030101010101" pitchFamily="2" charset="-122"/>
                          <a:cs typeface="Calibri" panose="020F0502020204030204" pitchFamily="34" charset="0"/>
                        </a:rPr>
                        <a:t>/</a:t>
                      </a:r>
                      <a:r>
                        <a:rPr lang="zh-CN" altLang="en-US" sz="1200">
                          <a:effectLst/>
                          <a:latin typeface="Calibri" panose="020F0502020204030204" pitchFamily="34" charset="0"/>
                          <a:ea typeface="DengXian" panose="02010600030101010101" pitchFamily="2" charset="-122"/>
                          <a:cs typeface="Calibri" panose="020F0502020204030204" pitchFamily="34" charset="0"/>
                        </a:rPr>
                        <a:t>武衡</a:t>
                      </a:r>
                      <a:endParaRPr lang="zh-CN" altLang="zh-CN" sz="1200">
                        <a:effectLst/>
                        <a:latin typeface="Calibri" panose="020F0502020204030204" pitchFamily="34" charset="0"/>
                        <a:ea typeface="DengXian" panose="02010600030101010101" pitchFamily="2" charset="-122"/>
                        <a:cs typeface="Calibri" panose="020F0502020204030204" pitchFamily="34" charset="0"/>
                      </a:endParaRPr>
                    </a:p>
                  </a:txBody>
                  <a:tcPr marL="68580" marR="68580" marT="9525" marB="9525" anchor="ctr">
                    <a:lnL w="12700" cmpd="sng">
                      <a:noFill/>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noProof="0">
                          <a:ln>
                            <a:noFill/>
                          </a:ln>
                          <a:solidFill>
                            <a:prstClr val="black"/>
                          </a:solidFill>
                          <a:effectLst/>
                          <a:uLnTx/>
                          <a:uFillTx/>
                          <a:latin typeface="Calibri" panose="020F0502020204030204" pitchFamily="34" charset="0"/>
                          <a:ea typeface="DengXian" panose="02010600030101010101" pitchFamily="2" charset="-122"/>
                          <a:cs typeface="Calibri" panose="020F0502020204030204" pitchFamily="34" charset="0"/>
                        </a:rPr>
                        <a:t>CDO &amp; MSL</a:t>
                      </a:r>
                      <a:endParaRPr kumimoji="0" lang="zh-CN" altLang="en-US" sz="1200" b="0" i="0" u="none" strike="noStrike" kern="1200" cap="none" spc="0" normalizeH="0" baseline="0" noProof="0">
                        <a:ln>
                          <a:noFill/>
                        </a:ln>
                        <a:solidFill>
                          <a:prstClr val="black"/>
                        </a:solidFill>
                        <a:effectLst/>
                        <a:uLnTx/>
                        <a:uFillTx/>
                        <a:latin typeface="Calibri" panose="020F0502020204030204" pitchFamily="34" charset="0"/>
                        <a:ea typeface="DengXian" panose="02010600030101010101" pitchFamily="2" charset="-122"/>
                        <a:cs typeface="Calibri" panose="020F0502020204030204" pitchFamily="34" charset="0"/>
                      </a:endParaRPr>
                    </a:p>
                  </a:txBody>
                  <a:tcPr marL="68580" marR="68580" marT="9525" marB="9525"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buNone/>
                      </a:pPr>
                      <a:r>
                        <a:rPr lang="en-US" altLang="zh-CN" sz="1100" i="1" kern="1200">
                          <a:solidFill>
                            <a:srgbClr val="EE6541"/>
                          </a:solidFill>
                          <a:latin typeface="+mn-lt"/>
                          <a:ea typeface="+mn-ea"/>
                          <a:cs typeface="+mn-cs"/>
                        </a:rPr>
                        <a:t>15-May-26</a:t>
                      </a:r>
                      <a:endParaRPr lang="zh-CN" altLang="en-US" sz="1100" i="1" kern="1200">
                        <a:solidFill>
                          <a:srgbClr val="EE6541"/>
                        </a:solidFill>
                        <a:latin typeface="+mn-lt"/>
                        <a:ea typeface="+mn-ea"/>
                        <a:cs typeface="+mn-cs"/>
                      </a:endParaRPr>
                    </a:p>
                  </a:txBody>
                  <a:tcPr marL="68580" marR="68580" marT="9525" marB="9525"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 typeface="Arial" pitchFamily="34" charset="0"/>
                        <a:buNone/>
                        <a:tabLst/>
                        <a:defRPr/>
                      </a:pPr>
                      <a:r>
                        <a:rPr lang="en-US" altLang="zh-CN" sz="1100" i="1" kern="1200" noProof="0">
                          <a:solidFill>
                            <a:srgbClr val="EE6541"/>
                          </a:solidFill>
                          <a:latin typeface="+mn-lt"/>
                          <a:ea typeface="+mn-ea"/>
                          <a:cs typeface="+mn-cs"/>
                        </a:rPr>
                        <a:t>Planned</a:t>
                      </a:r>
                    </a:p>
                  </a:txBody>
                  <a:tcPr marL="27432" marR="27432"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100" i="1" kern="1200">
                          <a:solidFill>
                            <a:srgbClr val="EE6541"/>
                          </a:solidFill>
                          <a:latin typeface="+mn-lt"/>
                          <a:ea typeface="+mn-ea"/>
                          <a:cs typeface="+mn-cs"/>
                        </a:rPr>
                        <a:t>Site engagement visit for recruitment boosting</a:t>
                      </a:r>
                      <a:endParaRPr lang="zh-CN" altLang="en-US" sz="1100" i="1" kern="1200">
                        <a:solidFill>
                          <a:srgbClr val="EE6541"/>
                        </a:solidFill>
                        <a:latin typeface="+mn-lt"/>
                        <a:ea typeface="+mn-ea"/>
                        <a:cs typeface="+mn-cs"/>
                      </a:endParaRPr>
                    </a:p>
                  </a:txBody>
                  <a:tcPr marL="68580" marR="68580" marT="9525" marB="9525" anchor="ctr">
                    <a:lnL w="12700" cap="flat" cmpd="sng" algn="ctr">
                      <a:solidFill>
                        <a:schemeClr val="bg1">
                          <a:lumMod val="85000"/>
                        </a:schemeClr>
                      </a:solidFill>
                      <a:prstDash val="solid"/>
                      <a:round/>
                      <a:headEnd type="none" w="med" len="med"/>
                      <a:tailEnd type="none" w="med" len="med"/>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54893870"/>
                  </a:ext>
                </a:extLst>
              </a:tr>
              <a:tr h="474012">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sz="1200">
                          <a:solidFill>
                            <a:srgbClr val="000000"/>
                          </a:solidFill>
                          <a:effectLst/>
                          <a:latin typeface="Calibri" panose="020F0502020204030204" pitchFamily="34" charset="0"/>
                          <a:ea typeface="DengXian" panose="02010600030101010101" pitchFamily="2" charset="-122"/>
                          <a:cs typeface="Calibri" panose="020F0502020204030204" pitchFamily="34" charset="0"/>
                        </a:rPr>
                        <a:t>临沂市人民医院</a:t>
                      </a:r>
                      <a:r>
                        <a:rPr lang="en-US" altLang="zh-CN" sz="1200">
                          <a:solidFill>
                            <a:srgbClr val="000000"/>
                          </a:solidFill>
                          <a:effectLst/>
                          <a:latin typeface="Calibri" panose="020F0502020204030204" pitchFamily="34" charset="0"/>
                          <a:ea typeface="DengXian" panose="02010600030101010101" pitchFamily="2" charset="-122"/>
                          <a:cs typeface="Calibri" panose="020F0502020204030204" pitchFamily="34" charset="0"/>
                        </a:rPr>
                        <a:t>/</a:t>
                      </a:r>
                      <a:r>
                        <a:rPr lang="zh-CN" altLang="zh-CN" sz="1200">
                          <a:solidFill>
                            <a:srgbClr val="000000"/>
                          </a:solidFill>
                          <a:effectLst/>
                          <a:latin typeface="Calibri" panose="020F0502020204030204" pitchFamily="34" charset="0"/>
                          <a:ea typeface="DengXian" panose="02010600030101010101" pitchFamily="2" charset="-122"/>
                          <a:cs typeface="Calibri" panose="020F0502020204030204" pitchFamily="34" charset="0"/>
                        </a:rPr>
                        <a:t>王自然</a:t>
                      </a:r>
                      <a:endParaRPr lang="zh-CN" altLang="zh-CN" sz="1200">
                        <a:effectLst/>
                        <a:latin typeface="Calibri" panose="020F0502020204030204" pitchFamily="34" charset="0"/>
                        <a:ea typeface="DengXian" panose="02010600030101010101" pitchFamily="2" charset="-122"/>
                        <a:cs typeface="Calibri" panose="020F0502020204030204" pitchFamily="34" charset="0"/>
                      </a:endParaRPr>
                    </a:p>
                  </a:txBody>
                  <a:tcPr marL="68580" marR="68580" marT="9525" marB="9525" anchor="ctr">
                    <a:lnL w="12700" cmpd="sng">
                      <a:noFill/>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noProof="0">
                          <a:ln>
                            <a:noFill/>
                          </a:ln>
                          <a:solidFill>
                            <a:prstClr val="black"/>
                          </a:solidFill>
                          <a:effectLst/>
                          <a:uLnTx/>
                          <a:uFillTx/>
                          <a:latin typeface="Calibri" panose="020F0502020204030204" pitchFamily="34" charset="0"/>
                          <a:ea typeface="DengXian" panose="02010600030101010101" pitchFamily="2" charset="-122"/>
                          <a:cs typeface="Calibri" panose="020F0502020204030204" pitchFamily="34" charset="0"/>
                        </a:rPr>
                        <a:t>CDO &amp; MSL</a:t>
                      </a:r>
                      <a:endParaRPr kumimoji="0" lang="zh-CN" altLang="en-US" sz="1200" b="0" i="0" u="none" strike="noStrike" kern="1200" cap="none" spc="0" normalizeH="0" baseline="0" noProof="0">
                        <a:ln>
                          <a:noFill/>
                        </a:ln>
                        <a:solidFill>
                          <a:prstClr val="black"/>
                        </a:solidFill>
                        <a:effectLst/>
                        <a:uLnTx/>
                        <a:uFillTx/>
                        <a:latin typeface="Calibri" panose="020F0502020204030204" pitchFamily="34" charset="0"/>
                        <a:ea typeface="DengXian" panose="02010600030101010101" pitchFamily="2" charset="-122"/>
                        <a:cs typeface="Calibri" panose="020F0502020204030204" pitchFamily="34" charset="0"/>
                      </a:endParaRPr>
                    </a:p>
                  </a:txBody>
                  <a:tcPr marL="68580" marR="68580" marT="9525" marB="9525"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buNone/>
                      </a:pPr>
                      <a:r>
                        <a:rPr lang="en-US" sz="1100" i="1" kern="1200">
                          <a:solidFill>
                            <a:srgbClr val="EE6541"/>
                          </a:solidFill>
                          <a:latin typeface="+mn-lt"/>
                          <a:ea typeface="+mn-ea"/>
                          <a:cs typeface="+mn-cs"/>
                        </a:rPr>
                        <a:t>20-M</a:t>
                      </a:r>
                      <a:r>
                        <a:rPr lang="en-US" altLang="zh-CN" sz="1100" i="1" kern="1200">
                          <a:solidFill>
                            <a:srgbClr val="EE6541"/>
                          </a:solidFill>
                          <a:latin typeface="+mn-lt"/>
                          <a:ea typeface="+mn-ea"/>
                          <a:cs typeface="+mn-cs"/>
                        </a:rPr>
                        <a:t>ay</a:t>
                      </a:r>
                      <a:r>
                        <a:rPr lang="en-US" sz="1100" i="1" kern="1200">
                          <a:solidFill>
                            <a:srgbClr val="EE6541"/>
                          </a:solidFill>
                          <a:latin typeface="+mn-lt"/>
                          <a:ea typeface="+mn-ea"/>
                          <a:cs typeface="+mn-cs"/>
                        </a:rPr>
                        <a:t>-26</a:t>
                      </a:r>
                      <a:endParaRPr lang="zh-CN" altLang="en-US" sz="1100" i="1" kern="1200">
                        <a:solidFill>
                          <a:srgbClr val="EE6541"/>
                        </a:solidFill>
                        <a:latin typeface="+mn-lt"/>
                        <a:ea typeface="+mn-ea"/>
                        <a:cs typeface="+mn-cs"/>
                      </a:endParaRPr>
                    </a:p>
                  </a:txBody>
                  <a:tcPr marL="68580" marR="68580" marT="9525" marB="9525"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 typeface="Arial" pitchFamily="34" charset="0"/>
                        <a:buNone/>
                        <a:tabLst/>
                        <a:defRPr/>
                      </a:pPr>
                      <a:r>
                        <a:rPr lang="en-US" altLang="zh-CN" sz="1100" i="1" kern="1200" noProof="0">
                          <a:solidFill>
                            <a:srgbClr val="EE6541"/>
                          </a:solidFill>
                          <a:latin typeface="+mn-lt"/>
                          <a:ea typeface="+mn-ea"/>
                          <a:cs typeface="+mn-cs"/>
                        </a:rPr>
                        <a:t>Planned</a:t>
                      </a:r>
                    </a:p>
                  </a:txBody>
                  <a:tcPr marL="27432" marR="27432"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buNone/>
                      </a:pPr>
                      <a:r>
                        <a:rPr lang="en-US" sz="1100" i="1" kern="1200">
                          <a:solidFill>
                            <a:srgbClr val="EE6541"/>
                          </a:solidFill>
                          <a:latin typeface="+mn-lt"/>
                          <a:ea typeface="+mn-ea"/>
                          <a:cs typeface="+mn-cs"/>
                        </a:rPr>
                        <a:t>Site engagement visit for recruitment </a:t>
                      </a:r>
                      <a:r>
                        <a:rPr lang="en-US" altLang="zh-CN" sz="1100" i="1" kern="1200">
                          <a:solidFill>
                            <a:srgbClr val="EE6541"/>
                          </a:solidFill>
                          <a:latin typeface="+mn-lt"/>
                          <a:ea typeface="+mn-ea"/>
                          <a:cs typeface="+mn-cs"/>
                        </a:rPr>
                        <a:t>boosting</a:t>
                      </a:r>
                      <a:endParaRPr lang="zh-CN" altLang="en-US" sz="1100" i="1" kern="1200">
                        <a:solidFill>
                          <a:srgbClr val="EE6541"/>
                        </a:solidFill>
                        <a:latin typeface="+mn-lt"/>
                        <a:ea typeface="+mn-ea"/>
                        <a:cs typeface="+mn-cs"/>
                      </a:endParaRPr>
                    </a:p>
                  </a:txBody>
                  <a:tcPr marL="68580" marR="68580" marT="9525" marB="9525" anchor="ctr">
                    <a:lnL w="12700" cap="flat" cmpd="sng" algn="ctr">
                      <a:solidFill>
                        <a:schemeClr val="bg1">
                          <a:lumMod val="85000"/>
                        </a:schemeClr>
                      </a:solidFill>
                      <a:prstDash val="solid"/>
                      <a:round/>
                      <a:headEnd type="none" w="med" len="med"/>
                      <a:tailEnd type="none" w="med" len="med"/>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010829375"/>
                  </a:ext>
                </a:extLst>
              </a:tr>
              <a:tr h="474012">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1200">
                          <a:solidFill>
                            <a:srgbClr val="000000"/>
                          </a:solidFill>
                          <a:effectLst/>
                          <a:latin typeface="Calibri" panose="020F0502020204030204" pitchFamily="34" charset="0"/>
                          <a:ea typeface="DengXian" panose="02010600030101010101" pitchFamily="2" charset="-122"/>
                          <a:cs typeface="Calibri" panose="020F0502020204030204" pitchFamily="34" charset="0"/>
                        </a:rPr>
                        <a:t>郯城县第一</a:t>
                      </a:r>
                      <a:r>
                        <a:rPr lang="zh-CN" altLang="en-US" sz="1200" kern="1200">
                          <a:solidFill>
                            <a:srgbClr val="000000"/>
                          </a:solidFill>
                          <a:effectLst/>
                          <a:latin typeface="Calibri" panose="020F0502020204030204" pitchFamily="34" charset="0"/>
                          <a:ea typeface="DengXian" panose="02010600030101010101" pitchFamily="2" charset="-122"/>
                          <a:cs typeface="Calibri" panose="020F0502020204030204" pitchFamily="34" charset="0"/>
                        </a:rPr>
                        <a:t>人民医院</a:t>
                      </a:r>
                      <a:r>
                        <a:rPr lang="en-US" altLang="zh-CN" sz="1200" kern="1200">
                          <a:solidFill>
                            <a:srgbClr val="000000"/>
                          </a:solidFill>
                          <a:effectLst/>
                          <a:latin typeface="Calibri" panose="020F0502020204030204" pitchFamily="34" charset="0"/>
                          <a:ea typeface="DengXian" panose="02010600030101010101" pitchFamily="2" charset="-122"/>
                          <a:cs typeface="Calibri" panose="020F0502020204030204" pitchFamily="34" charset="0"/>
                        </a:rPr>
                        <a:t>/</a:t>
                      </a:r>
                      <a:r>
                        <a:rPr lang="zh-CN" altLang="en-US" sz="1200" kern="1200">
                          <a:solidFill>
                            <a:srgbClr val="000000"/>
                          </a:solidFill>
                          <a:effectLst/>
                          <a:latin typeface="Calibri" panose="020F0502020204030204" pitchFamily="34" charset="0"/>
                          <a:ea typeface="DengXian" panose="02010600030101010101" pitchFamily="2" charset="-122"/>
                          <a:cs typeface="Calibri" panose="020F0502020204030204" pitchFamily="34" charset="0"/>
                        </a:rPr>
                        <a:t>杜伟</a:t>
                      </a:r>
                      <a:endParaRPr lang="zh-CN" altLang="zh-CN" sz="1200" kern="1200">
                        <a:solidFill>
                          <a:srgbClr val="000000"/>
                        </a:solidFill>
                        <a:effectLst/>
                        <a:latin typeface="Calibri" panose="020F0502020204030204" pitchFamily="34" charset="0"/>
                        <a:ea typeface="DengXian" panose="02010600030101010101" pitchFamily="2" charset="-122"/>
                        <a:cs typeface="Calibri" panose="020F0502020204030204" pitchFamily="34" charset="0"/>
                      </a:endParaRPr>
                    </a:p>
                  </a:txBody>
                  <a:tcPr marL="68580" marR="68580" marT="9525" marB="9525" anchor="ctr">
                    <a:lnL w="12700" cmpd="sng">
                      <a:noFill/>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noProof="0">
                          <a:ln>
                            <a:noFill/>
                          </a:ln>
                          <a:solidFill>
                            <a:prstClr val="black"/>
                          </a:solidFill>
                          <a:effectLst/>
                          <a:uLnTx/>
                          <a:uFillTx/>
                          <a:latin typeface="Calibri" panose="020F0502020204030204" pitchFamily="34" charset="0"/>
                          <a:ea typeface="DengXian" panose="02010600030101010101" pitchFamily="2" charset="-122"/>
                          <a:cs typeface="Calibri" panose="020F0502020204030204" pitchFamily="34" charset="0"/>
                        </a:rPr>
                        <a:t>CDO &amp; MSL</a:t>
                      </a:r>
                      <a:endParaRPr kumimoji="0" lang="zh-CN" altLang="en-US" sz="1200" b="0" i="0" u="none" strike="noStrike" kern="1200" cap="none" spc="0" normalizeH="0" baseline="0" noProof="0">
                        <a:ln>
                          <a:noFill/>
                        </a:ln>
                        <a:solidFill>
                          <a:prstClr val="black"/>
                        </a:solidFill>
                        <a:effectLst/>
                        <a:uLnTx/>
                        <a:uFillTx/>
                        <a:latin typeface="Calibri" panose="020F0502020204030204" pitchFamily="34" charset="0"/>
                        <a:ea typeface="DengXian" panose="02010600030101010101" pitchFamily="2" charset="-122"/>
                        <a:cs typeface="Calibri" panose="020F0502020204030204" pitchFamily="34" charset="0"/>
                      </a:endParaRPr>
                    </a:p>
                  </a:txBody>
                  <a:tcPr marL="68580" marR="68580" marT="9525" marB="9525"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buNone/>
                      </a:pPr>
                      <a:r>
                        <a:rPr lang="en-US" sz="1100" i="1" kern="1200">
                          <a:solidFill>
                            <a:srgbClr val="EE6541"/>
                          </a:solidFill>
                          <a:latin typeface="+mn-lt"/>
                          <a:ea typeface="+mn-ea"/>
                          <a:cs typeface="+mn-cs"/>
                        </a:rPr>
                        <a:t>22-M</a:t>
                      </a:r>
                      <a:r>
                        <a:rPr lang="en-US" altLang="zh-CN" sz="1100" i="1" kern="1200">
                          <a:solidFill>
                            <a:srgbClr val="EE6541"/>
                          </a:solidFill>
                          <a:latin typeface="+mn-lt"/>
                          <a:ea typeface="+mn-ea"/>
                          <a:cs typeface="+mn-cs"/>
                        </a:rPr>
                        <a:t>ay</a:t>
                      </a:r>
                      <a:r>
                        <a:rPr lang="en-US" sz="1100" i="1" kern="1200">
                          <a:solidFill>
                            <a:srgbClr val="EE6541"/>
                          </a:solidFill>
                          <a:latin typeface="+mn-lt"/>
                          <a:ea typeface="+mn-ea"/>
                          <a:cs typeface="+mn-cs"/>
                        </a:rPr>
                        <a:t>-26</a:t>
                      </a:r>
                      <a:endParaRPr lang="zh-CN" altLang="en-US" sz="1100" i="1" kern="1200">
                        <a:solidFill>
                          <a:srgbClr val="EE6541"/>
                        </a:solidFill>
                        <a:latin typeface="+mn-lt"/>
                        <a:ea typeface="+mn-ea"/>
                        <a:cs typeface="+mn-cs"/>
                      </a:endParaRPr>
                    </a:p>
                  </a:txBody>
                  <a:tcPr marL="68580" marR="68580" marT="9525" marB="9525"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 typeface="Arial" pitchFamily="34" charset="0"/>
                        <a:buNone/>
                        <a:tabLst/>
                        <a:defRPr/>
                      </a:pPr>
                      <a:r>
                        <a:rPr lang="en-US" altLang="zh-CN" sz="1100" i="1" kern="1200" noProof="0">
                          <a:solidFill>
                            <a:srgbClr val="EE6541"/>
                          </a:solidFill>
                          <a:latin typeface="+mn-lt"/>
                          <a:ea typeface="+mn-ea"/>
                          <a:cs typeface="+mn-cs"/>
                        </a:rPr>
                        <a:t>Planned</a:t>
                      </a:r>
                    </a:p>
                  </a:txBody>
                  <a:tcPr marL="27432" marR="27432"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buNone/>
                      </a:pPr>
                      <a:r>
                        <a:rPr lang="en-US" sz="1100" i="1" kern="1200">
                          <a:solidFill>
                            <a:srgbClr val="EE6541"/>
                          </a:solidFill>
                          <a:latin typeface="+mn-lt"/>
                          <a:ea typeface="+mn-ea"/>
                          <a:cs typeface="+mn-cs"/>
                        </a:rPr>
                        <a:t>Site engagement visit for recruitment </a:t>
                      </a:r>
                      <a:r>
                        <a:rPr lang="en-US" altLang="zh-CN" sz="1100" i="1" kern="1200">
                          <a:solidFill>
                            <a:srgbClr val="EE6541"/>
                          </a:solidFill>
                          <a:latin typeface="+mn-lt"/>
                          <a:ea typeface="+mn-ea"/>
                          <a:cs typeface="+mn-cs"/>
                        </a:rPr>
                        <a:t>boosting</a:t>
                      </a:r>
                      <a:endParaRPr lang="zh-CN" altLang="en-US" sz="1100" i="1" kern="1200">
                        <a:solidFill>
                          <a:srgbClr val="EE6541"/>
                        </a:solidFill>
                        <a:latin typeface="+mn-lt"/>
                        <a:ea typeface="+mn-ea"/>
                        <a:cs typeface="+mn-cs"/>
                      </a:endParaRPr>
                    </a:p>
                  </a:txBody>
                  <a:tcPr marL="68580" marR="68580" marT="9525" marB="9525" anchor="ctr">
                    <a:lnL w="12700" cap="flat" cmpd="sng" algn="ctr">
                      <a:solidFill>
                        <a:schemeClr val="bg1">
                          <a:lumMod val="85000"/>
                        </a:schemeClr>
                      </a:solidFill>
                      <a:prstDash val="solid"/>
                      <a:round/>
                      <a:headEnd type="none" w="med" len="med"/>
                      <a:tailEnd type="none" w="med" len="med"/>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425076018"/>
                  </a:ext>
                </a:extLst>
              </a:tr>
              <a:tr h="474012">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sz="1200">
                          <a:solidFill>
                            <a:srgbClr val="000000"/>
                          </a:solidFill>
                          <a:effectLst/>
                          <a:latin typeface="Calibri" panose="020F0502020204030204" pitchFamily="34" charset="0"/>
                          <a:ea typeface="DengXian" panose="02010600030101010101" pitchFamily="2" charset="-122"/>
                          <a:cs typeface="Calibri" panose="020F0502020204030204" pitchFamily="34" charset="0"/>
                        </a:rPr>
                        <a:t>临汾市中心医院</a:t>
                      </a:r>
                      <a:r>
                        <a:rPr lang="en-US" altLang="zh-CN" sz="1200">
                          <a:solidFill>
                            <a:srgbClr val="000000"/>
                          </a:solidFill>
                          <a:effectLst/>
                          <a:latin typeface="Calibri" panose="020F0502020204030204" pitchFamily="34" charset="0"/>
                          <a:ea typeface="DengXian" panose="02010600030101010101" pitchFamily="2" charset="-122"/>
                          <a:cs typeface="Calibri" panose="020F0502020204030204" pitchFamily="34" charset="0"/>
                        </a:rPr>
                        <a:t>/</a:t>
                      </a:r>
                      <a:r>
                        <a:rPr lang="zh-CN" altLang="zh-CN" sz="1200">
                          <a:solidFill>
                            <a:srgbClr val="000000"/>
                          </a:solidFill>
                          <a:effectLst/>
                          <a:latin typeface="Calibri" panose="020F0502020204030204" pitchFamily="34" charset="0"/>
                          <a:ea typeface="DengXian" panose="02010600030101010101" pitchFamily="2" charset="-122"/>
                          <a:cs typeface="Calibri" panose="020F0502020204030204" pitchFamily="34" charset="0"/>
                        </a:rPr>
                        <a:t>戴红果</a:t>
                      </a:r>
                      <a:endParaRPr lang="zh-CN" altLang="zh-CN" sz="1200">
                        <a:effectLst/>
                        <a:latin typeface="Calibri" panose="020F0502020204030204" pitchFamily="34" charset="0"/>
                        <a:ea typeface="DengXian" panose="02010600030101010101" pitchFamily="2" charset="-122"/>
                        <a:cs typeface="Calibri" panose="020F0502020204030204" pitchFamily="34" charset="0"/>
                      </a:endParaRPr>
                    </a:p>
                  </a:txBody>
                  <a:tcPr marL="68580" marR="68580" marT="9525" marB="9525" anchor="ctr">
                    <a:lnL w="12700" cmpd="sng">
                      <a:noFill/>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buNone/>
                      </a:pPr>
                      <a:r>
                        <a:rPr lang="en-US" altLang="zh-CN" sz="1200" kern="1200">
                          <a:solidFill>
                            <a:schemeClr val="dk1"/>
                          </a:solidFill>
                          <a:effectLst/>
                          <a:latin typeface="Calibri" panose="020F0502020204030204" pitchFamily="34" charset="0"/>
                          <a:ea typeface="DengXian" panose="02010600030101010101" pitchFamily="2" charset="-122"/>
                          <a:cs typeface="Calibri" panose="020F0502020204030204" pitchFamily="34" charset="0"/>
                        </a:rPr>
                        <a:t>CDO &amp; MSL</a:t>
                      </a:r>
                      <a:endParaRPr lang="zh-CN" altLang="en-US" sz="1200" kern="1200">
                        <a:solidFill>
                          <a:schemeClr val="dk1"/>
                        </a:solidFill>
                        <a:effectLst/>
                        <a:latin typeface="Calibri" panose="020F0502020204030204" pitchFamily="34" charset="0"/>
                        <a:ea typeface="DengXian" panose="02010600030101010101" pitchFamily="2" charset="-122"/>
                        <a:cs typeface="Calibri" panose="020F0502020204030204" pitchFamily="34" charset="0"/>
                      </a:endParaRPr>
                    </a:p>
                  </a:txBody>
                  <a:tcPr marL="68580" marR="68580" marT="9525" marB="9525"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buNone/>
                      </a:pPr>
                      <a:r>
                        <a:rPr lang="en-US" sz="1100" i="1" kern="1200">
                          <a:solidFill>
                            <a:srgbClr val="EE6541"/>
                          </a:solidFill>
                          <a:latin typeface="+mn-lt"/>
                          <a:ea typeface="+mn-ea"/>
                          <a:cs typeface="+mn-cs"/>
                        </a:rPr>
                        <a:t>15-J</a:t>
                      </a:r>
                      <a:r>
                        <a:rPr lang="en-US" altLang="zh-CN" sz="1100" i="1" kern="1200">
                          <a:solidFill>
                            <a:srgbClr val="EE6541"/>
                          </a:solidFill>
                          <a:latin typeface="+mn-lt"/>
                          <a:ea typeface="+mn-ea"/>
                          <a:cs typeface="+mn-cs"/>
                        </a:rPr>
                        <a:t>un</a:t>
                      </a:r>
                      <a:r>
                        <a:rPr lang="en-US" sz="1100" i="1" kern="1200">
                          <a:solidFill>
                            <a:srgbClr val="EE6541"/>
                          </a:solidFill>
                          <a:latin typeface="+mn-lt"/>
                          <a:ea typeface="+mn-ea"/>
                          <a:cs typeface="+mn-cs"/>
                        </a:rPr>
                        <a:t>-26</a:t>
                      </a:r>
                      <a:endParaRPr lang="zh-CN" altLang="en-US" sz="1100" i="1" kern="1200">
                        <a:solidFill>
                          <a:srgbClr val="EE6541"/>
                        </a:solidFill>
                        <a:latin typeface="+mn-lt"/>
                        <a:ea typeface="+mn-ea"/>
                        <a:cs typeface="+mn-cs"/>
                      </a:endParaRPr>
                    </a:p>
                  </a:txBody>
                  <a:tcPr marL="68580" marR="68580" marT="9525" marB="9525"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indent="0" algn="ctr" defTabSz="914400" rtl="0" eaLnBrk="1" fontAlgn="auto" latinLnBrk="0" hangingPunct="1">
                        <a:lnSpc>
                          <a:spcPct val="100000"/>
                        </a:lnSpc>
                        <a:spcBef>
                          <a:spcPts val="0"/>
                        </a:spcBef>
                        <a:spcAft>
                          <a:spcPts val="0"/>
                        </a:spcAft>
                        <a:buClrTx/>
                        <a:buSzTx/>
                        <a:buFont typeface="Arial" pitchFamily="34" charset="0"/>
                        <a:buNone/>
                        <a:tabLst/>
                        <a:defRPr/>
                      </a:pPr>
                      <a:r>
                        <a:rPr lang="en-US" sz="1100" i="1" kern="1200">
                          <a:solidFill>
                            <a:srgbClr val="EE6541"/>
                          </a:solidFill>
                          <a:latin typeface="+mn-lt"/>
                          <a:ea typeface="+mn-ea"/>
                          <a:cs typeface="+mn-cs"/>
                        </a:rPr>
                        <a:t>P</a:t>
                      </a:r>
                      <a:r>
                        <a:rPr lang="en-US" altLang="zh-CN" sz="1100" i="1" kern="1200">
                          <a:solidFill>
                            <a:srgbClr val="EE6541"/>
                          </a:solidFill>
                          <a:latin typeface="+mn-lt"/>
                          <a:ea typeface="+mn-ea"/>
                          <a:cs typeface="+mn-cs"/>
                        </a:rPr>
                        <a:t>lanned</a:t>
                      </a:r>
                      <a:endParaRPr lang="en-US" sz="1100" i="1" kern="1200">
                        <a:solidFill>
                          <a:srgbClr val="EE6541"/>
                        </a:solidFill>
                        <a:latin typeface="+mn-lt"/>
                        <a:ea typeface="+mn-ea"/>
                        <a:cs typeface="+mn-cs"/>
                      </a:endParaRPr>
                    </a:p>
                  </a:txBody>
                  <a:tcPr marL="27432" marR="27432"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buNone/>
                      </a:pPr>
                      <a:r>
                        <a:rPr lang="en-US" sz="1100" i="1" kern="1200">
                          <a:solidFill>
                            <a:srgbClr val="EE6541"/>
                          </a:solidFill>
                          <a:latin typeface="+mn-lt"/>
                          <a:ea typeface="+mn-ea"/>
                          <a:cs typeface="+mn-cs"/>
                        </a:rPr>
                        <a:t>Site engagement visit for recruitment </a:t>
                      </a:r>
                      <a:r>
                        <a:rPr lang="en-US" altLang="zh-CN" sz="1100" i="1" kern="1200">
                          <a:solidFill>
                            <a:srgbClr val="EE6541"/>
                          </a:solidFill>
                          <a:latin typeface="+mn-lt"/>
                          <a:ea typeface="+mn-ea"/>
                          <a:cs typeface="+mn-cs"/>
                        </a:rPr>
                        <a:t>boosting</a:t>
                      </a:r>
                      <a:endParaRPr lang="zh-CN" altLang="en-US" sz="1100" i="1" kern="1200">
                        <a:solidFill>
                          <a:srgbClr val="EE6541"/>
                        </a:solidFill>
                        <a:latin typeface="+mn-lt"/>
                        <a:ea typeface="+mn-ea"/>
                        <a:cs typeface="+mn-cs"/>
                      </a:endParaRPr>
                    </a:p>
                  </a:txBody>
                  <a:tcPr marL="68580" marR="68580" marT="9525" marB="9525" anchor="ctr">
                    <a:lnL w="12700" cap="flat" cmpd="sng" algn="ctr">
                      <a:solidFill>
                        <a:schemeClr val="bg1">
                          <a:lumMod val="85000"/>
                        </a:schemeClr>
                      </a:solidFill>
                      <a:prstDash val="solid"/>
                      <a:round/>
                      <a:headEnd type="none" w="med" len="med"/>
                      <a:tailEnd type="none" w="med" len="med"/>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800825055"/>
                  </a:ext>
                </a:extLst>
              </a:tr>
            </a:tbl>
          </a:graphicData>
        </a:graphic>
      </p:graphicFrame>
      <p:sp>
        <p:nvSpPr>
          <p:cNvPr id="4" name="文本框 3">
            <a:extLst>
              <a:ext uri="{FF2B5EF4-FFF2-40B4-BE49-F238E27FC236}">
                <a16:creationId xmlns:a16="http://schemas.microsoft.com/office/drawing/2014/main" id="{59B72B01-F4A5-374A-6999-AC94C56ECB47}"/>
              </a:ext>
            </a:extLst>
          </p:cNvPr>
          <p:cNvSpPr txBox="1"/>
          <p:nvPr/>
        </p:nvSpPr>
        <p:spPr bwMode="gray">
          <a:xfrm>
            <a:off x="3099816" y="0"/>
            <a:ext cx="9092184" cy="307777"/>
          </a:xfrm>
          <a:prstGeom prst="rect">
            <a:avLst/>
          </a:prstGeom>
          <a:noFill/>
        </p:spPr>
        <p:txBody>
          <a:bodyPr wrap="square">
            <a:spAutoFit/>
          </a:bodyPr>
          <a:lstStyle/>
          <a:p>
            <a:r>
              <a:rPr lang="en-US" altLang="zh-CN" sz="1400">
                <a:highlight>
                  <a:srgbClr val="00FFFF"/>
                </a:highlight>
              </a:rPr>
              <a:t>Note: These plans (including sites / visit date) will be adjusted as needed based on actual recruitment status. </a:t>
            </a:r>
            <a:endParaRPr lang="zh-CN" altLang="en-US" sz="1400">
              <a:highlight>
                <a:srgbClr val="00FFFF"/>
              </a:highlight>
            </a:endParaRPr>
          </a:p>
        </p:txBody>
      </p:sp>
    </p:spTree>
    <p:extLst>
      <p:ext uri="{BB962C8B-B14F-4D97-AF65-F5344CB8AC3E}">
        <p14:creationId xmlns:p14="http://schemas.microsoft.com/office/powerpoint/2010/main" val="154282737"/>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OTLMARKERSHAPE" val="OTL"/>
</p:tagLst>
</file>

<file path=ppt/tags/tag2.xml><?xml version="1.0" encoding="utf-8"?>
<p:tagLst xmlns:a="http://schemas.openxmlformats.org/drawingml/2006/main" xmlns:r="http://schemas.openxmlformats.org/officeDocument/2006/relationships" xmlns:p="http://schemas.openxmlformats.org/presentationml/2006/main">
  <p:tag name="OTLMARKERSHAPE" val="OTL"/>
</p:tagLst>
</file>

<file path=ppt/tags/tag3.xml><?xml version="1.0" encoding="utf-8"?>
<p:tagLst xmlns:a="http://schemas.openxmlformats.org/drawingml/2006/main" xmlns:r="http://schemas.openxmlformats.org/officeDocument/2006/relationships" xmlns:p="http://schemas.openxmlformats.org/presentationml/2006/main">
  <p:tag name="OTLMARKERSHAPE" val="OTL"/>
</p:tagLst>
</file>

<file path=ppt/tags/tag4.xml><?xml version="1.0" encoding="utf-8"?>
<p:tagLst xmlns:a="http://schemas.openxmlformats.org/drawingml/2006/main" xmlns:r="http://schemas.openxmlformats.org/officeDocument/2006/relationships" xmlns:p="http://schemas.openxmlformats.org/presentationml/2006/main">
  <p:tag name="OTLMARKERSHAPE" val="OTL"/>
</p:tagLst>
</file>

<file path=ppt/tags/tag5.xml><?xml version="1.0" encoding="utf-8"?>
<p:tagLst xmlns:a="http://schemas.openxmlformats.org/drawingml/2006/main" xmlns:r="http://schemas.openxmlformats.org/officeDocument/2006/relationships" xmlns:p="http://schemas.openxmlformats.org/presentationml/2006/main">
  <p:tag name="OTLMARKERSHAPE" val="OTL"/>
</p:tagLst>
</file>

<file path=ppt/tags/tag6.xml><?xml version="1.0" encoding="utf-8"?>
<p:tagLst xmlns:a="http://schemas.openxmlformats.org/drawingml/2006/main" xmlns:r="http://schemas.openxmlformats.org/officeDocument/2006/relationships" xmlns:p="http://schemas.openxmlformats.org/presentationml/2006/main">
  <p:tag name="OTLMARKERSHAPE" val="OTL"/>
</p:tagLst>
</file>

<file path=ppt/tags/tag7.xml><?xml version="1.0" encoding="utf-8"?>
<p:tagLst xmlns:a="http://schemas.openxmlformats.org/drawingml/2006/main" xmlns:r="http://schemas.openxmlformats.org/officeDocument/2006/relationships" xmlns:p="http://schemas.openxmlformats.org/presentationml/2006/main">
  <p:tag name="OTLMARKERSHAPE" val="OTL"/>
</p:tagLst>
</file>

<file path=ppt/tags/tag8.xml><?xml version="1.0" encoding="utf-8"?>
<p:tagLst xmlns:a="http://schemas.openxmlformats.org/drawingml/2006/main" xmlns:r="http://schemas.openxmlformats.org/officeDocument/2006/relationships" xmlns:p="http://schemas.openxmlformats.org/presentationml/2006/main">
  <p:tag name="OTLMARKERSHAPE" val="OTL"/>
</p:tagLst>
</file>

<file path=ppt/tags/tag9.xml><?xml version="1.0" encoding="utf-8"?>
<p:tagLst xmlns:a="http://schemas.openxmlformats.org/drawingml/2006/main" xmlns:r="http://schemas.openxmlformats.org/officeDocument/2006/relationships" xmlns:p="http://schemas.openxmlformats.org/presentationml/2006/main">
  <p:tag name="OTLMARKERSHAPE" val="OTL"/>
</p:tagLst>
</file>

<file path=ppt/tags/tag10.xml><?xml version="1.0" encoding="utf-8"?>
<p:tagLst xmlns:a="http://schemas.openxmlformats.org/drawingml/2006/main" xmlns:r="http://schemas.openxmlformats.org/officeDocument/2006/relationships" xmlns:p="http://schemas.openxmlformats.org/presentationml/2006/main">
  <p:tag name="OTLMARKERSHAPE" val="OTL"/>
</p:tagLst>
</file>

<file path=ppt/tags/tag11.xml><?xml version="1.0" encoding="utf-8"?>
<p:tagLst xmlns:a="http://schemas.openxmlformats.org/drawingml/2006/main" xmlns:r="http://schemas.openxmlformats.org/officeDocument/2006/relationships" xmlns:p="http://schemas.openxmlformats.org/presentationml/2006/main">
  <p:tag name="OTLMARKERSHAPE" val="OTL"/>
</p:tagLst>
</file>

<file path=ppt/tags/tag12.xml><?xml version="1.0" encoding="utf-8"?>
<p:tagLst xmlns:a="http://schemas.openxmlformats.org/drawingml/2006/main" xmlns:r="http://schemas.openxmlformats.org/officeDocument/2006/relationships" xmlns:p="http://schemas.openxmlformats.org/presentationml/2006/main">
  <p:tag name="OTLMARKERSHAPE" val="OTL"/>
</p:tagLst>
</file>

<file path=ppt/tags/tag13.xml><?xml version="1.0" encoding="utf-8"?>
<p:tagLst xmlns:a="http://schemas.openxmlformats.org/drawingml/2006/main" xmlns:r="http://schemas.openxmlformats.org/officeDocument/2006/relationships" xmlns:p="http://schemas.openxmlformats.org/presentationml/2006/main">
  <p:tag name="OTLMARKERSHAPE" val="OTL"/>
</p:tagLst>
</file>

<file path=ppt/tags/tag14.xml><?xml version="1.0" encoding="utf-8"?>
<p:tagLst xmlns:a="http://schemas.openxmlformats.org/drawingml/2006/main" xmlns:r="http://schemas.openxmlformats.org/officeDocument/2006/relationships" xmlns:p="http://schemas.openxmlformats.org/presentationml/2006/main">
  <p:tag name="OTLMARKERSHAPE" val="OTL"/>
</p:tagLst>
</file>

<file path=ppt/tags/tag15.xml><?xml version="1.0" encoding="utf-8"?>
<p:tagLst xmlns:a="http://schemas.openxmlformats.org/drawingml/2006/main" xmlns:r="http://schemas.openxmlformats.org/officeDocument/2006/relationships" xmlns:p="http://schemas.openxmlformats.org/presentationml/2006/main">
  <p:tag name="OTLMARKERSHAPE" val="OTL"/>
</p:tagLst>
</file>

<file path=ppt/tags/tag16.xml><?xml version="1.0" encoding="utf-8"?>
<p:tagLst xmlns:a="http://schemas.openxmlformats.org/drawingml/2006/main" xmlns:r="http://schemas.openxmlformats.org/officeDocument/2006/relationships" xmlns:p="http://schemas.openxmlformats.org/presentationml/2006/main">
  <p:tag name="OTLMARKERSHAPE" val="OTL"/>
</p:tagLst>
</file>

<file path=ppt/tags/tag17.xml><?xml version="1.0" encoding="utf-8"?>
<p:tagLst xmlns:a="http://schemas.openxmlformats.org/drawingml/2006/main" xmlns:r="http://schemas.openxmlformats.org/officeDocument/2006/relationships" xmlns:p="http://schemas.openxmlformats.org/presentationml/2006/main">
  <p:tag name="OTLMARKERSHAPE" val="OTL"/>
</p:tagLst>
</file>

<file path=ppt/tags/tag18.xml><?xml version="1.0" encoding="utf-8"?>
<p:tagLst xmlns:a="http://schemas.openxmlformats.org/drawingml/2006/main" xmlns:r="http://schemas.openxmlformats.org/officeDocument/2006/relationships" xmlns:p="http://schemas.openxmlformats.org/presentationml/2006/main">
  <p:tag name="OTLMARKERSHAPE" val="OTL"/>
</p:tagLst>
</file>

<file path=ppt/tags/tag19.xml><?xml version="1.0" encoding="utf-8"?>
<p:tagLst xmlns:a="http://schemas.openxmlformats.org/drawingml/2006/main" xmlns:r="http://schemas.openxmlformats.org/officeDocument/2006/relationships" xmlns:p="http://schemas.openxmlformats.org/presentationml/2006/main">
  <p:tag name="OTLMARKERSHAPE" val="OTL"/>
</p:tagLst>
</file>

<file path=ppt/tags/tag20.xml><?xml version="1.0" encoding="utf-8"?>
<p:tagLst xmlns:a="http://schemas.openxmlformats.org/drawingml/2006/main" xmlns:r="http://schemas.openxmlformats.org/officeDocument/2006/relationships" xmlns:p="http://schemas.openxmlformats.org/presentationml/2006/main">
  <p:tag name="OTLMARKERSHAPE" val="OTL"/>
</p:tagLst>
</file>

<file path=ppt/tags/tag21.xml><?xml version="1.0" encoding="utf-8"?>
<p:tagLst xmlns:a="http://schemas.openxmlformats.org/drawingml/2006/main" xmlns:r="http://schemas.openxmlformats.org/officeDocument/2006/relationships" xmlns:p="http://schemas.openxmlformats.org/presentationml/2006/main">
  <p:tag name="OTLMARKERSHAPE" val="OTL"/>
</p:tagLst>
</file>

<file path=ppt/tags/tag22.xml><?xml version="1.0" encoding="utf-8"?>
<p:tagLst xmlns:a="http://schemas.openxmlformats.org/drawingml/2006/main" xmlns:r="http://schemas.openxmlformats.org/officeDocument/2006/relationships" xmlns:p="http://schemas.openxmlformats.org/presentationml/2006/main">
  <p:tag name="OTLMARKERSHAPE" val="OTL"/>
</p:tagLst>
</file>

<file path=ppt/tags/tag23.xml><?xml version="1.0" encoding="utf-8"?>
<p:tagLst xmlns:a="http://schemas.openxmlformats.org/drawingml/2006/main" xmlns:r="http://schemas.openxmlformats.org/officeDocument/2006/relationships" xmlns:p="http://schemas.openxmlformats.org/presentationml/2006/main">
  <p:tag name="OTLMARKERSHAPE" val="OTL"/>
</p:tagLst>
</file>

<file path=ppt/tags/tag24.xml><?xml version="1.0" encoding="utf-8"?>
<p:tagLst xmlns:a="http://schemas.openxmlformats.org/drawingml/2006/main" xmlns:r="http://schemas.openxmlformats.org/officeDocument/2006/relationships" xmlns:p="http://schemas.openxmlformats.org/presentationml/2006/main">
  <p:tag name="OTLMARKERSHAPE" val="OTL"/>
</p:tagLst>
</file>

<file path=ppt/tags/tag25.xml><?xml version="1.0" encoding="utf-8"?>
<p:tagLst xmlns:a="http://schemas.openxmlformats.org/drawingml/2006/main" xmlns:r="http://schemas.openxmlformats.org/officeDocument/2006/relationships" xmlns:p="http://schemas.openxmlformats.org/presentationml/2006/main">
  <p:tag name="OTLMARKERSHAPE" val="OTL"/>
</p:tagLst>
</file>

<file path=ppt/tags/tag26.xml><?xml version="1.0" encoding="utf-8"?>
<p:tagLst xmlns:a="http://schemas.openxmlformats.org/drawingml/2006/main" xmlns:r="http://schemas.openxmlformats.org/officeDocument/2006/relationships" xmlns:p="http://schemas.openxmlformats.org/presentationml/2006/main">
  <p:tag name="OTLMARKERSHAPE" val="OTL"/>
</p:tagLst>
</file>

<file path=ppt/theme/theme1.xml><?xml version="1.0" encoding="utf-8"?>
<a:theme xmlns:a="http://schemas.openxmlformats.org/drawingml/2006/main" name="1_Boehringer Ingelheim 16:9">
  <a:themeElements>
    <a:clrScheme name="BI_FINAL">
      <a:dk1>
        <a:sysClr val="windowText" lastClr="000000"/>
      </a:dk1>
      <a:lt1>
        <a:sysClr val="window" lastClr="FFFFFF"/>
      </a:lt1>
      <a:dk2>
        <a:srgbClr val="00E47C"/>
      </a:dk2>
      <a:lt2>
        <a:srgbClr val="08312A"/>
      </a:lt2>
      <a:accent1>
        <a:srgbClr val="08312A"/>
      </a:accent1>
      <a:accent2>
        <a:srgbClr val="00E47C"/>
      </a:accent2>
      <a:accent3>
        <a:srgbClr val="C5C3EE"/>
      </a:accent3>
      <a:accent4>
        <a:srgbClr val="FFE667"/>
      </a:accent4>
      <a:accent5>
        <a:srgbClr val="F58A68"/>
      </a:accent5>
      <a:accent6>
        <a:srgbClr val="A3E5EE"/>
      </a:accent6>
      <a:hlink>
        <a:srgbClr val="898885"/>
      </a:hlink>
      <a:folHlink>
        <a:srgbClr val="B7B6B2"/>
      </a:folHlink>
    </a:clrScheme>
    <a:fontScheme name="Boehringer">
      <a:majorFont>
        <a:latin typeface="Boehringer Forward Head"/>
        <a:ea typeface=""/>
        <a:cs typeface=""/>
      </a:majorFont>
      <a:minorFont>
        <a:latin typeface="Boehringer Forward Tex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gray">
        <a:solidFill>
          <a:schemeClr val="bg1"/>
        </a:solidFill>
        <a:ln w="6350">
          <a:solidFill>
            <a:schemeClr val="tx1"/>
          </a:solidFill>
        </a:ln>
      </a:spPr>
      <a:bodyPr rtlCol="0" anchor="ctr"/>
      <a:lstStyle>
        <a:defPPr algn="ctr">
          <a:lnSpc>
            <a:spcPct val="140000"/>
          </a:lnSpc>
          <a:defRPr sz="1600" dirty="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bwMode="gray">
        <a:ln w="6350">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bwMode="gray">
        <a:noFill/>
      </a:spPr>
      <a:bodyPr wrap="square" lIns="0" tIns="0" rIns="0" bIns="0" rtlCol="0">
        <a:spAutoFit/>
      </a:bodyPr>
      <a:lstStyle>
        <a:defPPr marL="180000" indent="-180000" algn="l">
          <a:lnSpc>
            <a:spcPct val="140000"/>
          </a:lnSpc>
          <a:buFont typeface="Arial" panose="020B0604020202020204" pitchFamily="34" charset="0"/>
          <a:buChar char="•"/>
          <a:defRPr sz="1600" dirty="0"/>
        </a:defPPr>
      </a:lstStyle>
    </a:txDef>
  </a:objectDefaults>
  <a:extraClrSchemeLst/>
  <a:custClrLst>
    <a:custClr name="Light Red">
      <a:srgbClr val="F5CDB9"/>
    </a:custClr>
    <a:custClr name="Red">
      <a:srgbClr val="F58A68"/>
    </a:custClr>
    <a:custClr name="Medium Red">
      <a:srgbClr val="EE6541"/>
    </a:custClr>
    <a:custClr name="Dark Red">
      <a:srgbClr val="86251B"/>
    </a:custClr>
    <a:custClr>
      <a:srgbClr val="FFFFFF"/>
    </a:custClr>
    <a:custClr>
      <a:srgbClr val="FFFFFF"/>
    </a:custClr>
    <a:custClr name="Gray 1">
      <a:srgbClr val="FAF9F8"/>
    </a:custClr>
    <a:custClr name="Light Gray">
      <a:srgbClr val="F6F5F3"/>
    </a:custClr>
    <a:custClr name="Gray 3">
      <a:srgbClr val="EFEEEB"/>
    </a:custClr>
    <a:custClr name="Warm Gray">
      <a:srgbClr val="E5E3DE"/>
    </a:custClr>
    <a:custClr name="Light Blue">
      <a:srgbClr val="D2F2F7"/>
    </a:custClr>
    <a:custClr name="Blue">
      <a:srgbClr val="A3E5EE"/>
    </a:custClr>
    <a:custClr name="Medium Blue">
      <a:srgbClr val="6AD2E2"/>
    </a:custClr>
    <a:custClr name="Dark Blue">
      <a:srgbClr val="076D7E"/>
    </a:custClr>
    <a:custClr>
      <a:srgbClr val="FFFFFF"/>
    </a:custClr>
    <a:custClr>
      <a:srgbClr val="FFFFFF"/>
    </a:custClr>
    <a:custClr name="Gray 5">
      <a:srgbClr val="B7B6B2"/>
    </a:custClr>
    <a:custClr name="Gray 6">
      <a:srgbClr val="898885"/>
    </a:custClr>
    <a:custClr name="Gray 7">
      <a:srgbClr val="5C5B59"/>
    </a:custClr>
    <a:custClr name="Gray 8">
      <a:srgbClr val="2E2D2C"/>
    </a:custClr>
    <a:custClr name="Light Yellow">
      <a:srgbClr val="FBF9AA"/>
    </a:custClr>
    <a:custClr name="Yellow">
      <a:srgbClr val="FFE667"/>
    </a:custClr>
    <a:custClr name="Medium Yellow">
      <a:srgbClr val="FFD03D"/>
    </a:custClr>
    <a:custClr name="Dark Yellow">
      <a:srgbClr val="E18600"/>
    </a:custClr>
    <a:custClr>
      <a:srgbClr val="FFFFFF"/>
    </a:custClr>
    <a:custClr>
      <a:srgbClr val="FFFFFF"/>
    </a:custClr>
    <a:custClr>
      <a:srgbClr val="FFFFFF"/>
    </a:custClr>
    <a:custClr>
      <a:srgbClr val="FFFFFF"/>
    </a:custClr>
    <a:custClr>
      <a:srgbClr val="FFFFFF"/>
    </a:custClr>
    <a:custClr>
      <a:srgbClr val="FFFFFF"/>
    </a:custClr>
    <a:custClr name="Light Violet">
      <a:srgbClr val="E0E1F6"/>
    </a:custClr>
    <a:custClr name="Violet">
      <a:srgbClr val="C5C3EE"/>
    </a:custClr>
    <a:custClr name="Medium Violet">
      <a:srgbClr val="928BDE"/>
    </a:custClr>
    <a:custClr name="Dark Violet">
      <a:srgbClr val="5D4495"/>
    </a:custClr>
    <a:custClr>
      <a:srgbClr val="FFFFFF"/>
    </a:custClr>
    <a:custClr>
      <a:srgbClr val="FFFFFF"/>
    </a:custClr>
    <a:custClr>
      <a:srgbClr val="FFFFFF"/>
    </a:custClr>
    <a:custClr name="Signal Red">
      <a:srgbClr val="F62B2B"/>
    </a:custClr>
    <a:custClr name="Signal Yellow">
      <a:srgbClr val="FF8413"/>
    </a:custClr>
    <a:custClr name="Signal Green">
      <a:srgbClr val="1EAD1B"/>
    </a:custClr>
  </a:custClrLst>
  <a:extLst>
    <a:ext uri="{05A4C25C-085E-4340-85A3-A5531E510DB2}">
      <thm15:themeFamily xmlns:thm15="http://schemas.microsoft.com/office/thememl/2012/main" name="Boehringer_Ingelheim_Slide_library_1.0.pptx" id="{5908B920-57D7-4ED1-928D-C904C10EC231}" vid="{29E26ED5-3A1A-4603-9964-4C266823EF94}"/>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abec3d6c-dc49-43d8-9f5f-fe75434a2497">
      <Terms xmlns="http://schemas.microsoft.com/office/infopath/2007/PartnerControls"/>
    </lcf76f155ced4ddcb4097134ff3c332f>
    <TaxCatchAll xmlns="e47812bf-c8f0-415c-9dc6-756594725798"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B9242DF3D1D04D43AAE539FB642C880D" ma:contentTypeVersion="19" ma:contentTypeDescription="Create a new document." ma:contentTypeScope="" ma:versionID="216cf6b9bc403f004b8b7e86d8e72cfc">
  <xsd:schema xmlns:xsd="http://www.w3.org/2001/XMLSchema" xmlns:xs="http://www.w3.org/2001/XMLSchema" xmlns:p="http://schemas.microsoft.com/office/2006/metadata/properties" xmlns:ns2="abec3d6c-dc49-43d8-9f5f-fe75434a2497" xmlns:ns3="38988128-37ab-443d-bda8-e0f28155c68c" xmlns:ns4="e47812bf-c8f0-415c-9dc6-756594725798" targetNamespace="http://schemas.microsoft.com/office/2006/metadata/properties" ma:root="true" ma:fieldsID="22e1a6cbe640582aedff401e2d7c7a09" ns2:_="" ns3:_="" ns4:_="">
    <xsd:import namespace="abec3d6c-dc49-43d8-9f5f-fe75434a2497"/>
    <xsd:import namespace="38988128-37ab-443d-bda8-e0f28155c68c"/>
    <xsd:import namespace="e47812bf-c8f0-415c-9dc6-756594725798"/>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DateTaken" minOccurs="0"/>
                <xsd:element ref="ns2:MediaServiceAutoTags" minOccurs="0"/>
                <xsd:element ref="ns2:MediaServiceGenerationTime" minOccurs="0"/>
                <xsd:element ref="ns2:MediaServiceEventHashCode" minOccurs="0"/>
                <xsd:element ref="ns2:MediaServiceOCR" minOccurs="0"/>
                <xsd:element ref="ns2:MediaLengthInSeconds" minOccurs="0"/>
                <xsd:element ref="ns2:MediaServiceAutoKeyPoints" minOccurs="0"/>
                <xsd:element ref="ns2:MediaServiceKeyPoints" minOccurs="0"/>
                <xsd:element ref="ns2:lcf76f155ced4ddcb4097134ff3c332f" minOccurs="0"/>
                <xsd:element ref="ns4:TaxCatchAll" minOccurs="0"/>
                <xsd:element ref="ns2:MediaServiceObjectDetectorVersions" minOccurs="0"/>
                <xsd:element ref="ns2:MediaServiceLocation"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bec3d6c-dc49-43d8-9f5f-fe75434a2497"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Tags" ma:index="13" nillable="true" ma:displayName="Tags" ma:internalName="MediaServiceAutoTags" ma:readOnly="true">
      <xsd:simpleType>
        <xsd:restriction base="dms:Text"/>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LengthInSeconds" ma:index="17" nillable="true" ma:displayName="Length (seconds)" ma:internalName="MediaLengthInSeconds" ma:readOnly="true">
      <xsd:simpleType>
        <xsd:restriction base="dms:Unknown"/>
      </xsd:simpleType>
    </xsd:element>
    <xsd:element name="MediaServiceAutoKeyPoints" ma:index="18" nillable="true" ma:displayName="MediaServiceAutoKeyPoints" ma:hidden="true" ma:internalName="MediaServiceAutoKeyPoints" ma:readOnly="true">
      <xsd:simpleType>
        <xsd:restriction base="dms:Note"/>
      </xsd:simpleType>
    </xsd:element>
    <xsd:element name="MediaServiceKeyPoints" ma:index="19" nillable="true" ma:displayName="KeyPoints" ma:internalName="MediaServiceKeyPoints" ma:readOnly="true">
      <xsd:simpleType>
        <xsd:restriction base="dms:Note">
          <xsd:maxLength value="255"/>
        </xsd:restriction>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798f3110-b2b7-48bc-b5f0-a137367be0c9"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3" nillable="true" ma:displayName="MediaServiceObjectDetectorVersions" ma:hidden="true" ma:indexed="true" ma:internalName="MediaServiceObjectDetectorVersions" ma:readOnly="true">
      <xsd:simpleType>
        <xsd:restriction base="dms:Text"/>
      </xsd:simpleType>
    </xsd:element>
    <xsd:element name="MediaServiceLocation" ma:index="24" nillable="true" ma:displayName="Location" ma:indexed="true" ma:internalName="MediaServiceLocation"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MediaServiceBillingMetadata" ma:index="26"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38988128-37ab-443d-bda8-e0f28155c68c"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e47812bf-c8f0-415c-9dc6-756594725798" elementFormDefault="qualified">
    <xsd:import namespace="http://schemas.microsoft.com/office/2006/documentManagement/types"/>
    <xsd:import namespace="http://schemas.microsoft.com/office/infopath/2007/PartnerControls"/>
    <xsd:element name="TaxCatchAll" ma:index="22" nillable="true" ma:displayName="Taxonomy Catch All Column" ma:hidden="true" ma:list="{289bc802-be5d-4ad1-8fa5-936a0ef32c64}" ma:internalName="TaxCatchAll" ma:showField="CatchAllData" ma:web="38988128-37ab-443d-bda8-e0f28155c68c">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6EB42C12-FA35-4E73-8A59-84DCDD9E214A}">
  <ds:schemaRefs>
    <ds:schemaRef ds:uri="http://schemas.microsoft.com/sharepoint/v3/contenttype/forms"/>
  </ds:schemaRefs>
</ds:datastoreItem>
</file>

<file path=customXml/itemProps2.xml><?xml version="1.0" encoding="utf-8"?>
<ds:datastoreItem xmlns:ds="http://schemas.openxmlformats.org/officeDocument/2006/customXml" ds:itemID="{2668BAA9-A943-4966-8787-0EA8ADD0427C}">
  <ds:schemaRefs>
    <ds:schemaRef ds:uri="http://schemas.microsoft.com/office/infopath/2007/PartnerControls"/>
    <ds:schemaRef ds:uri="http://purl.org/dc/terms/"/>
    <ds:schemaRef ds:uri="6105e471-a007-4c69-b034-cfd36128fabd"/>
    <ds:schemaRef ds:uri="http://schemas.microsoft.com/office/2006/documentManagement/types"/>
    <ds:schemaRef ds:uri="545a336c-45ba-4242-ba8b-2a24159e5b92"/>
    <ds:schemaRef ds:uri="http://schemas.openxmlformats.org/package/2006/metadata/core-properties"/>
    <ds:schemaRef ds:uri="http://purl.org/dc/elements/1.1/"/>
    <ds:schemaRef ds:uri="http://schemas.microsoft.com/office/2006/metadata/properties"/>
    <ds:schemaRef ds:uri="http://www.w3.org/XML/1998/namespace"/>
    <ds:schemaRef ds:uri="http://purl.org/dc/dcmitype/"/>
  </ds:schemaRefs>
</ds:datastoreItem>
</file>

<file path=customXml/itemProps3.xml><?xml version="1.0" encoding="utf-8"?>
<ds:datastoreItem xmlns:ds="http://schemas.openxmlformats.org/officeDocument/2006/customXml" ds:itemID="{9355EA6E-0153-45C9-9929-9E05F8209459}"/>
</file>

<file path=docMetadata/LabelInfo.xml><?xml version="1.0" encoding="utf-8"?>
<clbl:labelList xmlns:clbl="http://schemas.microsoft.com/office/2020/mipLabelMetadata">
  <clbl:label id="{bfd0b529-4a04-4616-88d2-531082d94bb8}" enabled="1" method="Standard" siteId="{e1f8af86-ee95-4718-bd0d-375b37366c83}" removed="0"/>
</clbl:labelList>
</file>

<file path=docProps/app.xml><?xml version="1.0" encoding="utf-8"?>
<Properties xmlns="http://schemas.openxmlformats.org/officeDocument/2006/extended-properties" xmlns:vt="http://schemas.openxmlformats.org/officeDocument/2006/docPropsVTypes">
  <TotalTime>3</TotalTime>
  <Words>1227</Words>
  <Application>Microsoft Office PowerPoint</Application>
  <PresentationFormat>宽屏</PresentationFormat>
  <Paragraphs>277</Paragraphs>
  <Slides>9</Slides>
  <Notes>1</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9</vt:i4>
      </vt:variant>
    </vt:vector>
  </HeadingPairs>
  <TitlesOfParts>
    <vt:vector size="20" baseType="lpstr">
      <vt:lpstr>BoehringerForward Text</vt:lpstr>
      <vt:lpstr>等线</vt:lpstr>
      <vt:lpstr>等线</vt:lpstr>
      <vt:lpstr>HelloFont WenYiHei</vt:lpstr>
      <vt:lpstr>OPPOSans M</vt:lpstr>
      <vt:lpstr>Arial</vt:lpstr>
      <vt:lpstr>Boehringer Forward Head</vt:lpstr>
      <vt:lpstr>Boehringer Forward Text</vt:lpstr>
      <vt:lpstr>Calibri</vt:lpstr>
      <vt:lpstr>Segoe UI</vt:lpstr>
      <vt:lpstr>1_Boehringer Ingelheim 16:9</vt:lpstr>
      <vt:lpstr>TENACITY &amp; PersisTENce Evaluation</vt:lpstr>
      <vt:lpstr>PowerPoint 演示文稿</vt:lpstr>
      <vt:lpstr>TENACITY Recruitment Mitigation</vt:lpstr>
      <vt:lpstr>PowerPoint 演示文稿</vt:lpstr>
      <vt:lpstr>Consideration on PersisTENce (triggered by TENACITY）</vt:lpstr>
      <vt:lpstr>Registration Strategy  – PersisTENce</vt:lpstr>
      <vt:lpstr>Timeline Re-assessment – PersisTENce</vt:lpstr>
      <vt:lpstr>Back up</vt:lpstr>
      <vt:lpstr>Site Engagement Plan &amp; Status (The SPOC is responsible for coordinating EE activities for the R/OPU. SPOC is not responsible for any operational issues)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Zhang,Yuling (HP Medicine) BII-CN-S</dc:creator>
  <cp:lastModifiedBy>Zhang,Yuling (HP Medicine) BII-CN-S</cp:lastModifiedBy>
  <cp:revision>1</cp:revision>
  <dcterms:created xsi:type="dcterms:W3CDTF">2026-04-21T05:39:39Z</dcterms:created>
  <dcterms:modified xsi:type="dcterms:W3CDTF">2026-04-22T07:46:04Z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0x010100B9242DF3D1D04D43AAE539FB642C880D</vt:lpwstr>
  </property>
</Properties>
</file>